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g" ContentType="image/jpeg"/>
  <Default Extension="mov" ContentType="video/quicktime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ink/ink1.xml" ContentType="application/inkml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871" r:id="rId1"/>
  </p:sldMasterIdLst>
  <p:notesMasterIdLst>
    <p:notesMasterId r:id="rId16"/>
  </p:notesMasterIdLst>
  <p:handoutMasterIdLst>
    <p:handoutMasterId r:id="rId17"/>
  </p:handoutMasterIdLst>
  <p:sldIdLst>
    <p:sldId id="1027" r:id="rId2"/>
    <p:sldId id="1187" r:id="rId3"/>
    <p:sldId id="1205" r:id="rId4"/>
    <p:sldId id="1188" r:id="rId5"/>
    <p:sldId id="1204" r:id="rId6"/>
    <p:sldId id="1134" r:id="rId7"/>
    <p:sldId id="1208" r:id="rId8"/>
    <p:sldId id="1203" r:id="rId9"/>
    <p:sldId id="1186" r:id="rId10"/>
    <p:sldId id="1190" r:id="rId11"/>
    <p:sldId id="1194" r:id="rId12"/>
    <p:sldId id="1111" r:id="rId13"/>
    <p:sldId id="1206" r:id="rId14"/>
    <p:sldId id="1207" r:id="rId15"/>
  </p:sldIdLst>
  <p:sldSz cx="12188825" cy="6858000"/>
  <p:notesSz cx="6858000" cy="9144000"/>
  <p:custDataLst>
    <p:tags r:id="rId1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43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1D5"/>
    <a:srgbClr val="7F35B2"/>
    <a:srgbClr val="1D428A"/>
    <a:srgbClr val="0091DA"/>
    <a:srgbClr val="78BE20"/>
    <a:srgbClr val="212354"/>
    <a:srgbClr val="2590D0"/>
    <a:srgbClr val="222154"/>
    <a:srgbClr val="1D4687"/>
    <a:srgbClr val="1E45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B9631B5-78F2-41C9-869B-9F39066F8104}"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956" autoAdjust="0"/>
    <p:restoredTop sz="91357" autoAdjust="0"/>
  </p:normalViewPr>
  <p:slideViewPr>
    <p:cSldViewPr snapToGrid="0" snapToObjects="1">
      <p:cViewPr varScale="1">
        <p:scale>
          <a:sx n="202" d="100"/>
          <a:sy n="202" d="100"/>
        </p:scale>
        <p:origin x="3936" y="1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45" d="100"/>
        <a:sy n="45" d="100"/>
      </p:scale>
      <p:origin x="0" y="0"/>
    </p:cViewPr>
  </p:notesTextViewPr>
  <p:sorterViewPr>
    <p:cViewPr varScale="1">
      <p:scale>
        <a:sx n="1" d="1"/>
        <a:sy n="1" d="1"/>
      </p:scale>
      <p:origin x="0" y="-30648"/>
    </p:cViewPr>
  </p:sorterViewPr>
  <p:notesViewPr>
    <p:cSldViewPr snapToGrid="0" snapToObjects="1" showGuides="1">
      <p:cViewPr varScale="1">
        <p:scale>
          <a:sx n="123" d="100"/>
          <a:sy n="123" d="100"/>
        </p:scale>
        <p:origin x="3544" y="7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Metropolis" panose="00000500000000000000" pitchFamily="50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004553-04C5-4BB3-AD4E-8B2EF3CDDAF9}" type="datetimeFigureOut">
              <a:rPr lang="en-US" smtClean="0">
                <a:latin typeface="Metropolis" panose="00000500000000000000" pitchFamily="50" charset="0"/>
              </a:rPr>
              <a:t>11/19/20</a:t>
            </a:fld>
            <a:endParaRPr lang="en-US" dirty="0">
              <a:latin typeface="Metropolis" panose="00000500000000000000" pitchFamily="50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Metropolis" panose="00000500000000000000" pitchFamily="50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A881F-0910-47D3-BD01-4F68834EC353}" type="slidenum">
              <a:rPr lang="en-US" smtClean="0">
                <a:latin typeface="Metropolis" panose="00000500000000000000" pitchFamily="50" charset="0"/>
              </a:rPr>
              <a:t>‹#›</a:t>
            </a:fld>
            <a:endParaRPr lang="en-US" dirty="0">
              <a:latin typeface="Metropolis" panose="000005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8667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1-18T15:55:36.535"/>
    </inkml:context>
    <inkml:brush xml:id="br0">
      <inkml:brushProperty name="width" value="0.03333" units="cm"/>
      <inkml:brushProperty name="height" value="0.03333" units="cm"/>
    </inkml:brush>
  </inkml:definitions>
  <inkml:trace contextRef="#ctx0" brushRef="#br0">13866 7577 4258 0 0,'0'0'-944'0'0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etropolis" panose="00000500000000000000" pitchFamily="50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etropolis" panose="00000500000000000000" pitchFamily="50" charset="0"/>
              </a:defRPr>
            </a:lvl1pPr>
          </a:lstStyle>
          <a:p>
            <a:fld id="{3CB6F0DB-E055-41D0-9102-627A646E4242}" type="datetimeFigureOut">
              <a:rPr lang="en-US" smtClean="0"/>
              <a:pPr/>
              <a:t>11/19/20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etropolis" panose="00000500000000000000" pitchFamily="50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etropolis" panose="00000500000000000000" pitchFamily="50" charset="0"/>
              </a:defRPr>
            </a:lvl1pPr>
          </a:lstStyle>
          <a:p>
            <a:fld id="{9F4FBC3A-A12C-40F9-BB8D-BC30C79013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29097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Metropolis" panose="00000500000000000000" pitchFamily="50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etropolis" panose="00000500000000000000" pitchFamily="50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etropolis" panose="00000500000000000000" pitchFamily="50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etropolis" panose="00000500000000000000" pitchFamily="50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etropolis" panose="00000500000000000000" pitchFamily="50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trike="noStrike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4FBC3A-A12C-40F9-BB8D-BC30C7901396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36153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trike="noStrike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4FBC3A-A12C-40F9-BB8D-BC30C7901396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94616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4FBC3A-A12C-40F9-BB8D-BC30C7901396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41603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trike="noStrike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4FBC3A-A12C-40F9-BB8D-BC30C7901396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62506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4FBC3A-A12C-40F9-BB8D-BC30C7901396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40726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trike="noStrike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4FBC3A-A12C-40F9-BB8D-BC30C7901396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66673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4FBC3A-A12C-40F9-BB8D-BC30C7901396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42151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4FBC3A-A12C-40F9-BB8D-BC30C7901396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48877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4FBC3A-A12C-40F9-BB8D-BC30C7901396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1931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4FBC3A-A12C-40F9-BB8D-BC30C7901396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1626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4FBC3A-A12C-40F9-BB8D-BC30C7901396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75330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hyperlink" Target="http://www.vmware.com/brand" TargetMode="External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EA73C23-56DE-4A7B-B974-6593CE39F4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ltGray">
          <a:xfrm>
            <a:off x="0" y="0"/>
            <a:ext cx="8058913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184363" y="1679667"/>
            <a:ext cx="6400800" cy="1234440"/>
          </a:xfrm>
        </p:spPr>
        <p:txBody>
          <a:bodyPr wrap="square" anchor="b"/>
          <a:lstStyle>
            <a:lvl1pPr algn="r">
              <a:defRPr sz="4000" b="0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8" name="Subtitle 2">
            <a:extLst>
              <a:ext uri="{FF2B5EF4-FFF2-40B4-BE49-F238E27FC236}">
                <a16:creationId xmlns:a16="http://schemas.microsoft.com/office/drawing/2014/main" id="{6EBAFA4D-7B92-4E38-8320-94F3BCA2E41C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7008812" y="2956717"/>
            <a:ext cx="4570379" cy="700882"/>
          </a:xfrm>
        </p:spPr>
        <p:txBody>
          <a:bodyPr/>
          <a:lstStyle>
            <a:lvl1pPr marL="0" indent="0" algn="r">
              <a:buNone/>
              <a:defRPr sz="2400">
                <a:solidFill>
                  <a:schemeClr val="accent4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</a:t>
            </a:r>
            <a:r>
              <a:rPr lang="en-US"/>
              <a:t>edit master </a:t>
            </a:r>
            <a:r>
              <a:rPr lang="en-US" dirty="0"/>
              <a:t>subtitle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EA43E1E-B208-4DC4-9D6A-01669D00DA1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923212" y="4231638"/>
            <a:ext cx="3657600" cy="355601"/>
          </a:xfrm>
        </p:spPr>
        <p:txBody>
          <a:bodyPr anchor="b"/>
          <a:lstStyle>
            <a:lvl1pPr algn="r"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29" name="Text Placeholder 6">
            <a:extLst>
              <a:ext uri="{FF2B5EF4-FFF2-40B4-BE49-F238E27FC236}">
                <a16:creationId xmlns:a16="http://schemas.microsoft.com/office/drawing/2014/main" id="{2111BB8B-7B37-4FB4-B2CD-984FE1C6C5E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923212" y="4866638"/>
            <a:ext cx="3657600" cy="355601"/>
          </a:xfrm>
        </p:spPr>
        <p:txBody>
          <a:bodyPr/>
          <a:lstStyle>
            <a:lvl1pPr algn="r"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Role / Division at VMware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68E7D54E-C753-48F7-AB43-C7A586277F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23212" y="5655332"/>
            <a:ext cx="3657600" cy="112587"/>
          </a:xfrm>
        </p:spPr>
        <p:txBody>
          <a:bodyPr/>
          <a:lstStyle>
            <a:lvl1pPr algn="r">
              <a:buNone/>
              <a:defRPr sz="105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71B1726-E7C5-4C32-A22F-BB8C0CA833E9}"/>
              </a:ext>
            </a:extLst>
          </p:cNvPr>
          <p:cNvGrpSpPr/>
          <p:nvPr userDrawn="1"/>
        </p:nvGrpSpPr>
        <p:grpSpPr>
          <a:xfrm>
            <a:off x="608012" y="6392865"/>
            <a:ext cx="1424385" cy="224518"/>
            <a:chOff x="863272" y="6563918"/>
            <a:chExt cx="861082" cy="135727"/>
          </a:xfrm>
          <a:solidFill>
            <a:schemeClr val="bg1"/>
          </a:solidFill>
        </p:grpSpPr>
        <p:sp>
          <p:nvSpPr>
            <p:cNvPr id="18" name="Freeform 6">
              <a:extLst>
                <a:ext uri="{FF2B5EF4-FFF2-40B4-BE49-F238E27FC236}">
                  <a16:creationId xmlns:a16="http://schemas.microsoft.com/office/drawing/2014/main" id="{0AEE4566-BDD0-43EB-8593-753B4AFC538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95963" y="6569284"/>
              <a:ext cx="181812" cy="128783"/>
            </a:xfrm>
            <a:custGeom>
              <a:avLst/>
              <a:gdLst>
                <a:gd name="T0" fmla="*/ 52 w 243"/>
                <a:gd name="T1" fmla="*/ 159 h 170"/>
                <a:gd name="T2" fmla="*/ 2 w 243"/>
                <a:gd name="T3" fmla="*/ 19 h 170"/>
                <a:gd name="T4" fmla="*/ 0 w 243"/>
                <a:gd name="T5" fmla="*/ 12 h 170"/>
                <a:gd name="T6" fmla="*/ 13 w 243"/>
                <a:gd name="T7" fmla="*/ 0 h 170"/>
                <a:gd name="T8" fmla="*/ 25 w 243"/>
                <a:gd name="T9" fmla="*/ 11 h 170"/>
                <a:gd name="T10" fmla="*/ 67 w 243"/>
                <a:gd name="T11" fmla="*/ 131 h 170"/>
                <a:gd name="T12" fmla="*/ 109 w 243"/>
                <a:gd name="T13" fmla="*/ 10 h 170"/>
                <a:gd name="T14" fmla="*/ 121 w 243"/>
                <a:gd name="T15" fmla="*/ 0 h 170"/>
                <a:gd name="T16" fmla="*/ 122 w 243"/>
                <a:gd name="T17" fmla="*/ 0 h 170"/>
                <a:gd name="T18" fmla="*/ 135 w 243"/>
                <a:gd name="T19" fmla="*/ 10 h 170"/>
                <a:gd name="T20" fmla="*/ 177 w 243"/>
                <a:gd name="T21" fmla="*/ 131 h 170"/>
                <a:gd name="T22" fmla="*/ 219 w 243"/>
                <a:gd name="T23" fmla="*/ 10 h 170"/>
                <a:gd name="T24" fmla="*/ 231 w 243"/>
                <a:gd name="T25" fmla="*/ 0 h 170"/>
                <a:gd name="T26" fmla="*/ 243 w 243"/>
                <a:gd name="T27" fmla="*/ 12 h 170"/>
                <a:gd name="T28" fmla="*/ 241 w 243"/>
                <a:gd name="T29" fmla="*/ 19 h 170"/>
                <a:gd name="T30" fmla="*/ 191 w 243"/>
                <a:gd name="T31" fmla="*/ 159 h 170"/>
                <a:gd name="T32" fmla="*/ 177 w 243"/>
                <a:gd name="T33" fmla="*/ 170 h 170"/>
                <a:gd name="T34" fmla="*/ 176 w 243"/>
                <a:gd name="T35" fmla="*/ 170 h 170"/>
                <a:gd name="T36" fmla="*/ 163 w 243"/>
                <a:gd name="T37" fmla="*/ 159 h 170"/>
                <a:gd name="T38" fmla="*/ 122 w 243"/>
                <a:gd name="T39" fmla="*/ 40 h 170"/>
                <a:gd name="T40" fmla="*/ 80 w 243"/>
                <a:gd name="T41" fmla="*/ 159 h 170"/>
                <a:gd name="T42" fmla="*/ 66 w 243"/>
                <a:gd name="T43" fmla="*/ 170 h 170"/>
                <a:gd name="T44" fmla="*/ 66 w 243"/>
                <a:gd name="T45" fmla="*/ 170 h 170"/>
                <a:gd name="T46" fmla="*/ 52 w 243"/>
                <a:gd name="T47" fmla="*/ 159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43" h="170">
                  <a:moveTo>
                    <a:pt x="52" y="159"/>
                  </a:moveTo>
                  <a:cubicBezTo>
                    <a:pt x="2" y="19"/>
                    <a:pt x="2" y="19"/>
                    <a:pt x="2" y="19"/>
                  </a:cubicBezTo>
                  <a:cubicBezTo>
                    <a:pt x="1" y="17"/>
                    <a:pt x="0" y="14"/>
                    <a:pt x="0" y="12"/>
                  </a:cubicBezTo>
                  <a:cubicBezTo>
                    <a:pt x="0" y="6"/>
                    <a:pt x="5" y="0"/>
                    <a:pt x="13" y="0"/>
                  </a:cubicBezTo>
                  <a:cubicBezTo>
                    <a:pt x="19" y="0"/>
                    <a:pt x="23" y="4"/>
                    <a:pt x="25" y="11"/>
                  </a:cubicBezTo>
                  <a:cubicBezTo>
                    <a:pt x="67" y="131"/>
                    <a:pt x="67" y="131"/>
                    <a:pt x="67" y="131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11" y="4"/>
                    <a:pt x="114" y="0"/>
                    <a:pt x="121" y="0"/>
                  </a:cubicBezTo>
                  <a:cubicBezTo>
                    <a:pt x="122" y="0"/>
                    <a:pt x="122" y="0"/>
                    <a:pt x="122" y="0"/>
                  </a:cubicBezTo>
                  <a:cubicBezTo>
                    <a:pt x="129" y="0"/>
                    <a:pt x="133" y="4"/>
                    <a:pt x="135" y="10"/>
                  </a:cubicBezTo>
                  <a:cubicBezTo>
                    <a:pt x="177" y="131"/>
                    <a:pt x="177" y="131"/>
                    <a:pt x="177" y="131"/>
                  </a:cubicBezTo>
                  <a:cubicBezTo>
                    <a:pt x="219" y="10"/>
                    <a:pt x="219" y="10"/>
                    <a:pt x="219" y="10"/>
                  </a:cubicBezTo>
                  <a:cubicBezTo>
                    <a:pt x="221" y="5"/>
                    <a:pt x="224" y="0"/>
                    <a:pt x="231" y="0"/>
                  </a:cubicBezTo>
                  <a:cubicBezTo>
                    <a:pt x="238" y="0"/>
                    <a:pt x="243" y="6"/>
                    <a:pt x="243" y="12"/>
                  </a:cubicBezTo>
                  <a:cubicBezTo>
                    <a:pt x="243" y="14"/>
                    <a:pt x="242" y="17"/>
                    <a:pt x="241" y="19"/>
                  </a:cubicBezTo>
                  <a:cubicBezTo>
                    <a:pt x="191" y="159"/>
                    <a:pt x="191" y="159"/>
                    <a:pt x="191" y="159"/>
                  </a:cubicBezTo>
                  <a:cubicBezTo>
                    <a:pt x="188" y="166"/>
                    <a:pt x="183" y="170"/>
                    <a:pt x="177" y="170"/>
                  </a:cubicBezTo>
                  <a:cubicBezTo>
                    <a:pt x="176" y="170"/>
                    <a:pt x="176" y="170"/>
                    <a:pt x="176" y="170"/>
                  </a:cubicBezTo>
                  <a:cubicBezTo>
                    <a:pt x="170" y="170"/>
                    <a:pt x="165" y="166"/>
                    <a:pt x="163" y="159"/>
                  </a:cubicBezTo>
                  <a:cubicBezTo>
                    <a:pt x="122" y="40"/>
                    <a:pt x="122" y="40"/>
                    <a:pt x="122" y="40"/>
                  </a:cubicBezTo>
                  <a:cubicBezTo>
                    <a:pt x="80" y="159"/>
                    <a:pt x="80" y="159"/>
                    <a:pt x="80" y="159"/>
                  </a:cubicBezTo>
                  <a:cubicBezTo>
                    <a:pt x="78" y="166"/>
                    <a:pt x="73" y="170"/>
                    <a:pt x="66" y="170"/>
                  </a:cubicBezTo>
                  <a:cubicBezTo>
                    <a:pt x="66" y="170"/>
                    <a:pt x="66" y="170"/>
                    <a:pt x="66" y="170"/>
                  </a:cubicBezTo>
                  <a:cubicBezTo>
                    <a:pt x="60" y="170"/>
                    <a:pt x="55" y="166"/>
                    <a:pt x="52" y="15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CDDDBBBD-2B47-4F32-9507-B47217AD31D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09084" y="6569284"/>
              <a:ext cx="70389" cy="128783"/>
            </a:xfrm>
            <a:custGeom>
              <a:avLst/>
              <a:gdLst>
                <a:gd name="T0" fmla="*/ 0 w 94"/>
                <a:gd name="T1" fmla="*/ 13 h 170"/>
                <a:gd name="T2" fmla="*/ 12 w 94"/>
                <a:gd name="T3" fmla="*/ 0 h 170"/>
                <a:gd name="T4" fmla="*/ 24 w 94"/>
                <a:gd name="T5" fmla="*/ 13 h 170"/>
                <a:gd name="T6" fmla="*/ 24 w 94"/>
                <a:gd name="T7" fmla="*/ 41 h 170"/>
                <a:gd name="T8" fmla="*/ 82 w 94"/>
                <a:gd name="T9" fmla="*/ 0 h 170"/>
                <a:gd name="T10" fmla="*/ 94 w 94"/>
                <a:gd name="T11" fmla="*/ 13 h 170"/>
                <a:gd name="T12" fmla="*/ 83 w 94"/>
                <a:gd name="T13" fmla="*/ 25 h 170"/>
                <a:gd name="T14" fmla="*/ 24 w 94"/>
                <a:gd name="T15" fmla="*/ 101 h 170"/>
                <a:gd name="T16" fmla="*/ 24 w 94"/>
                <a:gd name="T17" fmla="*/ 157 h 170"/>
                <a:gd name="T18" fmla="*/ 12 w 94"/>
                <a:gd name="T19" fmla="*/ 170 h 170"/>
                <a:gd name="T20" fmla="*/ 0 w 94"/>
                <a:gd name="T21" fmla="*/ 157 h 170"/>
                <a:gd name="T22" fmla="*/ 0 w 94"/>
                <a:gd name="T23" fmla="*/ 13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4" h="170">
                  <a:moveTo>
                    <a:pt x="0" y="13"/>
                  </a:moveTo>
                  <a:cubicBezTo>
                    <a:pt x="0" y="6"/>
                    <a:pt x="5" y="0"/>
                    <a:pt x="12" y="0"/>
                  </a:cubicBezTo>
                  <a:cubicBezTo>
                    <a:pt x="19" y="0"/>
                    <a:pt x="24" y="5"/>
                    <a:pt x="24" y="13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37" y="13"/>
                    <a:pt x="64" y="0"/>
                    <a:pt x="82" y="0"/>
                  </a:cubicBezTo>
                  <a:cubicBezTo>
                    <a:pt x="89" y="0"/>
                    <a:pt x="94" y="6"/>
                    <a:pt x="94" y="13"/>
                  </a:cubicBezTo>
                  <a:cubicBezTo>
                    <a:pt x="94" y="20"/>
                    <a:pt x="89" y="24"/>
                    <a:pt x="83" y="25"/>
                  </a:cubicBezTo>
                  <a:cubicBezTo>
                    <a:pt x="51" y="29"/>
                    <a:pt x="24" y="53"/>
                    <a:pt x="24" y="101"/>
                  </a:cubicBezTo>
                  <a:cubicBezTo>
                    <a:pt x="24" y="157"/>
                    <a:pt x="24" y="157"/>
                    <a:pt x="24" y="157"/>
                  </a:cubicBezTo>
                  <a:cubicBezTo>
                    <a:pt x="24" y="164"/>
                    <a:pt x="19" y="170"/>
                    <a:pt x="12" y="170"/>
                  </a:cubicBezTo>
                  <a:cubicBezTo>
                    <a:pt x="5" y="170"/>
                    <a:pt x="0" y="164"/>
                    <a:pt x="0" y="157"/>
                  </a:cubicBezTo>
                  <a:lnTo>
                    <a:pt x="0" y="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9A63A2EB-B414-427C-8975-27B69B276D4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577894" y="6569284"/>
              <a:ext cx="115211" cy="130361"/>
            </a:xfrm>
            <a:custGeom>
              <a:avLst/>
              <a:gdLst>
                <a:gd name="T0" fmla="*/ 129 w 154"/>
                <a:gd name="T1" fmla="*/ 76 h 172"/>
                <a:gd name="T2" fmla="*/ 77 w 154"/>
                <a:gd name="T3" fmla="*/ 21 h 172"/>
                <a:gd name="T4" fmla="*/ 25 w 154"/>
                <a:gd name="T5" fmla="*/ 76 h 172"/>
                <a:gd name="T6" fmla="*/ 129 w 154"/>
                <a:gd name="T7" fmla="*/ 76 h 172"/>
                <a:gd name="T8" fmla="*/ 81 w 154"/>
                <a:gd name="T9" fmla="*/ 172 h 172"/>
                <a:gd name="T10" fmla="*/ 0 w 154"/>
                <a:gd name="T11" fmla="*/ 86 h 172"/>
                <a:gd name="T12" fmla="*/ 0 w 154"/>
                <a:gd name="T13" fmla="*/ 85 h 172"/>
                <a:gd name="T14" fmla="*/ 78 w 154"/>
                <a:gd name="T15" fmla="*/ 0 h 172"/>
                <a:gd name="T16" fmla="*/ 154 w 154"/>
                <a:gd name="T17" fmla="*/ 83 h 172"/>
                <a:gd name="T18" fmla="*/ 142 w 154"/>
                <a:gd name="T19" fmla="*/ 95 h 172"/>
                <a:gd name="T20" fmla="*/ 25 w 154"/>
                <a:gd name="T21" fmla="*/ 95 h 172"/>
                <a:gd name="T22" fmla="*/ 82 w 154"/>
                <a:gd name="T23" fmla="*/ 150 h 172"/>
                <a:gd name="T24" fmla="*/ 129 w 154"/>
                <a:gd name="T25" fmla="*/ 131 h 172"/>
                <a:gd name="T26" fmla="*/ 136 w 154"/>
                <a:gd name="T27" fmla="*/ 128 h 172"/>
                <a:gd name="T28" fmla="*/ 146 w 154"/>
                <a:gd name="T29" fmla="*/ 139 h 172"/>
                <a:gd name="T30" fmla="*/ 142 w 154"/>
                <a:gd name="T31" fmla="*/ 147 h 172"/>
                <a:gd name="T32" fmla="*/ 81 w 154"/>
                <a:gd name="T33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54" h="172">
                  <a:moveTo>
                    <a:pt x="129" y="76"/>
                  </a:moveTo>
                  <a:cubicBezTo>
                    <a:pt x="127" y="47"/>
                    <a:pt x="110" y="21"/>
                    <a:pt x="77" y="21"/>
                  </a:cubicBezTo>
                  <a:cubicBezTo>
                    <a:pt x="49" y="21"/>
                    <a:pt x="28" y="44"/>
                    <a:pt x="25" y="76"/>
                  </a:cubicBezTo>
                  <a:lnTo>
                    <a:pt x="129" y="76"/>
                  </a:lnTo>
                  <a:close/>
                  <a:moveTo>
                    <a:pt x="81" y="172"/>
                  </a:moveTo>
                  <a:cubicBezTo>
                    <a:pt x="36" y="172"/>
                    <a:pt x="0" y="137"/>
                    <a:pt x="0" y="86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38"/>
                    <a:pt x="33" y="0"/>
                    <a:pt x="78" y="0"/>
                  </a:cubicBezTo>
                  <a:cubicBezTo>
                    <a:pt x="126" y="0"/>
                    <a:pt x="154" y="40"/>
                    <a:pt x="154" y="83"/>
                  </a:cubicBezTo>
                  <a:cubicBezTo>
                    <a:pt x="154" y="90"/>
                    <a:pt x="148" y="95"/>
                    <a:pt x="142" y="95"/>
                  </a:cubicBezTo>
                  <a:cubicBezTo>
                    <a:pt x="25" y="95"/>
                    <a:pt x="25" y="95"/>
                    <a:pt x="25" y="95"/>
                  </a:cubicBezTo>
                  <a:cubicBezTo>
                    <a:pt x="28" y="130"/>
                    <a:pt x="53" y="150"/>
                    <a:pt x="82" y="150"/>
                  </a:cubicBezTo>
                  <a:cubicBezTo>
                    <a:pt x="102" y="150"/>
                    <a:pt x="117" y="142"/>
                    <a:pt x="129" y="131"/>
                  </a:cubicBezTo>
                  <a:cubicBezTo>
                    <a:pt x="131" y="130"/>
                    <a:pt x="133" y="128"/>
                    <a:pt x="136" y="128"/>
                  </a:cubicBezTo>
                  <a:cubicBezTo>
                    <a:pt x="142" y="128"/>
                    <a:pt x="146" y="133"/>
                    <a:pt x="146" y="139"/>
                  </a:cubicBezTo>
                  <a:cubicBezTo>
                    <a:pt x="146" y="142"/>
                    <a:pt x="145" y="145"/>
                    <a:pt x="142" y="147"/>
                  </a:cubicBezTo>
                  <a:cubicBezTo>
                    <a:pt x="127" y="162"/>
                    <a:pt x="109" y="172"/>
                    <a:pt x="81" y="17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4AFD0B14-399F-447F-BBDD-FF049C867FA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377775" y="6569284"/>
              <a:ext cx="108898" cy="130361"/>
            </a:xfrm>
            <a:custGeom>
              <a:avLst/>
              <a:gdLst>
                <a:gd name="T0" fmla="*/ 122 w 146"/>
                <a:gd name="T1" fmla="*/ 107 h 172"/>
                <a:gd name="T2" fmla="*/ 122 w 146"/>
                <a:gd name="T3" fmla="*/ 91 h 172"/>
                <a:gd name="T4" fmla="*/ 74 w 146"/>
                <a:gd name="T5" fmla="*/ 84 h 172"/>
                <a:gd name="T6" fmla="*/ 25 w 146"/>
                <a:gd name="T7" fmla="*/ 118 h 172"/>
                <a:gd name="T8" fmla="*/ 25 w 146"/>
                <a:gd name="T9" fmla="*/ 119 h 172"/>
                <a:gd name="T10" fmla="*/ 67 w 146"/>
                <a:gd name="T11" fmla="*/ 152 h 172"/>
                <a:gd name="T12" fmla="*/ 122 w 146"/>
                <a:gd name="T13" fmla="*/ 107 h 172"/>
                <a:gd name="T14" fmla="*/ 0 w 146"/>
                <a:gd name="T15" fmla="*/ 120 h 172"/>
                <a:gd name="T16" fmla="*/ 0 w 146"/>
                <a:gd name="T17" fmla="*/ 119 h 172"/>
                <a:gd name="T18" fmla="*/ 71 w 146"/>
                <a:gd name="T19" fmla="*/ 66 h 172"/>
                <a:gd name="T20" fmla="*/ 122 w 146"/>
                <a:gd name="T21" fmla="*/ 73 h 172"/>
                <a:gd name="T22" fmla="*/ 122 w 146"/>
                <a:gd name="T23" fmla="*/ 67 h 172"/>
                <a:gd name="T24" fmla="*/ 73 w 146"/>
                <a:gd name="T25" fmla="*/ 22 h 172"/>
                <a:gd name="T26" fmla="*/ 34 w 146"/>
                <a:gd name="T27" fmla="*/ 30 h 172"/>
                <a:gd name="T28" fmla="*/ 30 w 146"/>
                <a:gd name="T29" fmla="*/ 31 h 172"/>
                <a:gd name="T30" fmla="*/ 19 w 146"/>
                <a:gd name="T31" fmla="*/ 20 h 172"/>
                <a:gd name="T32" fmla="*/ 26 w 146"/>
                <a:gd name="T33" fmla="*/ 10 h 172"/>
                <a:gd name="T34" fmla="*/ 75 w 146"/>
                <a:gd name="T35" fmla="*/ 0 h 172"/>
                <a:gd name="T36" fmla="*/ 129 w 146"/>
                <a:gd name="T37" fmla="*/ 19 h 172"/>
                <a:gd name="T38" fmla="*/ 146 w 146"/>
                <a:gd name="T39" fmla="*/ 67 h 172"/>
                <a:gd name="T40" fmla="*/ 146 w 146"/>
                <a:gd name="T41" fmla="*/ 158 h 172"/>
                <a:gd name="T42" fmla="*/ 134 w 146"/>
                <a:gd name="T43" fmla="*/ 170 h 172"/>
                <a:gd name="T44" fmla="*/ 122 w 146"/>
                <a:gd name="T45" fmla="*/ 159 h 172"/>
                <a:gd name="T46" fmla="*/ 122 w 146"/>
                <a:gd name="T47" fmla="*/ 143 h 172"/>
                <a:gd name="T48" fmla="*/ 62 w 146"/>
                <a:gd name="T49" fmla="*/ 172 h 172"/>
                <a:gd name="T50" fmla="*/ 0 w 146"/>
                <a:gd name="T51" fmla="*/ 120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46" h="172">
                  <a:moveTo>
                    <a:pt x="122" y="107"/>
                  </a:moveTo>
                  <a:cubicBezTo>
                    <a:pt x="122" y="91"/>
                    <a:pt x="122" y="91"/>
                    <a:pt x="122" y="91"/>
                  </a:cubicBezTo>
                  <a:cubicBezTo>
                    <a:pt x="110" y="88"/>
                    <a:pt x="94" y="84"/>
                    <a:pt x="74" y="84"/>
                  </a:cubicBezTo>
                  <a:cubicBezTo>
                    <a:pt x="43" y="84"/>
                    <a:pt x="25" y="98"/>
                    <a:pt x="25" y="118"/>
                  </a:cubicBezTo>
                  <a:cubicBezTo>
                    <a:pt x="25" y="119"/>
                    <a:pt x="25" y="119"/>
                    <a:pt x="25" y="119"/>
                  </a:cubicBezTo>
                  <a:cubicBezTo>
                    <a:pt x="25" y="140"/>
                    <a:pt x="45" y="152"/>
                    <a:pt x="67" y="152"/>
                  </a:cubicBezTo>
                  <a:cubicBezTo>
                    <a:pt x="97" y="152"/>
                    <a:pt x="122" y="133"/>
                    <a:pt x="122" y="107"/>
                  </a:cubicBezTo>
                  <a:moveTo>
                    <a:pt x="0" y="120"/>
                  </a:moveTo>
                  <a:cubicBezTo>
                    <a:pt x="0" y="119"/>
                    <a:pt x="0" y="119"/>
                    <a:pt x="0" y="119"/>
                  </a:cubicBezTo>
                  <a:cubicBezTo>
                    <a:pt x="0" y="85"/>
                    <a:pt x="29" y="66"/>
                    <a:pt x="71" y="66"/>
                  </a:cubicBezTo>
                  <a:cubicBezTo>
                    <a:pt x="92" y="66"/>
                    <a:pt x="107" y="69"/>
                    <a:pt x="122" y="73"/>
                  </a:cubicBezTo>
                  <a:cubicBezTo>
                    <a:pt x="122" y="67"/>
                    <a:pt x="122" y="67"/>
                    <a:pt x="122" y="67"/>
                  </a:cubicBezTo>
                  <a:cubicBezTo>
                    <a:pt x="122" y="37"/>
                    <a:pt x="104" y="22"/>
                    <a:pt x="73" y="22"/>
                  </a:cubicBezTo>
                  <a:cubicBezTo>
                    <a:pt x="56" y="22"/>
                    <a:pt x="46" y="24"/>
                    <a:pt x="34" y="30"/>
                  </a:cubicBezTo>
                  <a:cubicBezTo>
                    <a:pt x="33" y="30"/>
                    <a:pt x="31" y="31"/>
                    <a:pt x="30" y="31"/>
                  </a:cubicBezTo>
                  <a:cubicBezTo>
                    <a:pt x="24" y="31"/>
                    <a:pt x="19" y="26"/>
                    <a:pt x="19" y="20"/>
                  </a:cubicBezTo>
                  <a:cubicBezTo>
                    <a:pt x="19" y="15"/>
                    <a:pt x="21" y="12"/>
                    <a:pt x="26" y="10"/>
                  </a:cubicBezTo>
                  <a:cubicBezTo>
                    <a:pt x="42" y="3"/>
                    <a:pt x="54" y="0"/>
                    <a:pt x="75" y="0"/>
                  </a:cubicBezTo>
                  <a:cubicBezTo>
                    <a:pt x="99" y="0"/>
                    <a:pt x="117" y="6"/>
                    <a:pt x="129" y="19"/>
                  </a:cubicBezTo>
                  <a:cubicBezTo>
                    <a:pt x="140" y="30"/>
                    <a:pt x="146" y="46"/>
                    <a:pt x="146" y="67"/>
                  </a:cubicBezTo>
                  <a:cubicBezTo>
                    <a:pt x="146" y="158"/>
                    <a:pt x="146" y="158"/>
                    <a:pt x="146" y="158"/>
                  </a:cubicBezTo>
                  <a:cubicBezTo>
                    <a:pt x="146" y="165"/>
                    <a:pt x="141" y="170"/>
                    <a:pt x="134" y="170"/>
                  </a:cubicBezTo>
                  <a:cubicBezTo>
                    <a:pt x="127" y="170"/>
                    <a:pt x="122" y="165"/>
                    <a:pt x="122" y="159"/>
                  </a:cubicBezTo>
                  <a:cubicBezTo>
                    <a:pt x="122" y="143"/>
                    <a:pt x="122" y="143"/>
                    <a:pt x="122" y="143"/>
                  </a:cubicBezTo>
                  <a:cubicBezTo>
                    <a:pt x="111" y="158"/>
                    <a:pt x="91" y="172"/>
                    <a:pt x="62" y="172"/>
                  </a:cubicBezTo>
                  <a:cubicBezTo>
                    <a:pt x="32" y="172"/>
                    <a:pt x="0" y="154"/>
                    <a:pt x="0" y="12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0778A2AC-9D1D-4FDB-973A-47DEA988606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3272" y="6563918"/>
              <a:ext cx="325115" cy="135727"/>
            </a:xfrm>
            <a:custGeom>
              <a:avLst/>
              <a:gdLst>
                <a:gd name="T0" fmla="*/ 49 w 435"/>
                <a:gd name="T1" fmla="*/ 18 h 179"/>
                <a:gd name="T2" fmla="*/ 17 w 435"/>
                <a:gd name="T3" fmla="*/ 6 h 179"/>
                <a:gd name="T4" fmla="*/ 6 w 435"/>
                <a:gd name="T5" fmla="*/ 37 h 179"/>
                <a:gd name="T6" fmla="*/ 58 w 435"/>
                <a:gd name="T7" fmla="*/ 152 h 179"/>
                <a:gd name="T8" fmla="*/ 92 w 435"/>
                <a:gd name="T9" fmla="*/ 179 h 179"/>
                <a:gd name="T10" fmla="*/ 125 w 435"/>
                <a:gd name="T11" fmla="*/ 152 h 179"/>
                <a:gd name="T12" fmla="*/ 171 w 435"/>
                <a:gd name="T13" fmla="*/ 51 h 179"/>
                <a:gd name="T14" fmla="*/ 178 w 435"/>
                <a:gd name="T15" fmla="*/ 46 h 179"/>
                <a:gd name="T16" fmla="*/ 185 w 435"/>
                <a:gd name="T17" fmla="*/ 54 h 179"/>
                <a:gd name="T18" fmla="*/ 185 w 435"/>
                <a:gd name="T19" fmla="*/ 151 h 179"/>
                <a:gd name="T20" fmla="*/ 209 w 435"/>
                <a:gd name="T21" fmla="*/ 179 h 179"/>
                <a:gd name="T22" fmla="*/ 234 w 435"/>
                <a:gd name="T23" fmla="*/ 151 h 179"/>
                <a:gd name="T24" fmla="*/ 234 w 435"/>
                <a:gd name="T25" fmla="*/ 72 h 179"/>
                <a:gd name="T26" fmla="*/ 260 w 435"/>
                <a:gd name="T27" fmla="*/ 46 h 179"/>
                <a:gd name="T28" fmla="*/ 285 w 435"/>
                <a:gd name="T29" fmla="*/ 72 h 179"/>
                <a:gd name="T30" fmla="*/ 285 w 435"/>
                <a:gd name="T31" fmla="*/ 151 h 179"/>
                <a:gd name="T32" fmla="*/ 310 w 435"/>
                <a:gd name="T33" fmla="*/ 179 h 179"/>
                <a:gd name="T34" fmla="*/ 334 w 435"/>
                <a:gd name="T35" fmla="*/ 151 h 179"/>
                <a:gd name="T36" fmla="*/ 334 w 435"/>
                <a:gd name="T37" fmla="*/ 72 h 179"/>
                <a:gd name="T38" fmla="*/ 360 w 435"/>
                <a:gd name="T39" fmla="*/ 46 h 179"/>
                <a:gd name="T40" fmla="*/ 385 w 435"/>
                <a:gd name="T41" fmla="*/ 72 h 179"/>
                <a:gd name="T42" fmla="*/ 385 w 435"/>
                <a:gd name="T43" fmla="*/ 151 h 179"/>
                <a:gd name="T44" fmla="*/ 410 w 435"/>
                <a:gd name="T45" fmla="*/ 179 h 179"/>
                <a:gd name="T46" fmla="*/ 435 w 435"/>
                <a:gd name="T47" fmla="*/ 151 h 179"/>
                <a:gd name="T48" fmla="*/ 435 w 435"/>
                <a:gd name="T49" fmla="*/ 61 h 179"/>
                <a:gd name="T50" fmla="*/ 375 w 435"/>
                <a:gd name="T51" fmla="*/ 4 h 179"/>
                <a:gd name="T52" fmla="*/ 323 w 435"/>
                <a:gd name="T53" fmla="*/ 26 h 179"/>
                <a:gd name="T54" fmla="*/ 272 w 435"/>
                <a:gd name="T55" fmla="*/ 4 h 179"/>
                <a:gd name="T56" fmla="*/ 223 w 435"/>
                <a:gd name="T57" fmla="*/ 26 h 179"/>
                <a:gd name="T58" fmla="*/ 178 w 435"/>
                <a:gd name="T59" fmla="*/ 4 h 179"/>
                <a:gd name="T60" fmla="*/ 125 w 435"/>
                <a:gd name="T61" fmla="*/ 40 h 179"/>
                <a:gd name="T62" fmla="*/ 92 w 435"/>
                <a:gd name="T63" fmla="*/ 119 h 179"/>
                <a:gd name="T64" fmla="*/ 49 w 435"/>
                <a:gd name="T65" fmla="*/ 18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35" h="179">
                  <a:moveTo>
                    <a:pt x="49" y="18"/>
                  </a:moveTo>
                  <a:cubicBezTo>
                    <a:pt x="43" y="6"/>
                    <a:pt x="30" y="0"/>
                    <a:pt x="17" y="6"/>
                  </a:cubicBezTo>
                  <a:cubicBezTo>
                    <a:pt x="5" y="12"/>
                    <a:pt x="0" y="25"/>
                    <a:pt x="6" y="37"/>
                  </a:cubicBezTo>
                  <a:cubicBezTo>
                    <a:pt x="58" y="152"/>
                    <a:pt x="58" y="152"/>
                    <a:pt x="58" y="152"/>
                  </a:cubicBezTo>
                  <a:cubicBezTo>
                    <a:pt x="67" y="169"/>
                    <a:pt x="75" y="179"/>
                    <a:pt x="92" y="179"/>
                  </a:cubicBezTo>
                  <a:cubicBezTo>
                    <a:pt x="109" y="179"/>
                    <a:pt x="117" y="169"/>
                    <a:pt x="125" y="152"/>
                  </a:cubicBezTo>
                  <a:cubicBezTo>
                    <a:pt x="125" y="152"/>
                    <a:pt x="171" y="52"/>
                    <a:pt x="171" y="51"/>
                  </a:cubicBezTo>
                  <a:cubicBezTo>
                    <a:pt x="172" y="50"/>
                    <a:pt x="173" y="46"/>
                    <a:pt x="178" y="46"/>
                  </a:cubicBezTo>
                  <a:cubicBezTo>
                    <a:pt x="182" y="47"/>
                    <a:pt x="185" y="50"/>
                    <a:pt x="185" y="54"/>
                  </a:cubicBezTo>
                  <a:cubicBezTo>
                    <a:pt x="185" y="151"/>
                    <a:pt x="185" y="151"/>
                    <a:pt x="185" y="151"/>
                  </a:cubicBezTo>
                  <a:cubicBezTo>
                    <a:pt x="185" y="166"/>
                    <a:pt x="193" y="179"/>
                    <a:pt x="209" y="179"/>
                  </a:cubicBezTo>
                  <a:cubicBezTo>
                    <a:pt x="225" y="179"/>
                    <a:pt x="234" y="166"/>
                    <a:pt x="234" y="151"/>
                  </a:cubicBezTo>
                  <a:cubicBezTo>
                    <a:pt x="234" y="72"/>
                    <a:pt x="234" y="72"/>
                    <a:pt x="234" y="72"/>
                  </a:cubicBezTo>
                  <a:cubicBezTo>
                    <a:pt x="234" y="56"/>
                    <a:pt x="245" y="46"/>
                    <a:pt x="260" y="46"/>
                  </a:cubicBezTo>
                  <a:cubicBezTo>
                    <a:pt x="275" y="46"/>
                    <a:pt x="285" y="57"/>
                    <a:pt x="285" y="72"/>
                  </a:cubicBezTo>
                  <a:cubicBezTo>
                    <a:pt x="285" y="151"/>
                    <a:pt x="285" y="151"/>
                    <a:pt x="285" y="151"/>
                  </a:cubicBezTo>
                  <a:cubicBezTo>
                    <a:pt x="285" y="166"/>
                    <a:pt x="294" y="179"/>
                    <a:pt x="310" y="179"/>
                  </a:cubicBezTo>
                  <a:cubicBezTo>
                    <a:pt x="326" y="179"/>
                    <a:pt x="334" y="166"/>
                    <a:pt x="334" y="151"/>
                  </a:cubicBezTo>
                  <a:cubicBezTo>
                    <a:pt x="334" y="72"/>
                    <a:pt x="334" y="72"/>
                    <a:pt x="334" y="72"/>
                  </a:cubicBezTo>
                  <a:cubicBezTo>
                    <a:pt x="334" y="56"/>
                    <a:pt x="345" y="46"/>
                    <a:pt x="360" y="46"/>
                  </a:cubicBezTo>
                  <a:cubicBezTo>
                    <a:pt x="375" y="46"/>
                    <a:pt x="385" y="57"/>
                    <a:pt x="385" y="72"/>
                  </a:cubicBezTo>
                  <a:cubicBezTo>
                    <a:pt x="385" y="151"/>
                    <a:pt x="385" y="151"/>
                    <a:pt x="385" y="151"/>
                  </a:cubicBezTo>
                  <a:cubicBezTo>
                    <a:pt x="385" y="166"/>
                    <a:pt x="394" y="179"/>
                    <a:pt x="410" y="179"/>
                  </a:cubicBezTo>
                  <a:cubicBezTo>
                    <a:pt x="426" y="179"/>
                    <a:pt x="435" y="166"/>
                    <a:pt x="435" y="151"/>
                  </a:cubicBezTo>
                  <a:cubicBezTo>
                    <a:pt x="435" y="61"/>
                    <a:pt x="435" y="61"/>
                    <a:pt x="435" y="61"/>
                  </a:cubicBezTo>
                  <a:cubicBezTo>
                    <a:pt x="435" y="27"/>
                    <a:pt x="408" y="4"/>
                    <a:pt x="375" y="4"/>
                  </a:cubicBezTo>
                  <a:cubicBezTo>
                    <a:pt x="343" y="4"/>
                    <a:pt x="323" y="26"/>
                    <a:pt x="323" y="26"/>
                  </a:cubicBezTo>
                  <a:cubicBezTo>
                    <a:pt x="312" y="12"/>
                    <a:pt x="297" y="4"/>
                    <a:pt x="272" y="4"/>
                  </a:cubicBezTo>
                  <a:cubicBezTo>
                    <a:pt x="246" y="4"/>
                    <a:pt x="223" y="26"/>
                    <a:pt x="223" y="26"/>
                  </a:cubicBezTo>
                  <a:cubicBezTo>
                    <a:pt x="212" y="12"/>
                    <a:pt x="194" y="4"/>
                    <a:pt x="178" y="4"/>
                  </a:cubicBezTo>
                  <a:cubicBezTo>
                    <a:pt x="155" y="4"/>
                    <a:pt x="136" y="14"/>
                    <a:pt x="125" y="40"/>
                  </a:cubicBezTo>
                  <a:cubicBezTo>
                    <a:pt x="92" y="119"/>
                    <a:pt x="92" y="119"/>
                    <a:pt x="92" y="119"/>
                  </a:cubicBezTo>
                  <a:lnTo>
                    <a:pt x="49" y="1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3" name="Freeform 11">
              <a:extLst>
                <a:ext uri="{FF2B5EF4-FFF2-40B4-BE49-F238E27FC236}">
                  <a16:creationId xmlns:a16="http://schemas.microsoft.com/office/drawing/2014/main" id="{52873CFF-17A0-467C-B061-5E3FD5E92C7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694683" y="6569284"/>
              <a:ext cx="29671" cy="31249"/>
            </a:xfrm>
            <a:custGeom>
              <a:avLst/>
              <a:gdLst>
                <a:gd name="T0" fmla="*/ 37 w 40"/>
                <a:gd name="T1" fmla="*/ 20 h 41"/>
                <a:gd name="T2" fmla="*/ 37 w 40"/>
                <a:gd name="T3" fmla="*/ 20 h 41"/>
                <a:gd name="T4" fmla="*/ 20 w 40"/>
                <a:gd name="T5" fmla="*/ 4 h 41"/>
                <a:gd name="T6" fmla="*/ 3 w 40"/>
                <a:gd name="T7" fmla="*/ 20 h 41"/>
                <a:gd name="T8" fmla="*/ 3 w 40"/>
                <a:gd name="T9" fmla="*/ 21 h 41"/>
                <a:gd name="T10" fmla="*/ 20 w 40"/>
                <a:gd name="T11" fmla="*/ 37 h 41"/>
                <a:gd name="T12" fmla="*/ 37 w 40"/>
                <a:gd name="T13" fmla="*/ 20 h 41"/>
                <a:gd name="T14" fmla="*/ 0 w 40"/>
                <a:gd name="T15" fmla="*/ 21 h 41"/>
                <a:gd name="T16" fmla="*/ 0 w 40"/>
                <a:gd name="T17" fmla="*/ 20 h 41"/>
                <a:gd name="T18" fmla="*/ 20 w 40"/>
                <a:gd name="T19" fmla="*/ 0 h 41"/>
                <a:gd name="T20" fmla="*/ 40 w 40"/>
                <a:gd name="T21" fmla="*/ 20 h 41"/>
                <a:gd name="T22" fmla="*/ 40 w 40"/>
                <a:gd name="T23" fmla="*/ 20 h 41"/>
                <a:gd name="T24" fmla="*/ 20 w 40"/>
                <a:gd name="T25" fmla="*/ 41 h 41"/>
                <a:gd name="T26" fmla="*/ 0 w 40"/>
                <a:gd name="T27" fmla="*/ 21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0" h="41">
                  <a:moveTo>
                    <a:pt x="37" y="20"/>
                  </a:moveTo>
                  <a:cubicBezTo>
                    <a:pt x="37" y="20"/>
                    <a:pt x="37" y="20"/>
                    <a:pt x="37" y="20"/>
                  </a:cubicBezTo>
                  <a:cubicBezTo>
                    <a:pt x="37" y="11"/>
                    <a:pt x="29" y="4"/>
                    <a:pt x="20" y="4"/>
                  </a:cubicBezTo>
                  <a:cubicBezTo>
                    <a:pt x="11" y="4"/>
                    <a:pt x="3" y="11"/>
                    <a:pt x="3" y="20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3" y="30"/>
                    <a:pt x="11" y="37"/>
                    <a:pt x="20" y="37"/>
                  </a:cubicBezTo>
                  <a:cubicBezTo>
                    <a:pt x="29" y="37"/>
                    <a:pt x="37" y="30"/>
                    <a:pt x="37" y="20"/>
                  </a:cubicBezTo>
                  <a:moveTo>
                    <a:pt x="0" y="21"/>
                  </a:moveTo>
                  <a:cubicBezTo>
                    <a:pt x="0" y="20"/>
                    <a:pt x="0" y="20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20"/>
                    <a:pt x="40" y="20"/>
                    <a:pt x="40" y="20"/>
                  </a:cubicBezTo>
                  <a:cubicBezTo>
                    <a:pt x="40" y="32"/>
                    <a:pt x="31" y="41"/>
                    <a:pt x="20" y="41"/>
                  </a:cubicBezTo>
                  <a:cubicBezTo>
                    <a:pt x="8" y="41"/>
                    <a:pt x="0" y="32"/>
                    <a:pt x="0" y="21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4" name="Freeform 12">
              <a:extLst>
                <a:ext uri="{FF2B5EF4-FFF2-40B4-BE49-F238E27FC236}">
                  <a16:creationId xmlns:a16="http://schemas.microsoft.com/office/drawing/2014/main" id="{C351EEF9-CE8C-4948-8867-FDC697419BE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703521" y="6576859"/>
              <a:ext cx="12626" cy="15151"/>
            </a:xfrm>
            <a:custGeom>
              <a:avLst/>
              <a:gdLst>
                <a:gd name="T0" fmla="*/ 9 w 17"/>
                <a:gd name="T1" fmla="*/ 10 h 20"/>
                <a:gd name="T2" fmla="*/ 12 w 17"/>
                <a:gd name="T3" fmla="*/ 7 h 20"/>
                <a:gd name="T4" fmla="*/ 12 w 17"/>
                <a:gd name="T5" fmla="*/ 7 h 20"/>
                <a:gd name="T6" fmla="*/ 9 w 17"/>
                <a:gd name="T7" fmla="*/ 4 h 20"/>
                <a:gd name="T8" fmla="*/ 5 w 17"/>
                <a:gd name="T9" fmla="*/ 4 h 20"/>
                <a:gd name="T10" fmla="*/ 5 w 17"/>
                <a:gd name="T11" fmla="*/ 10 h 20"/>
                <a:gd name="T12" fmla="*/ 9 w 17"/>
                <a:gd name="T13" fmla="*/ 10 h 20"/>
                <a:gd name="T14" fmla="*/ 0 w 17"/>
                <a:gd name="T15" fmla="*/ 2 h 20"/>
                <a:gd name="T16" fmla="*/ 2 w 17"/>
                <a:gd name="T17" fmla="*/ 0 h 20"/>
                <a:gd name="T18" fmla="*/ 9 w 17"/>
                <a:gd name="T19" fmla="*/ 0 h 20"/>
                <a:gd name="T20" fmla="*/ 15 w 17"/>
                <a:gd name="T21" fmla="*/ 2 h 20"/>
                <a:gd name="T22" fmla="*/ 17 w 17"/>
                <a:gd name="T23" fmla="*/ 7 h 20"/>
                <a:gd name="T24" fmla="*/ 17 w 17"/>
                <a:gd name="T25" fmla="*/ 7 h 20"/>
                <a:gd name="T26" fmla="*/ 13 w 17"/>
                <a:gd name="T27" fmla="*/ 13 h 20"/>
                <a:gd name="T28" fmla="*/ 16 w 17"/>
                <a:gd name="T29" fmla="*/ 17 h 20"/>
                <a:gd name="T30" fmla="*/ 16 w 17"/>
                <a:gd name="T31" fmla="*/ 18 h 20"/>
                <a:gd name="T32" fmla="*/ 14 w 17"/>
                <a:gd name="T33" fmla="*/ 20 h 20"/>
                <a:gd name="T34" fmla="*/ 12 w 17"/>
                <a:gd name="T35" fmla="*/ 19 h 20"/>
                <a:gd name="T36" fmla="*/ 8 w 17"/>
                <a:gd name="T37" fmla="*/ 14 h 20"/>
                <a:gd name="T38" fmla="*/ 5 w 17"/>
                <a:gd name="T39" fmla="*/ 14 h 20"/>
                <a:gd name="T40" fmla="*/ 5 w 17"/>
                <a:gd name="T41" fmla="*/ 18 h 20"/>
                <a:gd name="T42" fmla="*/ 2 w 17"/>
                <a:gd name="T43" fmla="*/ 20 h 20"/>
                <a:gd name="T44" fmla="*/ 0 w 17"/>
                <a:gd name="T45" fmla="*/ 18 h 20"/>
                <a:gd name="T46" fmla="*/ 0 w 17"/>
                <a:gd name="T47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7" h="20">
                  <a:moveTo>
                    <a:pt x="9" y="10"/>
                  </a:moveTo>
                  <a:cubicBezTo>
                    <a:pt x="11" y="10"/>
                    <a:pt x="12" y="9"/>
                    <a:pt x="12" y="7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2" y="5"/>
                    <a:pt x="11" y="4"/>
                    <a:pt x="9" y="4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5" y="10"/>
                    <a:pt x="5" y="10"/>
                    <a:pt x="5" y="10"/>
                  </a:cubicBezTo>
                  <a:lnTo>
                    <a:pt x="9" y="10"/>
                  </a:lnTo>
                  <a:close/>
                  <a:moveTo>
                    <a:pt x="0" y="2"/>
                  </a:moveTo>
                  <a:cubicBezTo>
                    <a:pt x="0" y="1"/>
                    <a:pt x="1" y="0"/>
                    <a:pt x="2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12" y="0"/>
                    <a:pt x="14" y="1"/>
                    <a:pt x="15" y="2"/>
                  </a:cubicBezTo>
                  <a:cubicBezTo>
                    <a:pt x="16" y="3"/>
                    <a:pt x="17" y="5"/>
                    <a:pt x="17" y="7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17" y="10"/>
                    <a:pt x="15" y="12"/>
                    <a:pt x="13" y="13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7"/>
                    <a:pt x="16" y="18"/>
                    <a:pt x="16" y="18"/>
                  </a:cubicBezTo>
                  <a:cubicBezTo>
                    <a:pt x="16" y="19"/>
                    <a:pt x="15" y="20"/>
                    <a:pt x="14" y="20"/>
                  </a:cubicBezTo>
                  <a:cubicBezTo>
                    <a:pt x="13" y="20"/>
                    <a:pt x="13" y="20"/>
                    <a:pt x="12" y="19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9"/>
                    <a:pt x="4" y="20"/>
                    <a:pt x="2" y="20"/>
                  </a:cubicBezTo>
                  <a:cubicBezTo>
                    <a:pt x="1" y="20"/>
                    <a:pt x="0" y="19"/>
                    <a:pt x="0" y="18"/>
                  </a:cubicBez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29416F8-1B20-4892-97FA-108F191A5885}"/>
                  </a:ext>
                </a:extLst>
              </p14:cNvPr>
              <p14:cNvContentPartPr/>
              <p14:nvPr userDrawn="1"/>
            </p14:nvContentPartPr>
            <p14:xfrm>
              <a:off x="9859593" y="4881179"/>
              <a:ext cx="240" cy="2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29416F8-1B20-4892-97FA-108F191A588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855513" y="4877099"/>
                <a:ext cx="7920" cy="7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4597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9183EB20-0C5F-4DF1-ACB7-C31AA75223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ltGray">
          <a:xfrm rot="16200000">
            <a:off x="8594080" y="298526"/>
            <a:ext cx="3893271" cy="3296220"/>
          </a:xfrm>
          <a:prstGeom prst="rect">
            <a:avLst/>
          </a:prstGeom>
        </p:spPr>
      </p:pic>
      <p:sp>
        <p:nvSpPr>
          <p:cNvPr id="756" name="TextBox 755">
            <a:extLst>
              <a:ext uri="{FF2B5EF4-FFF2-40B4-BE49-F238E27FC236}">
                <a16:creationId xmlns:a16="http://schemas.microsoft.com/office/drawing/2014/main" id="{2387BAEF-04D4-4DE9-B7A0-5B5AD8C8A831}"/>
              </a:ext>
            </a:extLst>
          </p:cNvPr>
          <p:cNvSpPr txBox="1"/>
          <p:nvPr userDrawn="1"/>
        </p:nvSpPr>
        <p:spPr>
          <a:xfrm>
            <a:off x="608013" y="1265019"/>
            <a:ext cx="1933864" cy="53489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90000"/>
              </a:lnSpc>
            </a:pPr>
            <a:r>
              <a:rPr lang="en-US" sz="3200" dirty="0">
                <a:solidFill>
                  <a:schemeClr val="accent6"/>
                </a:solidFill>
                <a:latin typeface="+mj-lt"/>
              </a:rPr>
              <a:t>Agenda</a:t>
            </a:r>
          </a:p>
        </p:txBody>
      </p:sp>
      <p:sp>
        <p:nvSpPr>
          <p:cNvPr id="730" name="TextBox 729">
            <a:extLst>
              <a:ext uri="{FF2B5EF4-FFF2-40B4-BE49-F238E27FC236}">
                <a16:creationId xmlns:a16="http://schemas.microsoft.com/office/drawing/2014/main" id="{AB8D1A6B-3CE6-468D-804E-6300F8B6DC81}"/>
              </a:ext>
            </a:extLst>
          </p:cNvPr>
          <p:cNvSpPr txBox="1"/>
          <p:nvPr userDrawn="1"/>
        </p:nvSpPr>
        <p:spPr>
          <a:xfrm>
            <a:off x="11490941" y="6388099"/>
            <a:ext cx="437990" cy="3651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90000"/>
              </a:lnSpc>
            </a:pPr>
            <a:fld id="{7A51DB15-7364-4F0B-A3A0-1309F8830053}" type="slidenum">
              <a:rPr lang="en-US" sz="800" smtClean="0">
                <a:solidFill>
                  <a:schemeClr val="tx1"/>
                </a:solidFill>
                <a:latin typeface="+mj-lt"/>
              </a:rPr>
              <a:pPr algn="r">
                <a:lnSpc>
                  <a:spcPct val="90000"/>
                </a:lnSpc>
              </a:pPr>
              <a:t>‹#›</a:t>
            </a:fld>
            <a:endParaRPr lang="en-US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6" name="Text Placeholder 757">
            <a:extLst>
              <a:ext uri="{FF2B5EF4-FFF2-40B4-BE49-F238E27FC236}">
                <a16:creationId xmlns:a16="http://schemas.microsoft.com/office/drawing/2014/main" id="{B29EB907-51A5-4D60-B03A-85DECB7627F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94013" y="1392216"/>
            <a:ext cx="7315200" cy="4322783"/>
          </a:xfrm>
        </p:spPr>
        <p:txBody>
          <a:bodyPr anchor="t"/>
          <a:lstStyle>
            <a:lvl1pPr marL="0" indent="0">
              <a:spcBef>
                <a:spcPts val="1800"/>
              </a:spcBef>
              <a:buClr>
                <a:schemeClr val="accent2"/>
              </a:buClr>
              <a:buFont typeface="Open Sans" panose="020B0606030504020204" pitchFamily="34" charset="0"/>
              <a:buChar char="​"/>
              <a:defRPr>
                <a:solidFill>
                  <a:schemeClr val="accent2"/>
                </a:solidFill>
              </a:defRPr>
            </a:lvl1pPr>
            <a:lvl2pPr marL="0" indent="0">
              <a:spcBef>
                <a:spcPts val="600"/>
              </a:spcBef>
              <a:buFont typeface="Open Sans" panose="020B0606030504020204" pitchFamily="34" charset="0"/>
              <a:buChar char="​"/>
              <a:defRPr/>
            </a:lvl2pPr>
            <a:lvl3pPr marL="342900" indent="0">
              <a:buFont typeface="Open Sans" panose="020B0606030504020204" pitchFamily="34" charset="0"/>
              <a:buNone/>
              <a:defRPr sz="1800"/>
            </a:lvl3pPr>
            <a:lvl4pPr marL="342900" indent="0">
              <a:buFont typeface="Open Sans" panose="020B0606030504020204" pitchFamily="34" charset="0"/>
              <a:buChar char="​"/>
              <a:tabLst/>
              <a:defRPr sz="1800">
                <a:solidFill>
                  <a:schemeClr val="tx2"/>
                </a:solidFill>
              </a:defRPr>
            </a:lvl4pPr>
            <a:lvl5pPr marL="342900" indent="0">
              <a:buFont typeface="Open Sans" panose="020B0606030504020204" pitchFamily="34" charset="0"/>
              <a:buChar char="​"/>
              <a:tabLst/>
              <a:defRPr sz="1800">
                <a:solidFill>
                  <a:schemeClr val="tx2"/>
                </a:solidFill>
              </a:defRPr>
            </a:lvl5pPr>
            <a:lvl6pPr marL="342900" indent="0">
              <a:buFont typeface="Open Sans" panose="020B0606030504020204" pitchFamily="34" charset="0"/>
              <a:buChar char="​"/>
              <a:defRPr sz="1800">
                <a:solidFill>
                  <a:schemeClr val="tx2"/>
                </a:solidFill>
              </a:defRPr>
            </a:lvl6pPr>
            <a:lvl7pPr marL="342900" indent="0">
              <a:buFont typeface="Open Sans" panose="020B0606030504020204" pitchFamily="34" charset="0"/>
              <a:buChar char="​"/>
              <a:defRPr sz="1800">
                <a:solidFill>
                  <a:schemeClr val="tx2"/>
                </a:solidFill>
              </a:defRPr>
            </a:lvl7pPr>
            <a:lvl8pPr marL="342900" indent="0">
              <a:buFont typeface="Open Sans" panose="020B0606030504020204" pitchFamily="34" charset="0"/>
              <a:buChar char="​"/>
              <a:defRPr sz="1800">
                <a:solidFill>
                  <a:schemeClr val="tx2"/>
                </a:solidFill>
              </a:defRPr>
            </a:lvl8pPr>
            <a:lvl9pPr marL="342900" indent="0">
              <a:buFont typeface="Open Sans" panose="020B0606030504020204" pitchFamily="34" charset="0"/>
              <a:buChar char="​"/>
              <a:defRPr sz="18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7C06013-757A-4FD4-A789-7E9656F64A59}"/>
              </a:ext>
            </a:extLst>
          </p:cNvPr>
          <p:cNvGrpSpPr/>
          <p:nvPr userDrawn="1"/>
        </p:nvGrpSpPr>
        <p:grpSpPr bwMode="black">
          <a:xfrm>
            <a:off x="617878" y="6446044"/>
            <a:ext cx="1099793" cy="173355"/>
            <a:chOff x="-84138" y="5622925"/>
            <a:chExt cx="4330701" cy="682626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5E650B00-898D-4367-B76F-5BF89476C91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1589088" y="5649913"/>
              <a:ext cx="914400" cy="647700"/>
            </a:xfrm>
            <a:custGeom>
              <a:avLst/>
              <a:gdLst>
                <a:gd name="T0" fmla="*/ 52 w 243"/>
                <a:gd name="T1" fmla="*/ 159 h 170"/>
                <a:gd name="T2" fmla="*/ 2 w 243"/>
                <a:gd name="T3" fmla="*/ 19 h 170"/>
                <a:gd name="T4" fmla="*/ 0 w 243"/>
                <a:gd name="T5" fmla="*/ 12 h 170"/>
                <a:gd name="T6" fmla="*/ 13 w 243"/>
                <a:gd name="T7" fmla="*/ 0 h 170"/>
                <a:gd name="T8" fmla="*/ 25 w 243"/>
                <a:gd name="T9" fmla="*/ 11 h 170"/>
                <a:gd name="T10" fmla="*/ 67 w 243"/>
                <a:gd name="T11" fmla="*/ 131 h 170"/>
                <a:gd name="T12" fmla="*/ 109 w 243"/>
                <a:gd name="T13" fmla="*/ 10 h 170"/>
                <a:gd name="T14" fmla="*/ 121 w 243"/>
                <a:gd name="T15" fmla="*/ 0 h 170"/>
                <a:gd name="T16" fmla="*/ 122 w 243"/>
                <a:gd name="T17" fmla="*/ 0 h 170"/>
                <a:gd name="T18" fmla="*/ 135 w 243"/>
                <a:gd name="T19" fmla="*/ 10 h 170"/>
                <a:gd name="T20" fmla="*/ 177 w 243"/>
                <a:gd name="T21" fmla="*/ 131 h 170"/>
                <a:gd name="T22" fmla="*/ 219 w 243"/>
                <a:gd name="T23" fmla="*/ 10 h 170"/>
                <a:gd name="T24" fmla="*/ 231 w 243"/>
                <a:gd name="T25" fmla="*/ 0 h 170"/>
                <a:gd name="T26" fmla="*/ 243 w 243"/>
                <a:gd name="T27" fmla="*/ 12 h 170"/>
                <a:gd name="T28" fmla="*/ 241 w 243"/>
                <a:gd name="T29" fmla="*/ 19 h 170"/>
                <a:gd name="T30" fmla="*/ 191 w 243"/>
                <a:gd name="T31" fmla="*/ 159 h 170"/>
                <a:gd name="T32" fmla="*/ 177 w 243"/>
                <a:gd name="T33" fmla="*/ 170 h 170"/>
                <a:gd name="T34" fmla="*/ 176 w 243"/>
                <a:gd name="T35" fmla="*/ 170 h 170"/>
                <a:gd name="T36" fmla="*/ 163 w 243"/>
                <a:gd name="T37" fmla="*/ 159 h 170"/>
                <a:gd name="T38" fmla="*/ 122 w 243"/>
                <a:gd name="T39" fmla="*/ 40 h 170"/>
                <a:gd name="T40" fmla="*/ 80 w 243"/>
                <a:gd name="T41" fmla="*/ 159 h 170"/>
                <a:gd name="T42" fmla="*/ 66 w 243"/>
                <a:gd name="T43" fmla="*/ 170 h 170"/>
                <a:gd name="T44" fmla="*/ 66 w 243"/>
                <a:gd name="T45" fmla="*/ 170 h 170"/>
                <a:gd name="T46" fmla="*/ 52 w 243"/>
                <a:gd name="T47" fmla="*/ 159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43" h="170">
                  <a:moveTo>
                    <a:pt x="52" y="159"/>
                  </a:moveTo>
                  <a:cubicBezTo>
                    <a:pt x="2" y="19"/>
                    <a:pt x="2" y="19"/>
                    <a:pt x="2" y="19"/>
                  </a:cubicBezTo>
                  <a:cubicBezTo>
                    <a:pt x="1" y="17"/>
                    <a:pt x="0" y="14"/>
                    <a:pt x="0" y="12"/>
                  </a:cubicBezTo>
                  <a:cubicBezTo>
                    <a:pt x="0" y="6"/>
                    <a:pt x="5" y="0"/>
                    <a:pt x="13" y="0"/>
                  </a:cubicBezTo>
                  <a:cubicBezTo>
                    <a:pt x="19" y="0"/>
                    <a:pt x="23" y="4"/>
                    <a:pt x="25" y="11"/>
                  </a:cubicBezTo>
                  <a:cubicBezTo>
                    <a:pt x="67" y="131"/>
                    <a:pt x="67" y="131"/>
                    <a:pt x="67" y="131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11" y="4"/>
                    <a:pt x="114" y="0"/>
                    <a:pt x="121" y="0"/>
                  </a:cubicBezTo>
                  <a:cubicBezTo>
                    <a:pt x="122" y="0"/>
                    <a:pt x="122" y="0"/>
                    <a:pt x="122" y="0"/>
                  </a:cubicBezTo>
                  <a:cubicBezTo>
                    <a:pt x="129" y="0"/>
                    <a:pt x="133" y="4"/>
                    <a:pt x="135" y="10"/>
                  </a:cubicBezTo>
                  <a:cubicBezTo>
                    <a:pt x="177" y="131"/>
                    <a:pt x="177" y="131"/>
                    <a:pt x="177" y="131"/>
                  </a:cubicBezTo>
                  <a:cubicBezTo>
                    <a:pt x="219" y="10"/>
                    <a:pt x="219" y="10"/>
                    <a:pt x="219" y="10"/>
                  </a:cubicBezTo>
                  <a:cubicBezTo>
                    <a:pt x="221" y="5"/>
                    <a:pt x="224" y="0"/>
                    <a:pt x="231" y="0"/>
                  </a:cubicBezTo>
                  <a:cubicBezTo>
                    <a:pt x="238" y="0"/>
                    <a:pt x="243" y="6"/>
                    <a:pt x="243" y="12"/>
                  </a:cubicBezTo>
                  <a:cubicBezTo>
                    <a:pt x="243" y="14"/>
                    <a:pt x="242" y="17"/>
                    <a:pt x="241" y="19"/>
                  </a:cubicBezTo>
                  <a:cubicBezTo>
                    <a:pt x="191" y="159"/>
                    <a:pt x="191" y="159"/>
                    <a:pt x="191" y="159"/>
                  </a:cubicBezTo>
                  <a:cubicBezTo>
                    <a:pt x="188" y="166"/>
                    <a:pt x="183" y="170"/>
                    <a:pt x="177" y="170"/>
                  </a:cubicBezTo>
                  <a:cubicBezTo>
                    <a:pt x="176" y="170"/>
                    <a:pt x="176" y="170"/>
                    <a:pt x="176" y="170"/>
                  </a:cubicBezTo>
                  <a:cubicBezTo>
                    <a:pt x="170" y="170"/>
                    <a:pt x="165" y="166"/>
                    <a:pt x="163" y="159"/>
                  </a:cubicBezTo>
                  <a:cubicBezTo>
                    <a:pt x="122" y="40"/>
                    <a:pt x="122" y="40"/>
                    <a:pt x="122" y="40"/>
                  </a:cubicBezTo>
                  <a:cubicBezTo>
                    <a:pt x="80" y="159"/>
                    <a:pt x="80" y="159"/>
                    <a:pt x="80" y="159"/>
                  </a:cubicBezTo>
                  <a:cubicBezTo>
                    <a:pt x="78" y="166"/>
                    <a:pt x="73" y="170"/>
                    <a:pt x="66" y="170"/>
                  </a:cubicBezTo>
                  <a:cubicBezTo>
                    <a:pt x="66" y="170"/>
                    <a:pt x="66" y="170"/>
                    <a:pt x="66" y="170"/>
                  </a:cubicBezTo>
                  <a:cubicBezTo>
                    <a:pt x="60" y="170"/>
                    <a:pt x="55" y="166"/>
                    <a:pt x="52" y="159"/>
                  </a:cubicBezTo>
                </a:path>
              </a:pathLst>
            </a:custGeom>
            <a:solidFill>
              <a:srgbClr val="7170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aseline="0" dirty="0"/>
            </a:p>
          </p:txBody>
        </p:sp>
        <p:sp>
          <p:nvSpPr>
            <p:cNvPr id="23" name="Freeform 7">
              <a:extLst>
                <a:ext uri="{FF2B5EF4-FFF2-40B4-BE49-F238E27FC236}">
                  <a16:creationId xmlns:a16="http://schemas.microsoft.com/office/drawing/2014/main" id="{8A491FA9-9AD4-4837-B9D8-EA75606548C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3163888" y="5649913"/>
              <a:ext cx="354013" cy="647700"/>
            </a:xfrm>
            <a:custGeom>
              <a:avLst/>
              <a:gdLst>
                <a:gd name="T0" fmla="*/ 0 w 94"/>
                <a:gd name="T1" fmla="*/ 13 h 170"/>
                <a:gd name="T2" fmla="*/ 12 w 94"/>
                <a:gd name="T3" fmla="*/ 0 h 170"/>
                <a:gd name="T4" fmla="*/ 24 w 94"/>
                <a:gd name="T5" fmla="*/ 13 h 170"/>
                <a:gd name="T6" fmla="*/ 24 w 94"/>
                <a:gd name="T7" fmla="*/ 41 h 170"/>
                <a:gd name="T8" fmla="*/ 82 w 94"/>
                <a:gd name="T9" fmla="*/ 0 h 170"/>
                <a:gd name="T10" fmla="*/ 94 w 94"/>
                <a:gd name="T11" fmla="*/ 13 h 170"/>
                <a:gd name="T12" fmla="*/ 83 w 94"/>
                <a:gd name="T13" fmla="*/ 25 h 170"/>
                <a:gd name="T14" fmla="*/ 24 w 94"/>
                <a:gd name="T15" fmla="*/ 101 h 170"/>
                <a:gd name="T16" fmla="*/ 24 w 94"/>
                <a:gd name="T17" fmla="*/ 157 h 170"/>
                <a:gd name="T18" fmla="*/ 12 w 94"/>
                <a:gd name="T19" fmla="*/ 170 h 170"/>
                <a:gd name="T20" fmla="*/ 0 w 94"/>
                <a:gd name="T21" fmla="*/ 157 h 170"/>
                <a:gd name="T22" fmla="*/ 0 w 94"/>
                <a:gd name="T23" fmla="*/ 13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4" h="170">
                  <a:moveTo>
                    <a:pt x="0" y="13"/>
                  </a:moveTo>
                  <a:cubicBezTo>
                    <a:pt x="0" y="6"/>
                    <a:pt x="5" y="0"/>
                    <a:pt x="12" y="0"/>
                  </a:cubicBezTo>
                  <a:cubicBezTo>
                    <a:pt x="19" y="0"/>
                    <a:pt x="24" y="5"/>
                    <a:pt x="24" y="13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37" y="13"/>
                    <a:pt x="64" y="0"/>
                    <a:pt x="82" y="0"/>
                  </a:cubicBezTo>
                  <a:cubicBezTo>
                    <a:pt x="89" y="0"/>
                    <a:pt x="94" y="6"/>
                    <a:pt x="94" y="13"/>
                  </a:cubicBezTo>
                  <a:cubicBezTo>
                    <a:pt x="94" y="20"/>
                    <a:pt x="89" y="24"/>
                    <a:pt x="83" y="25"/>
                  </a:cubicBezTo>
                  <a:cubicBezTo>
                    <a:pt x="51" y="29"/>
                    <a:pt x="24" y="53"/>
                    <a:pt x="24" y="101"/>
                  </a:cubicBezTo>
                  <a:cubicBezTo>
                    <a:pt x="24" y="157"/>
                    <a:pt x="24" y="157"/>
                    <a:pt x="24" y="157"/>
                  </a:cubicBezTo>
                  <a:cubicBezTo>
                    <a:pt x="24" y="164"/>
                    <a:pt x="19" y="170"/>
                    <a:pt x="12" y="170"/>
                  </a:cubicBezTo>
                  <a:cubicBezTo>
                    <a:pt x="5" y="170"/>
                    <a:pt x="0" y="164"/>
                    <a:pt x="0" y="157"/>
                  </a:cubicBezTo>
                  <a:lnTo>
                    <a:pt x="0" y="13"/>
                  </a:lnTo>
                  <a:close/>
                </a:path>
              </a:pathLst>
            </a:custGeom>
            <a:solidFill>
              <a:srgbClr val="7170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aseline="0" dirty="0"/>
            </a:p>
          </p:txBody>
        </p:sp>
        <p:sp>
          <p:nvSpPr>
            <p:cNvPr id="24" name="Freeform 8">
              <a:extLst>
                <a:ext uri="{FF2B5EF4-FFF2-40B4-BE49-F238E27FC236}">
                  <a16:creationId xmlns:a16="http://schemas.microsoft.com/office/drawing/2014/main" id="{38AD407B-7DC8-4213-960A-A37523666873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3509963" y="5649913"/>
              <a:ext cx="579438" cy="655638"/>
            </a:xfrm>
            <a:custGeom>
              <a:avLst/>
              <a:gdLst>
                <a:gd name="T0" fmla="*/ 129 w 154"/>
                <a:gd name="T1" fmla="*/ 76 h 172"/>
                <a:gd name="T2" fmla="*/ 77 w 154"/>
                <a:gd name="T3" fmla="*/ 21 h 172"/>
                <a:gd name="T4" fmla="*/ 25 w 154"/>
                <a:gd name="T5" fmla="*/ 76 h 172"/>
                <a:gd name="T6" fmla="*/ 129 w 154"/>
                <a:gd name="T7" fmla="*/ 76 h 172"/>
                <a:gd name="T8" fmla="*/ 81 w 154"/>
                <a:gd name="T9" fmla="*/ 172 h 172"/>
                <a:gd name="T10" fmla="*/ 0 w 154"/>
                <a:gd name="T11" fmla="*/ 86 h 172"/>
                <a:gd name="T12" fmla="*/ 0 w 154"/>
                <a:gd name="T13" fmla="*/ 85 h 172"/>
                <a:gd name="T14" fmla="*/ 78 w 154"/>
                <a:gd name="T15" fmla="*/ 0 h 172"/>
                <a:gd name="T16" fmla="*/ 154 w 154"/>
                <a:gd name="T17" fmla="*/ 83 h 172"/>
                <a:gd name="T18" fmla="*/ 142 w 154"/>
                <a:gd name="T19" fmla="*/ 95 h 172"/>
                <a:gd name="T20" fmla="*/ 25 w 154"/>
                <a:gd name="T21" fmla="*/ 95 h 172"/>
                <a:gd name="T22" fmla="*/ 82 w 154"/>
                <a:gd name="T23" fmla="*/ 150 h 172"/>
                <a:gd name="T24" fmla="*/ 129 w 154"/>
                <a:gd name="T25" fmla="*/ 131 h 172"/>
                <a:gd name="T26" fmla="*/ 136 w 154"/>
                <a:gd name="T27" fmla="*/ 128 h 172"/>
                <a:gd name="T28" fmla="*/ 146 w 154"/>
                <a:gd name="T29" fmla="*/ 139 h 172"/>
                <a:gd name="T30" fmla="*/ 142 w 154"/>
                <a:gd name="T31" fmla="*/ 147 h 172"/>
                <a:gd name="T32" fmla="*/ 81 w 154"/>
                <a:gd name="T33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54" h="172">
                  <a:moveTo>
                    <a:pt x="129" y="76"/>
                  </a:moveTo>
                  <a:cubicBezTo>
                    <a:pt x="127" y="47"/>
                    <a:pt x="110" y="21"/>
                    <a:pt x="77" y="21"/>
                  </a:cubicBezTo>
                  <a:cubicBezTo>
                    <a:pt x="49" y="21"/>
                    <a:pt x="28" y="44"/>
                    <a:pt x="25" y="76"/>
                  </a:cubicBezTo>
                  <a:lnTo>
                    <a:pt x="129" y="76"/>
                  </a:lnTo>
                  <a:close/>
                  <a:moveTo>
                    <a:pt x="81" y="172"/>
                  </a:moveTo>
                  <a:cubicBezTo>
                    <a:pt x="36" y="172"/>
                    <a:pt x="0" y="137"/>
                    <a:pt x="0" y="86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38"/>
                    <a:pt x="33" y="0"/>
                    <a:pt x="78" y="0"/>
                  </a:cubicBezTo>
                  <a:cubicBezTo>
                    <a:pt x="126" y="0"/>
                    <a:pt x="154" y="40"/>
                    <a:pt x="154" y="83"/>
                  </a:cubicBezTo>
                  <a:cubicBezTo>
                    <a:pt x="154" y="90"/>
                    <a:pt x="148" y="95"/>
                    <a:pt x="142" y="95"/>
                  </a:cubicBezTo>
                  <a:cubicBezTo>
                    <a:pt x="25" y="95"/>
                    <a:pt x="25" y="95"/>
                    <a:pt x="25" y="95"/>
                  </a:cubicBezTo>
                  <a:cubicBezTo>
                    <a:pt x="28" y="130"/>
                    <a:pt x="53" y="150"/>
                    <a:pt x="82" y="150"/>
                  </a:cubicBezTo>
                  <a:cubicBezTo>
                    <a:pt x="102" y="150"/>
                    <a:pt x="117" y="142"/>
                    <a:pt x="129" y="131"/>
                  </a:cubicBezTo>
                  <a:cubicBezTo>
                    <a:pt x="131" y="130"/>
                    <a:pt x="133" y="128"/>
                    <a:pt x="136" y="128"/>
                  </a:cubicBezTo>
                  <a:cubicBezTo>
                    <a:pt x="142" y="128"/>
                    <a:pt x="146" y="133"/>
                    <a:pt x="146" y="139"/>
                  </a:cubicBezTo>
                  <a:cubicBezTo>
                    <a:pt x="146" y="142"/>
                    <a:pt x="145" y="145"/>
                    <a:pt x="142" y="147"/>
                  </a:cubicBezTo>
                  <a:cubicBezTo>
                    <a:pt x="127" y="162"/>
                    <a:pt x="109" y="172"/>
                    <a:pt x="81" y="172"/>
                  </a:cubicBezTo>
                </a:path>
              </a:pathLst>
            </a:custGeom>
            <a:solidFill>
              <a:srgbClr val="7170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aseline="0" dirty="0"/>
            </a:p>
          </p:txBody>
        </p:sp>
        <p:sp>
          <p:nvSpPr>
            <p:cNvPr id="25" name="Freeform 9">
              <a:extLst>
                <a:ext uri="{FF2B5EF4-FFF2-40B4-BE49-F238E27FC236}">
                  <a16:creationId xmlns:a16="http://schemas.microsoft.com/office/drawing/2014/main" id="{F0E957BF-4633-4BC7-8378-1B670BA6A95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2503488" y="5649913"/>
              <a:ext cx="547688" cy="655638"/>
            </a:xfrm>
            <a:custGeom>
              <a:avLst/>
              <a:gdLst>
                <a:gd name="T0" fmla="*/ 122 w 146"/>
                <a:gd name="T1" fmla="*/ 107 h 172"/>
                <a:gd name="T2" fmla="*/ 122 w 146"/>
                <a:gd name="T3" fmla="*/ 91 h 172"/>
                <a:gd name="T4" fmla="*/ 74 w 146"/>
                <a:gd name="T5" fmla="*/ 84 h 172"/>
                <a:gd name="T6" fmla="*/ 25 w 146"/>
                <a:gd name="T7" fmla="*/ 118 h 172"/>
                <a:gd name="T8" fmla="*/ 25 w 146"/>
                <a:gd name="T9" fmla="*/ 119 h 172"/>
                <a:gd name="T10" fmla="*/ 67 w 146"/>
                <a:gd name="T11" fmla="*/ 152 h 172"/>
                <a:gd name="T12" fmla="*/ 122 w 146"/>
                <a:gd name="T13" fmla="*/ 107 h 172"/>
                <a:gd name="T14" fmla="*/ 0 w 146"/>
                <a:gd name="T15" fmla="*/ 120 h 172"/>
                <a:gd name="T16" fmla="*/ 0 w 146"/>
                <a:gd name="T17" fmla="*/ 119 h 172"/>
                <a:gd name="T18" fmla="*/ 71 w 146"/>
                <a:gd name="T19" fmla="*/ 66 h 172"/>
                <a:gd name="T20" fmla="*/ 122 w 146"/>
                <a:gd name="T21" fmla="*/ 73 h 172"/>
                <a:gd name="T22" fmla="*/ 122 w 146"/>
                <a:gd name="T23" fmla="*/ 67 h 172"/>
                <a:gd name="T24" fmla="*/ 73 w 146"/>
                <a:gd name="T25" fmla="*/ 22 h 172"/>
                <a:gd name="T26" fmla="*/ 34 w 146"/>
                <a:gd name="T27" fmla="*/ 30 h 172"/>
                <a:gd name="T28" fmla="*/ 30 w 146"/>
                <a:gd name="T29" fmla="*/ 31 h 172"/>
                <a:gd name="T30" fmla="*/ 19 w 146"/>
                <a:gd name="T31" fmla="*/ 20 h 172"/>
                <a:gd name="T32" fmla="*/ 26 w 146"/>
                <a:gd name="T33" fmla="*/ 10 h 172"/>
                <a:gd name="T34" fmla="*/ 75 w 146"/>
                <a:gd name="T35" fmla="*/ 0 h 172"/>
                <a:gd name="T36" fmla="*/ 129 w 146"/>
                <a:gd name="T37" fmla="*/ 19 h 172"/>
                <a:gd name="T38" fmla="*/ 146 w 146"/>
                <a:gd name="T39" fmla="*/ 67 h 172"/>
                <a:gd name="T40" fmla="*/ 146 w 146"/>
                <a:gd name="T41" fmla="*/ 158 h 172"/>
                <a:gd name="T42" fmla="*/ 134 w 146"/>
                <a:gd name="T43" fmla="*/ 170 h 172"/>
                <a:gd name="T44" fmla="*/ 122 w 146"/>
                <a:gd name="T45" fmla="*/ 159 h 172"/>
                <a:gd name="T46" fmla="*/ 122 w 146"/>
                <a:gd name="T47" fmla="*/ 143 h 172"/>
                <a:gd name="T48" fmla="*/ 62 w 146"/>
                <a:gd name="T49" fmla="*/ 172 h 172"/>
                <a:gd name="T50" fmla="*/ 0 w 146"/>
                <a:gd name="T51" fmla="*/ 120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46" h="172">
                  <a:moveTo>
                    <a:pt x="122" y="107"/>
                  </a:moveTo>
                  <a:cubicBezTo>
                    <a:pt x="122" y="91"/>
                    <a:pt x="122" y="91"/>
                    <a:pt x="122" y="91"/>
                  </a:cubicBezTo>
                  <a:cubicBezTo>
                    <a:pt x="110" y="88"/>
                    <a:pt x="94" y="84"/>
                    <a:pt x="74" y="84"/>
                  </a:cubicBezTo>
                  <a:cubicBezTo>
                    <a:pt x="43" y="84"/>
                    <a:pt x="25" y="98"/>
                    <a:pt x="25" y="118"/>
                  </a:cubicBezTo>
                  <a:cubicBezTo>
                    <a:pt x="25" y="119"/>
                    <a:pt x="25" y="119"/>
                    <a:pt x="25" y="119"/>
                  </a:cubicBezTo>
                  <a:cubicBezTo>
                    <a:pt x="25" y="140"/>
                    <a:pt x="45" y="152"/>
                    <a:pt x="67" y="152"/>
                  </a:cubicBezTo>
                  <a:cubicBezTo>
                    <a:pt x="97" y="152"/>
                    <a:pt x="122" y="133"/>
                    <a:pt x="122" y="107"/>
                  </a:cubicBezTo>
                  <a:moveTo>
                    <a:pt x="0" y="120"/>
                  </a:moveTo>
                  <a:cubicBezTo>
                    <a:pt x="0" y="119"/>
                    <a:pt x="0" y="119"/>
                    <a:pt x="0" y="119"/>
                  </a:cubicBezTo>
                  <a:cubicBezTo>
                    <a:pt x="0" y="85"/>
                    <a:pt x="29" y="66"/>
                    <a:pt x="71" y="66"/>
                  </a:cubicBezTo>
                  <a:cubicBezTo>
                    <a:pt x="92" y="66"/>
                    <a:pt x="107" y="69"/>
                    <a:pt x="122" y="73"/>
                  </a:cubicBezTo>
                  <a:cubicBezTo>
                    <a:pt x="122" y="67"/>
                    <a:pt x="122" y="67"/>
                    <a:pt x="122" y="67"/>
                  </a:cubicBezTo>
                  <a:cubicBezTo>
                    <a:pt x="122" y="37"/>
                    <a:pt x="104" y="22"/>
                    <a:pt x="73" y="22"/>
                  </a:cubicBezTo>
                  <a:cubicBezTo>
                    <a:pt x="56" y="22"/>
                    <a:pt x="46" y="24"/>
                    <a:pt x="34" y="30"/>
                  </a:cubicBezTo>
                  <a:cubicBezTo>
                    <a:pt x="33" y="30"/>
                    <a:pt x="31" y="31"/>
                    <a:pt x="30" y="31"/>
                  </a:cubicBezTo>
                  <a:cubicBezTo>
                    <a:pt x="24" y="31"/>
                    <a:pt x="19" y="26"/>
                    <a:pt x="19" y="20"/>
                  </a:cubicBezTo>
                  <a:cubicBezTo>
                    <a:pt x="19" y="15"/>
                    <a:pt x="21" y="12"/>
                    <a:pt x="26" y="10"/>
                  </a:cubicBezTo>
                  <a:cubicBezTo>
                    <a:pt x="42" y="3"/>
                    <a:pt x="54" y="0"/>
                    <a:pt x="75" y="0"/>
                  </a:cubicBezTo>
                  <a:cubicBezTo>
                    <a:pt x="99" y="0"/>
                    <a:pt x="117" y="6"/>
                    <a:pt x="129" y="19"/>
                  </a:cubicBezTo>
                  <a:cubicBezTo>
                    <a:pt x="140" y="30"/>
                    <a:pt x="146" y="46"/>
                    <a:pt x="146" y="67"/>
                  </a:cubicBezTo>
                  <a:cubicBezTo>
                    <a:pt x="146" y="158"/>
                    <a:pt x="146" y="158"/>
                    <a:pt x="146" y="158"/>
                  </a:cubicBezTo>
                  <a:cubicBezTo>
                    <a:pt x="146" y="165"/>
                    <a:pt x="141" y="170"/>
                    <a:pt x="134" y="170"/>
                  </a:cubicBezTo>
                  <a:cubicBezTo>
                    <a:pt x="127" y="170"/>
                    <a:pt x="122" y="165"/>
                    <a:pt x="122" y="159"/>
                  </a:cubicBezTo>
                  <a:cubicBezTo>
                    <a:pt x="122" y="143"/>
                    <a:pt x="122" y="143"/>
                    <a:pt x="122" y="143"/>
                  </a:cubicBezTo>
                  <a:cubicBezTo>
                    <a:pt x="111" y="158"/>
                    <a:pt x="91" y="172"/>
                    <a:pt x="62" y="172"/>
                  </a:cubicBezTo>
                  <a:cubicBezTo>
                    <a:pt x="32" y="172"/>
                    <a:pt x="0" y="154"/>
                    <a:pt x="0" y="120"/>
                  </a:cubicBezTo>
                </a:path>
              </a:pathLst>
            </a:custGeom>
            <a:solidFill>
              <a:srgbClr val="7170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aseline="0" dirty="0"/>
            </a:p>
          </p:txBody>
        </p:sp>
        <p:sp>
          <p:nvSpPr>
            <p:cNvPr id="26" name="Freeform 10">
              <a:extLst>
                <a:ext uri="{FF2B5EF4-FFF2-40B4-BE49-F238E27FC236}">
                  <a16:creationId xmlns:a16="http://schemas.microsoft.com/office/drawing/2014/main" id="{33412CC5-5B25-43E7-AFAC-0EF817E6F7F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4138" y="5622925"/>
              <a:ext cx="1635125" cy="682625"/>
            </a:xfrm>
            <a:custGeom>
              <a:avLst/>
              <a:gdLst>
                <a:gd name="T0" fmla="*/ 49 w 435"/>
                <a:gd name="T1" fmla="*/ 18 h 179"/>
                <a:gd name="T2" fmla="*/ 17 w 435"/>
                <a:gd name="T3" fmla="*/ 6 h 179"/>
                <a:gd name="T4" fmla="*/ 6 w 435"/>
                <a:gd name="T5" fmla="*/ 37 h 179"/>
                <a:gd name="T6" fmla="*/ 58 w 435"/>
                <a:gd name="T7" fmla="*/ 152 h 179"/>
                <a:gd name="T8" fmla="*/ 92 w 435"/>
                <a:gd name="T9" fmla="*/ 179 h 179"/>
                <a:gd name="T10" fmla="*/ 125 w 435"/>
                <a:gd name="T11" fmla="*/ 152 h 179"/>
                <a:gd name="T12" fmla="*/ 171 w 435"/>
                <a:gd name="T13" fmla="*/ 51 h 179"/>
                <a:gd name="T14" fmla="*/ 178 w 435"/>
                <a:gd name="T15" fmla="*/ 46 h 179"/>
                <a:gd name="T16" fmla="*/ 185 w 435"/>
                <a:gd name="T17" fmla="*/ 54 h 179"/>
                <a:gd name="T18" fmla="*/ 185 w 435"/>
                <a:gd name="T19" fmla="*/ 151 h 179"/>
                <a:gd name="T20" fmla="*/ 209 w 435"/>
                <a:gd name="T21" fmla="*/ 179 h 179"/>
                <a:gd name="T22" fmla="*/ 234 w 435"/>
                <a:gd name="T23" fmla="*/ 151 h 179"/>
                <a:gd name="T24" fmla="*/ 234 w 435"/>
                <a:gd name="T25" fmla="*/ 72 h 179"/>
                <a:gd name="T26" fmla="*/ 260 w 435"/>
                <a:gd name="T27" fmla="*/ 46 h 179"/>
                <a:gd name="T28" fmla="*/ 285 w 435"/>
                <a:gd name="T29" fmla="*/ 72 h 179"/>
                <a:gd name="T30" fmla="*/ 285 w 435"/>
                <a:gd name="T31" fmla="*/ 151 h 179"/>
                <a:gd name="T32" fmla="*/ 310 w 435"/>
                <a:gd name="T33" fmla="*/ 179 h 179"/>
                <a:gd name="T34" fmla="*/ 334 w 435"/>
                <a:gd name="T35" fmla="*/ 151 h 179"/>
                <a:gd name="T36" fmla="*/ 334 w 435"/>
                <a:gd name="T37" fmla="*/ 72 h 179"/>
                <a:gd name="T38" fmla="*/ 360 w 435"/>
                <a:gd name="T39" fmla="*/ 46 h 179"/>
                <a:gd name="T40" fmla="*/ 385 w 435"/>
                <a:gd name="T41" fmla="*/ 72 h 179"/>
                <a:gd name="T42" fmla="*/ 385 w 435"/>
                <a:gd name="T43" fmla="*/ 151 h 179"/>
                <a:gd name="T44" fmla="*/ 410 w 435"/>
                <a:gd name="T45" fmla="*/ 179 h 179"/>
                <a:gd name="T46" fmla="*/ 435 w 435"/>
                <a:gd name="T47" fmla="*/ 151 h 179"/>
                <a:gd name="T48" fmla="*/ 435 w 435"/>
                <a:gd name="T49" fmla="*/ 61 h 179"/>
                <a:gd name="T50" fmla="*/ 375 w 435"/>
                <a:gd name="T51" fmla="*/ 4 h 179"/>
                <a:gd name="T52" fmla="*/ 323 w 435"/>
                <a:gd name="T53" fmla="*/ 26 h 179"/>
                <a:gd name="T54" fmla="*/ 272 w 435"/>
                <a:gd name="T55" fmla="*/ 4 h 179"/>
                <a:gd name="T56" fmla="*/ 223 w 435"/>
                <a:gd name="T57" fmla="*/ 26 h 179"/>
                <a:gd name="T58" fmla="*/ 178 w 435"/>
                <a:gd name="T59" fmla="*/ 4 h 179"/>
                <a:gd name="T60" fmla="*/ 125 w 435"/>
                <a:gd name="T61" fmla="*/ 40 h 179"/>
                <a:gd name="T62" fmla="*/ 92 w 435"/>
                <a:gd name="T63" fmla="*/ 119 h 179"/>
                <a:gd name="T64" fmla="*/ 49 w 435"/>
                <a:gd name="T65" fmla="*/ 18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35" h="179">
                  <a:moveTo>
                    <a:pt x="49" y="18"/>
                  </a:moveTo>
                  <a:cubicBezTo>
                    <a:pt x="43" y="6"/>
                    <a:pt x="30" y="0"/>
                    <a:pt x="17" y="6"/>
                  </a:cubicBezTo>
                  <a:cubicBezTo>
                    <a:pt x="5" y="12"/>
                    <a:pt x="0" y="25"/>
                    <a:pt x="6" y="37"/>
                  </a:cubicBezTo>
                  <a:cubicBezTo>
                    <a:pt x="58" y="152"/>
                    <a:pt x="58" y="152"/>
                    <a:pt x="58" y="152"/>
                  </a:cubicBezTo>
                  <a:cubicBezTo>
                    <a:pt x="67" y="169"/>
                    <a:pt x="75" y="179"/>
                    <a:pt x="92" y="179"/>
                  </a:cubicBezTo>
                  <a:cubicBezTo>
                    <a:pt x="109" y="179"/>
                    <a:pt x="117" y="169"/>
                    <a:pt x="125" y="152"/>
                  </a:cubicBezTo>
                  <a:cubicBezTo>
                    <a:pt x="125" y="152"/>
                    <a:pt x="171" y="52"/>
                    <a:pt x="171" y="51"/>
                  </a:cubicBezTo>
                  <a:cubicBezTo>
                    <a:pt x="172" y="50"/>
                    <a:pt x="173" y="46"/>
                    <a:pt x="178" y="46"/>
                  </a:cubicBezTo>
                  <a:cubicBezTo>
                    <a:pt x="182" y="47"/>
                    <a:pt x="185" y="50"/>
                    <a:pt x="185" y="54"/>
                  </a:cubicBezTo>
                  <a:cubicBezTo>
                    <a:pt x="185" y="151"/>
                    <a:pt x="185" y="151"/>
                    <a:pt x="185" y="151"/>
                  </a:cubicBezTo>
                  <a:cubicBezTo>
                    <a:pt x="185" y="166"/>
                    <a:pt x="193" y="179"/>
                    <a:pt x="209" y="179"/>
                  </a:cubicBezTo>
                  <a:cubicBezTo>
                    <a:pt x="225" y="179"/>
                    <a:pt x="234" y="166"/>
                    <a:pt x="234" y="151"/>
                  </a:cubicBezTo>
                  <a:cubicBezTo>
                    <a:pt x="234" y="72"/>
                    <a:pt x="234" y="72"/>
                    <a:pt x="234" y="72"/>
                  </a:cubicBezTo>
                  <a:cubicBezTo>
                    <a:pt x="234" y="56"/>
                    <a:pt x="245" y="46"/>
                    <a:pt x="260" y="46"/>
                  </a:cubicBezTo>
                  <a:cubicBezTo>
                    <a:pt x="275" y="46"/>
                    <a:pt x="285" y="57"/>
                    <a:pt x="285" y="72"/>
                  </a:cubicBezTo>
                  <a:cubicBezTo>
                    <a:pt x="285" y="151"/>
                    <a:pt x="285" y="151"/>
                    <a:pt x="285" y="151"/>
                  </a:cubicBezTo>
                  <a:cubicBezTo>
                    <a:pt x="285" y="166"/>
                    <a:pt x="294" y="179"/>
                    <a:pt x="310" y="179"/>
                  </a:cubicBezTo>
                  <a:cubicBezTo>
                    <a:pt x="326" y="179"/>
                    <a:pt x="334" y="166"/>
                    <a:pt x="334" y="151"/>
                  </a:cubicBezTo>
                  <a:cubicBezTo>
                    <a:pt x="334" y="72"/>
                    <a:pt x="334" y="72"/>
                    <a:pt x="334" y="72"/>
                  </a:cubicBezTo>
                  <a:cubicBezTo>
                    <a:pt x="334" y="56"/>
                    <a:pt x="345" y="46"/>
                    <a:pt x="360" y="46"/>
                  </a:cubicBezTo>
                  <a:cubicBezTo>
                    <a:pt x="375" y="46"/>
                    <a:pt x="385" y="57"/>
                    <a:pt x="385" y="72"/>
                  </a:cubicBezTo>
                  <a:cubicBezTo>
                    <a:pt x="385" y="151"/>
                    <a:pt x="385" y="151"/>
                    <a:pt x="385" y="151"/>
                  </a:cubicBezTo>
                  <a:cubicBezTo>
                    <a:pt x="385" y="166"/>
                    <a:pt x="394" y="179"/>
                    <a:pt x="410" y="179"/>
                  </a:cubicBezTo>
                  <a:cubicBezTo>
                    <a:pt x="426" y="179"/>
                    <a:pt x="435" y="166"/>
                    <a:pt x="435" y="151"/>
                  </a:cubicBezTo>
                  <a:cubicBezTo>
                    <a:pt x="435" y="61"/>
                    <a:pt x="435" y="61"/>
                    <a:pt x="435" y="61"/>
                  </a:cubicBezTo>
                  <a:cubicBezTo>
                    <a:pt x="435" y="27"/>
                    <a:pt x="408" y="4"/>
                    <a:pt x="375" y="4"/>
                  </a:cubicBezTo>
                  <a:cubicBezTo>
                    <a:pt x="343" y="4"/>
                    <a:pt x="323" y="26"/>
                    <a:pt x="323" y="26"/>
                  </a:cubicBezTo>
                  <a:cubicBezTo>
                    <a:pt x="312" y="12"/>
                    <a:pt x="297" y="4"/>
                    <a:pt x="272" y="4"/>
                  </a:cubicBezTo>
                  <a:cubicBezTo>
                    <a:pt x="246" y="4"/>
                    <a:pt x="223" y="26"/>
                    <a:pt x="223" y="26"/>
                  </a:cubicBezTo>
                  <a:cubicBezTo>
                    <a:pt x="212" y="12"/>
                    <a:pt x="194" y="4"/>
                    <a:pt x="178" y="4"/>
                  </a:cubicBezTo>
                  <a:cubicBezTo>
                    <a:pt x="155" y="4"/>
                    <a:pt x="136" y="14"/>
                    <a:pt x="125" y="40"/>
                  </a:cubicBezTo>
                  <a:cubicBezTo>
                    <a:pt x="92" y="119"/>
                    <a:pt x="92" y="119"/>
                    <a:pt x="92" y="119"/>
                  </a:cubicBezTo>
                  <a:lnTo>
                    <a:pt x="49" y="18"/>
                  </a:lnTo>
                  <a:close/>
                </a:path>
              </a:pathLst>
            </a:custGeom>
            <a:solidFill>
              <a:srgbClr val="7170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aseline="0" dirty="0"/>
            </a:p>
          </p:txBody>
        </p:sp>
        <p:sp>
          <p:nvSpPr>
            <p:cNvPr id="27" name="Freeform 11">
              <a:extLst>
                <a:ext uri="{FF2B5EF4-FFF2-40B4-BE49-F238E27FC236}">
                  <a16:creationId xmlns:a16="http://schemas.microsoft.com/office/drawing/2014/main" id="{0E0EEC98-4D81-4BBF-A18F-A2562013EC4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4097338" y="5649913"/>
              <a:ext cx="149225" cy="157163"/>
            </a:xfrm>
            <a:custGeom>
              <a:avLst/>
              <a:gdLst>
                <a:gd name="T0" fmla="*/ 37 w 40"/>
                <a:gd name="T1" fmla="*/ 20 h 41"/>
                <a:gd name="T2" fmla="*/ 37 w 40"/>
                <a:gd name="T3" fmla="*/ 20 h 41"/>
                <a:gd name="T4" fmla="*/ 20 w 40"/>
                <a:gd name="T5" fmla="*/ 4 h 41"/>
                <a:gd name="T6" fmla="*/ 3 w 40"/>
                <a:gd name="T7" fmla="*/ 20 h 41"/>
                <a:gd name="T8" fmla="*/ 3 w 40"/>
                <a:gd name="T9" fmla="*/ 21 h 41"/>
                <a:gd name="T10" fmla="*/ 20 w 40"/>
                <a:gd name="T11" fmla="*/ 37 h 41"/>
                <a:gd name="T12" fmla="*/ 37 w 40"/>
                <a:gd name="T13" fmla="*/ 20 h 41"/>
                <a:gd name="T14" fmla="*/ 0 w 40"/>
                <a:gd name="T15" fmla="*/ 21 h 41"/>
                <a:gd name="T16" fmla="*/ 0 w 40"/>
                <a:gd name="T17" fmla="*/ 20 h 41"/>
                <a:gd name="T18" fmla="*/ 20 w 40"/>
                <a:gd name="T19" fmla="*/ 0 h 41"/>
                <a:gd name="T20" fmla="*/ 40 w 40"/>
                <a:gd name="T21" fmla="*/ 20 h 41"/>
                <a:gd name="T22" fmla="*/ 40 w 40"/>
                <a:gd name="T23" fmla="*/ 20 h 41"/>
                <a:gd name="T24" fmla="*/ 20 w 40"/>
                <a:gd name="T25" fmla="*/ 41 h 41"/>
                <a:gd name="T26" fmla="*/ 0 w 40"/>
                <a:gd name="T27" fmla="*/ 21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0" h="41">
                  <a:moveTo>
                    <a:pt x="37" y="20"/>
                  </a:moveTo>
                  <a:cubicBezTo>
                    <a:pt x="37" y="20"/>
                    <a:pt x="37" y="20"/>
                    <a:pt x="37" y="20"/>
                  </a:cubicBezTo>
                  <a:cubicBezTo>
                    <a:pt x="37" y="11"/>
                    <a:pt x="29" y="4"/>
                    <a:pt x="20" y="4"/>
                  </a:cubicBezTo>
                  <a:cubicBezTo>
                    <a:pt x="11" y="4"/>
                    <a:pt x="3" y="11"/>
                    <a:pt x="3" y="20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3" y="30"/>
                    <a:pt x="11" y="37"/>
                    <a:pt x="20" y="37"/>
                  </a:cubicBezTo>
                  <a:cubicBezTo>
                    <a:pt x="29" y="37"/>
                    <a:pt x="37" y="30"/>
                    <a:pt x="37" y="20"/>
                  </a:cubicBezTo>
                  <a:moveTo>
                    <a:pt x="0" y="21"/>
                  </a:moveTo>
                  <a:cubicBezTo>
                    <a:pt x="0" y="20"/>
                    <a:pt x="0" y="20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20"/>
                    <a:pt x="40" y="20"/>
                    <a:pt x="40" y="20"/>
                  </a:cubicBezTo>
                  <a:cubicBezTo>
                    <a:pt x="40" y="32"/>
                    <a:pt x="31" y="41"/>
                    <a:pt x="20" y="41"/>
                  </a:cubicBezTo>
                  <a:cubicBezTo>
                    <a:pt x="8" y="41"/>
                    <a:pt x="0" y="32"/>
                    <a:pt x="0" y="21"/>
                  </a:cubicBezTo>
                </a:path>
              </a:pathLst>
            </a:custGeom>
            <a:solidFill>
              <a:srgbClr val="7170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aseline="0" dirty="0"/>
            </a:p>
          </p:txBody>
        </p:sp>
        <p:sp>
          <p:nvSpPr>
            <p:cNvPr id="28" name="Freeform 12">
              <a:extLst>
                <a:ext uri="{FF2B5EF4-FFF2-40B4-BE49-F238E27FC236}">
                  <a16:creationId xmlns:a16="http://schemas.microsoft.com/office/drawing/2014/main" id="{0624E438-D004-4788-9C41-D6E07F017AC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4141788" y="5688013"/>
              <a:ext cx="63500" cy="76200"/>
            </a:xfrm>
            <a:custGeom>
              <a:avLst/>
              <a:gdLst>
                <a:gd name="T0" fmla="*/ 9 w 17"/>
                <a:gd name="T1" fmla="*/ 10 h 20"/>
                <a:gd name="T2" fmla="*/ 12 w 17"/>
                <a:gd name="T3" fmla="*/ 7 h 20"/>
                <a:gd name="T4" fmla="*/ 12 w 17"/>
                <a:gd name="T5" fmla="*/ 7 h 20"/>
                <a:gd name="T6" fmla="*/ 9 w 17"/>
                <a:gd name="T7" fmla="*/ 4 h 20"/>
                <a:gd name="T8" fmla="*/ 5 w 17"/>
                <a:gd name="T9" fmla="*/ 4 h 20"/>
                <a:gd name="T10" fmla="*/ 5 w 17"/>
                <a:gd name="T11" fmla="*/ 10 h 20"/>
                <a:gd name="T12" fmla="*/ 9 w 17"/>
                <a:gd name="T13" fmla="*/ 10 h 20"/>
                <a:gd name="T14" fmla="*/ 0 w 17"/>
                <a:gd name="T15" fmla="*/ 2 h 20"/>
                <a:gd name="T16" fmla="*/ 2 w 17"/>
                <a:gd name="T17" fmla="*/ 0 h 20"/>
                <a:gd name="T18" fmla="*/ 9 w 17"/>
                <a:gd name="T19" fmla="*/ 0 h 20"/>
                <a:gd name="T20" fmla="*/ 15 w 17"/>
                <a:gd name="T21" fmla="*/ 2 h 20"/>
                <a:gd name="T22" fmla="*/ 17 w 17"/>
                <a:gd name="T23" fmla="*/ 7 h 20"/>
                <a:gd name="T24" fmla="*/ 17 w 17"/>
                <a:gd name="T25" fmla="*/ 7 h 20"/>
                <a:gd name="T26" fmla="*/ 13 w 17"/>
                <a:gd name="T27" fmla="*/ 13 h 20"/>
                <a:gd name="T28" fmla="*/ 16 w 17"/>
                <a:gd name="T29" fmla="*/ 17 h 20"/>
                <a:gd name="T30" fmla="*/ 16 w 17"/>
                <a:gd name="T31" fmla="*/ 18 h 20"/>
                <a:gd name="T32" fmla="*/ 14 w 17"/>
                <a:gd name="T33" fmla="*/ 20 h 20"/>
                <a:gd name="T34" fmla="*/ 12 w 17"/>
                <a:gd name="T35" fmla="*/ 19 h 20"/>
                <a:gd name="T36" fmla="*/ 8 w 17"/>
                <a:gd name="T37" fmla="*/ 14 h 20"/>
                <a:gd name="T38" fmla="*/ 5 w 17"/>
                <a:gd name="T39" fmla="*/ 14 h 20"/>
                <a:gd name="T40" fmla="*/ 5 w 17"/>
                <a:gd name="T41" fmla="*/ 18 h 20"/>
                <a:gd name="T42" fmla="*/ 2 w 17"/>
                <a:gd name="T43" fmla="*/ 20 h 20"/>
                <a:gd name="T44" fmla="*/ 0 w 17"/>
                <a:gd name="T45" fmla="*/ 18 h 20"/>
                <a:gd name="T46" fmla="*/ 0 w 17"/>
                <a:gd name="T47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7" h="20">
                  <a:moveTo>
                    <a:pt x="9" y="10"/>
                  </a:moveTo>
                  <a:cubicBezTo>
                    <a:pt x="11" y="10"/>
                    <a:pt x="12" y="9"/>
                    <a:pt x="12" y="7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2" y="5"/>
                    <a:pt x="11" y="4"/>
                    <a:pt x="9" y="4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5" y="10"/>
                    <a:pt x="5" y="10"/>
                    <a:pt x="5" y="10"/>
                  </a:cubicBezTo>
                  <a:lnTo>
                    <a:pt x="9" y="10"/>
                  </a:lnTo>
                  <a:close/>
                  <a:moveTo>
                    <a:pt x="0" y="2"/>
                  </a:moveTo>
                  <a:cubicBezTo>
                    <a:pt x="0" y="1"/>
                    <a:pt x="1" y="0"/>
                    <a:pt x="2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12" y="0"/>
                    <a:pt x="14" y="1"/>
                    <a:pt x="15" y="2"/>
                  </a:cubicBezTo>
                  <a:cubicBezTo>
                    <a:pt x="16" y="3"/>
                    <a:pt x="17" y="5"/>
                    <a:pt x="17" y="7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17" y="10"/>
                    <a:pt x="15" y="12"/>
                    <a:pt x="13" y="13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7"/>
                    <a:pt x="16" y="18"/>
                    <a:pt x="16" y="18"/>
                  </a:cubicBezTo>
                  <a:cubicBezTo>
                    <a:pt x="16" y="19"/>
                    <a:pt x="15" y="20"/>
                    <a:pt x="14" y="20"/>
                  </a:cubicBezTo>
                  <a:cubicBezTo>
                    <a:pt x="13" y="20"/>
                    <a:pt x="13" y="20"/>
                    <a:pt x="12" y="19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9"/>
                    <a:pt x="4" y="20"/>
                    <a:pt x="2" y="20"/>
                  </a:cubicBezTo>
                  <a:cubicBezTo>
                    <a:pt x="1" y="20"/>
                    <a:pt x="0" y="19"/>
                    <a:pt x="0" y="18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7170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aseline="0" dirty="0"/>
            </a:p>
          </p:txBody>
        </p:sp>
      </p:grpSp>
    </p:spTree>
    <p:extLst>
      <p:ext uri="{BB962C8B-B14F-4D97-AF65-F5344CB8AC3E}">
        <p14:creationId xmlns:p14="http://schemas.microsoft.com/office/powerpoint/2010/main" val="3708898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9108" y="1167394"/>
            <a:ext cx="6427626" cy="1229360"/>
          </a:xfrm>
        </p:spPr>
        <p:txBody>
          <a:bodyPr wrap="square" anchor="b"/>
          <a:lstStyle>
            <a:lvl1pPr algn="l">
              <a:defRPr sz="3600" b="0" cap="none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8" name="Subtitle 2">
            <a:extLst>
              <a:ext uri="{FF2B5EF4-FFF2-40B4-BE49-F238E27FC236}">
                <a16:creationId xmlns:a16="http://schemas.microsoft.com/office/drawing/2014/main" id="{6EBAFA4D-7B92-4E38-8320-94F3BCA2E41C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602966" y="2484060"/>
            <a:ext cx="6408402" cy="70088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accent4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854D23-C99F-41C3-9EA1-37368E9748C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772"/>
          <a:stretch/>
        </p:blipFill>
        <p:spPr bwMode="ltGray">
          <a:xfrm>
            <a:off x="4238571" y="0"/>
            <a:ext cx="7949373" cy="6858000"/>
          </a:xfrm>
          <a:prstGeom prst="rect">
            <a:avLst/>
          </a:prstGeom>
        </p:spPr>
      </p:pic>
      <p:grpSp>
        <p:nvGrpSpPr>
          <p:cNvPr id="67" name="Group 66">
            <a:extLst>
              <a:ext uri="{FF2B5EF4-FFF2-40B4-BE49-F238E27FC236}">
                <a16:creationId xmlns:a16="http://schemas.microsoft.com/office/drawing/2014/main" id="{FA7583E3-5C48-49C6-991B-C25E2AA2FBAB}"/>
              </a:ext>
            </a:extLst>
          </p:cNvPr>
          <p:cNvGrpSpPr/>
          <p:nvPr userDrawn="1"/>
        </p:nvGrpSpPr>
        <p:grpSpPr bwMode="black">
          <a:xfrm>
            <a:off x="617878" y="6446044"/>
            <a:ext cx="1099793" cy="173355"/>
            <a:chOff x="-84138" y="5622925"/>
            <a:chExt cx="4330701" cy="682626"/>
          </a:xfrm>
        </p:grpSpPr>
        <p:sp>
          <p:nvSpPr>
            <p:cNvPr id="68" name="Freeform 6">
              <a:extLst>
                <a:ext uri="{FF2B5EF4-FFF2-40B4-BE49-F238E27FC236}">
                  <a16:creationId xmlns:a16="http://schemas.microsoft.com/office/drawing/2014/main" id="{367C169C-1300-467E-BD2B-CFFF8008026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1589088" y="5649913"/>
              <a:ext cx="914400" cy="647700"/>
            </a:xfrm>
            <a:custGeom>
              <a:avLst/>
              <a:gdLst>
                <a:gd name="T0" fmla="*/ 52 w 243"/>
                <a:gd name="T1" fmla="*/ 159 h 170"/>
                <a:gd name="T2" fmla="*/ 2 w 243"/>
                <a:gd name="T3" fmla="*/ 19 h 170"/>
                <a:gd name="T4" fmla="*/ 0 w 243"/>
                <a:gd name="T5" fmla="*/ 12 h 170"/>
                <a:gd name="T6" fmla="*/ 13 w 243"/>
                <a:gd name="T7" fmla="*/ 0 h 170"/>
                <a:gd name="T8" fmla="*/ 25 w 243"/>
                <a:gd name="T9" fmla="*/ 11 h 170"/>
                <a:gd name="T10" fmla="*/ 67 w 243"/>
                <a:gd name="T11" fmla="*/ 131 h 170"/>
                <a:gd name="T12" fmla="*/ 109 w 243"/>
                <a:gd name="T13" fmla="*/ 10 h 170"/>
                <a:gd name="T14" fmla="*/ 121 w 243"/>
                <a:gd name="T15" fmla="*/ 0 h 170"/>
                <a:gd name="T16" fmla="*/ 122 w 243"/>
                <a:gd name="T17" fmla="*/ 0 h 170"/>
                <a:gd name="T18" fmla="*/ 135 w 243"/>
                <a:gd name="T19" fmla="*/ 10 h 170"/>
                <a:gd name="T20" fmla="*/ 177 w 243"/>
                <a:gd name="T21" fmla="*/ 131 h 170"/>
                <a:gd name="T22" fmla="*/ 219 w 243"/>
                <a:gd name="T23" fmla="*/ 10 h 170"/>
                <a:gd name="T24" fmla="*/ 231 w 243"/>
                <a:gd name="T25" fmla="*/ 0 h 170"/>
                <a:gd name="T26" fmla="*/ 243 w 243"/>
                <a:gd name="T27" fmla="*/ 12 h 170"/>
                <a:gd name="T28" fmla="*/ 241 w 243"/>
                <a:gd name="T29" fmla="*/ 19 h 170"/>
                <a:gd name="T30" fmla="*/ 191 w 243"/>
                <a:gd name="T31" fmla="*/ 159 h 170"/>
                <a:gd name="T32" fmla="*/ 177 w 243"/>
                <a:gd name="T33" fmla="*/ 170 h 170"/>
                <a:gd name="T34" fmla="*/ 176 w 243"/>
                <a:gd name="T35" fmla="*/ 170 h 170"/>
                <a:gd name="T36" fmla="*/ 163 w 243"/>
                <a:gd name="T37" fmla="*/ 159 h 170"/>
                <a:gd name="T38" fmla="*/ 122 w 243"/>
                <a:gd name="T39" fmla="*/ 40 h 170"/>
                <a:gd name="T40" fmla="*/ 80 w 243"/>
                <a:gd name="T41" fmla="*/ 159 h 170"/>
                <a:gd name="T42" fmla="*/ 66 w 243"/>
                <a:gd name="T43" fmla="*/ 170 h 170"/>
                <a:gd name="T44" fmla="*/ 66 w 243"/>
                <a:gd name="T45" fmla="*/ 170 h 170"/>
                <a:gd name="T46" fmla="*/ 52 w 243"/>
                <a:gd name="T47" fmla="*/ 159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43" h="170">
                  <a:moveTo>
                    <a:pt x="52" y="159"/>
                  </a:moveTo>
                  <a:cubicBezTo>
                    <a:pt x="2" y="19"/>
                    <a:pt x="2" y="19"/>
                    <a:pt x="2" y="19"/>
                  </a:cubicBezTo>
                  <a:cubicBezTo>
                    <a:pt x="1" y="17"/>
                    <a:pt x="0" y="14"/>
                    <a:pt x="0" y="12"/>
                  </a:cubicBezTo>
                  <a:cubicBezTo>
                    <a:pt x="0" y="6"/>
                    <a:pt x="5" y="0"/>
                    <a:pt x="13" y="0"/>
                  </a:cubicBezTo>
                  <a:cubicBezTo>
                    <a:pt x="19" y="0"/>
                    <a:pt x="23" y="4"/>
                    <a:pt x="25" y="11"/>
                  </a:cubicBezTo>
                  <a:cubicBezTo>
                    <a:pt x="67" y="131"/>
                    <a:pt x="67" y="131"/>
                    <a:pt x="67" y="131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11" y="4"/>
                    <a:pt x="114" y="0"/>
                    <a:pt x="121" y="0"/>
                  </a:cubicBezTo>
                  <a:cubicBezTo>
                    <a:pt x="122" y="0"/>
                    <a:pt x="122" y="0"/>
                    <a:pt x="122" y="0"/>
                  </a:cubicBezTo>
                  <a:cubicBezTo>
                    <a:pt x="129" y="0"/>
                    <a:pt x="133" y="4"/>
                    <a:pt x="135" y="10"/>
                  </a:cubicBezTo>
                  <a:cubicBezTo>
                    <a:pt x="177" y="131"/>
                    <a:pt x="177" y="131"/>
                    <a:pt x="177" y="131"/>
                  </a:cubicBezTo>
                  <a:cubicBezTo>
                    <a:pt x="219" y="10"/>
                    <a:pt x="219" y="10"/>
                    <a:pt x="219" y="10"/>
                  </a:cubicBezTo>
                  <a:cubicBezTo>
                    <a:pt x="221" y="5"/>
                    <a:pt x="224" y="0"/>
                    <a:pt x="231" y="0"/>
                  </a:cubicBezTo>
                  <a:cubicBezTo>
                    <a:pt x="238" y="0"/>
                    <a:pt x="243" y="6"/>
                    <a:pt x="243" y="12"/>
                  </a:cubicBezTo>
                  <a:cubicBezTo>
                    <a:pt x="243" y="14"/>
                    <a:pt x="242" y="17"/>
                    <a:pt x="241" y="19"/>
                  </a:cubicBezTo>
                  <a:cubicBezTo>
                    <a:pt x="191" y="159"/>
                    <a:pt x="191" y="159"/>
                    <a:pt x="191" y="159"/>
                  </a:cubicBezTo>
                  <a:cubicBezTo>
                    <a:pt x="188" y="166"/>
                    <a:pt x="183" y="170"/>
                    <a:pt x="177" y="170"/>
                  </a:cubicBezTo>
                  <a:cubicBezTo>
                    <a:pt x="176" y="170"/>
                    <a:pt x="176" y="170"/>
                    <a:pt x="176" y="170"/>
                  </a:cubicBezTo>
                  <a:cubicBezTo>
                    <a:pt x="170" y="170"/>
                    <a:pt x="165" y="166"/>
                    <a:pt x="163" y="159"/>
                  </a:cubicBezTo>
                  <a:cubicBezTo>
                    <a:pt x="122" y="40"/>
                    <a:pt x="122" y="40"/>
                    <a:pt x="122" y="40"/>
                  </a:cubicBezTo>
                  <a:cubicBezTo>
                    <a:pt x="80" y="159"/>
                    <a:pt x="80" y="159"/>
                    <a:pt x="80" y="159"/>
                  </a:cubicBezTo>
                  <a:cubicBezTo>
                    <a:pt x="78" y="166"/>
                    <a:pt x="73" y="170"/>
                    <a:pt x="66" y="170"/>
                  </a:cubicBezTo>
                  <a:cubicBezTo>
                    <a:pt x="66" y="170"/>
                    <a:pt x="66" y="170"/>
                    <a:pt x="66" y="170"/>
                  </a:cubicBezTo>
                  <a:cubicBezTo>
                    <a:pt x="60" y="170"/>
                    <a:pt x="55" y="166"/>
                    <a:pt x="52" y="159"/>
                  </a:cubicBezTo>
                </a:path>
              </a:pathLst>
            </a:custGeom>
            <a:solidFill>
              <a:srgbClr val="7170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aseline="0" dirty="0"/>
            </a:p>
          </p:txBody>
        </p:sp>
        <p:sp>
          <p:nvSpPr>
            <p:cNvPr id="69" name="Freeform 7">
              <a:extLst>
                <a:ext uri="{FF2B5EF4-FFF2-40B4-BE49-F238E27FC236}">
                  <a16:creationId xmlns:a16="http://schemas.microsoft.com/office/drawing/2014/main" id="{E38C4A5D-89F1-4554-BE68-BC848EF53E9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3163888" y="5649913"/>
              <a:ext cx="354013" cy="647700"/>
            </a:xfrm>
            <a:custGeom>
              <a:avLst/>
              <a:gdLst>
                <a:gd name="T0" fmla="*/ 0 w 94"/>
                <a:gd name="T1" fmla="*/ 13 h 170"/>
                <a:gd name="T2" fmla="*/ 12 w 94"/>
                <a:gd name="T3" fmla="*/ 0 h 170"/>
                <a:gd name="T4" fmla="*/ 24 w 94"/>
                <a:gd name="T5" fmla="*/ 13 h 170"/>
                <a:gd name="T6" fmla="*/ 24 w 94"/>
                <a:gd name="T7" fmla="*/ 41 h 170"/>
                <a:gd name="T8" fmla="*/ 82 w 94"/>
                <a:gd name="T9" fmla="*/ 0 h 170"/>
                <a:gd name="T10" fmla="*/ 94 w 94"/>
                <a:gd name="T11" fmla="*/ 13 h 170"/>
                <a:gd name="T12" fmla="*/ 83 w 94"/>
                <a:gd name="T13" fmla="*/ 25 h 170"/>
                <a:gd name="T14" fmla="*/ 24 w 94"/>
                <a:gd name="T15" fmla="*/ 101 h 170"/>
                <a:gd name="T16" fmla="*/ 24 w 94"/>
                <a:gd name="T17" fmla="*/ 157 h 170"/>
                <a:gd name="T18" fmla="*/ 12 w 94"/>
                <a:gd name="T19" fmla="*/ 170 h 170"/>
                <a:gd name="T20" fmla="*/ 0 w 94"/>
                <a:gd name="T21" fmla="*/ 157 h 170"/>
                <a:gd name="T22" fmla="*/ 0 w 94"/>
                <a:gd name="T23" fmla="*/ 13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4" h="170">
                  <a:moveTo>
                    <a:pt x="0" y="13"/>
                  </a:moveTo>
                  <a:cubicBezTo>
                    <a:pt x="0" y="6"/>
                    <a:pt x="5" y="0"/>
                    <a:pt x="12" y="0"/>
                  </a:cubicBezTo>
                  <a:cubicBezTo>
                    <a:pt x="19" y="0"/>
                    <a:pt x="24" y="5"/>
                    <a:pt x="24" y="13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37" y="13"/>
                    <a:pt x="64" y="0"/>
                    <a:pt x="82" y="0"/>
                  </a:cubicBezTo>
                  <a:cubicBezTo>
                    <a:pt x="89" y="0"/>
                    <a:pt x="94" y="6"/>
                    <a:pt x="94" y="13"/>
                  </a:cubicBezTo>
                  <a:cubicBezTo>
                    <a:pt x="94" y="20"/>
                    <a:pt x="89" y="24"/>
                    <a:pt x="83" y="25"/>
                  </a:cubicBezTo>
                  <a:cubicBezTo>
                    <a:pt x="51" y="29"/>
                    <a:pt x="24" y="53"/>
                    <a:pt x="24" y="101"/>
                  </a:cubicBezTo>
                  <a:cubicBezTo>
                    <a:pt x="24" y="157"/>
                    <a:pt x="24" y="157"/>
                    <a:pt x="24" y="157"/>
                  </a:cubicBezTo>
                  <a:cubicBezTo>
                    <a:pt x="24" y="164"/>
                    <a:pt x="19" y="170"/>
                    <a:pt x="12" y="170"/>
                  </a:cubicBezTo>
                  <a:cubicBezTo>
                    <a:pt x="5" y="170"/>
                    <a:pt x="0" y="164"/>
                    <a:pt x="0" y="157"/>
                  </a:cubicBezTo>
                  <a:lnTo>
                    <a:pt x="0" y="13"/>
                  </a:lnTo>
                  <a:close/>
                </a:path>
              </a:pathLst>
            </a:custGeom>
            <a:solidFill>
              <a:srgbClr val="7170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aseline="0" dirty="0"/>
            </a:p>
          </p:txBody>
        </p:sp>
        <p:sp>
          <p:nvSpPr>
            <p:cNvPr id="70" name="Freeform 8">
              <a:extLst>
                <a:ext uri="{FF2B5EF4-FFF2-40B4-BE49-F238E27FC236}">
                  <a16:creationId xmlns:a16="http://schemas.microsoft.com/office/drawing/2014/main" id="{10270507-0676-4A8B-87BD-BDCA1210CC3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3509963" y="5649913"/>
              <a:ext cx="579438" cy="655638"/>
            </a:xfrm>
            <a:custGeom>
              <a:avLst/>
              <a:gdLst>
                <a:gd name="T0" fmla="*/ 129 w 154"/>
                <a:gd name="T1" fmla="*/ 76 h 172"/>
                <a:gd name="T2" fmla="*/ 77 w 154"/>
                <a:gd name="T3" fmla="*/ 21 h 172"/>
                <a:gd name="T4" fmla="*/ 25 w 154"/>
                <a:gd name="T5" fmla="*/ 76 h 172"/>
                <a:gd name="T6" fmla="*/ 129 w 154"/>
                <a:gd name="T7" fmla="*/ 76 h 172"/>
                <a:gd name="T8" fmla="*/ 81 w 154"/>
                <a:gd name="T9" fmla="*/ 172 h 172"/>
                <a:gd name="T10" fmla="*/ 0 w 154"/>
                <a:gd name="T11" fmla="*/ 86 h 172"/>
                <a:gd name="T12" fmla="*/ 0 w 154"/>
                <a:gd name="T13" fmla="*/ 85 h 172"/>
                <a:gd name="T14" fmla="*/ 78 w 154"/>
                <a:gd name="T15" fmla="*/ 0 h 172"/>
                <a:gd name="T16" fmla="*/ 154 w 154"/>
                <a:gd name="T17" fmla="*/ 83 h 172"/>
                <a:gd name="T18" fmla="*/ 142 w 154"/>
                <a:gd name="T19" fmla="*/ 95 h 172"/>
                <a:gd name="T20" fmla="*/ 25 w 154"/>
                <a:gd name="T21" fmla="*/ 95 h 172"/>
                <a:gd name="T22" fmla="*/ 82 w 154"/>
                <a:gd name="T23" fmla="*/ 150 h 172"/>
                <a:gd name="T24" fmla="*/ 129 w 154"/>
                <a:gd name="T25" fmla="*/ 131 h 172"/>
                <a:gd name="T26" fmla="*/ 136 w 154"/>
                <a:gd name="T27" fmla="*/ 128 h 172"/>
                <a:gd name="T28" fmla="*/ 146 w 154"/>
                <a:gd name="T29" fmla="*/ 139 h 172"/>
                <a:gd name="T30" fmla="*/ 142 w 154"/>
                <a:gd name="T31" fmla="*/ 147 h 172"/>
                <a:gd name="T32" fmla="*/ 81 w 154"/>
                <a:gd name="T33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54" h="172">
                  <a:moveTo>
                    <a:pt x="129" y="76"/>
                  </a:moveTo>
                  <a:cubicBezTo>
                    <a:pt x="127" y="47"/>
                    <a:pt x="110" y="21"/>
                    <a:pt x="77" y="21"/>
                  </a:cubicBezTo>
                  <a:cubicBezTo>
                    <a:pt x="49" y="21"/>
                    <a:pt x="28" y="44"/>
                    <a:pt x="25" y="76"/>
                  </a:cubicBezTo>
                  <a:lnTo>
                    <a:pt x="129" y="76"/>
                  </a:lnTo>
                  <a:close/>
                  <a:moveTo>
                    <a:pt x="81" y="172"/>
                  </a:moveTo>
                  <a:cubicBezTo>
                    <a:pt x="36" y="172"/>
                    <a:pt x="0" y="137"/>
                    <a:pt x="0" y="86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38"/>
                    <a:pt x="33" y="0"/>
                    <a:pt x="78" y="0"/>
                  </a:cubicBezTo>
                  <a:cubicBezTo>
                    <a:pt x="126" y="0"/>
                    <a:pt x="154" y="40"/>
                    <a:pt x="154" y="83"/>
                  </a:cubicBezTo>
                  <a:cubicBezTo>
                    <a:pt x="154" y="90"/>
                    <a:pt x="148" y="95"/>
                    <a:pt x="142" y="95"/>
                  </a:cubicBezTo>
                  <a:cubicBezTo>
                    <a:pt x="25" y="95"/>
                    <a:pt x="25" y="95"/>
                    <a:pt x="25" y="95"/>
                  </a:cubicBezTo>
                  <a:cubicBezTo>
                    <a:pt x="28" y="130"/>
                    <a:pt x="53" y="150"/>
                    <a:pt x="82" y="150"/>
                  </a:cubicBezTo>
                  <a:cubicBezTo>
                    <a:pt x="102" y="150"/>
                    <a:pt x="117" y="142"/>
                    <a:pt x="129" y="131"/>
                  </a:cubicBezTo>
                  <a:cubicBezTo>
                    <a:pt x="131" y="130"/>
                    <a:pt x="133" y="128"/>
                    <a:pt x="136" y="128"/>
                  </a:cubicBezTo>
                  <a:cubicBezTo>
                    <a:pt x="142" y="128"/>
                    <a:pt x="146" y="133"/>
                    <a:pt x="146" y="139"/>
                  </a:cubicBezTo>
                  <a:cubicBezTo>
                    <a:pt x="146" y="142"/>
                    <a:pt x="145" y="145"/>
                    <a:pt x="142" y="147"/>
                  </a:cubicBezTo>
                  <a:cubicBezTo>
                    <a:pt x="127" y="162"/>
                    <a:pt x="109" y="172"/>
                    <a:pt x="81" y="172"/>
                  </a:cubicBezTo>
                </a:path>
              </a:pathLst>
            </a:custGeom>
            <a:solidFill>
              <a:srgbClr val="7170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aseline="0" dirty="0"/>
            </a:p>
          </p:txBody>
        </p:sp>
        <p:sp>
          <p:nvSpPr>
            <p:cNvPr id="71" name="Freeform 9">
              <a:extLst>
                <a:ext uri="{FF2B5EF4-FFF2-40B4-BE49-F238E27FC236}">
                  <a16:creationId xmlns:a16="http://schemas.microsoft.com/office/drawing/2014/main" id="{3D84D470-4587-4DEE-91E9-77002687876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2503488" y="5649913"/>
              <a:ext cx="547688" cy="655638"/>
            </a:xfrm>
            <a:custGeom>
              <a:avLst/>
              <a:gdLst>
                <a:gd name="T0" fmla="*/ 122 w 146"/>
                <a:gd name="T1" fmla="*/ 107 h 172"/>
                <a:gd name="T2" fmla="*/ 122 w 146"/>
                <a:gd name="T3" fmla="*/ 91 h 172"/>
                <a:gd name="T4" fmla="*/ 74 w 146"/>
                <a:gd name="T5" fmla="*/ 84 h 172"/>
                <a:gd name="T6" fmla="*/ 25 w 146"/>
                <a:gd name="T7" fmla="*/ 118 h 172"/>
                <a:gd name="T8" fmla="*/ 25 w 146"/>
                <a:gd name="T9" fmla="*/ 119 h 172"/>
                <a:gd name="T10" fmla="*/ 67 w 146"/>
                <a:gd name="T11" fmla="*/ 152 h 172"/>
                <a:gd name="T12" fmla="*/ 122 w 146"/>
                <a:gd name="T13" fmla="*/ 107 h 172"/>
                <a:gd name="T14" fmla="*/ 0 w 146"/>
                <a:gd name="T15" fmla="*/ 120 h 172"/>
                <a:gd name="T16" fmla="*/ 0 w 146"/>
                <a:gd name="T17" fmla="*/ 119 h 172"/>
                <a:gd name="T18" fmla="*/ 71 w 146"/>
                <a:gd name="T19" fmla="*/ 66 h 172"/>
                <a:gd name="T20" fmla="*/ 122 w 146"/>
                <a:gd name="T21" fmla="*/ 73 h 172"/>
                <a:gd name="T22" fmla="*/ 122 w 146"/>
                <a:gd name="T23" fmla="*/ 67 h 172"/>
                <a:gd name="T24" fmla="*/ 73 w 146"/>
                <a:gd name="T25" fmla="*/ 22 h 172"/>
                <a:gd name="T26" fmla="*/ 34 w 146"/>
                <a:gd name="T27" fmla="*/ 30 h 172"/>
                <a:gd name="T28" fmla="*/ 30 w 146"/>
                <a:gd name="T29" fmla="*/ 31 h 172"/>
                <a:gd name="T30" fmla="*/ 19 w 146"/>
                <a:gd name="T31" fmla="*/ 20 h 172"/>
                <a:gd name="T32" fmla="*/ 26 w 146"/>
                <a:gd name="T33" fmla="*/ 10 h 172"/>
                <a:gd name="T34" fmla="*/ 75 w 146"/>
                <a:gd name="T35" fmla="*/ 0 h 172"/>
                <a:gd name="T36" fmla="*/ 129 w 146"/>
                <a:gd name="T37" fmla="*/ 19 h 172"/>
                <a:gd name="T38" fmla="*/ 146 w 146"/>
                <a:gd name="T39" fmla="*/ 67 h 172"/>
                <a:gd name="T40" fmla="*/ 146 w 146"/>
                <a:gd name="T41" fmla="*/ 158 h 172"/>
                <a:gd name="T42" fmla="*/ 134 w 146"/>
                <a:gd name="T43" fmla="*/ 170 h 172"/>
                <a:gd name="T44" fmla="*/ 122 w 146"/>
                <a:gd name="T45" fmla="*/ 159 h 172"/>
                <a:gd name="T46" fmla="*/ 122 w 146"/>
                <a:gd name="T47" fmla="*/ 143 h 172"/>
                <a:gd name="T48" fmla="*/ 62 w 146"/>
                <a:gd name="T49" fmla="*/ 172 h 172"/>
                <a:gd name="T50" fmla="*/ 0 w 146"/>
                <a:gd name="T51" fmla="*/ 120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46" h="172">
                  <a:moveTo>
                    <a:pt x="122" y="107"/>
                  </a:moveTo>
                  <a:cubicBezTo>
                    <a:pt x="122" y="91"/>
                    <a:pt x="122" y="91"/>
                    <a:pt x="122" y="91"/>
                  </a:cubicBezTo>
                  <a:cubicBezTo>
                    <a:pt x="110" y="88"/>
                    <a:pt x="94" y="84"/>
                    <a:pt x="74" y="84"/>
                  </a:cubicBezTo>
                  <a:cubicBezTo>
                    <a:pt x="43" y="84"/>
                    <a:pt x="25" y="98"/>
                    <a:pt x="25" y="118"/>
                  </a:cubicBezTo>
                  <a:cubicBezTo>
                    <a:pt x="25" y="119"/>
                    <a:pt x="25" y="119"/>
                    <a:pt x="25" y="119"/>
                  </a:cubicBezTo>
                  <a:cubicBezTo>
                    <a:pt x="25" y="140"/>
                    <a:pt x="45" y="152"/>
                    <a:pt x="67" y="152"/>
                  </a:cubicBezTo>
                  <a:cubicBezTo>
                    <a:pt x="97" y="152"/>
                    <a:pt x="122" y="133"/>
                    <a:pt x="122" y="107"/>
                  </a:cubicBezTo>
                  <a:moveTo>
                    <a:pt x="0" y="120"/>
                  </a:moveTo>
                  <a:cubicBezTo>
                    <a:pt x="0" y="119"/>
                    <a:pt x="0" y="119"/>
                    <a:pt x="0" y="119"/>
                  </a:cubicBezTo>
                  <a:cubicBezTo>
                    <a:pt x="0" y="85"/>
                    <a:pt x="29" y="66"/>
                    <a:pt x="71" y="66"/>
                  </a:cubicBezTo>
                  <a:cubicBezTo>
                    <a:pt x="92" y="66"/>
                    <a:pt x="107" y="69"/>
                    <a:pt x="122" y="73"/>
                  </a:cubicBezTo>
                  <a:cubicBezTo>
                    <a:pt x="122" y="67"/>
                    <a:pt x="122" y="67"/>
                    <a:pt x="122" y="67"/>
                  </a:cubicBezTo>
                  <a:cubicBezTo>
                    <a:pt x="122" y="37"/>
                    <a:pt x="104" y="22"/>
                    <a:pt x="73" y="22"/>
                  </a:cubicBezTo>
                  <a:cubicBezTo>
                    <a:pt x="56" y="22"/>
                    <a:pt x="46" y="24"/>
                    <a:pt x="34" y="30"/>
                  </a:cubicBezTo>
                  <a:cubicBezTo>
                    <a:pt x="33" y="30"/>
                    <a:pt x="31" y="31"/>
                    <a:pt x="30" y="31"/>
                  </a:cubicBezTo>
                  <a:cubicBezTo>
                    <a:pt x="24" y="31"/>
                    <a:pt x="19" y="26"/>
                    <a:pt x="19" y="20"/>
                  </a:cubicBezTo>
                  <a:cubicBezTo>
                    <a:pt x="19" y="15"/>
                    <a:pt x="21" y="12"/>
                    <a:pt x="26" y="10"/>
                  </a:cubicBezTo>
                  <a:cubicBezTo>
                    <a:pt x="42" y="3"/>
                    <a:pt x="54" y="0"/>
                    <a:pt x="75" y="0"/>
                  </a:cubicBezTo>
                  <a:cubicBezTo>
                    <a:pt x="99" y="0"/>
                    <a:pt x="117" y="6"/>
                    <a:pt x="129" y="19"/>
                  </a:cubicBezTo>
                  <a:cubicBezTo>
                    <a:pt x="140" y="30"/>
                    <a:pt x="146" y="46"/>
                    <a:pt x="146" y="67"/>
                  </a:cubicBezTo>
                  <a:cubicBezTo>
                    <a:pt x="146" y="158"/>
                    <a:pt x="146" y="158"/>
                    <a:pt x="146" y="158"/>
                  </a:cubicBezTo>
                  <a:cubicBezTo>
                    <a:pt x="146" y="165"/>
                    <a:pt x="141" y="170"/>
                    <a:pt x="134" y="170"/>
                  </a:cubicBezTo>
                  <a:cubicBezTo>
                    <a:pt x="127" y="170"/>
                    <a:pt x="122" y="165"/>
                    <a:pt x="122" y="159"/>
                  </a:cubicBezTo>
                  <a:cubicBezTo>
                    <a:pt x="122" y="143"/>
                    <a:pt x="122" y="143"/>
                    <a:pt x="122" y="143"/>
                  </a:cubicBezTo>
                  <a:cubicBezTo>
                    <a:pt x="111" y="158"/>
                    <a:pt x="91" y="172"/>
                    <a:pt x="62" y="172"/>
                  </a:cubicBezTo>
                  <a:cubicBezTo>
                    <a:pt x="32" y="172"/>
                    <a:pt x="0" y="154"/>
                    <a:pt x="0" y="120"/>
                  </a:cubicBezTo>
                </a:path>
              </a:pathLst>
            </a:custGeom>
            <a:solidFill>
              <a:srgbClr val="7170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aseline="0" dirty="0"/>
            </a:p>
          </p:txBody>
        </p:sp>
        <p:sp>
          <p:nvSpPr>
            <p:cNvPr id="72" name="Freeform 10">
              <a:extLst>
                <a:ext uri="{FF2B5EF4-FFF2-40B4-BE49-F238E27FC236}">
                  <a16:creationId xmlns:a16="http://schemas.microsoft.com/office/drawing/2014/main" id="{ADFCC155-955A-44B0-9432-CA6DC3C1525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4138" y="5622925"/>
              <a:ext cx="1635125" cy="682625"/>
            </a:xfrm>
            <a:custGeom>
              <a:avLst/>
              <a:gdLst>
                <a:gd name="T0" fmla="*/ 49 w 435"/>
                <a:gd name="T1" fmla="*/ 18 h 179"/>
                <a:gd name="T2" fmla="*/ 17 w 435"/>
                <a:gd name="T3" fmla="*/ 6 h 179"/>
                <a:gd name="T4" fmla="*/ 6 w 435"/>
                <a:gd name="T5" fmla="*/ 37 h 179"/>
                <a:gd name="T6" fmla="*/ 58 w 435"/>
                <a:gd name="T7" fmla="*/ 152 h 179"/>
                <a:gd name="T8" fmla="*/ 92 w 435"/>
                <a:gd name="T9" fmla="*/ 179 h 179"/>
                <a:gd name="T10" fmla="*/ 125 w 435"/>
                <a:gd name="T11" fmla="*/ 152 h 179"/>
                <a:gd name="T12" fmla="*/ 171 w 435"/>
                <a:gd name="T13" fmla="*/ 51 h 179"/>
                <a:gd name="T14" fmla="*/ 178 w 435"/>
                <a:gd name="T15" fmla="*/ 46 h 179"/>
                <a:gd name="T16" fmla="*/ 185 w 435"/>
                <a:gd name="T17" fmla="*/ 54 h 179"/>
                <a:gd name="T18" fmla="*/ 185 w 435"/>
                <a:gd name="T19" fmla="*/ 151 h 179"/>
                <a:gd name="T20" fmla="*/ 209 w 435"/>
                <a:gd name="T21" fmla="*/ 179 h 179"/>
                <a:gd name="T22" fmla="*/ 234 w 435"/>
                <a:gd name="T23" fmla="*/ 151 h 179"/>
                <a:gd name="T24" fmla="*/ 234 w 435"/>
                <a:gd name="T25" fmla="*/ 72 h 179"/>
                <a:gd name="T26" fmla="*/ 260 w 435"/>
                <a:gd name="T27" fmla="*/ 46 h 179"/>
                <a:gd name="T28" fmla="*/ 285 w 435"/>
                <a:gd name="T29" fmla="*/ 72 h 179"/>
                <a:gd name="T30" fmla="*/ 285 w 435"/>
                <a:gd name="T31" fmla="*/ 151 h 179"/>
                <a:gd name="T32" fmla="*/ 310 w 435"/>
                <a:gd name="T33" fmla="*/ 179 h 179"/>
                <a:gd name="T34" fmla="*/ 334 w 435"/>
                <a:gd name="T35" fmla="*/ 151 h 179"/>
                <a:gd name="T36" fmla="*/ 334 w 435"/>
                <a:gd name="T37" fmla="*/ 72 h 179"/>
                <a:gd name="T38" fmla="*/ 360 w 435"/>
                <a:gd name="T39" fmla="*/ 46 h 179"/>
                <a:gd name="T40" fmla="*/ 385 w 435"/>
                <a:gd name="T41" fmla="*/ 72 h 179"/>
                <a:gd name="T42" fmla="*/ 385 w 435"/>
                <a:gd name="T43" fmla="*/ 151 h 179"/>
                <a:gd name="T44" fmla="*/ 410 w 435"/>
                <a:gd name="T45" fmla="*/ 179 h 179"/>
                <a:gd name="T46" fmla="*/ 435 w 435"/>
                <a:gd name="T47" fmla="*/ 151 h 179"/>
                <a:gd name="T48" fmla="*/ 435 w 435"/>
                <a:gd name="T49" fmla="*/ 61 h 179"/>
                <a:gd name="T50" fmla="*/ 375 w 435"/>
                <a:gd name="T51" fmla="*/ 4 h 179"/>
                <a:gd name="T52" fmla="*/ 323 w 435"/>
                <a:gd name="T53" fmla="*/ 26 h 179"/>
                <a:gd name="T54" fmla="*/ 272 w 435"/>
                <a:gd name="T55" fmla="*/ 4 h 179"/>
                <a:gd name="T56" fmla="*/ 223 w 435"/>
                <a:gd name="T57" fmla="*/ 26 h 179"/>
                <a:gd name="T58" fmla="*/ 178 w 435"/>
                <a:gd name="T59" fmla="*/ 4 h 179"/>
                <a:gd name="T60" fmla="*/ 125 w 435"/>
                <a:gd name="T61" fmla="*/ 40 h 179"/>
                <a:gd name="T62" fmla="*/ 92 w 435"/>
                <a:gd name="T63" fmla="*/ 119 h 179"/>
                <a:gd name="T64" fmla="*/ 49 w 435"/>
                <a:gd name="T65" fmla="*/ 18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35" h="179">
                  <a:moveTo>
                    <a:pt x="49" y="18"/>
                  </a:moveTo>
                  <a:cubicBezTo>
                    <a:pt x="43" y="6"/>
                    <a:pt x="30" y="0"/>
                    <a:pt x="17" y="6"/>
                  </a:cubicBezTo>
                  <a:cubicBezTo>
                    <a:pt x="5" y="12"/>
                    <a:pt x="0" y="25"/>
                    <a:pt x="6" y="37"/>
                  </a:cubicBezTo>
                  <a:cubicBezTo>
                    <a:pt x="58" y="152"/>
                    <a:pt x="58" y="152"/>
                    <a:pt x="58" y="152"/>
                  </a:cubicBezTo>
                  <a:cubicBezTo>
                    <a:pt x="67" y="169"/>
                    <a:pt x="75" y="179"/>
                    <a:pt x="92" y="179"/>
                  </a:cubicBezTo>
                  <a:cubicBezTo>
                    <a:pt x="109" y="179"/>
                    <a:pt x="117" y="169"/>
                    <a:pt x="125" y="152"/>
                  </a:cubicBezTo>
                  <a:cubicBezTo>
                    <a:pt x="125" y="152"/>
                    <a:pt x="171" y="52"/>
                    <a:pt x="171" y="51"/>
                  </a:cubicBezTo>
                  <a:cubicBezTo>
                    <a:pt x="172" y="50"/>
                    <a:pt x="173" y="46"/>
                    <a:pt x="178" y="46"/>
                  </a:cubicBezTo>
                  <a:cubicBezTo>
                    <a:pt x="182" y="47"/>
                    <a:pt x="185" y="50"/>
                    <a:pt x="185" y="54"/>
                  </a:cubicBezTo>
                  <a:cubicBezTo>
                    <a:pt x="185" y="151"/>
                    <a:pt x="185" y="151"/>
                    <a:pt x="185" y="151"/>
                  </a:cubicBezTo>
                  <a:cubicBezTo>
                    <a:pt x="185" y="166"/>
                    <a:pt x="193" y="179"/>
                    <a:pt x="209" y="179"/>
                  </a:cubicBezTo>
                  <a:cubicBezTo>
                    <a:pt x="225" y="179"/>
                    <a:pt x="234" y="166"/>
                    <a:pt x="234" y="151"/>
                  </a:cubicBezTo>
                  <a:cubicBezTo>
                    <a:pt x="234" y="72"/>
                    <a:pt x="234" y="72"/>
                    <a:pt x="234" y="72"/>
                  </a:cubicBezTo>
                  <a:cubicBezTo>
                    <a:pt x="234" y="56"/>
                    <a:pt x="245" y="46"/>
                    <a:pt x="260" y="46"/>
                  </a:cubicBezTo>
                  <a:cubicBezTo>
                    <a:pt x="275" y="46"/>
                    <a:pt x="285" y="57"/>
                    <a:pt x="285" y="72"/>
                  </a:cubicBezTo>
                  <a:cubicBezTo>
                    <a:pt x="285" y="151"/>
                    <a:pt x="285" y="151"/>
                    <a:pt x="285" y="151"/>
                  </a:cubicBezTo>
                  <a:cubicBezTo>
                    <a:pt x="285" y="166"/>
                    <a:pt x="294" y="179"/>
                    <a:pt x="310" y="179"/>
                  </a:cubicBezTo>
                  <a:cubicBezTo>
                    <a:pt x="326" y="179"/>
                    <a:pt x="334" y="166"/>
                    <a:pt x="334" y="151"/>
                  </a:cubicBezTo>
                  <a:cubicBezTo>
                    <a:pt x="334" y="72"/>
                    <a:pt x="334" y="72"/>
                    <a:pt x="334" y="72"/>
                  </a:cubicBezTo>
                  <a:cubicBezTo>
                    <a:pt x="334" y="56"/>
                    <a:pt x="345" y="46"/>
                    <a:pt x="360" y="46"/>
                  </a:cubicBezTo>
                  <a:cubicBezTo>
                    <a:pt x="375" y="46"/>
                    <a:pt x="385" y="57"/>
                    <a:pt x="385" y="72"/>
                  </a:cubicBezTo>
                  <a:cubicBezTo>
                    <a:pt x="385" y="151"/>
                    <a:pt x="385" y="151"/>
                    <a:pt x="385" y="151"/>
                  </a:cubicBezTo>
                  <a:cubicBezTo>
                    <a:pt x="385" y="166"/>
                    <a:pt x="394" y="179"/>
                    <a:pt x="410" y="179"/>
                  </a:cubicBezTo>
                  <a:cubicBezTo>
                    <a:pt x="426" y="179"/>
                    <a:pt x="435" y="166"/>
                    <a:pt x="435" y="151"/>
                  </a:cubicBezTo>
                  <a:cubicBezTo>
                    <a:pt x="435" y="61"/>
                    <a:pt x="435" y="61"/>
                    <a:pt x="435" y="61"/>
                  </a:cubicBezTo>
                  <a:cubicBezTo>
                    <a:pt x="435" y="27"/>
                    <a:pt x="408" y="4"/>
                    <a:pt x="375" y="4"/>
                  </a:cubicBezTo>
                  <a:cubicBezTo>
                    <a:pt x="343" y="4"/>
                    <a:pt x="323" y="26"/>
                    <a:pt x="323" y="26"/>
                  </a:cubicBezTo>
                  <a:cubicBezTo>
                    <a:pt x="312" y="12"/>
                    <a:pt x="297" y="4"/>
                    <a:pt x="272" y="4"/>
                  </a:cubicBezTo>
                  <a:cubicBezTo>
                    <a:pt x="246" y="4"/>
                    <a:pt x="223" y="26"/>
                    <a:pt x="223" y="26"/>
                  </a:cubicBezTo>
                  <a:cubicBezTo>
                    <a:pt x="212" y="12"/>
                    <a:pt x="194" y="4"/>
                    <a:pt x="178" y="4"/>
                  </a:cubicBezTo>
                  <a:cubicBezTo>
                    <a:pt x="155" y="4"/>
                    <a:pt x="136" y="14"/>
                    <a:pt x="125" y="40"/>
                  </a:cubicBezTo>
                  <a:cubicBezTo>
                    <a:pt x="92" y="119"/>
                    <a:pt x="92" y="119"/>
                    <a:pt x="92" y="119"/>
                  </a:cubicBezTo>
                  <a:lnTo>
                    <a:pt x="49" y="18"/>
                  </a:lnTo>
                  <a:close/>
                </a:path>
              </a:pathLst>
            </a:custGeom>
            <a:solidFill>
              <a:srgbClr val="7170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aseline="0" dirty="0"/>
            </a:p>
          </p:txBody>
        </p:sp>
        <p:sp>
          <p:nvSpPr>
            <p:cNvPr id="73" name="Freeform 11">
              <a:extLst>
                <a:ext uri="{FF2B5EF4-FFF2-40B4-BE49-F238E27FC236}">
                  <a16:creationId xmlns:a16="http://schemas.microsoft.com/office/drawing/2014/main" id="{5B4316E4-B109-42D8-B12A-FBD6286C9C7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4097338" y="5649913"/>
              <a:ext cx="149225" cy="157163"/>
            </a:xfrm>
            <a:custGeom>
              <a:avLst/>
              <a:gdLst>
                <a:gd name="T0" fmla="*/ 37 w 40"/>
                <a:gd name="T1" fmla="*/ 20 h 41"/>
                <a:gd name="T2" fmla="*/ 37 w 40"/>
                <a:gd name="T3" fmla="*/ 20 h 41"/>
                <a:gd name="T4" fmla="*/ 20 w 40"/>
                <a:gd name="T5" fmla="*/ 4 h 41"/>
                <a:gd name="T6" fmla="*/ 3 w 40"/>
                <a:gd name="T7" fmla="*/ 20 h 41"/>
                <a:gd name="T8" fmla="*/ 3 w 40"/>
                <a:gd name="T9" fmla="*/ 21 h 41"/>
                <a:gd name="T10" fmla="*/ 20 w 40"/>
                <a:gd name="T11" fmla="*/ 37 h 41"/>
                <a:gd name="T12" fmla="*/ 37 w 40"/>
                <a:gd name="T13" fmla="*/ 20 h 41"/>
                <a:gd name="T14" fmla="*/ 0 w 40"/>
                <a:gd name="T15" fmla="*/ 21 h 41"/>
                <a:gd name="T16" fmla="*/ 0 w 40"/>
                <a:gd name="T17" fmla="*/ 20 h 41"/>
                <a:gd name="T18" fmla="*/ 20 w 40"/>
                <a:gd name="T19" fmla="*/ 0 h 41"/>
                <a:gd name="T20" fmla="*/ 40 w 40"/>
                <a:gd name="T21" fmla="*/ 20 h 41"/>
                <a:gd name="T22" fmla="*/ 40 w 40"/>
                <a:gd name="T23" fmla="*/ 20 h 41"/>
                <a:gd name="T24" fmla="*/ 20 w 40"/>
                <a:gd name="T25" fmla="*/ 41 h 41"/>
                <a:gd name="T26" fmla="*/ 0 w 40"/>
                <a:gd name="T27" fmla="*/ 21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0" h="41">
                  <a:moveTo>
                    <a:pt x="37" y="20"/>
                  </a:moveTo>
                  <a:cubicBezTo>
                    <a:pt x="37" y="20"/>
                    <a:pt x="37" y="20"/>
                    <a:pt x="37" y="20"/>
                  </a:cubicBezTo>
                  <a:cubicBezTo>
                    <a:pt x="37" y="11"/>
                    <a:pt x="29" y="4"/>
                    <a:pt x="20" y="4"/>
                  </a:cubicBezTo>
                  <a:cubicBezTo>
                    <a:pt x="11" y="4"/>
                    <a:pt x="3" y="11"/>
                    <a:pt x="3" y="20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3" y="30"/>
                    <a:pt x="11" y="37"/>
                    <a:pt x="20" y="37"/>
                  </a:cubicBezTo>
                  <a:cubicBezTo>
                    <a:pt x="29" y="37"/>
                    <a:pt x="37" y="30"/>
                    <a:pt x="37" y="20"/>
                  </a:cubicBezTo>
                  <a:moveTo>
                    <a:pt x="0" y="21"/>
                  </a:moveTo>
                  <a:cubicBezTo>
                    <a:pt x="0" y="20"/>
                    <a:pt x="0" y="20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20"/>
                    <a:pt x="40" y="20"/>
                    <a:pt x="40" y="20"/>
                  </a:cubicBezTo>
                  <a:cubicBezTo>
                    <a:pt x="40" y="32"/>
                    <a:pt x="31" y="41"/>
                    <a:pt x="20" y="41"/>
                  </a:cubicBezTo>
                  <a:cubicBezTo>
                    <a:pt x="8" y="41"/>
                    <a:pt x="0" y="32"/>
                    <a:pt x="0" y="21"/>
                  </a:cubicBezTo>
                </a:path>
              </a:pathLst>
            </a:custGeom>
            <a:solidFill>
              <a:srgbClr val="7170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aseline="0" dirty="0"/>
            </a:p>
          </p:txBody>
        </p:sp>
        <p:sp>
          <p:nvSpPr>
            <p:cNvPr id="74" name="Freeform 12">
              <a:extLst>
                <a:ext uri="{FF2B5EF4-FFF2-40B4-BE49-F238E27FC236}">
                  <a16:creationId xmlns:a16="http://schemas.microsoft.com/office/drawing/2014/main" id="{A3D32D1A-08E0-4BFC-A3E0-CB5C3BB04F6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4141788" y="5688013"/>
              <a:ext cx="63500" cy="76200"/>
            </a:xfrm>
            <a:custGeom>
              <a:avLst/>
              <a:gdLst>
                <a:gd name="T0" fmla="*/ 9 w 17"/>
                <a:gd name="T1" fmla="*/ 10 h 20"/>
                <a:gd name="T2" fmla="*/ 12 w 17"/>
                <a:gd name="T3" fmla="*/ 7 h 20"/>
                <a:gd name="T4" fmla="*/ 12 w 17"/>
                <a:gd name="T5" fmla="*/ 7 h 20"/>
                <a:gd name="T6" fmla="*/ 9 w 17"/>
                <a:gd name="T7" fmla="*/ 4 h 20"/>
                <a:gd name="T8" fmla="*/ 5 w 17"/>
                <a:gd name="T9" fmla="*/ 4 h 20"/>
                <a:gd name="T10" fmla="*/ 5 w 17"/>
                <a:gd name="T11" fmla="*/ 10 h 20"/>
                <a:gd name="T12" fmla="*/ 9 w 17"/>
                <a:gd name="T13" fmla="*/ 10 h 20"/>
                <a:gd name="T14" fmla="*/ 0 w 17"/>
                <a:gd name="T15" fmla="*/ 2 h 20"/>
                <a:gd name="T16" fmla="*/ 2 w 17"/>
                <a:gd name="T17" fmla="*/ 0 h 20"/>
                <a:gd name="T18" fmla="*/ 9 w 17"/>
                <a:gd name="T19" fmla="*/ 0 h 20"/>
                <a:gd name="T20" fmla="*/ 15 w 17"/>
                <a:gd name="T21" fmla="*/ 2 h 20"/>
                <a:gd name="T22" fmla="*/ 17 w 17"/>
                <a:gd name="T23" fmla="*/ 7 h 20"/>
                <a:gd name="T24" fmla="*/ 17 w 17"/>
                <a:gd name="T25" fmla="*/ 7 h 20"/>
                <a:gd name="T26" fmla="*/ 13 w 17"/>
                <a:gd name="T27" fmla="*/ 13 h 20"/>
                <a:gd name="T28" fmla="*/ 16 w 17"/>
                <a:gd name="T29" fmla="*/ 17 h 20"/>
                <a:gd name="T30" fmla="*/ 16 w 17"/>
                <a:gd name="T31" fmla="*/ 18 h 20"/>
                <a:gd name="T32" fmla="*/ 14 w 17"/>
                <a:gd name="T33" fmla="*/ 20 h 20"/>
                <a:gd name="T34" fmla="*/ 12 w 17"/>
                <a:gd name="T35" fmla="*/ 19 h 20"/>
                <a:gd name="T36" fmla="*/ 8 w 17"/>
                <a:gd name="T37" fmla="*/ 14 h 20"/>
                <a:gd name="T38" fmla="*/ 5 w 17"/>
                <a:gd name="T39" fmla="*/ 14 h 20"/>
                <a:gd name="T40" fmla="*/ 5 w 17"/>
                <a:gd name="T41" fmla="*/ 18 h 20"/>
                <a:gd name="T42" fmla="*/ 2 w 17"/>
                <a:gd name="T43" fmla="*/ 20 h 20"/>
                <a:gd name="T44" fmla="*/ 0 w 17"/>
                <a:gd name="T45" fmla="*/ 18 h 20"/>
                <a:gd name="T46" fmla="*/ 0 w 17"/>
                <a:gd name="T47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7" h="20">
                  <a:moveTo>
                    <a:pt x="9" y="10"/>
                  </a:moveTo>
                  <a:cubicBezTo>
                    <a:pt x="11" y="10"/>
                    <a:pt x="12" y="9"/>
                    <a:pt x="12" y="7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2" y="5"/>
                    <a:pt x="11" y="4"/>
                    <a:pt x="9" y="4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5" y="10"/>
                    <a:pt x="5" y="10"/>
                    <a:pt x="5" y="10"/>
                  </a:cubicBezTo>
                  <a:lnTo>
                    <a:pt x="9" y="10"/>
                  </a:lnTo>
                  <a:close/>
                  <a:moveTo>
                    <a:pt x="0" y="2"/>
                  </a:moveTo>
                  <a:cubicBezTo>
                    <a:pt x="0" y="1"/>
                    <a:pt x="1" y="0"/>
                    <a:pt x="2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12" y="0"/>
                    <a:pt x="14" y="1"/>
                    <a:pt x="15" y="2"/>
                  </a:cubicBezTo>
                  <a:cubicBezTo>
                    <a:pt x="16" y="3"/>
                    <a:pt x="17" y="5"/>
                    <a:pt x="17" y="7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17" y="10"/>
                    <a:pt x="15" y="12"/>
                    <a:pt x="13" y="13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7"/>
                    <a:pt x="16" y="18"/>
                    <a:pt x="16" y="18"/>
                  </a:cubicBezTo>
                  <a:cubicBezTo>
                    <a:pt x="16" y="19"/>
                    <a:pt x="15" y="20"/>
                    <a:pt x="14" y="20"/>
                  </a:cubicBezTo>
                  <a:cubicBezTo>
                    <a:pt x="13" y="20"/>
                    <a:pt x="13" y="20"/>
                    <a:pt x="12" y="19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9"/>
                    <a:pt x="4" y="20"/>
                    <a:pt x="2" y="20"/>
                  </a:cubicBezTo>
                  <a:cubicBezTo>
                    <a:pt x="1" y="20"/>
                    <a:pt x="0" y="19"/>
                    <a:pt x="0" y="18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7170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aseline="0" dirty="0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3E46B5F2-170B-43F3-865D-92F5CD3F3546}"/>
              </a:ext>
            </a:extLst>
          </p:cNvPr>
          <p:cNvSpPr txBox="1"/>
          <p:nvPr userDrawn="1"/>
        </p:nvSpPr>
        <p:spPr bwMode="white">
          <a:xfrm>
            <a:off x="11490941" y="6388099"/>
            <a:ext cx="437990" cy="3651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90000"/>
              </a:lnSpc>
            </a:pPr>
            <a:fld id="{7A51DB15-7364-4F0B-A3A0-1309F8830053}" type="slidenum">
              <a:rPr lang="en-US" sz="800" smtClean="0">
                <a:solidFill>
                  <a:schemeClr val="bg1"/>
                </a:solidFill>
                <a:latin typeface="+mj-lt"/>
              </a:rPr>
              <a:pPr algn="r">
                <a:lnSpc>
                  <a:spcPct val="90000"/>
                </a:lnSpc>
              </a:pPr>
              <a:t>‹#›</a:t>
            </a:fld>
            <a:endParaRPr lang="en-US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09652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with Pho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90378" y="3450868"/>
            <a:ext cx="5961236" cy="1229360"/>
          </a:xfrm>
        </p:spPr>
        <p:txBody>
          <a:bodyPr wrap="square" anchor="b"/>
          <a:lstStyle>
            <a:lvl1pPr algn="l">
              <a:defRPr sz="36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8" name="Subtitle 2">
            <a:extLst>
              <a:ext uri="{FF2B5EF4-FFF2-40B4-BE49-F238E27FC236}">
                <a16:creationId xmlns:a16="http://schemas.microsoft.com/office/drawing/2014/main" id="{6EBAFA4D-7B92-4E38-8320-94F3BCA2E41C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602966" y="4768725"/>
            <a:ext cx="6863048" cy="70088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97E09E63-24A8-49D3-9685-8578A82AA161}"/>
              </a:ext>
            </a:extLst>
          </p:cNvPr>
          <p:cNvGrpSpPr/>
          <p:nvPr userDrawn="1"/>
        </p:nvGrpSpPr>
        <p:grpSpPr bwMode="white">
          <a:xfrm>
            <a:off x="617878" y="6446044"/>
            <a:ext cx="1099793" cy="173355"/>
            <a:chOff x="-84138" y="5622925"/>
            <a:chExt cx="4330701" cy="682626"/>
          </a:xfrm>
          <a:solidFill>
            <a:schemeClr val="bg1"/>
          </a:solidFill>
        </p:grpSpPr>
        <p:sp>
          <p:nvSpPr>
            <p:cNvPr id="67" name="Freeform 6">
              <a:extLst>
                <a:ext uri="{FF2B5EF4-FFF2-40B4-BE49-F238E27FC236}">
                  <a16:creationId xmlns:a16="http://schemas.microsoft.com/office/drawing/2014/main" id="{82AA2D8E-2CF2-47AE-8BA1-22AA0DC8C719}"/>
                </a:ext>
              </a:extLst>
            </p:cNvPr>
            <p:cNvSpPr>
              <a:spLocks/>
            </p:cNvSpPr>
            <p:nvPr userDrawn="1"/>
          </p:nvSpPr>
          <p:spPr bwMode="white">
            <a:xfrm>
              <a:off x="1589088" y="5649913"/>
              <a:ext cx="914400" cy="647700"/>
            </a:xfrm>
            <a:custGeom>
              <a:avLst/>
              <a:gdLst>
                <a:gd name="T0" fmla="*/ 52 w 243"/>
                <a:gd name="T1" fmla="*/ 159 h 170"/>
                <a:gd name="T2" fmla="*/ 2 w 243"/>
                <a:gd name="T3" fmla="*/ 19 h 170"/>
                <a:gd name="T4" fmla="*/ 0 w 243"/>
                <a:gd name="T5" fmla="*/ 12 h 170"/>
                <a:gd name="T6" fmla="*/ 13 w 243"/>
                <a:gd name="T7" fmla="*/ 0 h 170"/>
                <a:gd name="T8" fmla="*/ 25 w 243"/>
                <a:gd name="T9" fmla="*/ 11 h 170"/>
                <a:gd name="T10" fmla="*/ 67 w 243"/>
                <a:gd name="T11" fmla="*/ 131 h 170"/>
                <a:gd name="T12" fmla="*/ 109 w 243"/>
                <a:gd name="T13" fmla="*/ 10 h 170"/>
                <a:gd name="T14" fmla="*/ 121 w 243"/>
                <a:gd name="T15" fmla="*/ 0 h 170"/>
                <a:gd name="T16" fmla="*/ 122 w 243"/>
                <a:gd name="T17" fmla="*/ 0 h 170"/>
                <a:gd name="T18" fmla="*/ 135 w 243"/>
                <a:gd name="T19" fmla="*/ 10 h 170"/>
                <a:gd name="T20" fmla="*/ 177 w 243"/>
                <a:gd name="T21" fmla="*/ 131 h 170"/>
                <a:gd name="T22" fmla="*/ 219 w 243"/>
                <a:gd name="T23" fmla="*/ 10 h 170"/>
                <a:gd name="T24" fmla="*/ 231 w 243"/>
                <a:gd name="T25" fmla="*/ 0 h 170"/>
                <a:gd name="T26" fmla="*/ 243 w 243"/>
                <a:gd name="T27" fmla="*/ 12 h 170"/>
                <a:gd name="T28" fmla="*/ 241 w 243"/>
                <a:gd name="T29" fmla="*/ 19 h 170"/>
                <a:gd name="T30" fmla="*/ 191 w 243"/>
                <a:gd name="T31" fmla="*/ 159 h 170"/>
                <a:gd name="T32" fmla="*/ 177 w 243"/>
                <a:gd name="T33" fmla="*/ 170 h 170"/>
                <a:gd name="T34" fmla="*/ 176 w 243"/>
                <a:gd name="T35" fmla="*/ 170 h 170"/>
                <a:gd name="T36" fmla="*/ 163 w 243"/>
                <a:gd name="T37" fmla="*/ 159 h 170"/>
                <a:gd name="T38" fmla="*/ 122 w 243"/>
                <a:gd name="T39" fmla="*/ 40 h 170"/>
                <a:gd name="T40" fmla="*/ 80 w 243"/>
                <a:gd name="T41" fmla="*/ 159 h 170"/>
                <a:gd name="T42" fmla="*/ 66 w 243"/>
                <a:gd name="T43" fmla="*/ 170 h 170"/>
                <a:gd name="T44" fmla="*/ 66 w 243"/>
                <a:gd name="T45" fmla="*/ 170 h 170"/>
                <a:gd name="T46" fmla="*/ 52 w 243"/>
                <a:gd name="T47" fmla="*/ 159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43" h="170">
                  <a:moveTo>
                    <a:pt x="52" y="159"/>
                  </a:moveTo>
                  <a:cubicBezTo>
                    <a:pt x="2" y="19"/>
                    <a:pt x="2" y="19"/>
                    <a:pt x="2" y="19"/>
                  </a:cubicBezTo>
                  <a:cubicBezTo>
                    <a:pt x="1" y="17"/>
                    <a:pt x="0" y="14"/>
                    <a:pt x="0" y="12"/>
                  </a:cubicBezTo>
                  <a:cubicBezTo>
                    <a:pt x="0" y="6"/>
                    <a:pt x="5" y="0"/>
                    <a:pt x="13" y="0"/>
                  </a:cubicBezTo>
                  <a:cubicBezTo>
                    <a:pt x="19" y="0"/>
                    <a:pt x="23" y="4"/>
                    <a:pt x="25" y="11"/>
                  </a:cubicBezTo>
                  <a:cubicBezTo>
                    <a:pt x="67" y="131"/>
                    <a:pt x="67" y="131"/>
                    <a:pt x="67" y="131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11" y="4"/>
                    <a:pt x="114" y="0"/>
                    <a:pt x="121" y="0"/>
                  </a:cubicBezTo>
                  <a:cubicBezTo>
                    <a:pt x="122" y="0"/>
                    <a:pt x="122" y="0"/>
                    <a:pt x="122" y="0"/>
                  </a:cubicBezTo>
                  <a:cubicBezTo>
                    <a:pt x="129" y="0"/>
                    <a:pt x="133" y="4"/>
                    <a:pt x="135" y="10"/>
                  </a:cubicBezTo>
                  <a:cubicBezTo>
                    <a:pt x="177" y="131"/>
                    <a:pt x="177" y="131"/>
                    <a:pt x="177" y="131"/>
                  </a:cubicBezTo>
                  <a:cubicBezTo>
                    <a:pt x="219" y="10"/>
                    <a:pt x="219" y="10"/>
                    <a:pt x="219" y="10"/>
                  </a:cubicBezTo>
                  <a:cubicBezTo>
                    <a:pt x="221" y="5"/>
                    <a:pt x="224" y="0"/>
                    <a:pt x="231" y="0"/>
                  </a:cubicBezTo>
                  <a:cubicBezTo>
                    <a:pt x="238" y="0"/>
                    <a:pt x="243" y="6"/>
                    <a:pt x="243" y="12"/>
                  </a:cubicBezTo>
                  <a:cubicBezTo>
                    <a:pt x="243" y="14"/>
                    <a:pt x="242" y="17"/>
                    <a:pt x="241" y="19"/>
                  </a:cubicBezTo>
                  <a:cubicBezTo>
                    <a:pt x="191" y="159"/>
                    <a:pt x="191" y="159"/>
                    <a:pt x="191" y="159"/>
                  </a:cubicBezTo>
                  <a:cubicBezTo>
                    <a:pt x="188" y="166"/>
                    <a:pt x="183" y="170"/>
                    <a:pt x="177" y="170"/>
                  </a:cubicBezTo>
                  <a:cubicBezTo>
                    <a:pt x="176" y="170"/>
                    <a:pt x="176" y="170"/>
                    <a:pt x="176" y="170"/>
                  </a:cubicBezTo>
                  <a:cubicBezTo>
                    <a:pt x="170" y="170"/>
                    <a:pt x="165" y="166"/>
                    <a:pt x="163" y="159"/>
                  </a:cubicBezTo>
                  <a:cubicBezTo>
                    <a:pt x="122" y="40"/>
                    <a:pt x="122" y="40"/>
                    <a:pt x="122" y="40"/>
                  </a:cubicBezTo>
                  <a:cubicBezTo>
                    <a:pt x="80" y="159"/>
                    <a:pt x="80" y="159"/>
                    <a:pt x="80" y="159"/>
                  </a:cubicBezTo>
                  <a:cubicBezTo>
                    <a:pt x="78" y="166"/>
                    <a:pt x="73" y="170"/>
                    <a:pt x="66" y="170"/>
                  </a:cubicBezTo>
                  <a:cubicBezTo>
                    <a:pt x="66" y="170"/>
                    <a:pt x="66" y="170"/>
                    <a:pt x="66" y="170"/>
                  </a:cubicBezTo>
                  <a:cubicBezTo>
                    <a:pt x="60" y="170"/>
                    <a:pt x="55" y="166"/>
                    <a:pt x="52" y="15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aseline="0" dirty="0"/>
            </a:p>
          </p:txBody>
        </p:sp>
        <p:sp>
          <p:nvSpPr>
            <p:cNvPr id="68" name="Freeform 7">
              <a:extLst>
                <a:ext uri="{FF2B5EF4-FFF2-40B4-BE49-F238E27FC236}">
                  <a16:creationId xmlns:a16="http://schemas.microsoft.com/office/drawing/2014/main" id="{DB231781-0913-4FEB-A765-B02F9675E9A8}"/>
                </a:ext>
              </a:extLst>
            </p:cNvPr>
            <p:cNvSpPr>
              <a:spLocks/>
            </p:cNvSpPr>
            <p:nvPr userDrawn="1"/>
          </p:nvSpPr>
          <p:spPr bwMode="white">
            <a:xfrm>
              <a:off x="3163888" y="5649913"/>
              <a:ext cx="354013" cy="647700"/>
            </a:xfrm>
            <a:custGeom>
              <a:avLst/>
              <a:gdLst>
                <a:gd name="T0" fmla="*/ 0 w 94"/>
                <a:gd name="T1" fmla="*/ 13 h 170"/>
                <a:gd name="T2" fmla="*/ 12 w 94"/>
                <a:gd name="T3" fmla="*/ 0 h 170"/>
                <a:gd name="T4" fmla="*/ 24 w 94"/>
                <a:gd name="T5" fmla="*/ 13 h 170"/>
                <a:gd name="T6" fmla="*/ 24 w 94"/>
                <a:gd name="T7" fmla="*/ 41 h 170"/>
                <a:gd name="T8" fmla="*/ 82 w 94"/>
                <a:gd name="T9" fmla="*/ 0 h 170"/>
                <a:gd name="T10" fmla="*/ 94 w 94"/>
                <a:gd name="T11" fmla="*/ 13 h 170"/>
                <a:gd name="T12" fmla="*/ 83 w 94"/>
                <a:gd name="T13" fmla="*/ 25 h 170"/>
                <a:gd name="T14" fmla="*/ 24 w 94"/>
                <a:gd name="T15" fmla="*/ 101 h 170"/>
                <a:gd name="T16" fmla="*/ 24 w 94"/>
                <a:gd name="T17" fmla="*/ 157 h 170"/>
                <a:gd name="T18" fmla="*/ 12 w 94"/>
                <a:gd name="T19" fmla="*/ 170 h 170"/>
                <a:gd name="T20" fmla="*/ 0 w 94"/>
                <a:gd name="T21" fmla="*/ 157 h 170"/>
                <a:gd name="T22" fmla="*/ 0 w 94"/>
                <a:gd name="T23" fmla="*/ 13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4" h="170">
                  <a:moveTo>
                    <a:pt x="0" y="13"/>
                  </a:moveTo>
                  <a:cubicBezTo>
                    <a:pt x="0" y="6"/>
                    <a:pt x="5" y="0"/>
                    <a:pt x="12" y="0"/>
                  </a:cubicBezTo>
                  <a:cubicBezTo>
                    <a:pt x="19" y="0"/>
                    <a:pt x="24" y="5"/>
                    <a:pt x="24" y="13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37" y="13"/>
                    <a:pt x="64" y="0"/>
                    <a:pt x="82" y="0"/>
                  </a:cubicBezTo>
                  <a:cubicBezTo>
                    <a:pt x="89" y="0"/>
                    <a:pt x="94" y="6"/>
                    <a:pt x="94" y="13"/>
                  </a:cubicBezTo>
                  <a:cubicBezTo>
                    <a:pt x="94" y="20"/>
                    <a:pt x="89" y="24"/>
                    <a:pt x="83" y="25"/>
                  </a:cubicBezTo>
                  <a:cubicBezTo>
                    <a:pt x="51" y="29"/>
                    <a:pt x="24" y="53"/>
                    <a:pt x="24" y="101"/>
                  </a:cubicBezTo>
                  <a:cubicBezTo>
                    <a:pt x="24" y="157"/>
                    <a:pt x="24" y="157"/>
                    <a:pt x="24" y="157"/>
                  </a:cubicBezTo>
                  <a:cubicBezTo>
                    <a:pt x="24" y="164"/>
                    <a:pt x="19" y="170"/>
                    <a:pt x="12" y="170"/>
                  </a:cubicBezTo>
                  <a:cubicBezTo>
                    <a:pt x="5" y="170"/>
                    <a:pt x="0" y="164"/>
                    <a:pt x="0" y="157"/>
                  </a:cubicBezTo>
                  <a:lnTo>
                    <a:pt x="0" y="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aseline="0" dirty="0"/>
            </a:p>
          </p:txBody>
        </p:sp>
        <p:sp>
          <p:nvSpPr>
            <p:cNvPr id="69" name="Freeform 8">
              <a:extLst>
                <a:ext uri="{FF2B5EF4-FFF2-40B4-BE49-F238E27FC236}">
                  <a16:creationId xmlns:a16="http://schemas.microsoft.com/office/drawing/2014/main" id="{3ABF11FB-C738-4E99-9D81-B317B3B4FFF4}"/>
                </a:ext>
              </a:extLst>
            </p:cNvPr>
            <p:cNvSpPr>
              <a:spLocks noEditPoints="1"/>
            </p:cNvSpPr>
            <p:nvPr userDrawn="1"/>
          </p:nvSpPr>
          <p:spPr bwMode="white">
            <a:xfrm>
              <a:off x="3509963" y="5649913"/>
              <a:ext cx="579438" cy="655638"/>
            </a:xfrm>
            <a:custGeom>
              <a:avLst/>
              <a:gdLst>
                <a:gd name="T0" fmla="*/ 129 w 154"/>
                <a:gd name="T1" fmla="*/ 76 h 172"/>
                <a:gd name="T2" fmla="*/ 77 w 154"/>
                <a:gd name="T3" fmla="*/ 21 h 172"/>
                <a:gd name="T4" fmla="*/ 25 w 154"/>
                <a:gd name="T5" fmla="*/ 76 h 172"/>
                <a:gd name="T6" fmla="*/ 129 w 154"/>
                <a:gd name="T7" fmla="*/ 76 h 172"/>
                <a:gd name="T8" fmla="*/ 81 w 154"/>
                <a:gd name="T9" fmla="*/ 172 h 172"/>
                <a:gd name="T10" fmla="*/ 0 w 154"/>
                <a:gd name="T11" fmla="*/ 86 h 172"/>
                <a:gd name="T12" fmla="*/ 0 w 154"/>
                <a:gd name="T13" fmla="*/ 85 h 172"/>
                <a:gd name="T14" fmla="*/ 78 w 154"/>
                <a:gd name="T15" fmla="*/ 0 h 172"/>
                <a:gd name="T16" fmla="*/ 154 w 154"/>
                <a:gd name="T17" fmla="*/ 83 h 172"/>
                <a:gd name="T18" fmla="*/ 142 w 154"/>
                <a:gd name="T19" fmla="*/ 95 h 172"/>
                <a:gd name="T20" fmla="*/ 25 w 154"/>
                <a:gd name="T21" fmla="*/ 95 h 172"/>
                <a:gd name="T22" fmla="*/ 82 w 154"/>
                <a:gd name="T23" fmla="*/ 150 h 172"/>
                <a:gd name="T24" fmla="*/ 129 w 154"/>
                <a:gd name="T25" fmla="*/ 131 h 172"/>
                <a:gd name="T26" fmla="*/ 136 w 154"/>
                <a:gd name="T27" fmla="*/ 128 h 172"/>
                <a:gd name="T28" fmla="*/ 146 w 154"/>
                <a:gd name="T29" fmla="*/ 139 h 172"/>
                <a:gd name="T30" fmla="*/ 142 w 154"/>
                <a:gd name="T31" fmla="*/ 147 h 172"/>
                <a:gd name="T32" fmla="*/ 81 w 154"/>
                <a:gd name="T33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54" h="172">
                  <a:moveTo>
                    <a:pt x="129" y="76"/>
                  </a:moveTo>
                  <a:cubicBezTo>
                    <a:pt x="127" y="47"/>
                    <a:pt x="110" y="21"/>
                    <a:pt x="77" y="21"/>
                  </a:cubicBezTo>
                  <a:cubicBezTo>
                    <a:pt x="49" y="21"/>
                    <a:pt x="28" y="44"/>
                    <a:pt x="25" y="76"/>
                  </a:cubicBezTo>
                  <a:lnTo>
                    <a:pt x="129" y="76"/>
                  </a:lnTo>
                  <a:close/>
                  <a:moveTo>
                    <a:pt x="81" y="172"/>
                  </a:moveTo>
                  <a:cubicBezTo>
                    <a:pt x="36" y="172"/>
                    <a:pt x="0" y="137"/>
                    <a:pt x="0" y="86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38"/>
                    <a:pt x="33" y="0"/>
                    <a:pt x="78" y="0"/>
                  </a:cubicBezTo>
                  <a:cubicBezTo>
                    <a:pt x="126" y="0"/>
                    <a:pt x="154" y="40"/>
                    <a:pt x="154" y="83"/>
                  </a:cubicBezTo>
                  <a:cubicBezTo>
                    <a:pt x="154" y="90"/>
                    <a:pt x="148" y="95"/>
                    <a:pt x="142" y="95"/>
                  </a:cubicBezTo>
                  <a:cubicBezTo>
                    <a:pt x="25" y="95"/>
                    <a:pt x="25" y="95"/>
                    <a:pt x="25" y="95"/>
                  </a:cubicBezTo>
                  <a:cubicBezTo>
                    <a:pt x="28" y="130"/>
                    <a:pt x="53" y="150"/>
                    <a:pt x="82" y="150"/>
                  </a:cubicBezTo>
                  <a:cubicBezTo>
                    <a:pt x="102" y="150"/>
                    <a:pt x="117" y="142"/>
                    <a:pt x="129" y="131"/>
                  </a:cubicBezTo>
                  <a:cubicBezTo>
                    <a:pt x="131" y="130"/>
                    <a:pt x="133" y="128"/>
                    <a:pt x="136" y="128"/>
                  </a:cubicBezTo>
                  <a:cubicBezTo>
                    <a:pt x="142" y="128"/>
                    <a:pt x="146" y="133"/>
                    <a:pt x="146" y="139"/>
                  </a:cubicBezTo>
                  <a:cubicBezTo>
                    <a:pt x="146" y="142"/>
                    <a:pt x="145" y="145"/>
                    <a:pt x="142" y="147"/>
                  </a:cubicBezTo>
                  <a:cubicBezTo>
                    <a:pt x="127" y="162"/>
                    <a:pt x="109" y="172"/>
                    <a:pt x="81" y="17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aseline="0" dirty="0"/>
            </a:p>
          </p:txBody>
        </p:sp>
        <p:sp>
          <p:nvSpPr>
            <p:cNvPr id="70" name="Freeform 9">
              <a:extLst>
                <a:ext uri="{FF2B5EF4-FFF2-40B4-BE49-F238E27FC236}">
                  <a16:creationId xmlns:a16="http://schemas.microsoft.com/office/drawing/2014/main" id="{21F9AEA1-3F12-4EE4-9B0A-11F6FC2F34FF}"/>
                </a:ext>
              </a:extLst>
            </p:cNvPr>
            <p:cNvSpPr>
              <a:spLocks noEditPoints="1"/>
            </p:cNvSpPr>
            <p:nvPr userDrawn="1"/>
          </p:nvSpPr>
          <p:spPr bwMode="white">
            <a:xfrm>
              <a:off x="2503488" y="5649913"/>
              <a:ext cx="547688" cy="655638"/>
            </a:xfrm>
            <a:custGeom>
              <a:avLst/>
              <a:gdLst>
                <a:gd name="T0" fmla="*/ 122 w 146"/>
                <a:gd name="T1" fmla="*/ 107 h 172"/>
                <a:gd name="T2" fmla="*/ 122 w 146"/>
                <a:gd name="T3" fmla="*/ 91 h 172"/>
                <a:gd name="T4" fmla="*/ 74 w 146"/>
                <a:gd name="T5" fmla="*/ 84 h 172"/>
                <a:gd name="T6" fmla="*/ 25 w 146"/>
                <a:gd name="T7" fmla="*/ 118 h 172"/>
                <a:gd name="T8" fmla="*/ 25 w 146"/>
                <a:gd name="T9" fmla="*/ 119 h 172"/>
                <a:gd name="T10" fmla="*/ 67 w 146"/>
                <a:gd name="T11" fmla="*/ 152 h 172"/>
                <a:gd name="T12" fmla="*/ 122 w 146"/>
                <a:gd name="T13" fmla="*/ 107 h 172"/>
                <a:gd name="T14" fmla="*/ 0 w 146"/>
                <a:gd name="T15" fmla="*/ 120 h 172"/>
                <a:gd name="T16" fmla="*/ 0 w 146"/>
                <a:gd name="T17" fmla="*/ 119 h 172"/>
                <a:gd name="T18" fmla="*/ 71 w 146"/>
                <a:gd name="T19" fmla="*/ 66 h 172"/>
                <a:gd name="T20" fmla="*/ 122 w 146"/>
                <a:gd name="T21" fmla="*/ 73 h 172"/>
                <a:gd name="T22" fmla="*/ 122 w 146"/>
                <a:gd name="T23" fmla="*/ 67 h 172"/>
                <a:gd name="T24" fmla="*/ 73 w 146"/>
                <a:gd name="T25" fmla="*/ 22 h 172"/>
                <a:gd name="T26" fmla="*/ 34 w 146"/>
                <a:gd name="T27" fmla="*/ 30 h 172"/>
                <a:gd name="T28" fmla="*/ 30 w 146"/>
                <a:gd name="T29" fmla="*/ 31 h 172"/>
                <a:gd name="T30" fmla="*/ 19 w 146"/>
                <a:gd name="T31" fmla="*/ 20 h 172"/>
                <a:gd name="T32" fmla="*/ 26 w 146"/>
                <a:gd name="T33" fmla="*/ 10 h 172"/>
                <a:gd name="T34" fmla="*/ 75 w 146"/>
                <a:gd name="T35" fmla="*/ 0 h 172"/>
                <a:gd name="T36" fmla="*/ 129 w 146"/>
                <a:gd name="T37" fmla="*/ 19 h 172"/>
                <a:gd name="T38" fmla="*/ 146 w 146"/>
                <a:gd name="T39" fmla="*/ 67 h 172"/>
                <a:gd name="T40" fmla="*/ 146 w 146"/>
                <a:gd name="T41" fmla="*/ 158 h 172"/>
                <a:gd name="T42" fmla="*/ 134 w 146"/>
                <a:gd name="T43" fmla="*/ 170 h 172"/>
                <a:gd name="T44" fmla="*/ 122 w 146"/>
                <a:gd name="T45" fmla="*/ 159 h 172"/>
                <a:gd name="T46" fmla="*/ 122 w 146"/>
                <a:gd name="T47" fmla="*/ 143 h 172"/>
                <a:gd name="T48" fmla="*/ 62 w 146"/>
                <a:gd name="T49" fmla="*/ 172 h 172"/>
                <a:gd name="T50" fmla="*/ 0 w 146"/>
                <a:gd name="T51" fmla="*/ 120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46" h="172">
                  <a:moveTo>
                    <a:pt x="122" y="107"/>
                  </a:moveTo>
                  <a:cubicBezTo>
                    <a:pt x="122" y="91"/>
                    <a:pt x="122" y="91"/>
                    <a:pt x="122" y="91"/>
                  </a:cubicBezTo>
                  <a:cubicBezTo>
                    <a:pt x="110" y="88"/>
                    <a:pt x="94" y="84"/>
                    <a:pt x="74" y="84"/>
                  </a:cubicBezTo>
                  <a:cubicBezTo>
                    <a:pt x="43" y="84"/>
                    <a:pt x="25" y="98"/>
                    <a:pt x="25" y="118"/>
                  </a:cubicBezTo>
                  <a:cubicBezTo>
                    <a:pt x="25" y="119"/>
                    <a:pt x="25" y="119"/>
                    <a:pt x="25" y="119"/>
                  </a:cubicBezTo>
                  <a:cubicBezTo>
                    <a:pt x="25" y="140"/>
                    <a:pt x="45" y="152"/>
                    <a:pt x="67" y="152"/>
                  </a:cubicBezTo>
                  <a:cubicBezTo>
                    <a:pt x="97" y="152"/>
                    <a:pt x="122" y="133"/>
                    <a:pt x="122" y="107"/>
                  </a:cubicBezTo>
                  <a:moveTo>
                    <a:pt x="0" y="120"/>
                  </a:moveTo>
                  <a:cubicBezTo>
                    <a:pt x="0" y="119"/>
                    <a:pt x="0" y="119"/>
                    <a:pt x="0" y="119"/>
                  </a:cubicBezTo>
                  <a:cubicBezTo>
                    <a:pt x="0" y="85"/>
                    <a:pt x="29" y="66"/>
                    <a:pt x="71" y="66"/>
                  </a:cubicBezTo>
                  <a:cubicBezTo>
                    <a:pt x="92" y="66"/>
                    <a:pt x="107" y="69"/>
                    <a:pt x="122" y="73"/>
                  </a:cubicBezTo>
                  <a:cubicBezTo>
                    <a:pt x="122" y="67"/>
                    <a:pt x="122" y="67"/>
                    <a:pt x="122" y="67"/>
                  </a:cubicBezTo>
                  <a:cubicBezTo>
                    <a:pt x="122" y="37"/>
                    <a:pt x="104" y="22"/>
                    <a:pt x="73" y="22"/>
                  </a:cubicBezTo>
                  <a:cubicBezTo>
                    <a:pt x="56" y="22"/>
                    <a:pt x="46" y="24"/>
                    <a:pt x="34" y="30"/>
                  </a:cubicBezTo>
                  <a:cubicBezTo>
                    <a:pt x="33" y="30"/>
                    <a:pt x="31" y="31"/>
                    <a:pt x="30" y="31"/>
                  </a:cubicBezTo>
                  <a:cubicBezTo>
                    <a:pt x="24" y="31"/>
                    <a:pt x="19" y="26"/>
                    <a:pt x="19" y="20"/>
                  </a:cubicBezTo>
                  <a:cubicBezTo>
                    <a:pt x="19" y="15"/>
                    <a:pt x="21" y="12"/>
                    <a:pt x="26" y="10"/>
                  </a:cubicBezTo>
                  <a:cubicBezTo>
                    <a:pt x="42" y="3"/>
                    <a:pt x="54" y="0"/>
                    <a:pt x="75" y="0"/>
                  </a:cubicBezTo>
                  <a:cubicBezTo>
                    <a:pt x="99" y="0"/>
                    <a:pt x="117" y="6"/>
                    <a:pt x="129" y="19"/>
                  </a:cubicBezTo>
                  <a:cubicBezTo>
                    <a:pt x="140" y="30"/>
                    <a:pt x="146" y="46"/>
                    <a:pt x="146" y="67"/>
                  </a:cubicBezTo>
                  <a:cubicBezTo>
                    <a:pt x="146" y="158"/>
                    <a:pt x="146" y="158"/>
                    <a:pt x="146" y="158"/>
                  </a:cubicBezTo>
                  <a:cubicBezTo>
                    <a:pt x="146" y="165"/>
                    <a:pt x="141" y="170"/>
                    <a:pt x="134" y="170"/>
                  </a:cubicBezTo>
                  <a:cubicBezTo>
                    <a:pt x="127" y="170"/>
                    <a:pt x="122" y="165"/>
                    <a:pt x="122" y="159"/>
                  </a:cubicBezTo>
                  <a:cubicBezTo>
                    <a:pt x="122" y="143"/>
                    <a:pt x="122" y="143"/>
                    <a:pt x="122" y="143"/>
                  </a:cubicBezTo>
                  <a:cubicBezTo>
                    <a:pt x="111" y="158"/>
                    <a:pt x="91" y="172"/>
                    <a:pt x="62" y="172"/>
                  </a:cubicBezTo>
                  <a:cubicBezTo>
                    <a:pt x="32" y="172"/>
                    <a:pt x="0" y="154"/>
                    <a:pt x="0" y="12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aseline="0" dirty="0"/>
            </a:p>
          </p:txBody>
        </p:sp>
        <p:sp>
          <p:nvSpPr>
            <p:cNvPr id="71" name="Freeform 10">
              <a:extLst>
                <a:ext uri="{FF2B5EF4-FFF2-40B4-BE49-F238E27FC236}">
                  <a16:creationId xmlns:a16="http://schemas.microsoft.com/office/drawing/2014/main" id="{87E382A9-F6F4-488E-98B8-A2C07D983E60}"/>
                </a:ext>
              </a:extLst>
            </p:cNvPr>
            <p:cNvSpPr>
              <a:spLocks/>
            </p:cNvSpPr>
            <p:nvPr userDrawn="1"/>
          </p:nvSpPr>
          <p:spPr bwMode="white">
            <a:xfrm>
              <a:off x="-84138" y="5622925"/>
              <a:ext cx="1635125" cy="682625"/>
            </a:xfrm>
            <a:custGeom>
              <a:avLst/>
              <a:gdLst>
                <a:gd name="T0" fmla="*/ 49 w 435"/>
                <a:gd name="T1" fmla="*/ 18 h 179"/>
                <a:gd name="T2" fmla="*/ 17 w 435"/>
                <a:gd name="T3" fmla="*/ 6 h 179"/>
                <a:gd name="T4" fmla="*/ 6 w 435"/>
                <a:gd name="T5" fmla="*/ 37 h 179"/>
                <a:gd name="T6" fmla="*/ 58 w 435"/>
                <a:gd name="T7" fmla="*/ 152 h 179"/>
                <a:gd name="T8" fmla="*/ 92 w 435"/>
                <a:gd name="T9" fmla="*/ 179 h 179"/>
                <a:gd name="T10" fmla="*/ 125 w 435"/>
                <a:gd name="T11" fmla="*/ 152 h 179"/>
                <a:gd name="T12" fmla="*/ 171 w 435"/>
                <a:gd name="T13" fmla="*/ 51 h 179"/>
                <a:gd name="T14" fmla="*/ 178 w 435"/>
                <a:gd name="T15" fmla="*/ 46 h 179"/>
                <a:gd name="T16" fmla="*/ 185 w 435"/>
                <a:gd name="T17" fmla="*/ 54 h 179"/>
                <a:gd name="T18" fmla="*/ 185 w 435"/>
                <a:gd name="T19" fmla="*/ 151 h 179"/>
                <a:gd name="T20" fmla="*/ 209 w 435"/>
                <a:gd name="T21" fmla="*/ 179 h 179"/>
                <a:gd name="T22" fmla="*/ 234 w 435"/>
                <a:gd name="T23" fmla="*/ 151 h 179"/>
                <a:gd name="T24" fmla="*/ 234 w 435"/>
                <a:gd name="T25" fmla="*/ 72 h 179"/>
                <a:gd name="T26" fmla="*/ 260 w 435"/>
                <a:gd name="T27" fmla="*/ 46 h 179"/>
                <a:gd name="T28" fmla="*/ 285 w 435"/>
                <a:gd name="T29" fmla="*/ 72 h 179"/>
                <a:gd name="T30" fmla="*/ 285 w 435"/>
                <a:gd name="T31" fmla="*/ 151 h 179"/>
                <a:gd name="T32" fmla="*/ 310 w 435"/>
                <a:gd name="T33" fmla="*/ 179 h 179"/>
                <a:gd name="T34" fmla="*/ 334 w 435"/>
                <a:gd name="T35" fmla="*/ 151 h 179"/>
                <a:gd name="T36" fmla="*/ 334 w 435"/>
                <a:gd name="T37" fmla="*/ 72 h 179"/>
                <a:gd name="T38" fmla="*/ 360 w 435"/>
                <a:gd name="T39" fmla="*/ 46 h 179"/>
                <a:gd name="T40" fmla="*/ 385 w 435"/>
                <a:gd name="T41" fmla="*/ 72 h 179"/>
                <a:gd name="T42" fmla="*/ 385 w 435"/>
                <a:gd name="T43" fmla="*/ 151 h 179"/>
                <a:gd name="T44" fmla="*/ 410 w 435"/>
                <a:gd name="T45" fmla="*/ 179 h 179"/>
                <a:gd name="T46" fmla="*/ 435 w 435"/>
                <a:gd name="T47" fmla="*/ 151 h 179"/>
                <a:gd name="T48" fmla="*/ 435 w 435"/>
                <a:gd name="T49" fmla="*/ 61 h 179"/>
                <a:gd name="T50" fmla="*/ 375 w 435"/>
                <a:gd name="T51" fmla="*/ 4 h 179"/>
                <a:gd name="T52" fmla="*/ 323 w 435"/>
                <a:gd name="T53" fmla="*/ 26 h 179"/>
                <a:gd name="T54" fmla="*/ 272 w 435"/>
                <a:gd name="T55" fmla="*/ 4 h 179"/>
                <a:gd name="T56" fmla="*/ 223 w 435"/>
                <a:gd name="T57" fmla="*/ 26 h 179"/>
                <a:gd name="T58" fmla="*/ 178 w 435"/>
                <a:gd name="T59" fmla="*/ 4 h 179"/>
                <a:gd name="T60" fmla="*/ 125 w 435"/>
                <a:gd name="T61" fmla="*/ 40 h 179"/>
                <a:gd name="T62" fmla="*/ 92 w 435"/>
                <a:gd name="T63" fmla="*/ 119 h 179"/>
                <a:gd name="T64" fmla="*/ 49 w 435"/>
                <a:gd name="T65" fmla="*/ 18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35" h="179">
                  <a:moveTo>
                    <a:pt x="49" y="18"/>
                  </a:moveTo>
                  <a:cubicBezTo>
                    <a:pt x="43" y="6"/>
                    <a:pt x="30" y="0"/>
                    <a:pt x="17" y="6"/>
                  </a:cubicBezTo>
                  <a:cubicBezTo>
                    <a:pt x="5" y="12"/>
                    <a:pt x="0" y="25"/>
                    <a:pt x="6" y="37"/>
                  </a:cubicBezTo>
                  <a:cubicBezTo>
                    <a:pt x="58" y="152"/>
                    <a:pt x="58" y="152"/>
                    <a:pt x="58" y="152"/>
                  </a:cubicBezTo>
                  <a:cubicBezTo>
                    <a:pt x="67" y="169"/>
                    <a:pt x="75" y="179"/>
                    <a:pt x="92" y="179"/>
                  </a:cubicBezTo>
                  <a:cubicBezTo>
                    <a:pt x="109" y="179"/>
                    <a:pt x="117" y="169"/>
                    <a:pt x="125" y="152"/>
                  </a:cubicBezTo>
                  <a:cubicBezTo>
                    <a:pt x="125" y="152"/>
                    <a:pt x="171" y="52"/>
                    <a:pt x="171" y="51"/>
                  </a:cubicBezTo>
                  <a:cubicBezTo>
                    <a:pt x="172" y="50"/>
                    <a:pt x="173" y="46"/>
                    <a:pt x="178" y="46"/>
                  </a:cubicBezTo>
                  <a:cubicBezTo>
                    <a:pt x="182" y="47"/>
                    <a:pt x="185" y="50"/>
                    <a:pt x="185" y="54"/>
                  </a:cubicBezTo>
                  <a:cubicBezTo>
                    <a:pt x="185" y="151"/>
                    <a:pt x="185" y="151"/>
                    <a:pt x="185" y="151"/>
                  </a:cubicBezTo>
                  <a:cubicBezTo>
                    <a:pt x="185" y="166"/>
                    <a:pt x="193" y="179"/>
                    <a:pt x="209" y="179"/>
                  </a:cubicBezTo>
                  <a:cubicBezTo>
                    <a:pt x="225" y="179"/>
                    <a:pt x="234" y="166"/>
                    <a:pt x="234" y="151"/>
                  </a:cubicBezTo>
                  <a:cubicBezTo>
                    <a:pt x="234" y="72"/>
                    <a:pt x="234" y="72"/>
                    <a:pt x="234" y="72"/>
                  </a:cubicBezTo>
                  <a:cubicBezTo>
                    <a:pt x="234" y="56"/>
                    <a:pt x="245" y="46"/>
                    <a:pt x="260" y="46"/>
                  </a:cubicBezTo>
                  <a:cubicBezTo>
                    <a:pt x="275" y="46"/>
                    <a:pt x="285" y="57"/>
                    <a:pt x="285" y="72"/>
                  </a:cubicBezTo>
                  <a:cubicBezTo>
                    <a:pt x="285" y="151"/>
                    <a:pt x="285" y="151"/>
                    <a:pt x="285" y="151"/>
                  </a:cubicBezTo>
                  <a:cubicBezTo>
                    <a:pt x="285" y="166"/>
                    <a:pt x="294" y="179"/>
                    <a:pt x="310" y="179"/>
                  </a:cubicBezTo>
                  <a:cubicBezTo>
                    <a:pt x="326" y="179"/>
                    <a:pt x="334" y="166"/>
                    <a:pt x="334" y="151"/>
                  </a:cubicBezTo>
                  <a:cubicBezTo>
                    <a:pt x="334" y="72"/>
                    <a:pt x="334" y="72"/>
                    <a:pt x="334" y="72"/>
                  </a:cubicBezTo>
                  <a:cubicBezTo>
                    <a:pt x="334" y="56"/>
                    <a:pt x="345" y="46"/>
                    <a:pt x="360" y="46"/>
                  </a:cubicBezTo>
                  <a:cubicBezTo>
                    <a:pt x="375" y="46"/>
                    <a:pt x="385" y="57"/>
                    <a:pt x="385" y="72"/>
                  </a:cubicBezTo>
                  <a:cubicBezTo>
                    <a:pt x="385" y="151"/>
                    <a:pt x="385" y="151"/>
                    <a:pt x="385" y="151"/>
                  </a:cubicBezTo>
                  <a:cubicBezTo>
                    <a:pt x="385" y="166"/>
                    <a:pt x="394" y="179"/>
                    <a:pt x="410" y="179"/>
                  </a:cubicBezTo>
                  <a:cubicBezTo>
                    <a:pt x="426" y="179"/>
                    <a:pt x="435" y="166"/>
                    <a:pt x="435" y="151"/>
                  </a:cubicBezTo>
                  <a:cubicBezTo>
                    <a:pt x="435" y="61"/>
                    <a:pt x="435" y="61"/>
                    <a:pt x="435" y="61"/>
                  </a:cubicBezTo>
                  <a:cubicBezTo>
                    <a:pt x="435" y="27"/>
                    <a:pt x="408" y="4"/>
                    <a:pt x="375" y="4"/>
                  </a:cubicBezTo>
                  <a:cubicBezTo>
                    <a:pt x="343" y="4"/>
                    <a:pt x="323" y="26"/>
                    <a:pt x="323" y="26"/>
                  </a:cubicBezTo>
                  <a:cubicBezTo>
                    <a:pt x="312" y="12"/>
                    <a:pt x="297" y="4"/>
                    <a:pt x="272" y="4"/>
                  </a:cubicBezTo>
                  <a:cubicBezTo>
                    <a:pt x="246" y="4"/>
                    <a:pt x="223" y="26"/>
                    <a:pt x="223" y="26"/>
                  </a:cubicBezTo>
                  <a:cubicBezTo>
                    <a:pt x="212" y="12"/>
                    <a:pt x="194" y="4"/>
                    <a:pt x="178" y="4"/>
                  </a:cubicBezTo>
                  <a:cubicBezTo>
                    <a:pt x="155" y="4"/>
                    <a:pt x="136" y="14"/>
                    <a:pt x="125" y="40"/>
                  </a:cubicBezTo>
                  <a:cubicBezTo>
                    <a:pt x="92" y="119"/>
                    <a:pt x="92" y="119"/>
                    <a:pt x="92" y="119"/>
                  </a:cubicBezTo>
                  <a:lnTo>
                    <a:pt x="49" y="1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aseline="0" dirty="0"/>
            </a:p>
          </p:txBody>
        </p:sp>
        <p:sp>
          <p:nvSpPr>
            <p:cNvPr id="72" name="Freeform 11">
              <a:extLst>
                <a:ext uri="{FF2B5EF4-FFF2-40B4-BE49-F238E27FC236}">
                  <a16:creationId xmlns:a16="http://schemas.microsoft.com/office/drawing/2014/main" id="{862FC631-21BD-4380-B20F-767EC3455CDB}"/>
                </a:ext>
              </a:extLst>
            </p:cNvPr>
            <p:cNvSpPr>
              <a:spLocks noEditPoints="1"/>
            </p:cNvSpPr>
            <p:nvPr userDrawn="1"/>
          </p:nvSpPr>
          <p:spPr bwMode="white">
            <a:xfrm>
              <a:off x="4097338" y="5649913"/>
              <a:ext cx="149225" cy="157163"/>
            </a:xfrm>
            <a:custGeom>
              <a:avLst/>
              <a:gdLst>
                <a:gd name="T0" fmla="*/ 37 w 40"/>
                <a:gd name="T1" fmla="*/ 20 h 41"/>
                <a:gd name="T2" fmla="*/ 37 w 40"/>
                <a:gd name="T3" fmla="*/ 20 h 41"/>
                <a:gd name="T4" fmla="*/ 20 w 40"/>
                <a:gd name="T5" fmla="*/ 4 h 41"/>
                <a:gd name="T6" fmla="*/ 3 w 40"/>
                <a:gd name="T7" fmla="*/ 20 h 41"/>
                <a:gd name="T8" fmla="*/ 3 w 40"/>
                <a:gd name="T9" fmla="*/ 21 h 41"/>
                <a:gd name="T10" fmla="*/ 20 w 40"/>
                <a:gd name="T11" fmla="*/ 37 h 41"/>
                <a:gd name="T12" fmla="*/ 37 w 40"/>
                <a:gd name="T13" fmla="*/ 20 h 41"/>
                <a:gd name="T14" fmla="*/ 0 w 40"/>
                <a:gd name="T15" fmla="*/ 21 h 41"/>
                <a:gd name="T16" fmla="*/ 0 w 40"/>
                <a:gd name="T17" fmla="*/ 20 h 41"/>
                <a:gd name="T18" fmla="*/ 20 w 40"/>
                <a:gd name="T19" fmla="*/ 0 h 41"/>
                <a:gd name="T20" fmla="*/ 40 w 40"/>
                <a:gd name="T21" fmla="*/ 20 h 41"/>
                <a:gd name="T22" fmla="*/ 40 w 40"/>
                <a:gd name="T23" fmla="*/ 20 h 41"/>
                <a:gd name="T24" fmla="*/ 20 w 40"/>
                <a:gd name="T25" fmla="*/ 41 h 41"/>
                <a:gd name="T26" fmla="*/ 0 w 40"/>
                <a:gd name="T27" fmla="*/ 21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0" h="41">
                  <a:moveTo>
                    <a:pt x="37" y="20"/>
                  </a:moveTo>
                  <a:cubicBezTo>
                    <a:pt x="37" y="20"/>
                    <a:pt x="37" y="20"/>
                    <a:pt x="37" y="20"/>
                  </a:cubicBezTo>
                  <a:cubicBezTo>
                    <a:pt x="37" y="11"/>
                    <a:pt x="29" y="4"/>
                    <a:pt x="20" y="4"/>
                  </a:cubicBezTo>
                  <a:cubicBezTo>
                    <a:pt x="11" y="4"/>
                    <a:pt x="3" y="11"/>
                    <a:pt x="3" y="20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3" y="30"/>
                    <a:pt x="11" y="37"/>
                    <a:pt x="20" y="37"/>
                  </a:cubicBezTo>
                  <a:cubicBezTo>
                    <a:pt x="29" y="37"/>
                    <a:pt x="37" y="30"/>
                    <a:pt x="37" y="20"/>
                  </a:cubicBezTo>
                  <a:moveTo>
                    <a:pt x="0" y="21"/>
                  </a:moveTo>
                  <a:cubicBezTo>
                    <a:pt x="0" y="20"/>
                    <a:pt x="0" y="20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20"/>
                    <a:pt x="40" y="20"/>
                    <a:pt x="40" y="20"/>
                  </a:cubicBezTo>
                  <a:cubicBezTo>
                    <a:pt x="40" y="32"/>
                    <a:pt x="31" y="41"/>
                    <a:pt x="20" y="41"/>
                  </a:cubicBezTo>
                  <a:cubicBezTo>
                    <a:pt x="8" y="41"/>
                    <a:pt x="0" y="32"/>
                    <a:pt x="0" y="21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aseline="0" dirty="0"/>
            </a:p>
          </p:txBody>
        </p:sp>
        <p:sp>
          <p:nvSpPr>
            <p:cNvPr id="73" name="Freeform 12">
              <a:extLst>
                <a:ext uri="{FF2B5EF4-FFF2-40B4-BE49-F238E27FC236}">
                  <a16:creationId xmlns:a16="http://schemas.microsoft.com/office/drawing/2014/main" id="{E30874F8-CC58-4DC5-8229-E1032A3E49B3}"/>
                </a:ext>
              </a:extLst>
            </p:cNvPr>
            <p:cNvSpPr>
              <a:spLocks noEditPoints="1"/>
            </p:cNvSpPr>
            <p:nvPr userDrawn="1"/>
          </p:nvSpPr>
          <p:spPr bwMode="white">
            <a:xfrm>
              <a:off x="4141788" y="5688013"/>
              <a:ext cx="63500" cy="76200"/>
            </a:xfrm>
            <a:custGeom>
              <a:avLst/>
              <a:gdLst>
                <a:gd name="T0" fmla="*/ 9 w 17"/>
                <a:gd name="T1" fmla="*/ 10 h 20"/>
                <a:gd name="T2" fmla="*/ 12 w 17"/>
                <a:gd name="T3" fmla="*/ 7 h 20"/>
                <a:gd name="T4" fmla="*/ 12 w 17"/>
                <a:gd name="T5" fmla="*/ 7 h 20"/>
                <a:gd name="T6" fmla="*/ 9 w 17"/>
                <a:gd name="T7" fmla="*/ 4 h 20"/>
                <a:gd name="T8" fmla="*/ 5 w 17"/>
                <a:gd name="T9" fmla="*/ 4 h 20"/>
                <a:gd name="T10" fmla="*/ 5 w 17"/>
                <a:gd name="T11" fmla="*/ 10 h 20"/>
                <a:gd name="T12" fmla="*/ 9 w 17"/>
                <a:gd name="T13" fmla="*/ 10 h 20"/>
                <a:gd name="T14" fmla="*/ 0 w 17"/>
                <a:gd name="T15" fmla="*/ 2 h 20"/>
                <a:gd name="T16" fmla="*/ 2 w 17"/>
                <a:gd name="T17" fmla="*/ 0 h 20"/>
                <a:gd name="T18" fmla="*/ 9 w 17"/>
                <a:gd name="T19" fmla="*/ 0 h 20"/>
                <a:gd name="T20" fmla="*/ 15 w 17"/>
                <a:gd name="T21" fmla="*/ 2 h 20"/>
                <a:gd name="T22" fmla="*/ 17 w 17"/>
                <a:gd name="T23" fmla="*/ 7 h 20"/>
                <a:gd name="T24" fmla="*/ 17 w 17"/>
                <a:gd name="T25" fmla="*/ 7 h 20"/>
                <a:gd name="T26" fmla="*/ 13 w 17"/>
                <a:gd name="T27" fmla="*/ 13 h 20"/>
                <a:gd name="T28" fmla="*/ 16 w 17"/>
                <a:gd name="T29" fmla="*/ 17 h 20"/>
                <a:gd name="T30" fmla="*/ 16 w 17"/>
                <a:gd name="T31" fmla="*/ 18 h 20"/>
                <a:gd name="T32" fmla="*/ 14 w 17"/>
                <a:gd name="T33" fmla="*/ 20 h 20"/>
                <a:gd name="T34" fmla="*/ 12 w 17"/>
                <a:gd name="T35" fmla="*/ 19 h 20"/>
                <a:gd name="T36" fmla="*/ 8 w 17"/>
                <a:gd name="T37" fmla="*/ 14 h 20"/>
                <a:gd name="T38" fmla="*/ 5 w 17"/>
                <a:gd name="T39" fmla="*/ 14 h 20"/>
                <a:gd name="T40" fmla="*/ 5 w 17"/>
                <a:gd name="T41" fmla="*/ 18 h 20"/>
                <a:gd name="T42" fmla="*/ 2 w 17"/>
                <a:gd name="T43" fmla="*/ 20 h 20"/>
                <a:gd name="T44" fmla="*/ 0 w 17"/>
                <a:gd name="T45" fmla="*/ 18 h 20"/>
                <a:gd name="T46" fmla="*/ 0 w 17"/>
                <a:gd name="T47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7" h="20">
                  <a:moveTo>
                    <a:pt x="9" y="10"/>
                  </a:moveTo>
                  <a:cubicBezTo>
                    <a:pt x="11" y="10"/>
                    <a:pt x="12" y="9"/>
                    <a:pt x="12" y="7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2" y="5"/>
                    <a:pt x="11" y="4"/>
                    <a:pt x="9" y="4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5" y="10"/>
                    <a:pt x="5" y="10"/>
                    <a:pt x="5" y="10"/>
                  </a:cubicBezTo>
                  <a:lnTo>
                    <a:pt x="9" y="10"/>
                  </a:lnTo>
                  <a:close/>
                  <a:moveTo>
                    <a:pt x="0" y="2"/>
                  </a:moveTo>
                  <a:cubicBezTo>
                    <a:pt x="0" y="1"/>
                    <a:pt x="1" y="0"/>
                    <a:pt x="2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12" y="0"/>
                    <a:pt x="14" y="1"/>
                    <a:pt x="15" y="2"/>
                  </a:cubicBezTo>
                  <a:cubicBezTo>
                    <a:pt x="16" y="3"/>
                    <a:pt x="17" y="5"/>
                    <a:pt x="17" y="7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17" y="10"/>
                    <a:pt x="15" y="12"/>
                    <a:pt x="13" y="13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7"/>
                    <a:pt x="16" y="18"/>
                    <a:pt x="16" y="18"/>
                  </a:cubicBezTo>
                  <a:cubicBezTo>
                    <a:pt x="16" y="19"/>
                    <a:pt x="15" y="20"/>
                    <a:pt x="14" y="20"/>
                  </a:cubicBezTo>
                  <a:cubicBezTo>
                    <a:pt x="13" y="20"/>
                    <a:pt x="13" y="20"/>
                    <a:pt x="12" y="19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9"/>
                    <a:pt x="4" y="20"/>
                    <a:pt x="2" y="20"/>
                  </a:cubicBezTo>
                  <a:cubicBezTo>
                    <a:pt x="1" y="20"/>
                    <a:pt x="0" y="19"/>
                    <a:pt x="0" y="18"/>
                  </a:cubicBez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aseline="0"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7EAC21F4-620C-4207-A01D-C082619C707B}"/>
              </a:ext>
            </a:extLst>
          </p:cNvPr>
          <p:cNvSpPr txBox="1"/>
          <p:nvPr userDrawn="1"/>
        </p:nvSpPr>
        <p:spPr bwMode="white">
          <a:xfrm>
            <a:off x="11490941" y="6388099"/>
            <a:ext cx="437990" cy="3651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90000"/>
              </a:lnSpc>
            </a:pPr>
            <a:fld id="{7A51DB15-7364-4F0B-A3A0-1309F8830053}" type="slidenum">
              <a:rPr lang="en-US" sz="800" smtClean="0">
                <a:solidFill>
                  <a:schemeClr val="bg1"/>
                </a:solidFill>
                <a:latin typeface="+mj-lt"/>
              </a:rPr>
              <a:pPr algn="r">
                <a:lnSpc>
                  <a:spcPct val="90000"/>
                </a:lnSpc>
              </a:pPr>
              <a:t>‹#›</a:t>
            </a:fld>
            <a:endParaRPr lang="en-US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79471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BCFF92-6F45-4F17-811F-04EF3AFB1E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ltGray">
          <a:xfrm>
            <a:off x="6465331" y="2011260"/>
            <a:ext cx="5724640" cy="484674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D79F707-A9A4-48DB-B7A8-862A7F5F3DE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ltGray">
          <a:xfrm>
            <a:off x="0" y="0"/>
            <a:ext cx="2103302" cy="2121592"/>
          </a:xfrm>
          <a:prstGeom prst="rect">
            <a:avLst/>
          </a:prstGeom>
        </p:spPr>
      </p:pic>
      <p:sp>
        <p:nvSpPr>
          <p:cNvPr id="76" name="Text Placeholder 18">
            <a:extLst>
              <a:ext uri="{FF2B5EF4-FFF2-40B4-BE49-F238E27FC236}">
                <a16:creationId xmlns:a16="http://schemas.microsoft.com/office/drawing/2014/main" id="{09EEA1A0-09F6-4C94-911A-E94DE834987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16688" y="5066406"/>
            <a:ext cx="4577726" cy="249299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Clr>
                <a:schemeClr val="tx2"/>
              </a:buClr>
              <a:buSzPct val="100000"/>
              <a:buFont typeface="Metropolis" panose="00000500000000000000" pitchFamily="50" charset="0"/>
              <a:buNone/>
              <a:defRPr sz="1800">
                <a:solidFill>
                  <a:schemeClr val="accent4"/>
                </a:solidFill>
              </a:defRPr>
            </a:lvl1pPr>
            <a:lvl2pPr marL="273050" indent="0">
              <a:buNone/>
              <a:defRPr/>
            </a:lvl2pPr>
          </a:lstStyle>
          <a:p>
            <a:pPr lvl="0"/>
            <a:r>
              <a:rPr lang="en-US" dirty="0"/>
              <a:t>Source Name</a:t>
            </a:r>
          </a:p>
        </p:txBody>
      </p:sp>
      <p:sp>
        <p:nvSpPr>
          <p:cNvPr id="185" name="Picture Placeholder 184">
            <a:extLst>
              <a:ext uri="{FF2B5EF4-FFF2-40B4-BE49-F238E27FC236}">
                <a16:creationId xmlns:a16="http://schemas.microsoft.com/office/drawing/2014/main" id="{378C4D84-AD98-435A-9F11-B3CB29EA3CA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837613" y="457200"/>
            <a:ext cx="2740025" cy="1371600"/>
          </a:xfrm>
          <a:noFill/>
        </p:spPr>
        <p:txBody>
          <a:bodyPr anchor="ctr"/>
          <a:lstStyle>
            <a:lvl1pPr algn="ctr">
              <a:defRPr sz="2400" b="1">
                <a:solidFill>
                  <a:srgbClr val="F8981D"/>
                </a:solidFill>
              </a:defRPr>
            </a:lvl1pPr>
          </a:lstStyle>
          <a:p>
            <a:r>
              <a:rPr lang="en-US" dirty="0"/>
              <a:t>Click to insert logo or delete box if not needed</a:t>
            </a:r>
          </a:p>
        </p:txBody>
      </p: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2925BD69-7B55-4D64-8B2C-06E34A6A573B}"/>
              </a:ext>
            </a:extLst>
          </p:cNvPr>
          <p:cNvGrpSpPr/>
          <p:nvPr userDrawn="1"/>
        </p:nvGrpSpPr>
        <p:grpSpPr bwMode="black">
          <a:xfrm>
            <a:off x="617878" y="6446044"/>
            <a:ext cx="1099793" cy="173355"/>
            <a:chOff x="-84138" y="5622925"/>
            <a:chExt cx="4330701" cy="682626"/>
          </a:xfrm>
        </p:grpSpPr>
        <p:sp>
          <p:nvSpPr>
            <p:cNvPr id="189" name="Freeform 6">
              <a:extLst>
                <a:ext uri="{FF2B5EF4-FFF2-40B4-BE49-F238E27FC236}">
                  <a16:creationId xmlns:a16="http://schemas.microsoft.com/office/drawing/2014/main" id="{2A6CDC2F-2239-466B-8A26-51E24B60D2A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1589088" y="5649913"/>
              <a:ext cx="914400" cy="647700"/>
            </a:xfrm>
            <a:custGeom>
              <a:avLst/>
              <a:gdLst>
                <a:gd name="T0" fmla="*/ 52 w 243"/>
                <a:gd name="T1" fmla="*/ 159 h 170"/>
                <a:gd name="T2" fmla="*/ 2 w 243"/>
                <a:gd name="T3" fmla="*/ 19 h 170"/>
                <a:gd name="T4" fmla="*/ 0 w 243"/>
                <a:gd name="T5" fmla="*/ 12 h 170"/>
                <a:gd name="T6" fmla="*/ 13 w 243"/>
                <a:gd name="T7" fmla="*/ 0 h 170"/>
                <a:gd name="T8" fmla="*/ 25 w 243"/>
                <a:gd name="T9" fmla="*/ 11 h 170"/>
                <a:gd name="T10" fmla="*/ 67 w 243"/>
                <a:gd name="T11" fmla="*/ 131 h 170"/>
                <a:gd name="T12" fmla="*/ 109 w 243"/>
                <a:gd name="T13" fmla="*/ 10 h 170"/>
                <a:gd name="T14" fmla="*/ 121 w 243"/>
                <a:gd name="T15" fmla="*/ 0 h 170"/>
                <a:gd name="T16" fmla="*/ 122 w 243"/>
                <a:gd name="T17" fmla="*/ 0 h 170"/>
                <a:gd name="T18" fmla="*/ 135 w 243"/>
                <a:gd name="T19" fmla="*/ 10 h 170"/>
                <a:gd name="T20" fmla="*/ 177 w 243"/>
                <a:gd name="T21" fmla="*/ 131 h 170"/>
                <a:gd name="T22" fmla="*/ 219 w 243"/>
                <a:gd name="T23" fmla="*/ 10 h 170"/>
                <a:gd name="T24" fmla="*/ 231 w 243"/>
                <a:gd name="T25" fmla="*/ 0 h 170"/>
                <a:gd name="T26" fmla="*/ 243 w 243"/>
                <a:gd name="T27" fmla="*/ 12 h 170"/>
                <a:gd name="T28" fmla="*/ 241 w 243"/>
                <a:gd name="T29" fmla="*/ 19 h 170"/>
                <a:gd name="T30" fmla="*/ 191 w 243"/>
                <a:gd name="T31" fmla="*/ 159 h 170"/>
                <a:gd name="T32" fmla="*/ 177 w 243"/>
                <a:gd name="T33" fmla="*/ 170 h 170"/>
                <a:gd name="T34" fmla="*/ 176 w 243"/>
                <a:gd name="T35" fmla="*/ 170 h 170"/>
                <a:gd name="T36" fmla="*/ 163 w 243"/>
                <a:gd name="T37" fmla="*/ 159 h 170"/>
                <a:gd name="T38" fmla="*/ 122 w 243"/>
                <a:gd name="T39" fmla="*/ 40 h 170"/>
                <a:gd name="T40" fmla="*/ 80 w 243"/>
                <a:gd name="T41" fmla="*/ 159 h 170"/>
                <a:gd name="T42" fmla="*/ 66 w 243"/>
                <a:gd name="T43" fmla="*/ 170 h 170"/>
                <a:gd name="T44" fmla="*/ 66 w 243"/>
                <a:gd name="T45" fmla="*/ 170 h 170"/>
                <a:gd name="T46" fmla="*/ 52 w 243"/>
                <a:gd name="T47" fmla="*/ 159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43" h="170">
                  <a:moveTo>
                    <a:pt x="52" y="159"/>
                  </a:moveTo>
                  <a:cubicBezTo>
                    <a:pt x="2" y="19"/>
                    <a:pt x="2" y="19"/>
                    <a:pt x="2" y="19"/>
                  </a:cubicBezTo>
                  <a:cubicBezTo>
                    <a:pt x="1" y="17"/>
                    <a:pt x="0" y="14"/>
                    <a:pt x="0" y="12"/>
                  </a:cubicBezTo>
                  <a:cubicBezTo>
                    <a:pt x="0" y="6"/>
                    <a:pt x="5" y="0"/>
                    <a:pt x="13" y="0"/>
                  </a:cubicBezTo>
                  <a:cubicBezTo>
                    <a:pt x="19" y="0"/>
                    <a:pt x="23" y="4"/>
                    <a:pt x="25" y="11"/>
                  </a:cubicBezTo>
                  <a:cubicBezTo>
                    <a:pt x="67" y="131"/>
                    <a:pt x="67" y="131"/>
                    <a:pt x="67" y="131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11" y="4"/>
                    <a:pt x="114" y="0"/>
                    <a:pt x="121" y="0"/>
                  </a:cubicBezTo>
                  <a:cubicBezTo>
                    <a:pt x="122" y="0"/>
                    <a:pt x="122" y="0"/>
                    <a:pt x="122" y="0"/>
                  </a:cubicBezTo>
                  <a:cubicBezTo>
                    <a:pt x="129" y="0"/>
                    <a:pt x="133" y="4"/>
                    <a:pt x="135" y="10"/>
                  </a:cubicBezTo>
                  <a:cubicBezTo>
                    <a:pt x="177" y="131"/>
                    <a:pt x="177" y="131"/>
                    <a:pt x="177" y="131"/>
                  </a:cubicBezTo>
                  <a:cubicBezTo>
                    <a:pt x="219" y="10"/>
                    <a:pt x="219" y="10"/>
                    <a:pt x="219" y="10"/>
                  </a:cubicBezTo>
                  <a:cubicBezTo>
                    <a:pt x="221" y="5"/>
                    <a:pt x="224" y="0"/>
                    <a:pt x="231" y="0"/>
                  </a:cubicBezTo>
                  <a:cubicBezTo>
                    <a:pt x="238" y="0"/>
                    <a:pt x="243" y="6"/>
                    <a:pt x="243" y="12"/>
                  </a:cubicBezTo>
                  <a:cubicBezTo>
                    <a:pt x="243" y="14"/>
                    <a:pt x="242" y="17"/>
                    <a:pt x="241" y="19"/>
                  </a:cubicBezTo>
                  <a:cubicBezTo>
                    <a:pt x="191" y="159"/>
                    <a:pt x="191" y="159"/>
                    <a:pt x="191" y="159"/>
                  </a:cubicBezTo>
                  <a:cubicBezTo>
                    <a:pt x="188" y="166"/>
                    <a:pt x="183" y="170"/>
                    <a:pt x="177" y="170"/>
                  </a:cubicBezTo>
                  <a:cubicBezTo>
                    <a:pt x="176" y="170"/>
                    <a:pt x="176" y="170"/>
                    <a:pt x="176" y="170"/>
                  </a:cubicBezTo>
                  <a:cubicBezTo>
                    <a:pt x="170" y="170"/>
                    <a:pt x="165" y="166"/>
                    <a:pt x="163" y="159"/>
                  </a:cubicBezTo>
                  <a:cubicBezTo>
                    <a:pt x="122" y="40"/>
                    <a:pt x="122" y="40"/>
                    <a:pt x="122" y="40"/>
                  </a:cubicBezTo>
                  <a:cubicBezTo>
                    <a:pt x="80" y="159"/>
                    <a:pt x="80" y="159"/>
                    <a:pt x="80" y="159"/>
                  </a:cubicBezTo>
                  <a:cubicBezTo>
                    <a:pt x="78" y="166"/>
                    <a:pt x="73" y="170"/>
                    <a:pt x="66" y="170"/>
                  </a:cubicBezTo>
                  <a:cubicBezTo>
                    <a:pt x="66" y="170"/>
                    <a:pt x="66" y="170"/>
                    <a:pt x="66" y="170"/>
                  </a:cubicBezTo>
                  <a:cubicBezTo>
                    <a:pt x="60" y="170"/>
                    <a:pt x="55" y="166"/>
                    <a:pt x="52" y="159"/>
                  </a:cubicBezTo>
                </a:path>
              </a:pathLst>
            </a:custGeom>
            <a:solidFill>
              <a:srgbClr val="717073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aseline="0" dirty="0"/>
            </a:p>
          </p:txBody>
        </p:sp>
        <p:sp>
          <p:nvSpPr>
            <p:cNvPr id="190" name="Freeform 7">
              <a:extLst>
                <a:ext uri="{FF2B5EF4-FFF2-40B4-BE49-F238E27FC236}">
                  <a16:creationId xmlns:a16="http://schemas.microsoft.com/office/drawing/2014/main" id="{93E73CA8-B585-405F-9E3D-46EE1893D71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3163888" y="5649913"/>
              <a:ext cx="354013" cy="647700"/>
            </a:xfrm>
            <a:custGeom>
              <a:avLst/>
              <a:gdLst>
                <a:gd name="T0" fmla="*/ 0 w 94"/>
                <a:gd name="T1" fmla="*/ 13 h 170"/>
                <a:gd name="T2" fmla="*/ 12 w 94"/>
                <a:gd name="T3" fmla="*/ 0 h 170"/>
                <a:gd name="T4" fmla="*/ 24 w 94"/>
                <a:gd name="T5" fmla="*/ 13 h 170"/>
                <a:gd name="T6" fmla="*/ 24 w 94"/>
                <a:gd name="T7" fmla="*/ 41 h 170"/>
                <a:gd name="T8" fmla="*/ 82 w 94"/>
                <a:gd name="T9" fmla="*/ 0 h 170"/>
                <a:gd name="T10" fmla="*/ 94 w 94"/>
                <a:gd name="T11" fmla="*/ 13 h 170"/>
                <a:gd name="T12" fmla="*/ 83 w 94"/>
                <a:gd name="T13" fmla="*/ 25 h 170"/>
                <a:gd name="T14" fmla="*/ 24 w 94"/>
                <a:gd name="T15" fmla="*/ 101 h 170"/>
                <a:gd name="T16" fmla="*/ 24 w 94"/>
                <a:gd name="T17" fmla="*/ 157 h 170"/>
                <a:gd name="T18" fmla="*/ 12 w 94"/>
                <a:gd name="T19" fmla="*/ 170 h 170"/>
                <a:gd name="T20" fmla="*/ 0 w 94"/>
                <a:gd name="T21" fmla="*/ 157 h 170"/>
                <a:gd name="T22" fmla="*/ 0 w 94"/>
                <a:gd name="T23" fmla="*/ 13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4" h="170">
                  <a:moveTo>
                    <a:pt x="0" y="13"/>
                  </a:moveTo>
                  <a:cubicBezTo>
                    <a:pt x="0" y="6"/>
                    <a:pt x="5" y="0"/>
                    <a:pt x="12" y="0"/>
                  </a:cubicBezTo>
                  <a:cubicBezTo>
                    <a:pt x="19" y="0"/>
                    <a:pt x="24" y="5"/>
                    <a:pt x="24" y="13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37" y="13"/>
                    <a:pt x="64" y="0"/>
                    <a:pt x="82" y="0"/>
                  </a:cubicBezTo>
                  <a:cubicBezTo>
                    <a:pt x="89" y="0"/>
                    <a:pt x="94" y="6"/>
                    <a:pt x="94" y="13"/>
                  </a:cubicBezTo>
                  <a:cubicBezTo>
                    <a:pt x="94" y="20"/>
                    <a:pt x="89" y="24"/>
                    <a:pt x="83" y="25"/>
                  </a:cubicBezTo>
                  <a:cubicBezTo>
                    <a:pt x="51" y="29"/>
                    <a:pt x="24" y="53"/>
                    <a:pt x="24" y="101"/>
                  </a:cubicBezTo>
                  <a:cubicBezTo>
                    <a:pt x="24" y="157"/>
                    <a:pt x="24" y="157"/>
                    <a:pt x="24" y="157"/>
                  </a:cubicBezTo>
                  <a:cubicBezTo>
                    <a:pt x="24" y="164"/>
                    <a:pt x="19" y="170"/>
                    <a:pt x="12" y="170"/>
                  </a:cubicBezTo>
                  <a:cubicBezTo>
                    <a:pt x="5" y="170"/>
                    <a:pt x="0" y="164"/>
                    <a:pt x="0" y="157"/>
                  </a:cubicBezTo>
                  <a:lnTo>
                    <a:pt x="0" y="13"/>
                  </a:lnTo>
                  <a:close/>
                </a:path>
              </a:pathLst>
            </a:custGeom>
            <a:solidFill>
              <a:srgbClr val="717073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aseline="0" dirty="0"/>
            </a:p>
          </p:txBody>
        </p:sp>
        <p:sp>
          <p:nvSpPr>
            <p:cNvPr id="191" name="Freeform 8">
              <a:extLst>
                <a:ext uri="{FF2B5EF4-FFF2-40B4-BE49-F238E27FC236}">
                  <a16:creationId xmlns:a16="http://schemas.microsoft.com/office/drawing/2014/main" id="{B40B0DE4-0E7F-4DE2-A215-B0E4BCF4375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3509963" y="5649913"/>
              <a:ext cx="579438" cy="655638"/>
            </a:xfrm>
            <a:custGeom>
              <a:avLst/>
              <a:gdLst>
                <a:gd name="T0" fmla="*/ 129 w 154"/>
                <a:gd name="T1" fmla="*/ 76 h 172"/>
                <a:gd name="T2" fmla="*/ 77 w 154"/>
                <a:gd name="T3" fmla="*/ 21 h 172"/>
                <a:gd name="T4" fmla="*/ 25 w 154"/>
                <a:gd name="T5" fmla="*/ 76 h 172"/>
                <a:gd name="T6" fmla="*/ 129 w 154"/>
                <a:gd name="T7" fmla="*/ 76 h 172"/>
                <a:gd name="T8" fmla="*/ 81 w 154"/>
                <a:gd name="T9" fmla="*/ 172 h 172"/>
                <a:gd name="T10" fmla="*/ 0 w 154"/>
                <a:gd name="T11" fmla="*/ 86 h 172"/>
                <a:gd name="T12" fmla="*/ 0 w 154"/>
                <a:gd name="T13" fmla="*/ 85 h 172"/>
                <a:gd name="T14" fmla="*/ 78 w 154"/>
                <a:gd name="T15" fmla="*/ 0 h 172"/>
                <a:gd name="T16" fmla="*/ 154 w 154"/>
                <a:gd name="T17" fmla="*/ 83 h 172"/>
                <a:gd name="T18" fmla="*/ 142 w 154"/>
                <a:gd name="T19" fmla="*/ 95 h 172"/>
                <a:gd name="T20" fmla="*/ 25 w 154"/>
                <a:gd name="T21" fmla="*/ 95 h 172"/>
                <a:gd name="T22" fmla="*/ 82 w 154"/>
                <a:gd name="T23" fmla="*/ 150 h 172"/>
                <a:gd name="T24" fmla="*/ 129 w 154"/>
                <a:gd name="T25" fmla="*/ 131 h 172"/>
                <a:gd name="T26" fmla="*/ 136 w 154"/>
                <a:gd name="T27" fmla="*/ 128 h 172"/>
                <a:gd name="T28" fmla="*/ 146 w 154"/>
                <a:gd name="T29" fmla="*/ 139 h 172"/>
                <a:gd name="T30" fmla="*/ 142 w 154"/>
                <a:gd name="T31" fmla="*/ 147 h 172"/>
                <a:gd name="T32" fmla="*/ 81 w 154"/>
                <a:gd name="T33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54" h="172">
                  <a:moveTo>
                    <a:pt x="129" y="76"/>
                  </a:moveTo>
                  <a:cubicBezTo>
                    <a:pt x="127" y="47"/>
                    <a:pt x="110" y="21"/>
                    <a:pt x="77" y="21"/>
                  </a:cubicBezTo>
                  <a:cubicBezTo>
                    <a:pt x="49" y="21"/>
                    <a:pt x="28" y="44"/>
                    <a:pt x="25" y="76"/>
                  </a:cubicBezTo>
                  <a:lnTo>
                    <a:pt x="129" y="76"/>
                  </a:lnTo>
                  <a:close/>
                  <a:moveTo>
                    <a:pt x="81" y="172"/>
                  </a:moveTo>
                  <a:cubicBezTo>
                    <a:pt x="36" y="172"/>
                    <a:pt x="0" y="137"/>
                    <a:pt x="0" y="86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38"/>
                    <a:pt x="33" y="0"/>
                    <a:pt x="78" y="0"/>
                  </a:cubicBezTo>
                  <a:cubicBezTo>
                    <a:pt x="126" y="0"/>
                    <a:pt x="154" y="40"/>
                    <a:pt x="154" y="83"/>
                  </a:cubicBezTo>
                  <a:cubicBezTo>
                    <a:pt x="154" y="90"/>
                    <a:pt x="148" y="95"/>
                    <a:pt x="142" y="95"/>
                  </a:cubicBezTo>
                  <a:cubicBezTo>
                    <a:pt x="25" y="95"/>
                    <a:pt x="25" y="95"/>
                    <a:pt x="25" y="95"/>
                  </a:cubicBezTo>
                  <a:cubicBezTo>
                    <a:pt x="28" y="130"/>
                    <a:pt x="53" y="150"/>
                    <a:pt x="82" y="150"/>
                  </a:cubicBezTo>
                  <a:cubicBezTo>
                    <a:pt x="102" y="150"/>
                    <a:pt x="117" y="142"/>
                    <a:pt x="129" y="131"/>
                  </a:cubicBezTo>
                  <a:cubicBezTo>
                    <a:pt x="131" y="130"/>
                    <a:pt x="133" y="128"/>
                    <a:pt x="136" y="128"/>
                  </a:cubicBezTo>
                  <a:cubicBezTo>
                    <a:pt x="142" y="128"/>
                    <a:pt x="146" y="133"/>
                    <a:pt x="146" y="139"/>
                  </a:cubicBezTo>
                  <a:cubicBezTo>
                    <a:pt x="146" y="142"/>
                    <a:pt x="145" y="145"/>
                    <a:pt x="142" y="147"/>
                  </a:cubicBezTo>
                  <a:cubicBezTo>
                    <a:pt x="127" y="162"/>
                    <a:pt x="109" y="172"/>
                    <a:pt x="81" y="172"/>
                  </a:cubicBezTo>
                </a:path>
              </a:pathLst>
            </a:custGeom>
            <a:solidFill>
              <a:srgbClr val="717073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aseline="0" dirty="0"/>
            </a:p>
          </p:txBody>
        </p:sp>
        <p:sp>
          <p:nvSpPr>
            <p:cNvPr id="192" name="Freeform 9">
              <a:extLst>
                <a:ext uri="{FF2B5EF4-FFF2-40B4-BE49-F238E27FC236}">
                  <a16:creationId xmlns:a16="http://schemas.microsoft.com/office/drawing/2014/main" id="{84A3CC07-CFF3-402C-88A1-0C33B169216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2503488" y="5649913"/>
              <a:ext cx="547688" cy="655638"/>
            </a:xfrm>
            <a:custGeom>
              <a:avLst/>
              <a:gdLst>
                <a:gd name="T0" fmla="*/ 122 w 146"/>
                <a:gd name="T1" fmla="*/ 107 h 172"/>
                <a:gd name="T2" fmla="*/ 122 w 146"/>
                <a:gd name="T3" fmla="*/ 91 h 172"/>
                <a:gd name="T4" fmla="*/ 74 w 146"/>
                <a:gd name="T5" fmla="*/ 84 h 172"/>
                <a:gd name="T6" fmla="*/ 25 w 146"/>
                <a:gd name="T7" fmla="*/ 118 h 172"/>
                <a:gd name="T8" fmla="*/ 25 w 146"/>
                <a:gd name="T9" fmla="*/ 119 h 172"/>
                <a:gd name="T10" fmla="*/ 67 w 146"/>
                <a:gd name="T11" fmla="*/ 152 h 172"/>
                <a:gd name="T12" fmla="*/ 122 w 146"/>
                <a:gd name="T13" fmla="*/ 107 h 172"/>
                <a:gd name="T14" fmla="*/ 0 w 146"/>
                <a:gd name="T15" fmla="*/ 120 h 172"/>
                <a:gd name="T16" fmla="*/ 0 w 146"/>
                <a:gd name="T17" fmla="*/ 119 h 172"/>
                <a:gd name="T18" fmla="*/ 71 w 146"/>
                <a:gd name="T19" fmla="*/ 66 h 172"/>
                <a:gd name="T20" fmla="*/ 122 w 146"/>
                <a:gd name="T21" fmla="*/ 73 h 172"/>
                <a:gd name="T22" fmla="*/ 122 w 146"/>
                <a:gd name="T23" fmla="*/ 67 h 172"/>
                <a:gd name="T24" fmla="*/ 73 w 146"/>
                <a:gd name="T25" fmla="*/ 22 h 172"/>
                <a:gd name="T26" fmla="*/ 34 w 146"/>
                <a:gd name="T27" fmla="*/ 30 h 172"/>
                <a:gd name="T28" fmla="*/ 30 w 146"/>
                <a:gd name="T29" fmla="*/ 31 h 172"/>
                <a:gd name="T30" fmla="*/ 19 w 146"/>
                <a:gd name="T31" fmla="*/ 20 h 172"/>
                <a:gd name="T32" fmla="*/ 26 w 146"/>
                <a:gd name="T33" fmla="*/ 10 h 172"/>
                <a:gd name="T34" fmla="*/ 75 w 146"/>
                <a:gd name="T35" fmla="*/ 0 h 172"/>
                <a:gd name="T36" fmla="*/ 129 w 146"/>
                <a:gd name="T37" fmla="*/ 19 h 172"/>
                <a:gd name="T38" fmla="*/ 146 w 146"/>
                <a:gd name="T39" fmla="*/ 67 h 172"/>
                <a:gd name="T40" fmla="*/ 146 w 146"/>
                <a:gd name="T41" fmla="*/ 158 h 172"/>
                <a:gd name="T42" fmla="*/ 134 w 146"/>
                <a:gd name="T43" fmla="*/ 170 h 172"/>
                <a:gd name="T44" fmla="*/ 122 w 146"/>
                <a:gd name="T45" fmla="*/ 159 h 172"/>
                <a:gd name="T46" fmla="*/ 122 w 146"/>
                <a:gd name="T47" fmla="*/ 143 h 172"/>
                <a:gd name="T48" fmla="*/ 62 w 146"/>
                <a:gd name="T49" fmla="*/ 172 h 172"/>
                <a:gd name="T50" fmla="*/ 0 w 146"/>
                <a:gd name="T51" fmla="*/ 120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46" h="172">
                  <a:moveTo>
                    <a:pt x="122" y="107"/>
                  </a:moveTo>
                  <a:cubicBezTo>
                    <a:pt x="122" y="91"/>
                    <a:pt x="122" y="91"/>
                    <a:pt x="122" y="91"/>
                  </a:cubicBezTo>
                  <a:cubicBezTo>
                    <a:pt x="110" y="88"/>
                    <a:pt x="94" y="84"/>
                    <a:pt x="74" y="84"/>
                  </a:cubicBezTo>
                  <a:cubicBezTo>
                    <a:pt x="43" y="84"/>
                    <a:pt x="25" y="98"/>
                    <a:pt x="25" y="118"/>
                  </a:cubicBezTo>
                  <a:cubicBezTo>
                    <a:pt x="25" y="119"/>
                    <a:pt x="25" y="119"/>
                    <a:pt x="25" y="119"/>
                  </a:cubicBezTo>
                  <a:cubicBezTo>
                    <a:pt x="25" y="140"/>
                    <a:pt x="45" y="152"/>
                    <a:pt x="67" y="152"/>
                  </a:cubicBezTo>
                  <a:cubicBezTo>
                    <a:pt x="97" y="152"/>
                    <a:pt x="122" y="133"/>
                    <a:pt x="122" y="107"/>
                  </a:cubicBezTo>
                  <a:moveTo>
                    <a:pt x="0" y="120"/>
                  </a:moveTo>
                  <a:cubicBezTo>
                    <a:pt x="0" y="119"/>
                    <a:pt x="0" y="119"/>
                    <a:pt x="0" y="119"/>
                  </a:cubicBezTo>
                  <a:cubicBezTo>
                    <a:pt x="0" y="85"/>
                    <a:pt x="29" y="66"/>
                    <a:pt x="71" y="66"/>
                  </a:cubicBezTo>
                  <a:cubicBezTo>
                    <a:pt x="92" y="66"/>
                    <a:pt x="107" y="69"/>
                    <a:pt x="122" y="73"/>
                  </a:cubicBezTo>
                  <a:cubicBezTo>
                    <a:pt x="122" y="67"/>
                    <a:pt x="122" y="67"/>
                    <a:pt x="122" y="67"/>
                  </a:cubicBezTo>
                  <a:cubicBezTo>
                    <a:pt x="122" y="37"/>
                    <a:pt x="104" y="22"/>
                    <a:pt x="73" y="22"/>
                  </a:cubicBezTo>
                  <a:cubicBezTo>
                    <a:pt x="56" y="22"/>
                    <a:pt x="46" y="24"/>
                    <a:pt x="34" y="30"/>
                  </a:cubicBezTo>
                  <a:cubicBezTo>
                    <a:pt x="33" y="30"/>
                    <a:pt x="31" y="31"/>
                    <a:pt x="30" y="31"/>
                  </a:cubicBezTo>
                  <a:cubicBezTo>
                    <a:pt x="24" y="31"/>
                    <a:pt x="19" y="26"/>
                    <a:pt x="19" y="20"/>
                  </a:cubicBezTo>
                  <a:cubicBezTo>
                    <a:pt x="19" y="15"/>
                    <a:pt x="21" y="12"/>
                    <a:pt x="26" y="10"/>
                  </a:cubicBezTo>
                  <a:cubicBezTo>
                    <a:pt x="42" y="3"/>
                    <a:pt x="54" y="0"/>
                    <a:pt x="75" y="0"/>
                  </a:cubicBezTo>
                  <a:cubicBezTo>
                    <a:pt x="99" y="0"/>
                    <a:pt x="117" y="6"/>
                    <a:pt x="129" y="19"/>
                  </a:cubicBezTo>
                  <a:cubicBezTo>
                    <a:pt x="140" y="30"/>
                    <a:pt x="146" y="46"/>
                    <a:pt x="146" y="67"/>
                  </a:cubicBezTo>
                  <a:cubicBezTo>
                    <a:pt x="146" y="158"/>
                    <a:pt x="146" y="158"/>
                    <a:pt x="146" y="158"/>
                  </a:cubicBezTo>
                  <a:cubicBezTo>
                    <a:pt x="146" y="165"/>
                    <a:pt x="141" y="170"/>
                    <a:pt x="134" y="170"/>
                  </a:cubicBezTo>
                  <a:cubicBezTo>
                    <a:pt x="127" y="170"/>
                    <a:pt x="122" y="165"/>
                    <a:pt x="122" y="159"/>
                  </a:cubicBezTo>
                  <a:cubicBezTo>
                    <a:pt x="122" y="143"/>
                    <a:pt x="122" y="143"/>
                    <a:pt x="122" y="143"/>
                  </a:cubicBezTo>
                  <a:cubicBezTo>
                    <a:pt x="111" y="158"/>
                    <a:pt x="91" y="172"/>
                    <a:pt x="62" y="172"/>
                  </a:cubicBezTo>
                  <a:cubicBezTo>
                    <a:pt x="32" y="172"/>
                    <a:pt x="0" y="154"/>
                    <a:pt x="0" y="120"/>
                  </a:cubicBezTo>
                </a:path>
              </a:pathLst>
            </a:custGeom>
            <a:solidFill>
              <a:srgbClr val="717073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aseline="0" dirty="0"/>
            </a:p>
          </p:txBody>
        </p:sp>
        <p:sp>
          <p:nvSpPr>
            <p:cNvPr id="193" name="Freeform 10">
              <a:extLst>
                <a:ext uri="{FF2B5EF4-FFF2-40B4-BE49-F238E27FC236}">
                  <a16:creationId xmlns:a16="http://schemas.microsoft.com/office/drawing/2014/main" id="{223CFCE1-BE7A-4664-929A-9AD81CA8045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4138" y="5622925"/>
              <a:ext cx="1635125" cy="682625"/>
            </a:xfrm>
            <a:custGeom>
              <a:avLst/>
              <a:gdLst>
                <a:gd name="T0" fmla="*/ 49 w 435"/>
                <a:gd name="T1" fmla="*/ 18 h 179"/>
                <a:gd name="T2" fmla="*/ 17 w 435"/>
                <a:gd name="T3" fmla="*/ 6 h 179"/>
                <a:gd name="T4" fmla="*/ 6 w 435"/>
                <a:gd name="T5" fmla="*/ 37 h 179"/>
                <a:gd name="T6" fmla="*/ 58 w 435"/>
                <a:gd name="T7" fmla="*/ 152 h 179"/>
                <a:gd name="T8" fmla="*/ 92 w 435"/>
                <a:gd name="T9" fmla="*/ 179 h 179"/>
                <a:gd name="T10" fmla="*/ 125 w 435"/>
                <a:gd name="T11" fmla="*/ 152 h 179"/>
                <a:gd name="T12" fmla="*/ 171 w 435"/>
                <a:gd name="T13" fmla="*/ 51 h 179"/>
                <a:gd name="T14" fmla="*/ 178 w 435"/>
                <a:gd name="T15" fmla="*/ 46 h 179"/>
                <a:gd name="T16" fmla="*/ 185 w 435"/>
                <a:gd name="T17" fmla="*/ 54 h 179"/>
                <a:gd name="T18" fmla="*/ 185 w 435"/>
                <a:gd name="T19" fmla="*/ 151 h 179"/>
                <a:gd name="T20" fmla="*/ 209 w 435"/>
                <a:gd name="T21" fmla="*/ 179 h 179"/>
                <a:gd name="T22" fmla="*/ 234 w 435"/>
                <a:gd name="T23" fmla="*/ 151 h 179"/>
                <a:gd name="T24" fmla="*/ 234 w 435"/>
                <a:gd name="T25" fmla="*/ 72 h 179"/>
                <a:gd name="T26" fmla="*/ 260 w 435"/>
                <a:gd name="T27" fmla="*/ 46 h 179"/>
                <a:gd name="T28" fmla="*/ 285 w 435"/>
                <a:gd name="T29" fmla="*/ 72 h 179"/>
                <a:gd name="T30" fmla="*/ 285 w 435"/>
                <a:gd name="T31" fmla="*/ 151 h 179"/>
                <a:gd name="T32" fmla="*/ 310 w 435"/>
                <a:gd name="T33" fmla="*/ 179 h 179"/>
                <a:gd name="T34" fmla="*/ 334 w 435"/>
                <a:gd name="T35" fmla="*/ 151 h 179"/>
                <a:gd name="T36" fmla="*/ 334 w 435"/>
                <a:gd name="T37" fmla="*/ 72 h 179"/>
                <a:gd name="T38" fmla="*/ 360 w 435"/>
                <a:gd name="T39" fmla="*/ 46 h 179"/>
                <a:gd name="T40" fmla="*/ 385 w 435"/>
                <a:gd name="T41" fmla="*/ 72 h 179"/>
                <a:gd name="T42" fmla="*/ 385 w 435"/>
                <a:gd name="T43" fmla="*/ 151 h 179"/>
                <a:gd name="T44" fmla="*/ 410 w 435"/>
                <a:gd name="T45" fmla="*/ 179 h 179"/>
                <a:gd name="T46" fmla="*/ 435 w 435"/>
                <a:gd name="T47" fmla="*/ 151 h 179"/>
                <a:gd name="T48" fmla="*/ 435 w 435"/>
                <a:gd name="T49" fmla="*/ 61 h 179"/>
                <a:gd name="T50" fmla="*/ 375 w 435"/>
                <a:gd name="T51" fmla="*/ 4 h 179"/>
                <a:gd name="T52" fmla="*/ 323 w 435"/>
                <a:gd name="T53" fmla="*/ 26 h 179"/>
                <a:gd name="T54" fmla="*/ 272 w 435"/>
                <a:gd name="T55" fmla="*/ 4 h 179"/>
                <a:gd name="T56" fmla="*/ 223 w 435"/>
                <a:gd name="T57" fmla="*/ 26 h 179"/>
                <a:gd name="T58" fmla="*/ 178 w 435"/>
                <a:gd name="T59" fmla="*/ 4 h 179"/>
                <a:gd name="T60" fmla="*/ 125 w 435"/>
                <a:gd name="T61" fmla="*/ 40 h 179"/>
                <a:gd name="T62" fmla="*/ 92 w 435"/>
                <a:gd name="T63" fmla="*/ 119 h 179"/>
                <a:gd name="T64" fmla="*/ 49 w 435"/>
                <a:gd name="T65" fmla="*/ 18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35" h="179">
                  <a:moveTo>
                    <a:pt x="49" y="18"/>
                  </a:moveTo>
                  <a:cubicBezTo>
                    <a:pt x="43" y="6"/>
                    <a:pt x="30" y="0"/>
                    <a:pt x="17" y="6"/>
                  </a:cubicBezTo>
                  <a:cubicBezTo>
                    <a:pt x="5" y="12"/>
                    <a:pt x="0" y="25"/>
                    <a:pt x="6" y="37"/>
                  </a:cubicBezTo>
                  <a:cubicBezTo>
                    <a:pt x="58" y="152"/>
                    <a:pt x="58" y="152"/>
                    <a:pt x="58" y="152"/>
                  </a:cubicBezTo>
                  <a:cubicBezTo>
                    <a:pt x="67" y="169"/>
                    <a:pt x="75" y="179"/>
                    <a:pt x="92" y="179"/>
                  </a:cubicBezTo>
                  <a:cubicBezTo>
                    <a:pt x="109" y="179"/>
                    <a:pt x="117" y="169"/>
                    <a:pt x="125" y="152"/>
                  </a:cubicBezTo>
                  <a:cubicBezTo>
                    <a:pt x="125" y="152"/>
                    <a:pt x="171" y="52"/>
                    <a:pt x="171" y="51"/>
                  </a:cubicBezTo>
                  <a:cubicBezTo>
                    <a:pt x="172" y="50"/>
                    <a:pt x="173" y="46"/>
                    <a:pt x="178" y="46"/>
                  </a:cubicBezTo>
                  <a:cubicBezTo>
                    <a:pt x="182" y="47"/>
                    <a:pt x="185" y="50"/>
                    <a:pt x="185" y="54"/>
                  </a:cubicBezTo>
                  <a:cubicBezTo>
                    <a:pt x="185" y="151"/>
                    <a:pt x="185" y="151"/>
                    <a:pt x="185" y="151"/>
                  </a:cubicBezTo>
                  <a:cubicBezTo>
                    <a:pt x="185" y="166"/>
                    <a:pt x="193" y="179"/>
                    <a:pt x="209" y="179"/>
                  </a:cubicBezTo>
                  <a:cubicBezTo>
                    <a:pt x="225" y="179"/>
                    <a:pt x="234" y="166"/>
                    <a:pt x="234" y="151"/>
                  </a:cubicBezTo>
                  <a:cubicBezTo>
                    <a:pt x="234" y="72"/>
                    <a:pt x="234" y="72"/>
                    <a:pt x="234" y="72"/>
                  </a:cubicBezTo>
                  <a:cubicBezTo>
                    <a:pt x="234" y="56"/>
                    <a:pt x="245" y="46"/>
                    <a:pt x="260" y="46"/>
                  </a:cubicBezTo>
                  <a:cubicBezTo>
                    <a:pt x="275" y="46"/>
                    <a:pt x="285" y="57"/>
                    <a:pt x="285" y="72"/>
                  </a:cubicBezTo>
                  <a:cubicBezTo>
                    <a:pt x="285" y="151"/>
                    <a:pt x="285" y="151"/>
                    <a:pt x="285" y="151"/>
                  </a:cubicBezTo>
                  <a:cubicBezTo>
                    <a:pt x="285" y="166"/>
                    <a:pt x="294" y="179"/>
                    <a:pt x="310" y="179"/>
                  </a:cubicBezTo>
                  <a:cubicBezTo>
                    <a:pt x="326" y="179"/>
                    <a:pt x="334" y="166"/>
                    <a:pt x="334" y="151"/>
                  </a:cubicBezTo>
                  <a:cubicBezTo>
                    <a:pt x="334" y="72"/>
                    <a:pt x="334" y="72"/>
                    <a:pt x="334" y="72"/>
                  </a:cubicBezTo>
                  <a:cubicBezTo>
                    <a:pt x="334" y="56"/>
                    <a:pt x="345" y="46"/>
                    <a:pt x="360" y="46"/>
                  </a:cubicBezTo>
                  <a:cubicBezTo>
                    <a:pt x="375" y="46"/>
                    <a:pt x="385" y="57"/>
                    <a:pt x="385" y="72"/>
                  </a:cubicBezTo>
                  <a:cubicBezTo>
                    <a:pt x="385" y="151"/>
                    <a:pt x="385" y="151"/>
                    <a:pt x="385" y="151"/>
                  </a:cubicBezTo>
                  <a:cubicBezTo>
                    <a:pt x="385" y="166"/>
                    <a:pt x="394" y="179"/>
                    <a:pt x="410" y="179"/>
                  </a:cubicBezTo>
                  <a:cubicBezTo>
                    <a:pt x="426" y="179"/>
                    <a:pt x="435" y="166"/>
                    <a:pt x="435" y="151"/>
                  </a:cubicBezTo>
                  <a:cubicBezTo>
                    <a:pt x="435" y="61"/>
                    <a:pt x="435" y="61"/>
                    <a:pt x="435" y="61"/>
                  </a:cubicBezTo>
                  <a:cubicBezTo>
                    <a:pt x="435" y="27"/>
                    <a:pt x="408" y="4"/>
                    <a:pt x="375" y="4"/>
                  </a:cubicBezTo>
                  <a:cubicBezTo>
                    <a:pt x="343" y="4"/>
                    <a:pt x="323" y="26"/>
                    <a:pt x="323" y="26"/>
                  </a:cubicBezTo>
                  <a:cubicBezTo>
                    <a:pt x="312" y="12"/>
                    <a:pt x="297" y="4"/>
                    <a:pt x="272" y="4"/>
                  </a:cubicBezTo>
                  <a:cubicBezTo>
                    <a:pt x="246" y="4"/>
                    <a:pt x="223" y="26"/>
                    <a:pt x="223" y="26"/>
                  </a:cubicBezTo>
                  <a:cubicBezTo>
                    <a:pt x="212" y="12"/>
                    <a:pt x="194" y="4"/>
                    <a:pt x="178" y="4"/>
                  </a:cubicBezTo>
                  <a:cubicBezTo>
                    <a:pt x="155" y="4"/>
                    <a:pt x="136" y="14"/>
                    <a:pt x="125" y="40"/>
                  </a:cubicBezTo>
                  <a:cubicBezTo>
                    <a:pt x="92" y="119"/>
                    <a:pt x="92" y="119"/>
                    <a:pt x="92" y="119"/>
                  </a:cubicBezTo>
                  <a:lnTo>
                    <a:pt x="49" y="18"/>
                  </a:lnTo>
                  <a:close/>
                </a:path>
              </a:pathLst>
            </a:custGeom>
            <a:solidFill>
              <a:srgbClr val="717073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aseline="0" dirty="0"/>
            </a:p>
          </p:txBody>
        </p:sp>
        <p:sp>
          <p:nvSpPr>
            <p:cNvPr id="194" name="Freeform 11">
              <a:extLst>
                <a:ext uri="{FF2B5EF4-FFF2-40B4-BE49-F238E27FC236}">
                  <a16:creationId xmlns:a16="http://schemas.microsoft.com/office/drawing/2014/main" id="{53A2BE8A-BB25-4C20-B0B5-1FA2A33471E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4097338" y="5649913"/>
              <a:ext cx="149225" cy="157163"/>
            </a:xfrm>
            <a:custGeom>
              <a:avLst/>
              <a:gdLst>
                <a:gd name="T0" fmla="*/ 37 w 40"/>
                <a:gd name="T1" fmla="*/ 20 h 41"/>
                <a:gd name="T2" fmla="*/ 37 w 40"/>
                <a:gd name="T3" fmla="*/ 20 h 41"/>
                <a:gd name="T4" fmla="*/ 20 w 40"/>
                <a:gd name="T5" fmla="*/ 4 h 41"/>
                <a:gd name="T6" fmla="*/ 3 w 40"/>
                <a:gd name="T7" fmla="*/ 20 h 41"/>
                <a:gd name="T8" fmla="*/ 3 w 40"/>
                <a:gd name="T9" fmla="*/ 21 h 41"/>
                <a:gd name="T10" fmla="*/ 20 w 40"/>
                <a:gd name="T11" fmla="*/ 37 h 41"/>
                <a:gd name="T12" fmla="*/ 37 w 40"/>
                <a:gd name="T13" fmla="*/ 20 h 41"/>
                <a:gd name="T14" fmla="*/ 0 w 40"/>
                <a:gd name="T15" fmla="*/ 21 h 41"/>
                <a:gd name="T16" fmla="*/ 0 w 40"/>
                <a:gd name="T17" fmla="*/ 20 h 41"/>
                <a:gd name="T18" fmla="*/ 20 w 40"/>
                <a:gd name="T19" fmla="*/ 0 h 41"/>
                <a:gd name="T20" fmla="*/ 40 w 40"/>
                <a:gd name="T21" fmla="*/ 20 h 41"/>
                <a:gd name="T22" fmla="*/ 40 w 40"/>
                <a:gd name="T23" fmla="*/ 20 h 41"/>
                <a:gd name="T24" fmla="*/ 20 w 40"/>
                <a:gd name="T25" fmla="*/ 41 h 41"/>
                <a:gd name="T26" fmla="*/ 0 w 40"/>
                <a:gd name="T27" fmla="*/ 21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0" h="41">
                  <a:moveTo>
                    <a:pt x="37" y="20"/>
                  </a:moveTo>
                  <a:cubicBezTo>
                    <a:pt x="37" y="20"/>
                    <a:pt x="37" y="20"/>
                    <a:pt x="37" y="20"/>
                  </a:cubicBezTo>
                  <a:cubicBezTo>
                    <a:pt x="37" y="11"/>
                    <a:pt x="29" y="4"/>
                    <a:pt x="20" y="4"/>
                  </a:cubicBezTo>
                  <a:cubicBezTo>
                    <a:pt x="11" y="4"/>
                    <a:pt x="3" y="11"/>
                    <a:pt x="3" y="20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3" y="30"/>
                    <a:pt x="11" y="37"/>
                    <a:pt x="20" y="37"/>
                  </a:cubicBezTo>
                  <a:cubicBezTo>
                    <a:pt x="29" y="37"/>
                    <a:pt x="37" y="30"/>
                    <a:pt x="37" y="20"/>
                  </a:cubicBezTo>
                  <a:moveTo>
                    <a:pt x="0" y="21"/>
                  </a:moveTo>
                  <a:cubicBezTo>
                    <a:pt x="0" y="20"/>
                    <a:pt x="0" y="20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20"/>
                    <a:pt x="40" y="20"/>
                    <a:pt x="40" y="20"/>
                  </a:cubicBezTo>
                  <a:cubicBezTo>
                    <a:pt x="40" y="32"/>
                    <a:pt x="31" y="41"/>
                    <a:pt x="20" y="41"/>
                  </a:cubicBezTo>
                  <a:cubicBezTo>
                    <a:pt x="8" y="41"/>
                    <a:pt x="0" y="32"/>
                    <a:pt x="0" y="21"/>
                  </a:cubicBezTo>
                </a:path>
              </a:pathLst>
            </a:custGeom>
            <a:solidFill>
              <a:srgbClr val="717073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aseline="0" dirty="0"/>
            </a:p>
          </p:txBody>
        </p:sp>
        <p:sp>
          <p:nvSpPr>
            <p:cNvPr id="195" name="Freeform 12">
              <a:extLst>
                <a:ext uri="{FF2B5EF4-FFF2-40B4-BE49-F238E27FC236}">
                  <a16:creationId xmlns:a16="http://schemas.microsoft.com/office/drawing/2014/main" id="{6ACD31F9-9175-4E3B-B20A-0CBFA479BA6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4141788" y="5688013"/>
              <a:ext cx="63500" cy="76200"/>
            </a:xfrm>
            <a:custGeom>
              <a:avLst/>
              <a:gdLst>
                <a:gd name="T0" fmla="*/ 9 w 17"/>
                <a:gd name="T1" fmla="*/ 10 h 20"/>
                <a:gd name="T2" fmla="*/ 12 w 17"/>
                <a:gd name="T3" fmla="*/ 7 h 20"/>
                <a:gd name="T4" fmla="*/ 12 w 17"/>
                <a:gd name="T5" fmla="*/ 7 h 20"/>
                <a:gd name="T6" fmla="*/ 9 w 17"/>
                <a:gd name="T7" fmla="*/ 4 h 20"/>
                <a:gd name="T8" fmla="*/ 5 w 17"/>
                <a:gd name="T9" fmla="*/ 4 h 20"/>
                <a:gd name="T10" fmla="*/ 5 w 17"/>
                <a:gd name="T11" fmla="*/ 10 h 20"/>
                <a:gd name="T12" fmla="*/ 9 w 17"/>
                <a:gd name="T13" fmla="*/ 10 h 20"/>
                <a:gd name="T14" fmla="*/ 0 w 17"/>
                <a:gd name="T15" fmla="*/ 2 h 20"/>
                <a:gd name="T16" fmla="*/ 2 w 17"/>
                <a:gd name="T17" fmla="*/ 0 h 20"/>
                <a:gd name="T18" fmla="*/ 9 w 17"/>
                <a:gd name="T19" fmla="*/ 0 h 20"/>
                <a:gd name="T20" fmla="*/ 15 w 17"/>
                <a:gd name="T21" fmla="*/ 2 h 20"/>
                <a:gd name="T22" fmla="*/ 17 w 17"/>
                <a:gd name="T23" fmla="*/ 7 h 20"/>
                <a:gd name="T24" fmla="*/ 17 w 17"/>
                <a:gd name="T25" fmla="*/ 7 h 20"/>
                <a:gd name="T26" fmla="*/ 13 w 17"/>
                <a:gd name="T27" fmla="*/ 13 h 20"/>
                <a:gd name="T28" fmla="*/ 16 w 17"/>
                <a:gd name="T29" fmla="*/ 17 h 20"/>
                <a:gd name="T30" fmla="*/ 16 w 17"/>
                <a:gd name="T31" fmla="*/ 18 h 20"/>
                <a:gd name="T32" fmla="*/ 14 w 17"/>
                <a:gd name="T33" fmla="*/ 20 h 20"/>
                <a:gd name="T34" fmla="*/ 12 w 17"/>
                <a:gd name="T35" fmla="*/ 19 h 20"/>
                <a:gd name="T36" fmla="*/ 8 w 17"/>
                <a:gd name="T37" fmla="*/ 14 h 20"/>
                <a:gd name="T38" fmla="*/ 5 w 17"/>
                <a:gd name="T39" fmla="*/ 14 h 20"/>
                <a:gd name="T40" fmla="*/ 5 w 17"/>
                <a:gd name="T41" fmla="*/ 18 h 20"/>
                <a:gd name="T42" fmla="*/ 2 w 17"/>
                <a:gd name="T43" fmla="*/ 20 h 20"/>
                <a:gd name="T44" fmla="*/ 0 w 17"/>
                <a:gd name="T45" fmla="*/ 18 h 20"/>
                <a:gd name="T46" fmla="*/ 0 w 17"/>
                <a:gd name="T47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7" h="20">
                  <a:moveTo>
                    <a:pt x="9" y="10"/>
                  </a:moveTo>
                  <a:cubicBezTo>
                    <a:pt x="11" y="10"/>
                    <a:pt x="12" y="9"/>
                    <a:pt x="12" y="7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2" y="5"/>
                    <a:pt x="11" y="4"/>
                    <a:pt x="9" y="4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5" y="10"/>
                    <a:pt x="5" y="10"/>
                    <a:pt x="5" y="10"/>
                  </a:cubicBezTo>
                  <a:lnTo>
                    <a:pt x="9" y="10"/>
                  </a:lnTo>
                  <a:close/>
                  <a:moveTo>
                    <a:pt x="0" y="2"/>
                  </a:moveTo>
                  <a:cubicBezTo>
                    <a:pt x="0" y="1"/>
                    <a:pt x="1" y="0"/>
                    <a:pt x="2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12" y="0"/>
                    <a:pt x="14" y="1"/>
                    <a:pt x="15" y="2"/>
                  </a:cubicBezTo>
                  <a:cubicBezTo>
                    <a:pt x="16" y="3"/>
                    <a:pt x="17" y="5"/>
                    <a:pt x="17" y="7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17" y="10"/>
                    <a:pt x="15" y="12"/>
                    <a:pt x="13" y="13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7"/>
                    <a:pt x="16" y="18"/>
                    <a:pt x="16" y="18"/>
                  </a:cubicBezTo>
                  <a:cubicBezTo>
                    <a:pt x="16" y="19"/>
                    <a:pt x="15" y="20"/>
                    <a:pt x="14" y="20"/>
                  </a:cubicBezTo>
                  <a:cubicBezTo>
                    <a:pt x="13" y="20"/>
                    <a:pt x="13" y="20"/>
                    <a:pt x="12" y="19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9"/>
                    <a:pt x="4" y="20"/>
                    <a:pt x="2" y="20"/>
                  </a:cubicBezTo>
                  <a:cubicBezTo>
                    <a:pt x="1" y="20"/>
                    <a:pt x="0" y="19"/>
                    <a:pt x="0" y="18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717073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aseline="0" dirty="0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A48347C3-DAFD-4322-8B75-FAADCB97A100}"/>
              </a:ext>
            </a:extLst>
          </p:cNvPr>
          <p:cNvSpPr txBox="1"/>
          <p:nvPr userDrawn="1"/>
        </p:nvSpPr>
        <p:spPr bwMode="white">
          <a:xfrm>
            <a:off x="11490941" y="6388099"/>
            <a:ext cx="437990" cy="3651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90000"/>
              </a:lnSpc>
            </a:pPr>
            <a:fld id="{7A51DB15-7364-4F0B-A3A0-1309F8830053}" type="slidenum">
              <a:rPr lang="en-US" sz="800" smtClean="0">
                <a:solidFill>
                  <a:schemeClr val="bg1"/>
                </a:solidFill>
                <a:latin typeface="+mj-lt"/>
              </a:rPr>
              <a:pPr algn="r">
                <a:lnSpc>
                  <a:spcPct val="90000"/>
                </a:lnSpc>
              </a:pPr>
              <a:t>‹#›</a:t>
            </a:fld>
            <a:endParaRPr lang="en-US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BEC66B-487A-4C1D-9541-C5DC72DD73E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75012" y="1600200"/>
            <a:ext cx="6191001" cy="3200400"/>
          </a:xfrm>
        </p:spPr>
        <p:txBody>
          <a:bodyPr anchor="b"/>
          <a:lstStyle>
            <a:lvl1pPr marL="228600" indent="-228600">
              <a:buClr>
                <a:schemeClr val="tx2"/>
              </a:buClr>
              <a:buSzPct val="100000"/>
              <a:buFont typeface="Metropolis" panose="00000500000000000000" pitchFamily="50" charset="0"/>
              <a:buChar char="“"/>
              <a:defRPr sz="2800"/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89552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with Pho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 Placeholder 18">
            <a:extLst>
              <a:ext uri="{FF2B5EF4-FFF2-40B4-BE49-F238E27FC236}">
                <a16:creationId xmlns:a16="http://schemas.microsoft.com/office/drawing/2014/main" id="{09EEA1A0-09F6-4C94-911A-E94DE834987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451601" y="5726367"/>
            <a:ext cx="4126506" cy="276999"/>
          </a:xfrm>
        </p:spPr>
        <p:txBody>
          <a:bodyPr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SzPct val="100000"/>
              <a:buFont typeface="Metropolis" panose="00000500000000000000" pitchFamily="50" charset="0"/>
              <a:buNone/>
              <a:defRPr sz="1800">
                <a:solidFill>
                  <a:schemeClr val="bg1"/>
                </a:solidFill>
              </a:defRPr>
            </a:lvl1pPr>
            <a:lvl2pPr marL="273050" indent="0">
              <a:buNone/>
              <a:defRPr/>
            </a:lvl2pPr>
          </a:lstStyle>
          <a:p>
            <a:pPr lvl="0"/>
            <a:r>
              <a:rPr lang="en-US" dirty="0"/>
              <a:t>Source Name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BE887AA-466F-4819-9C71-E7A3469F9FED}"/>
              </a:ext>
            </a:extLst>
          </p:cNvPr>
          <p:cNvGrpSpPr/>
          <p:nvPr userDrawn="1"/>
        </p:nvGrpSpPr>
        <p:grpSpPr>
          <a:xfrm>
            <a:off x="617878" y="6446044"/>
            <a:ext cx="1099793" cy="173355"/>
            <a:chOff x="-84138" y="5622925"/>
            <a:chExt cx="4330701" cy="682626"/>
          </a:xfrm>
          <a:solidFill>
            <a:schemeClr val="bg1"/>
          </a:solidFill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F4067B72-DBFB-4029-8D5B-F1FF1EBE136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89088" y="5649913"/>
              <a:ext cx="914400" cy="647700"/>
            </a:xfrm>
            <a:custGeom>
              <a:avLst/>
              <a:gdLst>
                <a:gd name="T0" fmla="*/ 52 w 243"/>
                <a:gd name="T1" fmla="*/ 159 h 170"/>
                <a:gd name="T2" fmla="*/ 2 w 243"/>
                <a:gd name="T3" fmla="*/ 19 h 170"/>
                <a:gd name="T4" fmla="*/ 0 w 243"/>
                <a:gd name="T5" fmla="*/ 12 h 170"/>
                <a:gd name="T6" fmla="*/ 13 w 243"/>
                <a:gd name="T7" fmla="*/ 0 h 170"/>
                <a:gd name="T8" fmla="*/ 25 w 243"/>
                <a:gd name="T9" fmla="*/ 11 h 170"/>
                <a:gd name="T10" fmla="*/ 67 w 243"/>
                <a:gd name="T11" fmla="*/ 131 h 170"/>
                <a:gd name="T12" fmla="*/ 109 w 243"/>
                <a:gd name="T13" fmla="*/ 10 h 170"/>
                <a:gd name="T14" fmla="*/ 121 w 243"/>
                <a:gd name="T15" fmla="*/ 0 h 170"/>
                <a:gd name="T16" fmla="*/ 122 w 243"/>
                <a:gd name="T17" fmla="*/ 0 h 170"/>
                <a:gd name="T18" fmla="*/ 135 w 243"/>
                <a:gd name="T19" fmla="*/ 10 h 170"/>
                <a:gd name="T20" fmla="*/ 177 w 243"/>
                <a:gd name="T21" fmla="*/ 131 h 170"/>
                <a:gd name="T22" fmla="*/ 219 w 243"/>
                <a:gd name="T23" fmla="*/ 10 h 170"/>
                <a:gd name="T24" fmla="*/ 231 w 243"/>
                <a:gd name="T25" fmla="*/ 0 h 170"/>
                <a:gd name="T26" fmla="*/ 243 w 243"/>
                <a:gd name="T27" fmla="*/ 12 h 170"/>
                <a:gd name="T28" fmla="*/ 241 w 243"/>
                <a:gd name="T29" fmla="*/ 19 h 170"/>
                <a:gd name="T30" fmla="*/ 191 w 243"/>
                <a:gd name="T31" fmla="*/ 159 h 170"/>
                <a:gd name="T32" fmla="*/ 177 w 243"/>
                <a:gd name="T33" fmla="*/ 170 h 170"/>
                <a:gd name="T34" fmla="*/ 176 w 243"/>
                <a:gd name="T35" fmla="*/ 170 h 170"/>
                <a:gd name="T36" fmla="*/ 163 w 243"/>
                <a:gd name="T37" fmla="*/ 159 h 170"/>
                <a:gd name="T38" fmla="*/ 122 w 243"/>
                <a:gd name="T39" fmla="*/ 40 h 170"/>
                <a:gd name="T40" fmla="*/ 80 w 243"/>
                <a:gd name="T41" fmla="*/ 159 h 170"/>
                <a:gd name="T42" fmla="*/ 66 w 243"/>
                <a:gd name="T43" fmla="*/ 170 h 170"/>
                <a:gd name="T44" fmla="*/ 66 w 243"/>
                <a:gd name="T45" fmla="*/ 170 h 170"/>
                <a:gd name="T46" fmla="*/ 52 w 243"/>
                <a:gd name="T47" fmla="*/ 159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43" h="170">
                  <a:moveTo>
                    <a:pt x="52" y="159"/>
                  </a:moveTo>
                  <a:cubicBezTo>
                    <a:pt x="2" y="19"/>
                    <a:pt x="2" y="19"/>
                    <a:pt x="2" y="19"/>
                  </a:cubicBezTo>
                  <a:cubicBezTo>
                    <a:pt x="1" y="17"/>
                    <a:pt x="0" y="14"/>
                    <a:pt x="0" y="12"/>
                  </a:cubicBezTo>
                  <a:cubicBezTo>
                    <a:pt x="0" y="6"/>
                    <a:pt x="5" y="0"/>
                    <a:pt x="13" y="0"/>
                  </a:cubicBezTo>
                  <a:cubicBezTo>
                    <a:pt x="19" y="0"/>
                    <a:pt x="23" y="4"/>
                    <a:pt x="25" y="11"/>
                  </a:cubicBezTo>
                  <a:cubicBezTo>
                    <a:pt x="67" y="131"/>
                    <a:pt x="67" y="131"/>
                    <a:pt x="67" y="131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11" y="4"/>
                    <a:pt x="114" y="0"/>
                    <a:pt x="121" y="0"/>
                  </a:cubicBezTo>
                  <a:cubicBezTo>
                    <a:pt x="122" y="0"/>
                    <a:pt x="122" y="0"/>
                    <a:pt x="122" y="0"/>
                  </a:cubicBezTo>
                  <a:cubicBezTo>
                    <a:pt x="129" y="0"/>
                    <a:pt x="133" y="4"/>
                    <a:pt x="135" y="10"/>
                  </a:cubicBezTo>
                  <a:cubicBezTo>
                    <a:pt x="177" y="131"/>
                    <a:pt x="177" y="131"/>
                    <a:pt x="177" y="131"/>
                  </a:cubicBezTo>
                  <a:cubicBezTo>
                    <a:pt x="219" y="10"/>
                    <a:pt x="219" y="10"/>
                    <a:pt x="219" y="10"/>
                  </a:cubicBezTo>
                  <a:cubicBezTo>
                    <a:pt x="221" y="5"/>
                    <a:pt x="224" y="0"/>
                    <a:pt x="231" y="0"/>
                  </a:cubicBezTo>
                  <a:cubicBezTo>
                    <a:pt x="238" y="0"/>
                    <a:pt x="243" y="6"/>
                    <a:pt x="243" y="12"/>
                  </a:cubicBezTo>
                  <a:cubicBezTo>
                    <a:pt x="243" y="14"/>
                    <a:pt x="242" y="17"/>
                    <a:pt x="241" y="19"/>
                  </a:cubicBezTo>
                  <a:cubicBezTo>
                    <a:pt x="191" y="159"/>
                    <a:pt x="191" y="159"/>
                    <a:pt x="191" y="159"/>
                  </a:cubicBezTo>
                  <a:cubicBezTo>
                    <a:pt x="188" y="166"/>
                    <a:pt x="183" y="170"/>
                    <a:pt x="177" y="170"/>
                  </a:cubicBezTo>
                  <a:cubicBezTo>
                    <a:pt x="176" y="170"/>
                    <a:pt x="176" y="170"/>
                    <a:pt x="176" y="170"/>
                  </a:cubicBezTo>
                  <a:cubicBezTo>
                    <a:pt x="170" y="170"/>
                    <a:pt x="165" y="166"/>
                    <a:pt x="163" y="159"/>
                  </a:cubicBezTo>
                  <a:cubicBezTo>
                    <a:pt x="122" y="40"/>
                    <a:pt x="122" y="40"/>
                    <a:pt x="122" y="40"/>
                  </a:cubicBezTo>
                  <a:cubicBezTo>
                    <a:pt x="80" y="159"/>
                    <a:pt x="80" y="159"/>
                    <a:pt x="80" y="159"/>
                  </a:cubicBezTo>
                  <a:cubicBezTo>
                    <a:pt x="78" y="166"/>
                    <a:pt x="73" y="170"/>
                    <a:pt x="66" y="170"/>
                  </a:cubicBezTo>
                  <a:cubicBezTo>
                    <a:pt x="66" y="170"/>
                    <a:pt x="66" y="170"/>
                    <a:pt x="66" y="170"/>
                  </a:cubicBezTo>
                  <a:cubicBezTo>
                    <a:pt x="60" y="170"/>
                    <a:pt x="55" y="166"/>
                    <a:pt x="52" y="15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aseline="0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4B12C03C-6596-4EA0-AD8E-20898D0524A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163888" y="5649913"/>
              <a:ext cx="354013" cy="647700"/>
            </a:xfrm>
            <a:custGeom>
              <a:avLst/>
              <a:gdLst>
                <a:gd name="T0" fmla="*/ 0 w 94"/>
                <a:gd name="T1" fmla="*/ 13 h 170"/>
                <a:gd name="T2" fmla="*/ 12 w 94"/>
                <a:gd name="T3" fmla="*/ 0 h 170"/>
                <a:gd name="T4" fmla="*/ 24 w 94"/>
                <a:gd name="T5" fmla="*/ 13 h 170"/>
                <a:gd name="T6" fmla="*/ 24 w 94"/>
                <a:gd name="T7" fmla="*/ 41 h 170"/>
                <a:gd name="T8" fmla="*/ 82 w 94"/>
                <a:gd name="T9" fmla="*/ 0 h 170"/>
                <a:gd name="T10" fmla="*/ 94 w 94"/>
                <a:gd name="T11" fmla="*/ 13 h 170"/>
                <a:gd name="T12" fmla="*/ 83 w 94"/>
                <a:gd name="T13" fmla="*/ 25 h 170"/>
                <a:gd name="T14" fmla="*/ 24 w 94"/>
                <a:gd name="T15" fmla="*/ 101 h 170"/>
                <a:gd name="T16" fmla="*/ 24 w 94"/>
                <a:gd name="T17" fmla="*/ 157 h 170"/>
                <a:gd name="T18" fmla="*/ 12 w 94"/>
                <a:gd name="T19" fmla="*/ 170 h 170"/>
                <a:gd name="T20" fmla="*/ 0 w 94"/>
                <a:gd name="T21" fmla="*/ 157 h 170"/>
                <a:gd name="T22" fmla="*/ 0 w 94"/>
                <a:gd name="T23" fmla="*/ 13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4" h="170">
                  <a:moveTo>
                    <a:pt x="0" y="13"/>
                  </a:moveTo>
                  <a:cubicBezTo>
                    <a:pt x="0" y="6"/>
                    <a:pt x="5" y="0"/>
                    <a:pt x="12" y="0"/>
                  </a:cubicBezTo>
                  <a:cubicBezTo>
                    <a:pt x="19" y="0"/>
                    <a:pt x="24" y="5"/>
                    <a:pt x="24" y="13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37" y="13"/>
                    <a:pt x="64" y="0"/>
                    <a:pt x="82" y="0"/>
                  </a:cubicBezTo>
                  <a:cubicBezTo>
                    <a:pt x="89" y="0"/>
                    <a:pt x="94" y="6"/>
                    <a:pt x="94" y="13"/>
                  </a:cubicBezTo>
                  <a:cubicBezTo>
                    <a:pt x="94" y="20"/>
                    <a:pt x="89" y="24"/>
                    <a:pt x="83" y="25"/>
                  </a:cubicBezTo>
                  <a:cubicBezTo>
                    <a:pt x="51" y="29"/>
                    <a:pt x="24" y="53"/>
                    <a:pt x="24" y="101"/>
                  </a:cubicBezTo>
                  <a:cubicBezTo>
                    <a:pt x="24" y="157"/>
                    <a:pt x="24" y="157"/>
                    <a:pt x="24" y="157"/>
                  </a:cubicBezTo>
                  <a:cubicBezTo>
                    <a:pt x="24" y="164"/>
                    <a:pt x="19" y="170"/>
                    <a:pt x="12" y="170"/>
                  </a:cubicBezTo>
                  <a:cubicBezTo>
                    <a:pt x="5" y="170"/>
                    <a:pt x="0" y="164"/>
                    <a:pt x="0" y="157"/>
                  </a:cubicBezTo>
                  <a:lnTo>
                    <a:pt x="0" y="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aseline="0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75EC5438-9CA3-451C-BE1E-32649BA580E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509963" y="5649913"/>
              <a:ext cx="579438" cy="655638"/>
            </a:xfrm>
            <a:custGeom>
              <a:avLst/>
              <a:gdLst>
                <a:gd name="T0" fmla="*/ 129 w 154"/>
                <a:gd name="T1" fmla="*/ 76 h 172"/>
                <a:gd name="T2" fmla="*/ 77 w 154"/>
                <a:gd name="T3" fmla="*/ 21 h 172"/>
                <a:gd name="T4" fmla="*/ 25 w 154"/>
                <a:gd name="T5" fmla="*/ 76 h 172"/>
                <a:gd name="T6" fmla="*/ 129 w 154"/>
                <a:gd name="T7" fmla="*/ 76 h 172"/>
                <a:gd name="T8" fmla="*/ 81 w 154"/>
                <a:gd name="T9" fmla="*/ 172 h 172"/>
                <a:gd name="T10" fmla="*/ 0 w 154"/>
                <a:gd name="T11" fmla="*/ 86 h 172"/>
                <a:gd name="T12" fmla="*/ 0 w 154"/>
                <a:gd name="T13" fmla="*/ 85 h 172"/>
                <a:gd name="T14" fmla="*/ 78 w 154"/>
                <a:gd name="T15" fmla="*/ 0 h 172"/>
                <a:gd name="T16" fmla="*/ 154 w 154"/>
                <a:gd name="T17" fmla="*/ 83 h 172"/>
                <a:gd name="T18" fmla="*/ 142 w 154"/>
                <a:gd name="T19" fmla="*/ 95 h 172"/>
                <a:gd name="T20" fmla="*/ 25 w 154"/>
                <a:gd name="T21" fmla="*/ 95 h 172"/>
                <a:gd name="T22" fmla="*/ 82 w 154"/>
                <a:gd name="T23" fmla="*/ 150 h 172"/>
                <a:gd name="T24" fmla="*/ 129 w 154"/>
                <a:gd name="T25" fmla="*/ 131 h 172"/>
                <a:gd name="T26" fmla="*/ 136 w 154"/>
                <a:gd name="T27" fmla="*/ 128 h 172"/>
                <a:gd name="T28" fmla="*/ 146 w 154"/>
                <a:gd name="T29" fmla="*/ 139 h 172"/>
                <a:gd name="T30" fmla="*/ 142 w 154"/>
                <a:gd name="T31" fmla="*/ 147 h 172"/>
                <a:gd name="T32" fmla="*/ 81 w 154"/>
                <a:gd name="T33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54" h="172">
                  <a:moveTo>
                    <a:pt x="129" y="76"/>
                  </a:moveTo>
                  <a:cubicBezTo>
                    <a:pt x="127" y="47"/>
                    <a:pt x="110" y="21"/>
                    <a:pt x="77" y="21"/>
                  </a:cubicBezTo>
                  <a:cubicBezTo>
                    <a:pt x="49" y="21"/>
                    <a:pt x="28" y="44"/>
                    <a:pt x="25" y="76"/>
                  </a:cubicBezTo>
                  <a:lnTo>
                    <a:pt x="129" y="76"/>
                  </a:lnTo>
                  <a:close/>
                  <a:moveTo>
                    <a:pt x="81" y="172"/>
                  </a:moveTo>
                  <a:cubicBezTo>
                    <a:pt x="36" y="172"/>
                    <a:pt x="0" y="137"/>
                    <a:pt x="0" y="86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38"/>
                    <a:pt x="33" y="0"/>
                    <a:pt x="78" y="0"/>
                  </a:cubicBezTo>
                  <a:cubicBezTo>
                    <a:pt x="126" y="0"/>
                    <a:pt x="154" y="40"/>
                    <a:pt x="154" y="83"/>
                  </a:cubicBezTo>
                  <a:cubicBezTo>
                    <a:pt x="154" y="90"/>
                    <a:pt x="148" y="95"/>
                    <a:pt x="142" y="95"/>
                  </a:cubicBezTo>
                  <a:cubicBezTo>
                    <a:pt x="25" y="95"/>
                    <a:pt x="25" y="95"/>
                    <a:pt x="25" y="95"/>
                  </a:cubicBezTo>
                  <a:cubicBezTo>
                    <a:pt x="28" y="130"/>
                    <a:pt x="53" y="150"/>
                    <a:pt x="82" y="150"/>
                  </a:cubicBezTo>
                  <a:cubicBezTo>
                    <a:pt x="102" y="150"/>
                    <a:pt x="117" y="142"/>
                    <a:pt x="129" y="131"/>
                  </a:cubicBezTo>
                  <a:cubicBezTo>
                    <a:pt x="131" y="130"/>
                    <a:pt x="133" y="128"/>
                    <a:pt x="136" y="128"/>
                  </a:cubicBezTo>
                  <a:cubicBezTo>
                    <a:pt x="142" y="128"/>
                    <a:pt x="146" y="133"/>
                    <a:pt x="146" y="139"/>
                  </a:cubicBezTo>
                  <a:cubicBezTo>
                    <a:pt x="146" y="142"/>
                    <a:pt x="145" y="145"/>
                    <a:pt x="142" y="147"/>
                  </a:cubicBezTo>
                  <a:cubicBezTo>
                    <a:pt x="127" y="162"/>
                    <a:pt x="109" y="172"/>
                    <a:pt x="81" y="17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aseline="0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C779E55-6092-45FD-A207-F5F87653E64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503488" y="5649913"/>
              <a:ext cx="547688" cy="655638"/>
            </a:xfrm>
            <a:custGeom>
              <a:avLst/>
              <a:gdLst>
                <a:gd name="T0" fmla="*/ 122 w 146"/>
                <a:gd name="T1" fmla="*/ 107 h 172"/>
                <a:gd name="T2" fmla="*/ 122 w 146"/>
                <a:gd name="T3" fmla="*/ 91 h 172"/>
                <a:gd name="T4" fmla="*/ 74 w 146"/>
                <a:gd name="T5" fmla="*/ 84 h 172"/>
                <a:gd name="T6" fmla="*/ 25 w 146"/>
                <a:gd name="T7" fmla="*/ 118 h 172"/>
                <a:gd name="T8" fmla="*/ 25 w 146"/>
                <a:gd name="T9" fmla="*/ 119 h 172"/>
                <a:gd name="T10" fmla="*/ 67 w 146"/>
                <a:gd name="T11" fmla="*/ 152 h 172"/>
                <a:gd name="T12" fmla="*/ 122 w 146"/>
                <a:gd name="T13" fmla="*/ 107 h 172"/>
                <a:gd name="T14" fmla="*/ 0 w 146"/>
                <a:gd name="T15" fmla="*/ 120 h 172"/>
                <a:gd name="T16" fmla="*/ 0 w 146"/>
                <a:gd name="T17" fmla="*/ 119 h 172"/>
                <a:gd name="T18" fmla="*/ 71 w 146"/>
                <a:gd name="T19" fmla="*/ 66 h 172"/>
                <a:gd name="T20" fmla="*/ 122 w 146"/>
                <a:gd name="T21" fmla="*/ 73 h 172"/>
                <a:gd name="T22" fmla="*/ 122 w 146"/>
                <a:gd name="T23" fmla="*/ 67 h 172"/>
                <a:gd name="T24" fmla="*/ 73 w 146"/>
                <a:gd name="T25" fmla="*/ 22 h 172"/>
                <a:gd name="T26" fmla="*/ 34 w 146"/>
                <a:gd name="T27" fmla="*/ 30 h 172"/>
                <a:gd name="T28" fmla="*/ 30 w 146"/>
                <a:gd name="T29" fmla="*/ 31 h 172"/>
                <a:gd name="T30" fmla="*/ 19 w 146"/>
                <a:gd name="T31" fmla="*/ 20 h 172"/>
                <a:gd name="T32" fmla="*/ 26 w 146"/>
                <a:gd name="T33" fmla="*/ 10 h 172"/>
                <a:gd name="T34" fmla="*/ 75 w 146"/>
                <a:gd name="T35" fmla="*/ 0 h 172"/>
                <a:gd name="T36" fmla="*/ 129 w 146"/>
                <a:gd name="T37" fmla="*/ 19 h 172"/>
                <a:gd name="T38" fmla="*/ 146 w 146"/>
                <a:gd name="T39" fmla="*/ 67 h 172"/>
                <a:gd name="T40" fmla="*/ 146 w 146"/>
                <a:gd name="T41" fmla="*/ 158 h 172"/>
                <a:gd name="T42" fmla="*/ 134 w 146"/>
                <a:gd name="T43" fmla="*/ 170 h 172"/>
                <a:gd name="T44" fmla="*/ 122 w 146"/>
                <a:gd name="T45" fmla="*/ 159 h 172"/>
                <a:gd name="T46" fmla="*/ 122 w 146"/>
                <a:gd name="T47" fmla="*/ 143 h 172"/>
                <a:gd name="T48" fmla="*/ 62 w 146"/>
                <a:gd name="T49" fmla="*/ 172 h 172"/>
                <a:gd name="T50" fmla="*/ 0 w 146"/>
                <a:gd name="T51" fmla="*/ 120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46" h="172">
                  <a:moveTo>
                    <a:pt x="122" y="107"/>
                  </a:moveTo>
                  <a:cubicBezTo>
                    <a:pt x="122" y="91"/>
                    <a:pt x="122" y="91"/>
                    <a:pt x="122" y="91"/>
                  </a:cubicBezTo>
                  <a:cubicBezTo>
                    <a:pt x="110" y="88"/>
                    <a:pt x="94" y="84"/>
                    <a:pt x="74" y="84"/>
                  </a:cubicBezTo>
                  <a:cubicBezTo>
                    <a:pt x="43" y="84"/>
                    <a:pt x="25" y="98"/>
                    <a:pt x="25" y="118"/>
                  </a:cubicBezTo>
                  <a:cubicBezTo>
                    <a:pt x="25" y="119"/>
                    <a:pt x="25" y="119"/>
                    <a:pt x="25" y="119"/>
                  </a:cubicBezTo>
                  <a:cubicBezTo>
                    <a:pt x="25" y="140"/>
                    <a:pt x="45" y="152"/>
                    <a:pt x="67" y="152"/>
                  </a:cubicBezTo>
                  <a:cubicBezTo>
                    <a:pt x="97" y="152"/>
                    <a:pt x="122" y="133"/>
                    <a:pt x="122" y="107"/>
                  </a:cubicBezTo>
                  <a:moveTo>
                    <a:pt x="0" y="120"/>
                  </a:moveTo>
                  <a:cubicBezTo>
                    <a:pt x="0" y="119"/>
                    <a:pt x="0" y="119"/>
                    <a:pt x="0" y="119"/>
                  </a:cubicBezTo>
                  <a:cubicBezTo>
                    <a:pt x="0" y="85"/>
                    <a:pt x="29" y="66"/>
                    <a:pt x="71" y="66"/>
                  </a:cubicBezTo>
                  <a:cubicBezTo>
                    <a:pt x="92" y="66"/>
                    <a:pt x="107" y="69"/>
                    <a:pt x="122" y="73"/>
                  </a:cubicBezTo>
                  <a:cubicBezTo>
                    <a:pt x="122" y="67"/>
                    <a:pt x="122" y="67"/>
                    <a:pt x="122" y="67"/>
                  </a:cubicBezTo>
                  <a:cubicBezTo>
                    <a:pt x="122" y="37"/>
                    <a:pt x="104" y="22"/>
                    <a:pt x="73" y="22"/>
                  </a:cubicBezTo>
                  <a:cubicBezTo>
                    <a:pt x="56" y="22"/>
                    <a:pt x="46" y="24"/>
                    <a:pt x="34" y="30"/>
                  </a:cubicBezTo>
                  <a:cubicBezTo>
                    <a:pt x="33" y="30"/>
                    <a:pt x="31" y="31"/>
                    <a:pt x="30" y="31"/>
                  </a:cubicBezTo>
                  <a:cubicBezTo>
                    <a:pt x="24" y="31"/>
                    <a:pt x="19" y="26"/>
                    <a:pt x="19" y="20"/>
                  </a:cubicBezTo>
                  <a:cubicBezTo>
                    <a:pt x="19" y="15"/>
                    <a:pt x="21" y="12"/>
                    <a:pt x="26" y="10"/>
                  </a:cubicBezTo>
                  <a:cubicBezTo>
                    <a:pt x="42" y="3"/>
                    <a:pt x="54" y="0"/>
                    <a:pt x="75" y="0"/>
                  </a:cubicBezTo>
                  <a:cubicBezTo>
                    <a:pt x="99" y="0"/>
                    <a:pt x="117" y="6"/>
                    <a:pt x="129" y="19"/>
                  </a:cubicBezTo>
                  <a:cubicBezTo>
                    <a:pt x="140" y="30"/>
                    <a:pt x="146" y="46"/>
                    <a:pt x="146" y="67"/>
                  </a:cubicBezTo>
                  <a:cubicBezTo>
                    <a:pt x="146" y="158"/>
                    <a:pt x="146" y="158"/>
                    <a:pt x="146" y="158"/>
                  </a:cubicBezTo>
                  <a:cubicBezTo>
                    <a:pt x="146" y="165"/>
                    <a:pt x="141" y="170"/>
                    <a:pt x="134" y="170"/>
                  </a:cubicBezTo>
                  <a:cubicBezTo>
                    <a:pt x="127" y="170"/>
                    <a:pt x="122" y="165"/>
                    <a:pt x="122" y="159"/>
                  </a:cubicBezTo>
                  <a:cubicBezTo>
                    <a:pt x="122" y="143"/>
                    <a:pt x="122" y="143"/>
                    <a:pt x="122" y="143"/>
                  </a:cubicBezTo>
                  <a:cubicBezTo>
                    <a:pt x="111" y="158"/>
                    <a:pt x="91" y="172"/>
                    <a:pt x="62" y="172"/>
                  </a:cubicBezTo>
                  <a:cubicBezTo>
                    <a:pt x="32" y="172"/>
                    <a:pt x="0" y="154"/>
                    <a:pt x="0" y="12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aseline="0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C46B14FE-24C9-470A-A53B-7F314520731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-84138" y="5622925"/>
              <a:ext cx="1635125" cy="682625"/>
            </a:xfrm>
            <a:custGeom>
              <a:avLst/>
              <a:gdLst>
                <a:gd name="T0" fmla="*/ 49 w 435"/>
                <a:gd name="T1" fmla="*/ 18 h 179"/>
                <a:gd name="T2" fmla="*/ 17 w 435"/>
                <a:gd name="T3" fmla="*/ 6 h 179"/>
                <a:gd name="T4" fmla="*/ 6 w 435"/>
                <a:gd name="T5" fmla="*/ 37 h 179"/>
                <a:gd name="T6" fmla="*/ 58 w 435"/>
                <a:gd name="T7" fmla="*/ 152 h 179"/>
                <a:gd name="T8" fmla="*/ 92 w 435"/>
                <a:gd name="T9" fmla="*/ 179 h 179"/>
                <a:gd name="T10" fmla="*/ 125 w 435"/>
                <a:gd name="T11" fmla="*/ 152 h 179"/>
                <a:gd name="T12" fmla="*/ 171 w 435"/>
                <a:gd name="T13" fmla="*/ 51 h 179"/>
                <a:gd name="T14" fmla="*/ 178 w 435"/>
                <a:gd name="T15" fmla="*/ 46 h 179"/>
                <a:gd name="T16" fmla="*/ 185 w 435"/>
                <a:gd name="T17" fmla="*/ 54 h 179"/>
                <a:gd name="T18" fmla="*/ 185 w 435"/>
                <a:gd name="T19" fmla="*/ 151 h 179"/>
                <a:gd name="T20" fmla="*/ 209 w 435"/>
                <a:gd name="T21" fmla="*/ 179 h 179"/>
                <a:gd name="T22" fmla="*/ 234 w 435"/>
                <a:gd name="T23" fmla="*/ 151 h 179"/>
                <a:gd name="T24" fmla="*/ 234 w 435"/>
                <a:gd name="T25" fmla="*/ 72 h 179"/>
                <a:gd name="T26" fmla="*/ 260 w 435"/>
                <a:gd name="T27" fmla="*/ 46 h 179"/>
                <a:gd name="T28" fmla="*/ 285 w 435"/>
                <a:gd name="T29" fmla="*/ 72 h 179"/>
                <a:gd name="T30" fmla="*/ 285 w 435"/>
                <a:gd name="T31" fmla="*/ 151 h 179"/>
                <a:gd name="T32" fmla="*/ 310 w 435"/>
                <a:gd name="T33" fmla="*/ 179 h 179"/>
                <a:gd name="T34" fmla="*/ 334 w 435"/>
                <a:gd name="T35" fmla="*/ 151 h 179"/>
                <a:gd name="T36" fmla="*/ 334 w 435"/>
                <a:gd name="T37" fmla="*/ 72 h 179"/>
                <a:gd name="T38" fmla="*/ 360 w 435"/>
                <a:gd name="T39" fmla="*/ 46 h 179"/>
                <a:gd name="T40" fmla="*/ 385 w 435"/>
                <a:gd name="T41" fmla="*/ 72 h 179"/>
                <a:gd name="T42" fmla="*/ 385 w 435"/>
                <a:gd name="T43" fmla="*/ 151 h 179"/>
                <a:gd name="T44" fmla="*/ 410 w 435"/>
                <a:gd name="T45" fmla="*/ 179 h 179"/>
                <a:gd name="T46" fmla="*/ 435 w 435"/>
                <a:gd name="T47" fmla="*/ 151 h 179"/>
                <a:gd name="T48" fmla="*/ 435 w 435"/>
                <a:gd name="T49" fmla="*/ 61 h 179"/>
                <a:gd name="T50" fmla="*/ 375 w 435"/>
                <a:gd name="T51" fmla="*/ 4 h 179"/>
                <a:gd name="T52" fmla="*/ 323 w 435"/>
                <a:gd name="T53" fmla="*/ 26 h 179"/>
                <a:gd name="T54" fmla="*/ 272 w 435"/>
                <a:gd name="T55" fmla="*/ 4 h 179"/>
                <a:gd name="T56" fmla="*/ 223 w 435"/>
                <a:gd name="T57" fmla="*/ 26 h 179"/>
                <a:gd name="T58" fmla="*/ 178 w 435"/>
                <a:gd name="T59" fmla="*/ 4 h 179"/>
                <a:gd name="T60" fmla="*/ 125 w 435"/>
                <a:gd name="T61" fmla="*/ 40 h 179"/>
                <a:gd name="T62" fmla="*/ 92 w 435"/>
                <a:gd name="T63" fmla="*/ 119 h 179"/>
                <a:gd name="T64" fmla="*/ 49 w 435"/>
                <a:gd name="T65" fmla="*/ 18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35" h="179">
                  <a:moveTo>
                    <a:pt x="49" y="18"/>
                  </a:moveTo>
                  <a:cubicBezTo>
                    <a:pt x="43" y="6"/>
                    <a:pt x="30" y="0"/>
                    <a:pt x="17" y="6"/>
                  </a:cubicBezTo>
                  <a:cubicBezTo>
                    <a:pt x="5" y="12"/>
                    <a:pt x="0" y="25"/>
                    <a:pt x="6" y="37"/>
                  </a:cubicBezTo>
                  <a:cubicBezTo>
                    <a:pt x="58" y="152"/>
                    <a:pt x="58" y="152"/>
                    <a:pt x="58" y="152"/>
                  </a:cubicBezTo>
                  <a:cubicBezTo>
                    <a:pt x="67" y="169"/>
                    <a:pt x="75" y="179"/>
                    <a:pt x="92" y="179"/>
                  </a:cubicBezTo>
                  <a:cubicBezTo>
                    <a:pt x="109" y="179"/>
                    <a:pt x="117" y="169"/>
                    <a:pt x="125" y="152"/>
                  </a:cubicBezTo>
                  <a:cubicBezTo>
                    <a:pt x="125" y="152"/>
                    <a:pt x="171" y="52"/>
                    <a:pt x="171" y="51"/>
                  </a:cubicBezTo>
                  <a:cubicBezTo>
                    <a:pt x="172" y="50"/>
                    <a:pt x="173" y="46"/>
                    <a:pt x="178" y="46"/>
                  </a:cubicBezTo>
                  <a:cubicBezTo>
                    <a:pt x="182" y="47"/>
                    <a:pt x="185" y="50"/>
                    <a:pt x="185" y="54"/>
                  </a:cubicBezTo>
                  <a:cubicBezTo>
                    <a:pt x="185" y="151"/>
                    <a:pt x="185" y="151"/>
                    <a:pt x="185" y="151"/>
                  </a:cubicBezTo>
                  <a:cubicBezTo>
                    <a:pt x="185" y="166"/>
                    <a:pt x="193" y="179"/>
                    <a:pt x="209" y="179"/>
                  </a:cubicBezTo>
                  <a:cubicBezTo>
                    <a:pt x="225" y="179"/>
                    <a:pt x="234" y="166"/>
                    <a:pt x="234" y="151"/>
                  </a:cubicBezTo>
                  <a:cubicBezTo>
                    <a:pt x="234" y="72"/>
                    <a:pt x="234" y="72"/>
                    <a:pt x="234" y="72"/>
                  </a:cubicBezTo>
                  <a:cubicBezTo>
                    <a:pt x="234" y="56"/>
                    <a:pt x="245" y="46"/>
                    <a:pt x="260" y="46"/>
                  </a:cubicBezTo>
                  <a:cubicBezTo>
                    <a:pt x="275" y="46"/>
                    <a:pt x="285" y="57"/>
                    <a:pt x="285" y="72"/>
                  </a:cubicBezTo>
                  <a:cubicBezTo>
                    <a:pt x="285" y="151"/>
                    <a:pt x="285" y="151"/>
                    <a:pt x="285" y="151"/>
                  </a:cubicBezTo>
                  <a:cubicBezTo>
                    <a:pt x="285" y="166"/>
                    <a:pt x="294" y="179"/>
                    <a:pt x="310" y="179"/>
                  </a:cubicBezTo>
                  <a:cubicBezTo>
                    <a:pt x="326" y="179"/>
                    <a:pt x="334" y="166"/>
                    <a:pt x="334" y="151"/>
                  </a:cubicBezTo>
                  <a:cubicBezTo>
                    <a:pt x="334" y="72"/>
                    <a:pt x="334" y="72"/>
                    <a:pt x="334" y="72"/>
                  </a:cubicBezTo>
                  <a:cubicBezTo>
                    <a:pt x="334" y="56"/>
                    <a:pt x="345" y="46"/>
                    <a:pt x="360" y="46"/>
                  </a:cubicBezTo>
                  <a:cubicBezTo>
                    <a:pt x="375" y="46"/>
                    <a:pt x="385" y="57"/>
                    <a:pt x="385" y="72"/>
                  </a:cubicBezTo>
                  <a:cubicBezTo>
                    <a:pt x="385" y="151"/>
                    <a:pt x="385" y="151"/>
                    <a:pt x="385" y="151"/>
                  </a:cubicBezTo>
                  <a:cubicBezTo>
                    <a:pt x="385" y="166"/>
                    <a:pt x="394" y="179"/>
                    <a:pt x="410" y="179"/>
                  </a:cubicBezTo>
                  <a:cubicBezTo>
                    <a:pt x="426" y="179"/>
                    <a:pt x="435" y="166"/>
                    <a:pt x="435" y="151"/>
                  </a:cubicBezTo>
                  <a:cubicBezTo>
                    <a:pt x="435" y="61"/>
                    <a:pt x="435" y="61"/>
                    <a:pt x="435" y="61"/>
                  </a:cubicBezTo>
                  <a:cubicBezTo>
                    <a:pt x="435" y="27"/>
                    <a:pt x="408" y="4"/>
                    <a:pt x="375" y="4"/>
                  </a:cubicBezTo>
                  <a:cubicBezTo>
                    <a:pt x="343" y="4"/>
                    <a:pt x="323" y="26"/>
                    <a:pt x="323" y="26"/>
                  </a:cubicBezTo>
                  <a:cubicBezTo>
                    <a:pt x="312" y="12"/>
                    <a:pt x="297" y="4"/>
                    <a:pt x="272" y="4"/>
                  </a:cubicBezTo>
                  <a:cubicBezTo>
                    <a:pt x="246" y="4"/>
                    <a:pt x="223" y="26"/>
                    <a:pt x="223" y="26"/>
                  </a:cubicBezTo>
                  <a:cubicBezTo>
                    <a:pt x="212" y="12"/>
                    <a:pt x="194" y="4"/>
                    <a:pt x="178" y="4"/>
                  </a:cubicBezTo>
                  <a:cubicBezTo>
                    <a:pt x="155" y="4"/>
                    <a:pt x="136" y="14"/>
                    <a:pt x="125" y="40"/>
                  </a:cubicBezTo>
                  <a:cubicBezTo>
                    <a:pt x="92" y="119"/>
                    <a:pt x="92" y="119"/>
                    <a:pt x="92" y="119"/>
                  </a:cubicBezTo>
                  <a:lnTo>
                    <a:pt x="49" y="1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aseline="0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9E375347-E880-4672-992A-C5D936A9A8B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097338" y="5649913"/>
              <a:ext cx="149225" cy="157163"/>
            </a:xfrm>
            <a:custGeom>
              <a:avLst/>
              <a:gdLst>
                <a:gd name="T0" fmla="*/ 37 w 40"/>
                <a:gd name="T1" fmla="*/ 20 h 41"/>
                <a:gd name="T2" fmla="*/ 37 w 40"/>
                <a:gd name="T3" fmla="*/ 20 h 41"/>
                <a:gd name="T4" fmla="*/ 20 w 40"/>
                <a:gd name="T5" fmla="*/ 4 h 41"/>
                <a:gd name="T6" fmla="*/ 3 w 40"/>
                <a:gd name="T7" fmla="*/ 20 h 41"/>
                <a:gd name="T8" fmla="*/ 3 w 40"/>
                <a:gd name="T9" fmla="*/ 21 h 41"/>
                <a:gd name="T10" fmla="*/ 20 w 40"/>
                <a:gd name="T11" fmla="*/ 37 h 41"/>
                <a:gd name="T12" fmla="*/ 37 w 40"/>
                <a:gd name="T13" fmla="*/ 20 h 41"/>
                <a:gd name="T14" fmla="*/ 0 w 40"/>
                <a:gd name="T15" fmla="*/ 21 h 41"/>
                <a:gd name="T16" fmla="*/ 0 w 40"/>
                <a:gd name="T17" fmla="*/ 20 h 41"/>
                <a:gd name="T18" fmla="*/ 20 w 40"/>
                <a:gd name="T19" fmla="*/ 0 h 41"/>
                <a:gd name="T20" fmla="*/ 40 w 40"/>
                <a:gd name="T21" fmla="*/ 20 h 41"/>
                <a:gd name="T22" fmla="*/ 40 w 40"/>
                <a:gd name="T23" fmla="*/ 20 h 41"/>
                <a:gd name="T24" fmla="*/ 20 w 40"/>
                <a:gd name="T25" fmla="*/ 41 h 41"/>
                <a:gd name="T26" fmla="*/ 0 w 40"/>
                <a:gd name="T27" fmla="*/ 21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0" h="41">
                  <a:moveTo>
                    <a:pt x="37" y="20"/>
                  </a:moveTo>
                  <a:cubicBezTo>
                    <a:pt x="37" y="20"/>
                    <a:pt x="37" y="20"/>
                    <a:pt x="37" y="20"/>
                  </a:cubicBezTo>
                  <a:cubicBezTo>
                    <a:pt x="37" y="11"/>
                    <a:pt x="29" y="4"/>
                    <a:pt x="20" y="4"/>
                  </a:cubicBezTo>
                  <a:cubicBezTo>
                    <a:pt x="11" y="4"/>
                    <a:pt x="3" y="11"/>
                    <a:pt x="3" y="20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3" y="30"/>
                    <a:pt x="11" y="37"/>
                    <a:pt x="20" y="37"/>
                  </a:cubicBezTo>
                  <a:cubicBezTo>
                    <a:pt x="29" y="37"/>
                    <a:pt x="37" y="30"/>
                    <a:pt x="37" y="20"/>
                  </a:cubicBezTo>
                  <a:moveTo>
                    <a:pt x="0" y="21"/>
                  </a:moveTo>
                  <a:cubicBezTo>
                    <a:pt x="0" y="20"/>
                    <a:pt x="0" y="20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20"/>
                    <a:pt x="40" y="20"/>
                    <a:pt x="40" y="20"/>
                  </a:cubicBezTo>
                  <a:cubicBezTo>
                    <a:pt x="40" y="32"/>
                    <a:pt x="31" y="41"/>
                    <a:pt x="20" y="41"/>
                  </a:cubicBezTo>
                  <a:cubicBezTo>
                    <a:pt x="8" y="41"/>
                    <a:pt x="0" y="32"/>
                    <a:pt x="0" y="21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aseline="0" dirty="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73103450-85A9-4D5B-A458-2662F6E6A1B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41788" y="5688013"/>
              <a:ext cx="63500" cy="76200"/>
            </a:xfrm>
            <a:custGeom>
              <a:avLst/>
              <a:gdLst>
                <a:gd name="T0" fmla="*/ 9 w 17"/>
                <a:gd name="T1" fmla="*/ 10 h 20"/>
                <a:gd name="T2" fmla="*/ 12 w 17"/>
                <a:gd name="T3" fmla="*/ 7 h 20"/>
                <a:gd name="T4" fmla="*/ 12 w 17"/>
                <a:gd name="T5" fmla="*/ 7 h 20"/>
                <a:gd name="T6" fmla="*/ 9 w 17"/>
                <a:gd name="T7" fmla="*/ 4 h 20"/>
                <a:gd name="T8" fmla="*/ 5 w 17"/>
                <a:gd name="T9" fmla="*/ 4 h 20"/>
                <a:gd name="T10" fmla="*/ 5 w 17"/>
                <a:gd name="T11" fmla="*/ 10 h 20"/>
                <a:gd name="T12" fmla="*/ 9 w 17"/>
                <a:gd name="T13" fmla="*/ 10 h 20"/>
                <a:gd name="T14" fmla="*/ 0 w 17"/>
                <a:gd name="T15" fmla="*/ 2 h 20"/>
                <a:gd name="T16" fmla="*/ 2 w 17"/>
                <a:gd name="T17" fmla="*/ 0 h 20"/>
                <a:gd name="T18" fmla="*/ 9 w 17"/>
                <a:gd name="T19" fmla="*/ 0 h 20"/>
                <a:gd name="T20" fmla="*/ 15 w 17"/>
                <a:gd name="T21" fmla="*/ 2 h 20"/>
                <a:gd name="T22" fmla="*/ 17 w 17"/>
                <a:gd name="T23" fmla="*/ 7 h 20"/>
                <a:gd name="T24" fmla="*/ 17 w 17"/>
                <a:gd name="T25" fmla="*/ 7 h 20"/>
                <a:gd name="T26" fmla="*/ 13 w 17"/>
                <a:gd name="T27" fmla="*/ 13 h 20"/>
                <a:gd name="T28" fmla="*/ 16 w 17"/>
                <a:gd name="T29" fmla="*/ 17 h 20"/>
                <a:gd name="T30" fmla="*/ 16 w 17"/>
                <a:gd name="T31" fmla="*/ 18 h 20"/>
                <a:gd name="T32" fmla="*/ 14 w 17"/>
                <a:gd name="T33" fmla="*/ 20 h 20"/>
                <a:gd name="T34" fmla="*/ 12 w 17"/>
                <a:gd name="T35" fmla="*/ 19 h 20"/>
                <a:gd name="T36" fmla="*/ 8 w 17"/>
                <a:gd name="T37" fmla="*/ 14 h 20"/>
                <a:gd name="T38" fmla="*/ 5 w 17"/>
                <a:gd name="T39" fmla="*/ 14 h 20"/>
                <a:gd name="T40" fmla="*/ 5 w 17"/>
                <a:gd name="T41" fmla="*/ 18 h 20"/>
                <a:gd name="T42" fmla="*/ 2 w 17"/>
                <a:gd name="T43" fmla="*/ 20 h 20"/>
                <a:gd name="T44" fmla="*/ 0 w 17"/>
                <a:gd name="T45" fmla="*/ 18 h 20"/>
                <a:gd name="T46" fmla="*/ 0 w 17"/>
                <a:gd name="T47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7" h="20">
                  <a:moveTo>
                    <a:pt x="9" y="10"/>
                  </a:moveTo>
                  <a:cubicBezTo>
                    <a:pt x="11" y="10"/>
                    <a:pt x="12" y="9"/>
                    <a:pt x="12" y="7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2" y="5"/>
                    <a:pt x="11" y="4"/>
                    <a:pt x="9" y="4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5" y="10"/>
                    <a:pt x="5" y="10"/>
                    <a:pt x="5" y="10"/>
                  </a:cubicBezTo>
                  <a:lnTo>
                    <a:pt x="9" y="10"/>
                  </a:lnTo>
                  <a:close/>
                  <a:moveTo>
                    <a:pt x="0" y="2"/>
                  </a:moveTo>
                  <a:cubicBezTo>
                    <a:pt x="0" y="1"/>
                    <a:pt x="1" y="0"/>
                    <a:pt x="2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12" y="0"/>
                    <a:pt x="14" y="1"/>
                    <a:pt x="15" y="2"/>
                  </a:cubicBezTo>
                  <a:cubicBezTo>
                    <a:pt x="16" y="3"/>
                    <a:pt x="17" y="5"/>
                    <a:pt x="17" y="7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17" y="10"/>
                    <a:pt x="15" y="12"/>
                    <a:pt x="13" y="13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7"/>
                    <a:pt x="16" y="18"/>
                    <a:pt x="16" y="18"/>
                  </a:cubicBezTo>
                  <a:cubicBezTo>
                    <a:pt x="16" y="19"/>
                    <a:pt x="15" y="20"/>
                    <a:pt x="14" y="20"/>
                  </a:cubicBezTo>
                  <a:cubicBezTo>
                    <a:pt x="13" y="20"/>
                    <a:pt x="13" y="20"/>
                    <a:pt x="12" y="19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9"/>
                    <a:pt x="4" y="20"/>
                    <a:pt x="2" y="20"/>
                  </a:cubicBezTo>
                  <a:cubicBezTo>
                    <a:pt x="1" y="20"/>
                    <a:pt x="0" y="19"/>
                    <a:pt x="0" y="18"/>
                  </a:cubicBez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aseline="0" dirty="0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967669F2-DB92-4920-A8A8-826B25591FE9}"/>
              </a:ext>
            </a:extLst>
          </p:cNvPr>
          <p:cNvSpPr txBox="1"/>
          <p:nvPr userDrawn="1"/>
        </p:nvSpPr>
        <p:spPr>
          <a:xfrm>
            <a:off x="11490941" y="6388099"/>
            <a:ext cx="437990" cy="3651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90000"/>
              </a:lnSpc>
            </a:pPr>
            <a:fld id="{7A51DB15-7364-4F0B-A3A0-1309F8830053}" type="slidenum">
              <a:rPr lang="en-US" sz="800" smtClean="0">
                <a:solidFill>
                  <a:schemeClr val="bg1"/>
                </a:solidFill>
                <a:latin typeface="+mj-lt"/>
              </a:rPr>
              <a:pPr algn="r">
                <a:lnSpc>
                  <a:spcPct val="90000"/>
                </a:lnSpc>
              </a:pPr>
              <a:t>‹#›</a:t>
            </a:fld>
            <a:endParaRPr lang="en-US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B57474-E36F-40E3-9802-188CF74382D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13600" y="3886200"/>
            <a:ext cx="4364038" cy="1670050"/>
          </a:xfrm>
        </p:spPr>
        <p:txBody>
          <a:bodyPr anchor="b"/>
          <a:lstStyle>
            <a:lvl1pPr marL="228600" indent="-228600">
              <a:buClr>
                <a:schemeClr val="bg1"/>
              </a:buClr>
              <a:buSzPct val="100000"/>
              <a:buFont typeface="Metropolis" panose="00000500000000000000" pitchFamily="50" charset="0"/>
              <a:buChar char="“"/>
              <a:defRPr sz="2800">
                <a:solidFill>
                  <a:schemeClr val="bg1"/>
                </a:solidFill>
              </a:defRPr>
            </a:lvl1pPr>
            <a:lvl2pPr marL="27305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</a:t>
            </a:r>
            <a:r>
              <a:rPr lang="en-US" dirty="0"/>
              <a:t>text styles</a:t>
            </a:r>
          </a:p>
        </p:txBody>
      </p:sp>
    </p:spTree>
    <p:extLst>
      <p:ext uri="{BB962C8B-B14F-4D97-AF65-F5344CB8AC3E}">
        <p14:creationId xmlns:p14="http://schemas.microsoft.com/office/powerpoint/2010/main" val="2040527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D034FA3F-D529-4D8B-B6EC-A8341FCAF67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505" y="1600201"/>
            <a:ext cx="10972800" cy="4572000"/>
          </a:xfrm>
        </p:spPr>
        <p:txBody>
          <a:bodyPr/>
          <a:lstStyle>
            <a:lvl1pPr>
              <a:spcBef>
                <a:spcPts val="1500"/>
              </a:spcBef>
              <a:defRPr/>
            </a:lvl1pPr>
            <a:lvl2pPr>
              <a:spcBef>
                <a:spcPts val="300"/>
              </a:spcBef>
              <a:defRPr/>
            </a:lvl2pPr>
            <a:lvl5pPr>
              <a:defRPr/>
            </a:lvl5pPr>
            <a:lvl6pPr>
              <a:defRPr/>
            </a:lvl6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7E3E8B-0F66-4996-9785-6E9531D89A5A}"/>
              </a:ext>
            </a:extLst>
          </p:cNvPr>
          <p:cNvSpPr txBox="1"/>
          <p:nvPr userDrawn="1"/>
        </p:nvSpPr>
        <p:spPr>
          <a:xfrm>
            <a:off x="11490941" y="6388099"/>
            <a:ext cx="437990" cy="3651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90000"/>
              </a:lnSpc>
            </a:pPr>
            <a:fld id="{7A51DB15-7364-4F0B-A3A0-1309F8830053}" type="slidenum">
              <a:rPr lang="en-US" sz="800" smtClean="0">
                <a:latin typeface="+mj-lt"/>
              </a:rPr>
              <a:pPr algn="r">
                <a:lnSpc>
                  <a:spcPct val="90000"/>
                </a:lnSpc>
              </a:pPr>
              <a:t>‹#›</a:t>
            </a:fld>
            <a:endParaRPr lang="en-US" dirty="0">
              <a:latin typeface="+mj-lt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9985EB2-1092-4CE8-9D04-7D84E433A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809" y="412751"/>
            <a:ext cx="11001004" cy="384048"/>
          </a:xfrm>
        </p:spPr>
        <p:txBody>
          <a:bodyPr wrap="non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216D2F66-BB7F-4F0E-A224-A105F87676EF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592866" y="811830"/>
            <a:ext cx="10987947" cy="247743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accent4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178041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8950B906-C5A3-4658-B24C-B2B533310D26}"/>
              </a:ext>
            </a:extLst>
          </p:cNvPr>
          <p:cNvSpPr txBox="1"/>
          <p:nvPr userDrawn="1"/>
        </p:nvSpPr>
        <p:spPr>
          <a:xfrm>
            <a:off x="11490941" y="6388099"/>
            <a:ext cx="437990" cy="3651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90000"/>
              </a:lnSpc>
            </a:pPr>
            <a:fld id="{7A51DB15-7364-4F0B-A3A0-1309F8830053}" type="slidenum">
              <a:rPr lang="en-US" sz="800" smtClean="0">
                <a:latin typeface="+mj-lt"/>
              </a:rPr>
              <a:pPr algn="r">
                <a:lnSpc>
                  <a:spcPct val="90000"/>
                </a:lnSpc>
              </a:pPr>
              <a:t>‹#›</a:t>
            </a:fld>
            <a:endParaRPr lang="en-US" dirty="0">
              <a:latin typeface="+mj-lt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E333358-58C9-4949-98D5-BC5D4A316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C28211D2-9BBA-4EB9-8867-E2CC72E9E0D1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592866" y="811830"/>
            <a:ext cx="10962687" cy="247743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accent4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290594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hoto – Green"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F5814392-5D30-411F-9F47-D111CEA5871F}"/>
              </a:ext>
            </a:extLst>
          </p:cNvPr>
          <p:cNvGrpSpPr/>
          <p:nvPr userDrawn="1"/>
        </p:nvGrpSpPr>
        <p:grpSpPr bwMode="white">
          <a:xfrm>
            <a:off x="617878" y="6446044"/>
            <a:ext cx="1099793" cy="173355"/>
            <a:chOff x="-84138" y="5622925"/>
            <a:chExt cx="4330701" cy="682626"/>
          </a:xfrm>
          <a:solidFill>
            <a:schemeClr val="bg1"/>
          </a:solidFill>
        </p:grpSpPr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3318E63F-0425-4B1D-8187-20EDB5E75016}"/>
                </a:ext>
              </a:extLst>
            </p:cNvPr>
            <p:cNvSpPr>
              <a:spLocks/>
            </p:cNvSpPr>
            <p:nvPr userDrawn="1"/>
          </p:nvSpPr>
          <p:spPr bwMode="white">
            <a:xfrm>
              <a:off x="1589088" y="5649913"/>
              <a:ext cx="914400" cy="647700"/>
            </a:xfrm>
            <a:custGeom>
              <a:avLst/>
              <a:gdLst>
                <a:gd name="T0" fmla="*/ 52 w 243"/>
                <a:gd name="T1" fmla="*/ 159 h 170"/>
                <a:gd name="T2" fmla="*/ 2 w 243"/>
                <a:gd name="T3" fmla="*/ 19 h 170"/>
                <a:gd name="T4" fmla="*/ 0 w 243"/>
                <a:gd name="T5" fmla="*/ 12 h 170"/>
                <a:gd name="T6" fmla="*/ 13 w 243"/>
                <a:gd name="T7" fmla="*/ 0 h 170"/>
                <a:gd name="T8" fmla="*/ 25 w 243"/>
                <a:gd name="T9" fmla="*/ 11 h 170"/>
                <a:gd name="T10" fmla="*/ 67 w 243"/>
                <a:gd name="T11" fmla="*/ 131 h 170"/>
                <a:gd name="T12" fmla="*/ 109 w 243"/>
                <a:gd name="T13" fmla="*/ 10 h 170"/>
                <a:gd name="T14" fmla="*/ 121 w 243"/>
                <a:gd name="T15" fmla="*/ 0 h 170"/>
                <a:gd name="T16" fmla="*/ 122 w 243"/>
                <a:gd name="T17" fmla="*/ 0 h 170"/>
                <a:gd name="T18" fmla="*/ 135 w 243"/>
                <a:gd name="T19" fmla="*/ 10 h 170"/>
                <a:gd name="T20" fmla="*/ 177 w 243"/>
                <a:gd name="T21" fmla="*/ 131 h 170"/>
                <a:gd name="T22" fmla="*/ 219 w 243"/>
                <a:gd name="T23" fmla="*/ 10 h 170"/>
                <a:gd name="T24" fmla="*/ 231 w 243"/>
                <a:gd name="T25" fmla="*/ 0 h 170"/>
                <a:gd name="T26" fmla="*/ 243 w 243"/>
                <a:gd name="T27" fmla="*/ 12 h 170"/>
                <a:gd name="T28" fmla="*/ 241 w 243"/>
                <a:gd name="T29" fmla="*/ 19 h 170"/>
                <a:gd name="T30" fmla="*/ 191 w 243"/>
                <a:gd name="T31" fmla="*/ 159 h 170"/>
                <a:gd name="T32" fmla="*/ 177 w 243"/>
                <a:gd name="T33" fmla="*/ 170 h 170"/>
                <a:gd name="T34" fmla="*/ 176 w 243"/>
                <a:gd name="T35" fmla="*/ 170 h 170"/>
                <a:gd name="T36" fmla="*/ 163 w 243"/>
                <a:gd name="T37" fmla="*/ 159 h 170"/>
                <a:gd name="T38" fmla="*/ 122 w 243"/>
                <a:gd name="T39" fmla="*/ 40 h 170"/>
                <a:gd name="T40" fmla="*/ 80 w 243"/>
                <a:gd name="T41" fmla="*/ 159 h 170"/>
                <a:gd name="T42" fmla="*/ 66 w 243"/>
                <a:gd name="T43" fmla="*/ 170 h 170"/>
                <a:gd name="T44" fmla="*/ 66 w 243"/>
                <a:gd name="T45" fmla="*/ 170 h 170"/>
                <a:gd name="T46" fmla="*/ 52 w 243"/>
                <a:gd name="T47" fmla="*/ 159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43" h="170">
                  <a:moveTo>
                    <a:pt x="52" y="159"/>
                  </a:moveTo>
                  <a:cubicBezTo>
                    <a:pt x="2" y="19"/>
                    <a:pt x="2" y="19"/>
                    <a:pt x="2" y="19"/>
                  </a:cubicBezTo>
                  <a:cubicBezTo>
                    <a:pt x="1" y="17"/>
                    <a:pt x="0" y="14"/>
                    <a:pt x="0" y="12"/>
                  </a:cubicBezTo>
                  <a:cubicBezTo>
                    <a:pt x="0" y="6"/>
                    <a:pt x="5" y="0"/>
                    <a:pt x="13" y="0"/>
                  </a:cubicBezTo>
                  <a:cubicBezTo>
                    <a:pt x="19" y="0"/>
                    <a:pt x="23" y="4"/>
                    <a:pt x="25" y="11"/>
                  </a:cubicBezTo>
                  <a:cubicBezTo>
                    <a:pt x="67" y="131"/>
                    <a:pt x="67" y="131"/>
                    <a:pt x="67" y="131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11" y="4"/>
                    <a:pt x="114" y="0"/>
                    <a:pt x="121" y="0"/>
                  </a:cubicBezTo>
                  <a:cubicBezTo>
                    <a:pt x="122" y="0"/>
                    <a:pt x="122" y="0"/>
                    <a:pt x="122" y="0"/>
                  </a:cubicBezTo>
                  <a:cubicBezTo>
                    <a:pt x="129" y="0"/>
                    <a:pt x="133" y="4"/>
                    <a:pt x="135" y="10"/>
                  </a:cubicBezTo>
                  <a:cubicBezTo>
                    <a:pt x="177" y="131"/>
                    <a:pt x="177" y="131"/>
                    <a:pt x="177" y="131"/>
                  </a:cubicBezTo>
                  <a:cubicBezTo>
                    <a:pt x="219" y="10"/>
                    <a:pt x="219" y="10"/>
                    <a:pt x="219" y="10"/>
                  </a:cubicBezTo>
                  <a:cubicBezTo>
                    <a:pt x="221" y="5"/>
                    <a:pt x="224" y="0"/>
                    <a:pt x="231" y="0"/>
                  </a:cubicBezTo>
                  <a:cubicBezTo>
                    <a:pt x="238" y="0"/>
                    <a:pt x="243" y="6"/>
                    <a:pt x="243" y="12"/>
                  </a:cubicBezTo>
                  <a:cubicBezTo>
                    <a:pt x="243" y="14"/>
                    <a:pt x="242" y="17"/>
                    <a:pt x="241" y="19"/>
                  </a:cubicBezTo>
                  <a:cubicBezTo>
                    <a:pt x="191" y="159"/>
                    <a:pt x="191" y="159"/>
                    <a:pt x="191" y="159"/>
                  </a:cubicBezTo>
                  <a:cubicBezTo>
                    <a:pt x="188" y="166"/>
                    <a:pt x="183" y="170"/>
                    <a:pt x="177" y="170"/>
                  </a:cubicBezTo>
                  <a:cubicBezTo>
                    <a:pt x="176" y="170"/>
                    <a:pt x="176" y="170"/>
                    <a:pt x="176" y="170"/>
                  </a:cubicBezTo>
                  <a:cubicBezTo>
                    <a:pt x="170" y="170"/>
                    <a:pt x="165" y="166"/>
                    <a:pt x="163" y="159"/>
                  </a:cubicBezTo>
                  <a:cubicBezTo>
                    <a:pt x="122" y="40"/>
                    <a:pt x="122" y="40"/>
                    <a:pt x="122" y="40"/>
                  </a:cubicBezTo>
                  <a:cubicBezTo>
                    <a:pt x="80" y="159"/>
                    <a:pt x="80" y="159"/>
                    <a:pt x="80" y="159"/>
                  </a:cubicBezTo>
                  <a:cubicBezTo>
                    <a:pt x="78" y="166"/>
                    <a:pt x="73" y="170"/>
                    <a:pt x="66" y="170"/>
                  </a:cubicBezTo>
                  <a:cubicBezTo>
                    <a:pt x="66" y="170"/>
                    <a:pt x="66" y="170"/>
                    <a:pt x="66" y="170"/>
                  </a:cubicBezTo>
                  <a:cubicBezTo>
                    <a:pt x="60" y="170"/>
                    <a:pt x="55" y="166"/>
                    <a:pt x="52" y="15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aseline="0" dirty="0"/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B30C3582-3060-4E26-8D88-82DE78548B94}"/>
                </a:ext>
              </a:extLst>
            </p:cNvPr>
            <p:cNvSpPr>
              <a:spLocks/>
            </p:cNvSpPr>
            <p:nvPr userDrawn="1"/>
          </p:nvSpPr>
          <p:spPr bwMode="white">
            <a:xfrm>
              <a:off x="3163888" y="5649913"/>
              <a:ext cx="354013" cy="647700"/>
            </a:xfrm>
            <a:custGeom>
              <a:avLst/>
              <a:gdLst>
                <a:gd name="T0" fmla="*/ 0 w 94"/>
                <a:gd name="T1" fmla="*/ 13 h 170"/>
                <a:gd name="T2" fmla="*/ 12 w 94"/>
                <a:gd name="T3" fmla="*/ 0 h 170"/>
                <a:gd name="T4" fmla="*/ 24 w 94"/>
                <a:gd name="T5" fmla="*/ 13 h 170"/>
                <a:gd name="T6" fmla="*/ 24 w 94"/>
                <a:gd name="T7" fmla="*/ 41 h 170"/>
                <a:gd name="T8" fmla="*/ 82 w 94"/>
                <a:gd name="T9" fmla="*/ 0 h 170"/>
                <a:gd name="T10" fmla="*/ 94 w 94"/>
                <a:gd name="T11" fmla="*/ 13 h 170"/>
                <a:gd name="T12" fmla="*/ 83 w 94"/>
                <a:gd name="T13" fmla="*/ 25 h 170"/>
                <a:gd name="T14" fmla="*/ 24 w 94"/>
                <a:gd name="T15" fmla="*/ 101 h 170"/>
                <a:gd name="T16" fmla="*/ 24 w 94"/>
                <a:gd name="T17" fmla="*/ 157 h 170"/>
                <a:gd name="T18" fmla="*/ 12 w 94"/>
                <a:gd name="T19" fmla="*/ 170 h 170"/>
                <a:gd name="T20" fmla="*/ 0 w 94"/>
                <a:gd name="T21" fmla="*/ 157 h 170"/>
                <a:gd name="T22" fmla="*/ 0 w 94"/>
                <a:gd name="T23" fmla="*/ 13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4" h="170">
                  <a:moveTo>
                    <a:pt x="0" y="13"/>
                  </a:moveTo>
                  <a:cubicBezTo>
                    <a:pt x="0" y="6"/>
                    <a:pt x="5" y="0"/>
                    <a:pt x="12" y="0"/>
                  </a:cubicBezTo>
                  <a:cubicBezTo>
                    <a:pt x="19" y="0"/>
                    <a:pt x="24" y="5"/>
                    <a:pt x="24" y="13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37" y="13"/>
                    <a:pt x="64" y="0"/>
                    <a:pt x="82" y="0"/>
                  </a:cubicBezTo>
                  <a:cubicBezTo>
                    <a:pt x="89" y="0"/>
                    <a:pt x="94" y="6"/>
                    <a:pt x="94" y="13"/>
                  </a:cubicBezTo>
                  <a:cubicBezTo>
                    <a:pt x="94" y="20"/>
                    <a:pt x="89" y="24"/>
                    <a:pt x="83" y="25"/>
                  </a:cubicBezTo>
                  <a:cubicBezTo>
                    <a:pt x="51" y="29"/>
                    <a:pt x="24" y="53"/>
                    <a:pt x="24" y="101"/>
                  </a:cubicBezTo>
                  <a:cubicBezTo>
                    <a:pt x="24" y="157"/>
                    <a:pt x="24" y="157"/>
                    <a:pt x="24" y="157"/>
                  </a:cubicBezTo>
                  <a:cubicBezTo>
                    <a:pt x="24" y="164"/>
                    <a:pt x="19" y="170"/>
                    <a:pt x="12" y="170"/>
                  </a:cubicBezTo>
                  <a:cubicBezTo>
                    <a:pt x="5" y="170"/>
                    <a:pt x="0" y="164"/>
                    <a:pt x="0" y="157"/>
                  </a:cubicBezTo>
                  <a:lnTo>
                    <a:pt x="0" y="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aseline="0" dirty="0"/>
            </a:p>
          </p:txBody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6FD21AC7-603F-4EAA-AF33-D10309C573F2}"/>
                </a:ext>
              </a:extLst>
            </p:cNvPr>
            <p:cNvSpPr>
              <a:spLocks noEditPoints="1"/>
            </p:cNvSpPr>
            <p:nvPr userDrawn="1"/>
          </p:nvSpPr>
          <p:spPr bwMode="white">
            <a:xfrm>
              <a:off x="3509963" y="5649913"/>
              <a:ext cx="579438" cy="655638"/>
            </a:xfrm>
            <a:custGeom>
              <a:avLst/>
              <a:gdLst>
                <a:gd name="T0" fmla="*/ 129 w 154"/>
                <a:gd name="T1" fmla="*/ 76 h 172"/>
                <a:gd name="T2" fmla="*/ 77 w 154"/>
                <a:gd name="T3" fmla="*/ 21 h 172"/>
                <a:gd name="T4" fmla="*/ 25 w 154"/>
                <a:gd name="T5" fmla="*/ 76 h 172"/>
                <a:gd name="T6" fmla="*/ 129 w 154"/>
                <a:gd name="T7" fmla="*/ 76 h 172"/>
                <a:gd name="T8" fmla="*/ 81 w 154"/>
                <a:gd name="T9" fmla="*/ 172 h 172"/>
                <a:gd name="T10" fmla="*/ 0 w 154"/>
                <a:gd name="T11" fmla="*/ 86 h 172"/>
                <a:gd name="T12" fmla="*/ 0 w 154"/>
                <a:gd name="T13" fmla="*/ 85 h 172"/>
                <a:gd name="T14" fmla="*/ 78 w 154"/>
                <a:gd name="T15" fmla="*/ 0 h 172"/>
                <a:gd name="T16" fmla="*/ 154 w 154"/>
                <a:gd name="T17" fmla="*/ 83 h 172"/>
                <a:gd name="T18" fmla="*/ 142 w 154"/>
                <a:gd name="T19" fmla="*/ 95 h 172"/>
                <a:gd name="T20" fmla="*/ 25 w 154"/>
                <a:gd name="T21" fmla="*/ 95 h 172"/>
                <a:gd name="T22" fmla="*/ 82 w 154"/>
                <a:gd name="T23" fmla="*/ 150 h 172"/>
                <a:gd name="T24" fmla="*/ 129 w 154"/>
                <a:gd name="T25" fmla="*/ 131 h 172"/>
                <a:gd name="T26" fmla="*/ 136 w 154"/>
                <a:gd name="T27" fmla="*/ 128 h 172"/>
                <a:gd name="T28" fmla="*/ 146 w 154"/>
                <a:gd name="T29" fmla="*/ 139 h 172"/>
                <a:gd name="T30" fmla="*/ 142 w 154"/>
                <a:gd name="T31" fmla="*/ 147 h 172"/>
                <a:gd name="T32" fmla="*/ 81 w 154"/>
                <a:gd name="T33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54" h="172">
                  <a:moveTo>
                    <a:pt x="129" y="76"/>
                  </a:moveTo>
                  <a:cubicBezTo>
                    <a:pt x="127" y="47"/>
                    <a:pt x="110" y="21"/>
                    <a:pt x="77" y="21"/>
                  </a:cubicBezTo>
                  <a:cubicBezTo>
                    <a:pt x="49" y="21"/>
                    <a:pt x="28" y="44"/>
                    <a:pt x="25" y="76"/>
                  </a:cubicBezTo>
                  <a:lnTo>
                    <a:pt x="129" y="76"/>
                  </a:lnTo>
                  <a:close/>
                  <a:moveTo>
                    <a:pt x="81" y="172"/>
                  </a:moveTo>
                  <a:cubicBezTo>
                    <a:pt x="36" y="172"/>
                    <a:pt x="0" y="137"/>
                    <a:pt x="0" y="86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38"/>
                    <a:pt x="33" y="0"/>
                    <a:pt x="78" y="0"/>
                  </a:cubicBezTo>
                  <a:cubicBezTo>
                    <a:pt x="126" y="0"/>
                    <a:pt x="154" y="40"/>
                    <a:pt x="154" y="83"/>
                  </a:cubicBezTo>
                  <a:cubicBezTo>
                    <a:pt x="154" y="90"/>
                    <a:pt x="148" y="95"/>
                    <a:pt x="142" y="95"/>
                  </a:cubicBezTo>
                  <a:cubicBezTo>
                    <a:pt x="25" y="95"/>
                    <a:pt x="25" y="95"/>
                    <a:pt x="25" y="95"/>
                  </a:cubicBezTo>
                  <a:cubicBezTo>
                    <a:pt x="28" y="130"/>
                    <a:pt x="53" y="150"/>
                    <a:pt x="82" y="150"/>
                  </a:cubicBezTo>
                  <a:cubicBezTo>
                    <a:pt x="102" y="150"/>
                    <a:pt x="117" y="142"/>
                    <a:pt x="129" y="131"/>
                  </a:cubicBezTo>
                  <a:cubicBezTo>
                    <a:pt x="131" y="130"/>
                    <a:pt x="133" y="128"/>
                    <a:pt x="136" y="128"/>
                  </a:cubicBezTo>
                  <a:cubicBezTo>
                    <a:pt x="142" y="128"/>
                    <a:pt x="146" y="133"/>
                    <a:pt x="146" y="139"/>
                  </a:cubicBezTo>
                  <a:cubicBezTo>
                    <a:pt x="146" y="142"/>
                    <a:pt x="145" y="145"/>
                    <a:pt x="142" y="147"/>
                  </a:cubicBezTo>
                  <a:cubicBezTo>
                    <a:pt x="127" y="162"/>
                    <a:pt x="109" y="172"/>
                    <a:pt x="81" y="17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aseline="0" dirty="0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6A3B4F65-A2ED-4298-9FC7-6504E5F1CCBC}"/>
                </a:ext>
              </a:extLst>
            </p:cNvPr>
            <p:cNvSpPr>
              <a:spLocks noEditPoints="1"/>
            </p:cNvSpPr>
            <p:nvPr userDrawn="1"/>
          </p:nvSpPr>
          <p:spPr bwMode="white">
            <a:xfrm>
              <a:off x="2503488" y="5649913"/>
              <a:ext cx="547688" cy="655638"/>
            </a:xfrm>
            <a:custGeom>
              <a:avLst/>
              <a:gdLst>
                <a:gd name="T0" fmla="*/ 122 w 146"/>
                <a:gd name="T1" fmla="*/ 107 h 172"/>
                <a:gd name="T2" fmla="*/ 122 w 146"/>
                <a:gd name="T3" fmla="*/ 91 h 172"/>
                <a:gd name="T4" fmla="*/ 74 w 146"/>
                <a:gd name="T5" fmla="*/ 84 h 172"/>
                <a:gd name="T6" fmla="*/ 25 w 146"/>
                <a:gd name="T7" fmla="*/ 118 h 172"/>
                <a:gd name="T8" fmla="*/ 25 w 146"/>
                <a:gd name="T9" fmla="*/ 119 h 172"/>
                <a:gd name="T10" fmla="*/ 67 w 146"/>
                <a:gd name="T11" fmla="*/ 152 h 172"/>
                <a:gd name="T12" fmla="*/ 122 w 146"/>
                <a:gd name="T13" fmla="*/ 107 h 172"/>
                <a:gd name="T14" fmla="*/ 0 w 146"/>
                <a:gd name="T15" fmla="*/ 120 h 172"/>
                <a:gd name="T16" fmla="*/ 0 w 146"/>
                <a:gd name="T17" fmla="*/ 119 h 172"/>
                <a:gd name="T18" fmla="*/ 71 w 146"/>
                <a:gd name="T19" fmla="*/ 66 h 172"/>
                <a:gd name="T20" fmla="*/ 122 w 146"/>
                <a:gd name="T21" fmla="*/ 73 h 172"/>
                <a:gd name="T22" fmla="*/ 122 w 146"/>
                <a:gd name="T23" fmla="*/ 67 h 172"/>
                <a:gd name="T24" fmla="*/ 73 w 146"/>
                <a:gd name="T25" fmla="*/ 22 h 172"/>
                <a:gd name="T26" fmla="*/ 34 w 146"/>
                <a:gd name="T27" fmla="*/ 30 h 172"/>
                <a:gd name="T28" fmla="*/ 30 w 146"/>
                <a:gd name="T29" fmla="*/ 31 h 172"/>
                <a:gd name="T30" fmla="*/ 19 w 146"/>
                <a:gd name="T31" fmla="*/ 20 h 172"/>
                <a:gd name="T32" fmla="*/ 26 w 146"/>
                <a:gd name="T33" fmla="*/ 10 h 172"/>
                <a:gd name="T34" fmla="*/ 75 w 146"/>
                <a:gd name="T35" fmla="*/ 0 h 172"/>
                <a:gd name="T36" fmla="*/ 129 w 146"/>
                <a:gd name="T37" fmla="*/ 19 h 172"/>
                <a:gd name="T38" fmla="*/ 146 w 146"/>
                <a:gd name="T39" fmla="*/ 67 h 172"/>
                <a:gd name="T40" fmla="*/ 146 w 146"/>
                <a:gd name="T41" fmla="*/ 158 h 172"/>
                <a:gd name="T42" fmla="*/ 134 w 146"/>
                <a:gd name="T43" fmla="*/ 170 h 172"/>
                <a:gd name="T44" fmla="*/ 122 w 146"/>
                <a:gd name="T45" fmla="*/ 159 h 172"/>
                <a:gd name="T46" fmla="*/ 122 w 146"/>
                <a:gd name="T47" fmla="*/ 143 h 172"/>
                <a:gd name="T48" fmla="*/ 62 w 146"/>
                <a:gd name="T49" fmla="*/ 172 h 172"/>
                <a:gd name="T50" fmla="*/ 0 w 146"/>
                <a:gd name="T51" fmla="*/ 120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46" h="172">
                  <a:moveTo>
                    <a:pt x="122" y="107"/>
                  </a:moveTo>
                  <a:cubicBezTo>
                    <a:pt x="122" y="91"/>
                    <a:pt x="122" y="91"/>
                    <a:pt x="122" y="91"/>
                  </a:cubicBezTo>
                  <a:cubicBezTo>
                    <a:pt x="110" y="88"/>
                    <a:pt x="94" y="84"/>
                    <a:pt x="74" y="84"/>
                  </a:cubicBezTo>
                  <a:cubicBezTo>
                    <a:pt x="43" y="84"/>
                    <a:pt x="25" y="98"/>
                    <a:pt x="25" y="118"/>
                  </a:cubicBezTo>
                  <a:cubicBezTo>
                    <a:pt x="25" y="119"/>
                    <a:pt x="25" y="119"/>
                    <a:pt x="25" y="119"/>
                  </a:cubicBezTo>
                  <a:cubicBezTo>
                    <a:pt x="25" y="140"/>
                    <a:pt x="45" y="152"/>
                    <a:pt x="67" y="152"/>
                  </a:cubicBezTo>
                  <a:cubicBezTo>
                    <a:pt x="97" y="152"/>
                    <a:pt x="122" y="133"/>
                    <a:pt x="122" y="107"/>
                  </a:cubicBezTo>
                  <a:moveTo>
                    <a:pt x="0" y="120"/>
                  </a:moveTo>
                  <a:cubicBezTo>
                    <a:pt x="0" y="119"/>
                    <a:pt x="0" y="119"/>
                    <a:pt x="0" y="119"/>
                  </a:cubicBezTo>
                  <a:cubicBezTo>
                    <a:pt x="0" y="85"/>
                    <a:pt x="29" y="66"/>
                    <a:pt x="71" y="66"/>
                  </a:cubicBezTo>
                  <a:cubicBezTo>
                    <a:pt x="92" y="66"/>
                    <a:pt x="107" y="69"/>
                    <a:pt x="122" y="73"/>
                  </a:cubicBezTo>
                  <a:cubicBezTo>
                    <a:pt x="122" y="67"/>
                    <a:pt x="122" y="67"/>
                    <a:pt x="122" y="67"/>
                  </a:cubicBezTo>
                  <a:cubicBezTo>
                    <a:pt x="122" y="37"/>
                    <a:pt x="104" y="22"/>
                    <a:pt x="73" y="22"/>
                  </a:cubicBezTo>
                  <a:cubicBezTo>
                    <a:pt x="56" y="22"/>
                    <a:pt x="46" y="24"/>
                    <a:pt x="34" y="30"/>
                  </a:cubicBezTo>
                  <a:cubicBezTo>
                    <a:pt x="33" y="30"/>
                    <a:pt x="31" y="31"/>
                    <a:pt x="30" y="31"/>
                  </a:cubicBezTo>
                  <a:cubicBezTo>
                    <a:pt x="24" y="31"/>
                    <a:pt x="19" y="26"/>
                    <a:pt x="19" y="20"/>
                  </a:cubicBezTo>
                  <a:cubicBezTo>
                    <a:pt x="19" y="15"/>
                    <a:pt x="21" y="12"/>
                    <a:pt x="26" y="10"/>
                  </a:cubicBezTo>
                  <a:cubicBezTo>
                    <a:pt x="42" y="3"/>
                    <a:pt x="54" y="0"/>
                    <a:pt x="75" y="0"/>
                  </a:cubicBezTo>
                  <a:cubicBezTo>
                    <a:pt x="99" y="0"/>
                    <a:pt x="117" y="6"/>
                    <a:pt x="129" y="19"/>
                  </a:cubicBezTo>
                  <a:cubicBezTo>
                    <a:pt x="140" y="30"/>
                    <a:pt x="146" y="46"/>
                    <a:pt x="146" y="67"/>
                  </a:cubicBezTo>
                  <a:cubicBezTo>
                    <a:pt x="146" y="158"/>
                    <a:pt x="146" y="158"/>
                    <a:pt x="146" y="158"/>
                  </a:cubicBezTo>
                  <a:cubicBezTo>
                    <a:pt x="146" y="165"/>
                    <a:pt x="141" y="170"/>
                    <a:pt x="134" y="170"/>
                  </a:cubicBezTo>
                  <a:cubicBezTo>
                    <a:pt x="127" y="170"/>
                    <a:pt x="122" y="165"/>
                    <a:pt x="122" y="159"/>
                  </a:cubicBezTo>
                  <a:cubicBezTo>
                    <a:pt x="122" y="143"/>
                    <a:pt x="122" y="143"/>
                    <a:pt x="122" y="143"/>
                  </a:cubicBezTo>
                  <a:cubicBezTo>
                    <a:pt x="111" y="158"/>
                    <a:pt x="91" y="172"/>
                    <a:pt x="62" y="172"/>
                  </a:cubicBezTo>
                  <a:cubicBezTo>
                    <a:pt x="32" y="172"/>
                    <a:pt x="0" y="154"/>
                    <a:pt x="0" y="12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aseline="0" dirty="0"/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1BE9558A-954A-44D3-846A-63CE6DDB4668}"/>
                </a:ext>
              </a:extLst>
            </p:cNvPr>
            <p:cNvSpPr>
              <a:spLocks/>
            </p:cNvSpPr>
            <p:nvPr userDrawn="1"/>
          </p:nvSpPr>
          <p:spPr bwMode="white">
            <a:xfrm>
              <a:off x="-84138" y="5622925"/>
              <a:ext cx="1635125" cy="682625"/>
            </a:xfrm>
            <a:custGeom>
              <a:avLst/>
              <a:gdLst>
                <a:gd name="T0" fmla="*/ 49 w 435"/>
                <a:gd name="T1" fmla="*/ 18 h 179"/>
                <a:gd name="T2" fmla="*/ 17 w 435"/>
                <a:gd name="T3" fmla="*/ 6 h 179"/>
                <a:gd name="T4" fmla="*/ 6 w 435"/>
                <a:gd name="T5" fmla="*/ 37 h 179"/>
                <a:gd name="T6" fmla="*/ 58 w 435"/>
                <a:gd name="T7" fmla="*/ 152 h 179"/>
                <a:gd name="T8" fmla="*/ 92 w 435"/>
                <a:gd name="T9" fmla="*/ 179 h 179"/>
                <a:gd name="T10" fmla="*/ 125 w 435"/>
                <a:gd name="T11" fmla="*/ 152 h 179"/>
                <a:gd name="T12" fmla="*/ 171 w 435"/>
                <a:gd name="T13" fmla="*/ 51 h 179"/>
                <a:gd name="T14" fmla="*/ 178 w 435"/>
                <a:gd name="T15" fmla="*/ 46 h 179"/>
                <a:gd name="T16" fmla="*/ 185 w 435"/>
                <a:gd name="T17" fmla="*/ 54 h 179"/>
                <a:gd name="T18" fmla="*/ 185 w 435"/>
                <a:gd name="T19" fmla="*/ 151 h 179"/>
                <a:gd name="T20" fmla="*/ 209 w 435"/>
                <a:gd name="T21" fmla="*/ 179 h 179"/>
                <a:gd name="T22" fmla="*/ 234 w 435"/>
                <a:gd name="T23" fmla="*/ 151 h 179"/>
                <a:gd name="T24" fmla="*/ 234 w 435"/>
                <a:gd name="T25" fmla="*/ 72 h 179"/>
                <a:gd name="T26" fmla="*/ 260 w 435"/>
                <a:gd name="T27" fmla="*/ 46 h 179"/>
                <a:gd name="T28" fmla="*/ 285 w 435"/>
                <a:gd name="T29" fmla="*/ 72 h 179"/>
                <a:gd name="T30" fmla="*/ 285 w 435"/>
                <a:gd name="T31" fmla="*/ 151 h 179"/>
                <a:gd name="T32" fmla="*/ 310 w 435"/>
                <a:gd name="T33" fmla="*/ 179 h 179"/>
                <a:gd name="T34" fmla="*/ 334 w 435"/>
                <a:gd name="T35" fmla="*/ 151 h 179"/>
                <a:gd name="T36" fmla="*/ 334 w 435"/>
                <a:gd name="T37" fmla="*/ 72 h 179"/>
                <a:gd name="T38" fmla="*/ 360 w 435"/>
                <a:gd name="T39" fmla="*/ 46 h 179"/>
                <a:gd name="T40" fmla="*/ 385 w 435"/>
                <a:gd name="T41" fmla="*/ 72 h 179"/>
                <a:gd name="T42" fmla="*/ 385 w 435"/>
                <a:gd name="T43" fmla="*/ 151 h 179"/>
                <a:gd name="T44" fmla="*/ 410 w 435"/>
                <a:gd name="T45" fmla="*/ 179 h 179"/>
                <a:gd name="T46" fmla="*/ 435 w 435"/>
                <a:gd name="T47" fmla="*/ 151 h 179"/>
                <a:gd name="T48" fmla="*/ 435 w 435"/>
                <a:gd name="T49" fmla="*/ 61 h 179"/>
                <a:gd name="T50" fmla="*/ 375 w 435"/>
                <a:gd name="T51" fmla="*/ 4 h 179"/>
                <a:gd name="T52" fmla="*/ 323 w 435"/>
                <a:gd name="T53" fmla="*/ 26 h 179"/>
                <a:gd name="T54" fmla="*/ 272 w 435"/>
                <a:gd name="T55" fmla="*/ 4 h 179"/>
                <a:gd name="T56" fmla="*/ 223 w 435"/>
                <a:gd name="T57" fmla="*/ 26 h 179"/>
                <a:gd name="T58" fmla="*/ 178 w 435"/>
                <a:gd name="T59" fmla="*/ 4 h 179"/>
                <a:gd name="T60" fmla="*/ 125 w 435"/>
                <a:gd name="T61" fmla="*/ 40 h 179"/>
                <a:gd name="T62" fmla="*/ 92 w 435"/>
                <a:gd name="T63" fmla="*/ 119 h 179"/>
                <a:gd name="T64" fmla="*/ 49 w 435"/>
                <a:gd name="T65" fmla="*/ 18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35" h="179">
                  <a:moveTo>
                    <a:pt x="49" y="18"/>
                  </a:moveTo>
                  <a:cubicBezTo>
                    <a:pt x="43" y="6"/>
                    <a:pt x="30" y="0"/>
                    <a:pt x="17" y="6"/>
                  </a:cubicBezTo>
                  <a:cubicBezTo>
                    <a:pt x="5" y="12"/>
                    <a:pt x="0" y="25"/>
                    <a:pt x="6" y="37"/>
                  </a:cubicBezTo>
                  <a:cubicBezTo>
                    <a:pt x="58" y="152"/>
                    <a:pt x="58" y="152"/>
                    <a:pt x="58" y="152"/>
                  </a:cubicBezTo>
                  <a:cubicBezTo>
                    <a:pt x="67" y="169"/>
                    <a:pt x="75" y="179"/>
                    <a:pt x="92" y="179"/>
                  </a:cubicBezTo>
                  <a:cubicBezTo>
                    <a:pt x="109" y="179"/>
                    <a:pt x="117" y="169"/>
                    <a:pt x="125" y="152"/>
                  </a:cubicBezTo>
                  <a:cubicBezTo>
                    <a:pt x="125" y="152"/>
                    <a:pt x="171" y="52"/>
                    <a:pt x="171" y="51"/>
                  </a:cubicBezTo>
                  <a:cubicBezTo>
                    <a:pt x="172" y="50"/>
                    <a:pt x="173" y="46"/>
                    <a:pt x="178" y="46"/>
                  </a:cubicBezTo>
                  <a:cubicBezTo>
                    <a:pt x="182" y="47"/>
                    <a:pt x="185" y="50"/>
                    <a:pt x="185" y="54"/>
                  </a:cubicBezTo>
                  <a:cubicBezTo>
                    <a:pt x="185" y="151"/>
                    <a:pt x="185" y="151"/>
                    <a:pt x="185" y="151"/>
                  </a:cubicBezTo>
                  <a:cubicBezTo>
                    <a:pt x="185" y="166"/>
                    <a:pt x="193" y="179"/>
                    <a:pt x="209" y="179"/>
                  </a:cubicBezTo>
                  <a:cubicBezTo>
                    <a:pt x="225" y="179"/>
                    <a:pt x="234" y="166"/>
                    <a:pt x="234" y="151"/>
                  </a:cubicBezTo>
                  <a:cubicBezTo>
                    <a:pt x="234" y="72"/>
                    <a:pt x="234" y="72"/>
                    <a:pt x="234" y="72"/>
                  </a:cubicBezTo>
                  <a:cubicBezTo>
                    <a:pt x="234" y="56"/>
                    <a:pt x="245" y="46"/>
                    <a:pt x="260" y="46"/>
                  </a:cubicBezTo>
                  <a:cubicBezTo>
                    <a:pt x="275" y="46"/>
                    <a:pt x="285" y="57"/>
                    <a:pt x="285" y="72"/>
                  </a:cubicBezTo>
                  <a:cubicBezTo>
                    <a:pt x="285" y="151"/>
                    <a:pt x="285" y="151"/>
                    <a:pt x="285" y="151"/>
                  </a:cubicBezTo>
                  <a:cubicBezTo>
                    <a:pt x="285" y="166"/>
                    <a:pt x="294" y="179"/>
                    <a:pt x="310" y="179"/>
                  </a:cubicBezTo>
                  <a:cubicBezTo>
                    <a:pt x="326" y="179"/>
                    <a:pt x="334" y="166"/>
                    <a:pt x="334" y="151"/>
                  </a:cubicBezTo>
                  <a:cubicBezTo>
                    <a:pt x="334" y="72"/>
                    <a:pt x="334" y="72"/>
                    <a:pt x="334" y="72"/>
                  </a:cubicBezTo>
                  <a:cubicBezTo>
                    <a:pt x="334" y="56"/>
                    <a:pt x="345" y="46"/>
                    <a:pt x="360" y="46"/>
                  </a:cubicBezTo>
                  <a:cubicBezTo>
                    <a:pt x="375" y="46"/>
                    <a:pt x="385" y="57"/>
                    <a:pt x="385" y="72"/>
                  </a:cubicBezTo>
                  <a:cubicBezTo>
                    <a:pt x="385" y="151"/>
                    <a:pt x="385" y="151"/>
                    <a:pt x="385" y="151"/>
                  </a:cubicBezTo>
                  <a:cubicBezTo>
                    <a:pt x="385" y="166"/>
                    <a:pt x="394" y="179"/>
                    <a:pt x="410" y="179"/>
                  </a:cubicBezTo>
                  <a:cubicBezTo>
                    <a:pt x="426" y="179"/>
                    <a:pt x="435" y="166"/>
                    <a:pt x="435" y="151"/>
                  </a:cubicBezTo>
                  <a:cubicBezTo>
                    <a:pt x="435" y="61"/>
                    <a:pt x="435" y="61"/>
                    <a:pt x="435" y="61"/>
                  </a:cubicBezTo>
                  <a:cubicBezTo>
                    <a:pt x="435" y="27"/>
                    <a:pt x="408" y="4"/>
                    <a:pt x="375" y="4"/>
                  </a:cubicBezTo>
                  <a:cubicBezTo>
                    <a:pt x="343" y="4"/>
                    <a:pt x="323" y="26"/>
                    <a:pt x="323" y="26"/>
                  </a:cubicBezTo>
                  <a:cubicBezTo>
                    <a:pt x="312" y="12"/>
                    <a:pt x="297" y="4"/>
                    <a:pt x="272" y="4"/>
                  </a:cubicBezTo>
                  <a:cubicBezTo>
                    <a:pt x="246" y="4"/>
                    <a:pt x="223" y="26"/>
                    <a:pt x="223" y="26"/>
                  </a:cubicBezTo>
                  <a:cubicBezTo>
                    <a:pt x="212" y="12"/>
                    <a:pt x="194" y="4"/>
                    <a:pt x="178" y="4"/>
                  </a:cubicBezTo>
                  <a:cubicBezTo>
                    <a:pt x="155" y="4"/>
                    <a:pt x="136" y="14"/>
                    <a:pt x="125" y="40"/>
                  </a:cubicBezTo>
                  <a:cubicBezTo>
                    <a:pt x="92" y="119"/>
                    <a:pt x="92" y="119"/>
                    <a:pt x="92" y="119"/>
                  </a:cubicBezTo>
                  <a:lnTo>
                    <a:pt x="49" y="1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aseline="0" dirty="0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582C93C0-E583-4CCD-BC27-D50F826D3444}"/>
                </a:ext>
              </a:extLst>
            </p:cNvPr>
            <p:cNvSpPr>
              <a:spLocks noEditPoints="1"/>
            </p:cNvSpPr>
            <p:nvPr userDrawn="1"/>
          </p:nvSpPr>
          <p:spPr bwMode="white">
            <a:xfrm>
              <a:off x="4097338" y="5649913"/>
              <a:ext cx="149225" cy="157163"/>
            </a:xfrm>
            <a:custGeom>
              <a:avLst/>
              <a:gdLst>
                <a:gd name="T0" fmla="*/ 37 w 40"/>
                <a:gd name="T1" fmla="*/ 20 h 41"/>
                <a:gd name="T2" fmla="*/ 37 w 40"/>
                <a:gd name="T3" fmla="*/ 20 h 41"/>
                <a:gd name="T4" fmla="*/ 20 w 40"/>
                <a:gd name="T5" fmla="*/ 4 h 41"/>
                <a:gd name="T6" fmla="*/ 3 w 40"/>
                <a:gd name="T7" fmla="*/ 20 h 41"/>
                <a:gd name="T8" fmla="*/ 3 w 40"/>
                <a:gd name="T9" fmla="*/ 21 h 41"/>
                <a:gd name="T10" fmla="*/ 20 w 40"/>
                <a:gd name="T11" fmla="*/ 37 h 41"/>
                <a:gd name="T12" fmla="*/ 37 w 40"/>
                <a:gd name="T13" fmla="*/ 20 h 41"/>
                <a:gd name="T14" fmla="*/ 0 w 40"/>
                <a:gd name="T15" fmla="*/ 21 h 41"/>
                <a:gd name="T16" fmla="*/ 0 w 40"/>
                <a:gd name="T17" fmla="*/ 20 h 41"/>
                <a:gd name="T18" fmla="*/ 20 w 40"/>
                <a:gd name="T19" fmla="*/ 0 h 41"/>
                <a:gd name="T20" fmla="*/ 40 w 40"/>
                <a:gd name="T21" fmla="*/ 20 h 41"/>
                <a:gd name="T22" fmla="*/ 40 w 40"/>
                <a:gd name="T23" fmla="*/ 20 h 41"/>
                <a:gd name="T24" fmla="*/ 20 w 40"/>
                <a:gd name="T25" fmla="*/ 41 h 41"/>
                <a:gd name="T26" fmla="*/ 0 w 40"/>
                <a:gd name="T27" fmla="*/ 21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0" h="41">
                  <a:moveTo>
                    <a:pt x="37" y="20"/>
                  </a:moveTo>
                  <a:cubicBezTo>
                    <a:pt x="37" y="20"/>
                    <a:pt x="37" y="20"/>
                    <a:pt x="37" y="20"/>
                  </a:cubicBezTo>
                  <a:cubicBezTo>
                    <a:pt x="37" y="11"/>
                    <a:pt x="29" y="4"/>
                    <a:pt x="20" y="4"/>
                  </a:cubicBezTo>
                  <a:cubicBezTo>
                    <a:pt x="11" y="4"/>
                    <a:pt x="3" y="11"/>
                    <a:pt x="3" y="20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3" y="30"/>
                    <a:pt x="11" y="37"/>
                    <a:pt x="20" y="37"/>
                  </a:cubicBezTo>
                  <a:cubicBezTo>
                    <a:pt x="29" y="37"/>
                    <a:pt x="37" y="30"/>
                    <a:pt x="37" y="20"/>
                  </a:cubicBezTo>
                  <a:moveTo>
                    <a:pt x="0" y="21"/>
                  </a:moveTo>
                  <a:cubicBezTo>
                    <a:pt x="0" y="20"/>
                    <a:pt x="0" y="20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20"/>
                    <a:pt x="40" y="20"/>
                    <a:pt x="40" y="20"/>
                  </a:cubicBezTo>
                  <a:cubicBezTo>
                    <a:pt x="40" y="32"/>
                    <a:pt x="31" y="41"/>
                    <a:pt x="20" y="41"/>
                  </a:cubicBezTo>
                  <a:cubicBezTo>
                    <a:pt x="8" y="41"/>
                    <a:pt x="0" y="32"/>
                    <a:pt x="0" y="21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aseline="0" dirty="0"/>
            </a:p>
          </p:txBody>
        </p:sp>
        <p:sp>
          <p:nvSpPr>
            <p:cNvPr id="20" name="Freeform 12">
              <a:extLst>
                <a:ext uri="{FF2B5EF4-FFF2-40B4-BE49-F238E27FC236}">
                  <a16:creationId xmlns:a16="http://schemas.microsoft.com/office/drawing/2014/main" id="{7ED794B3-88A6-4B48-B758-7FE0C24C9B3D}"/>
                </a:ext>
              </a:extLst>
            </p:cNvPr>
            <p:cNvSpPr>
              <a:spLocks noEditPoints="1"/>
            </p:cNvSpPr>
            <p:nvPr userDrawn="1"/>
          </p:nvSpPr>
          <p:spPr bwMode="white">
            <a:xfrm>
              <a:off x="4141788" y="5688013"/>
              <a:ext cx="63500" cy="76200"/>
            </a:xfrm>
            <a:custGeom>
              <a:avLst/>
              <a:gdLst>
                <a:gd name="T0" fmla="*/ 9 w 17"/>
                <a:gd name="T1" fmla="*/ 10 h 20"/>
                <a:gd name="T2" fmla="*/ 12 w 17"/>
                <a:gd name="T3" fmla="*/ 7 h 20"/>
                <a:gd name="T4" fmla="*/ 12 w 17"/>
                <a:gd name="T5" fmla="*/ 7 h 20"/>
                <a:gd name="T6" fmla="*/ 9 w 17"/>
                <a:gd name="T7" fmla="*/ 4 h 20"/>
                <a:gd name="T8" fmla="*/ 5 w 17"/>
                <a:gd name="T9" fmla="*/ 4 h 20"/>
                <a:gd name="T10" fmla="*/ 5 w 17"/>
                <a:gd name="T11" fmla="*/ 10 h 20"/>
                <a:gd name="T12" fmla="*/ 9 w 17"/>
                <a:gd name="T13" fmla="*/ 10 h 20"/>
                <a:gd name="T14" fmla="*/ 0 w 17"/>
                <a:gd name="T15" fmla="*/ 2 h 20"/>
                <a:gd name="T16" fmla="*/ 2 w 17"/>
                <a:gd name="T17" fmla="*/ 0 h 20"/>
                <a:gd name="T18" fmla="*/ 9 w 17"/>
                <a:gd name="T19" fmla="*/ 0 h 20"/>
                <a:gd name="T20" fmla="*/ 15 w 17"/>
                <a:gd name="T21" fmla="*/ 2 h 20"/>
                <a:gd name="T22" fmla="*/ 17 w 17"/>
                <a:gd name="T23" fmla="*/ 7 h 20"/>
                <a:gd name="T24" fmla="*/ 17 w 17"/>
                <a:gd name="T25" fmla="*/ 7 h 20"/>
                <a:gd name="T26" fmla="*/ 13 w 17"/>
                <a:gd name="T27" fmla="*/ 13 h 20"/>
                <a:gd name="T28" fmla="*/ 16 w 17"/>
                <a:gd name="T29" fmla="*/ 17 h 20"/>
                <a:gd name="T30" fmla="*/ 16 w 17"/>
                <a:gd name="T31" fmla="*/ 18 h 20"/>
                <a:gd name="T32" fmla="*/ 14 w 17"/>
                <a:gd name="T33" fmla="*/ 20 h 20"/>
                <a:gd name="T34" fmla="*/ 12 w 17"/>
                <a:gd name="T35" fmla="*/ 19 h 20"/>
                <a:gd name="T36" fmla="*/ 8 w 17"/>
                <a:gd name="T37" fmla="*/ 14 h 20"/>
                <a:gd name="T38" fmla="*/ 5 w 17"/>
                <a:gd name="T39" fmla="*/ 14 h 20"/>
                <a:gd name="T40" fmla="*/ 5 w 17"/>
                <a:gd name="T41" fmla="*/ 18 h 20"/>
                <a:gd name="T42" fmla="*/ 2 w 17"/>
                <a:gd name="T43" fmla="*/ 20 h 20"/>
                <a:gd name="T44" fmla="*/ 0 w 17"/>
                <a:gd name="T45" fmla="*/ 18 h 20"/>
                <a:gd name="T46" fmla="*/ 0 w 17"/>
                <a:gd name="T47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7" h="20">
                  <a:moveTo>
                    <a:pt x="9" y="10"/>
                  </a:moveTo>
                  <a:cubicBezTo>
                    <a:pt x="11" y="10"/>
                    <a:pt x="12" y="9"/>
                    <a:pt x="12" y="7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2" y="5"/>
                    <a:pt x="11" y="4"/>
                    <a:pt x="9" y="4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5" y="10"/>
                    <a:pt x="5" y="10"/>
                    <a:pt x="5" y="10"/>
                  </a:cubicBezTo>
                  <a:lnTo>
                    <a:pt x="9" y="10"/>
                  </a:lnTo>
                  <a:close/>
                  <a:moveTo>
                    <a:pt x="0" y="2"/>
                  </a:moveTo>
                  <a:cubicBezTo>
                    <a:pt x="0" y="1"/>
                    <a:pt x="1" y="0"/>
                    <a:pt x="2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12" y="0"/>
                    <a:pt x="14" y="1"/>
                    <a:pt x="15" y="2"/>
                  </a:cubicBezTo>
                  <a:cubicBezTo>
                    <a:pt x="16" y="3"/>
                    <a:pt x="17" y="5"/>
                    <a:pt x="17" y="7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17" y="10"/>
                    <a:pt x="15" y="12"/>
                    <a:pt x="13" y="13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7"/>
                    <a:pt x="16" y="18"/>
                    <a:pt x="16" y="18"/>
                  </a:cubicBezTo>
                  <a:cubicBezTo>
                    <a:pt x="16" y="19"/>
                    <a:pt x="15" y="20"/>
                    <a:pt x="14" y="20"/>
                  </a:cubicBezTo>
                  <a:cubicBezTo>
                    <a:pt x="13" y="20"/>
                    <a:pt x="13" y="20"/>
                    <a:pt x="12" y="19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9"/>
                    <a:pt x="4" y="20"/>
                    <a:pt x="2" y="20"/>
                  </a:cubicBezTo>
                  <a:cubicBezTo>
                    <a:pt x="1" y="20"/>
                    <a:pt x="0" y="19"/>
                    <a:pt x="0" y="18"/>
                  </a:cubicBez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aseline="0" dirty="0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55DB13E0-057F-4E9B-A508-8BCFFDA69B67}"/>
              </a:ext>
            </a:extLst>
          </p:cNvPr>
          <p:cNvSpPr txBox="1"/>
          <p:nvPr userDrawn="1"/>
        </p:nvSpPr>
        <p:spPr bwMode="white">
          <a:xfrm>
            <a:off x="11490941" y="6388099"/>
            <a:ext cx="437990" cy="3651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90000"/>
              </a:lnSpc>
            </a:pPr>
            <a:fld id="{7A51DB15-7364-4F0B-A3A0-1309F8830053}" type="slidenum">
              <a:rPr lang="en-US" sz="800" smtClean="0">
                <a:solidFill>
                  <a:schemeClr val="bg1"/>
                </a:solidFill>
                <a:latin typeface="+mj-lt"/>
              </a:rPr>
              <a:pPr algn="r">
                <a:lnSpc>
                  <a:spcPct val="90000"/>
                </a:lnSpc>
              </a:pPr>
              <a:t>‹#›</a:t>
            </a:fld>
            <a:endParaRPr lang="en-US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0F92D229-820A-4AB4-9D2F-2D79D4C10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223470"/>
            <a:ext cx="6094413" cy="1034129"/>
          </a:xfrm>
          <a:solidFill>
            <a:schemeClr val="bg1">
              <a:alpha val="90000"/>
            </a:schemeClr>
          </a:solidFill>
        </p:spPr>
        <p:txBody>
          <a:bodyPr wrap="square" lIns="576072" tIns="182880" rIns="457200" bIns="457200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4" name="Subtitle 2">
            <a:extLst>
              <a:ext uri="{FF2B5EF4-FFF2-40B4-BE49-F238E27FC236}">
                <a16:creationId xmlns:a16="http://schemas.microsoft.com/office/drawing/2014/main" id="{D53201EE-D22D-4F4C-BC22-0B071A05CDE1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592867" y="811830"/>
            <a:ext cx="5361244" cy="247743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accent4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322F76-245F-4F96-A66A-51CFFDFD55B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600200"/>
            <a:ext cx="6094413" cy="4572000"/>
          </a:xfrm>
          <a:gradFill>
            <a:gsLst>
              <a:gs pos="0">
                <a:schemeClr val="accent6">
                  <a:alpha val="90000"/>
                </a:schemeClr>
              </a:gs>
              <a:gs pos="98000">
                <a:schemeClr val="accent6"/>
              </a:gs>
              <a:gs pos="98000">
                <a:schemeClr val="accent5"/>
              </a:gs>
              <a:gs pos="100000">
                <a:schemeClr val="accent5"/>
              </a:gs>
            </a:gsLst>
            <a:lin ang="5400000" scaled="1"/>
          </a:gradFill>
        </p:spPr>
        <p:txBody>
          <a:bodyPr lIns="594360" tIns="457200" rIns="457200" bIns="457200"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  <a:lvl6pPr>
              <a:buClrTx/>
              <a:defRPr>
                <a:solidFill>
                  <a:schemeClr val="bg1"/>
                </a:solidFill>
              </a:defRPr>
            </a:lvl6pPr>
            <a:lvl7pPr marL="457200" indent="-173038">
              <a:buClrTx/>
              <a:defRPr>
                <a:solidFill>
                  <a:schemeClr val="bg1"/>
                </a:solidFill>
              </a:defRPr>
            </a:lvl7pPr>
            <a:lvl8pPr>
              <a:buClrTx/>
              <a:defRPr>
                <a:solidFill>
                  <a:schemeClr val="bg1"/>
                </a:solidFill>
              </a:defRPr>
            </a:lvl8pPr>
            <a:lvl9pPr>
              <a:buClrTx/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 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  <a:p>
            <a:pPr lvl="5"/>
            <a:endParaRPr lang="en-US"/>
          </a:p>
          <a:p>
            <a:pPr lvl="5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7007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hoto – Blue"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D919D82-432A-4E2E-A0FB-6478264571AA}"/>
              </a:ext>
            </a:extLst>
          </p:cNvPr>
          <p:cNvSpPr txBox="1"/>
          <p:nvPr userDrawn="1"/>
        </p:nvSpPr>
        <p:spPr bwMode="white">
          <a:xfrm>
            <a:off x="2117556" y="6510278"/>
            <a:ext cx="1965493" cy="15087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chemeClr val="bg1"/>
                </a:solidFill>
                <a:latin typeface="+mj-lt"/>
              </a:rPr>
              <a:t>Confidential   </a:t>
            </a:r>
            <a:r>
              <a:rPr lang="en-US" sz="8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│</a:t>
            </a:r>
            <a:r>
              <a:rPr lang="en-US" sz="800" dirty="0">
                <a:solidFill>
                  <a:schemeClr val="bg1"/>
                </a:solidFill>
                <a:latin typeface="+mj-lt"/>
              </a:rPr>
              <a:t>  ©</a:t>
            </a:r>
            <a:r>
              <a:rPr lang="is-IS" sz="800" dirty="0">
                <a:solidFill>
                  <a:schemeClr val="bg1"/>
                </a:solidFill>
                <a:latin typeface="+mj-lt"/>
              </a:rPr>
              <a:t>2018</a:t>
            </a:r>
            <a:r>
              <a:rPr lang="en-US" sz="800" dirty="0">
                <a:solidFill>
                  <a:schemeClr val="bg1"/>
                </a:solidFill>
                <a:latin typeface="+mj-lt"/>
              </a:rPr>
              <a:t> VMware, Inc.</a:t>
            </a:r>
          </a:p>
          <a:p>
            <a:pPr>
              <a:lnSpc>
                <a:spcPct val="90000"/>
              </a:lnSpc>
            </a:pPr>
            <a:endParaRPr lang="en-US" sz="800" dirty="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258B014-FCEB-457B-AA95-D932FA2C4BC9}"/>
              </a:ext>
            </a:extLst>
          </p:cNvPr>
          <p:cNvGrpSpPr/>
          <p:nvPr userDrawn="1"/>
        </p:nvGrpSpPr>
        <p:grpSpPr>
          <a:xfrm>
            <a:off x="617878" y="6446044"/>
            <a:ext cx="1099793" cy="173355"/>
            <a:chOff x="-84138" y="5622925"/>
            <a:chExt cx="4330701" cy="682626"/>
          </a:xfrm>
          <a:solidFill>
            <a:schemeClr val="bg1"/>
          </a:solidFill>
        </p:grpSpPr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CB6D6772-32FD-406C-B104-D9AC3E44093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89088" y="5649913"/>
              <a:ext cx="914400" cy="647700"/>
            </a:xfrm>
            <a:custGeom>
              <a:avLst/>
              <a:gdLst>
                <a:gd name="T0" fmla="*/ 52 w 243"/>
                <a:gd name="T1" fmla="*/ 159 h 170"/>
                <a:gd name="T2" fmla="*/ 2 w 243"/>
                <a:gd name="T3" fmla="*/ 19 h 170"/>
                <a:gd name="T4" fmla="*/ 0 w 243"/>
                <a:gd name="T5" fmla="*/ 12 h 170"/>
                <a:gd name="T6" fmla="*/ 13 w 243"/>
                <a:gd name="T7" fmla="*/ 0 h 170"/>
                <a:gd name="T8" fmla="*/ 25 w 243"/>
                <a:gd name="T9" fmla="*/ 11 h 170"/>
                <a:gd name="T10" fmla="*/ 67 w 243"/>
                <a:gd name="T11" fmla="*/ 131 h 170"/>
                <a:gd name="T12" fmla="*/ 109 w 243"/>
                <a:gd name="T13" fmla="*/ 10 h 170"/>
                <a:gd name="T14" fmla="*/ 121 w 243"/>
                <a:gd name="T15" fmla="*/ 0 h 170"/>
                <a:gd name="T16" fmla="*/ 122 w 243"/>
                <a:gd name="T17" fmla="*/ 0 h 170"/>
                <a:gd name="T18" fmla="*/ 135 w 243"/>
                <a:gd name="T19" fmla="*/ 10 h 170"/>
                <a:gd name="T20" fmla="*/ 177 w 243"/>
                <a:gd name="T21" fmla="*/ 131 h 170"/>
                <a:gd name="T22" fmla="*/ 219 w 243"/>
                <a:gd name="T23" fmla="*/ 10 h 170"/>
                <a:gd name="T24" fmla="*/ 231 w 243"/>
                <a:gd name="T25" fmla="*/ 0 h 170"/>
                <a:gd name="T26" fmla="*/ 243 w 243"/>
                <a:gd name="T27" fmla="*/ 12 h 170"/>
                <a:gd name="T28" fmla="*/ 241 w 243"/>
                <a:gd name="T29" fmla="*/ 19 h 170"/>
                <a:gd name="T30" fmla="*/ 191 w 243"/>
                <a:gd name="T31" fmla="*/ 159 h 170"/>
                <a:gd name="T32" fmla="*/ 177 w 243"/>
                <a:gd name="T33" fmla="*/ 170 h 170"/>
                <a:gd name="T34" fmla="*/ 176 w 243"/>
                <a:gd name="T35" fmla="*/ 170 h 170"/>
                <a:gd name="T36" fmla="*/ 163 w 243"/>
                <a:gd name="T37" fmla="*/ 159 h 170"/>
                <a:gd name="T38" fmla="*/ 122 w 243"/>
                <a:gd name="T39" fmla="*/ 40 h 170"/>
                <a:gd name="T40" fmla="*/ 80 w 243"/>
                <a:gd name="T41" fmla="*/ 159 h 170"/>
                <a:gd name="T42" fmla="*/ 66 w 243"/>
                <a:gd name="T43" fmla="*/ 170 h 170"/>
                <a:gd name="T44" fmla="*/ 66 w 243"/>
                <a:gd name="T45" fmla="*/ 170 h 170"/>
                <a:gd name="T46" fmla="*/ 52 w 243"/>
                <a:gd name="T47" fmla="*/ 159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43" h="170">
                  <a:moveTo>
                    <a:pt x="52" y="159"/>
                  </a:moveTo>
                  <a:cubicBezTo>
                    <a:pt x="2" y="19"/>
                    <a:pt x="2" y="19"/>
                    <a:pt x="2" y="19"/>
                  </a:cubicBezTo>
                  <a:cubicBezTo>
                    <a:pt x="1" y="17"/>
                    <a:pt x="0" y="14"/>
                    <a:pt x="0" y="12"/>
                  </a:cubicBezTo>
                  <a:cubicBezTo>
                    <a:pt x="0" y="6"/>
                    <a:pt x="5" y="0"/>
                    <a:pt x="13" y="0"/>
                  </a:cubicBezTo>
                  <a:cubicBezTo>
                    <a:pt x="19" y="0"/>
                    <a:pt x="23" y="4"/>
                    <a:pt x="25" y="11"/>
                  </a:cubicBezTo>
                  <a:cubicBezTo>
                    <a:pt x="67" y="131"/>
                    <a:pt x="67" y="131"/>
                    <a:pt x="67" y="131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11" y="4"/>
                    <a:pt x="114" y="0"/>
                    <a:pt x="121" y="0"/>
                  </a:cubicBezTo>
                  <a:cubicBezTo>
                    <a:pt x="122" y="0"/>
                    <a:pt x="122" y="0"/>
                    <a:pt x="122" y="0"/>
                  </a:cubicBezTo>
                  <a:cubicBezTo>
                    <a:pt x="129" y="0"/>
                    <a:pt x="133" y="4"/>
                    <a:pt x="135" y="10"/>
                  </a:cubicBezTo>
                  <a:cubicBezTo>
                    <a:pt x="177" y="131"/>
                    <a:pt x="177" y="131"/>
                    <a:pt x="177" y="131"/>
                  </a:cubicBezTo>
                  <a:cubicBezTo>
                    <a:pt x="219" y="10"/>
                    <a:pt x="219" y="10"/>
                    <a:pt x="219" y="10"/>
                  </a:cubicBezTo>
                  <a:cubicBezTo>
                    <a:pt x="221" y="5"/>
                    <a:pt x="224" y="0"/>
                    <a:pt x="231" y="0"/>
                  </a:cubicBezTo>
                  <a:cubicBezTo>
                    <a:pt x="238" y="0"/>
                    <a:pt x="243" y="6"/>
                    <a:pt x="243" y="12"/>
                  </a:cubicBezTo>
                  <a:cubicBezTo>
                    <a:pt x="243" y="14"/>
                    <a:pt x="242" y="17"/>
                    <a:pt x="241" y="19"/>
                  </a:cubicBezTo>
                  <a:cubicBezTo>
                    <a:pt x="191" y="159"/>
                    <a:pt x="191" y="159"/>
                    <a:pt x="191" y="159"/>
                  </a:cubicBezTo>
                  <a:cubicBezTo>
                    <a:pt x="188" y="166"/>
                    <a:pt x="183" y="170"/>
                    <a:pt x="177" y="170"/>
                  </a:cubicBezTo>
                  <a:cubicBezTo>
                    <a:pt x="176" y="170"/>
                    <a:pt x="176" y="170"/>
                    <a:pt x="176" y="170"/>
                  </a:cubicBezTo>
                  <a:cubicBezTo>
                    <a:pt x="170" y="170"/>
                    <a:pt x="165" y="166"/>
                    <a:pt x="163" y="159"/>
                  </a:cubicBezTo>
                  <a:cubicBezTo>
                    <a:pt x="122" y="40"/>
                    <a:pt x="122" y="40"/>
                    <a:pt x="122" y="40"/>
                  </a:cubicBezTo>
                  <a:cubicBezTo>
                    <a:pt x="80" y="159"/>
                    <a:pt x="80" y="159"/>
                    <a:pt x="80" y="159"/>
                  </a:cubicBezTo>
                  <a:cubicBezTo>
                    <a:pt x="78" y="166"/>
                    <a:pt x="73" y="170"/>
                    <a:pt x="66" y="170"/>
                  </a:cubicBezTo>
                  <a:cubicBezTo>
                    <a:pt x="66" y="170"/>
                    <a:pt x="66" y="170"/>
                    <a:pt x="66" y="170"/>
                  </a:cubicBezTo>
                  <a:cubicBezTo>
                    <a:pt x="60" y="170"/>
                    <a:pt x="55" y="166"/>
                    <a:pt x="52" y="15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aseline="0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CC3CEB0D-63A7-488A-851F-70434595373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163888" y="5649913"/>
              <a:ext cx="354013" cy="647700"/>
            </a:xfrm>
            <a:custGeom>
              <a:avLst/>
              <a:gdLst>
                <a:gd name="T0" fmla="*/ 0 w 94"/>
                <a:gd name="T1" fmla="*/ 13 h 170"/>
                <a:gd name="T2" fmla="*/ 12 w 94"/>
                <a:gd name="T3" fmla="*/ 0 h 170"/>
                <a:gd name="T4" fmla="*/ 24 w 94"/>
                <a:gd name="T5" fmla="*/ 13 h 170"/>
                <a:gd name="T6" fmla="*/ 24 w 94"/>
                <a:gd name="T7" fmla="*/ 41 h 170"/>
                <a:gd name="T8" fmla="*/ 82 w 94"/>
                <a:gd name="T9" fmla="*/ 0 h 170"/>
                <a:gd name="T10" fmla="*/ 94 w 94"/>
                <a:gd name="T11" fmla="*/ 13 h 170"/>
                <a:gd name="T12" fmla="*/ 83 w 94"/>
                <a:gd name="T13" fmla="*/ 25 h 170"/>
                <a:gd name="T14" fmla="*/ 24 w 94"/>
                <a:gd name="T15" fmla="*/ 101 h 170"/>
                <a:gd name="T16" fmla="*/ 24 w 94"/>
                <a:gd name="T17" fmla="*/ 157 h 170"/>
                <a:gd name="T18" fmla="*/ 12 w 94"/>
                <a:gd name="T19" fmla="*/ 170 h 170"/>
                <a:gd name="T20" fmla="*/ 0 w 94"/>
                <a:gd name="T21" fmla="*/ 157 h 170"/>
                <a:gd name="T22" fmla="*/ 0 w 94"/>
                <a:gd name="T23" fmla="*/ 13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4" h="170">
                  <a:moveTo>
                    <a:pt x="0" y="13"/>
                  </a:moveTo>
                  <a:cubicBezTo>
                    <a:pt x="0" y="6"/>
                    <a:pt x="5" y="0"/>
                    <a:pt x="12" y="0"/>
                  </a:cubicBezTo>
                  <a:cubicBezTo>
                    <a:pt x="19" y="0"/>
                    <a:pt x="24" y="5"/>
                    <a:pt x="24" y="13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37" y="13"/>
                    <a:pt x="64" y="0"/>
                    <a:pt x="82" y="0"/>
                  </a:cubicBezTo>
                  <a:cubicBezTo>
                    <a:pt x="89" y="0"/>
                    <a:pt x="94" y="6"/>
                    <a:pt x="94" y="13"/>
                  </a:cubicBezTo>
                  <a:cubicBezTo>
                    <a:pt x="94" y="20"/>
                    <a:pt x="89" y="24"/>
                    <a:pt x="83" y="25"/>
                  </a:cubicBezTo>
                  <a:cubicBezTo>
                    <a:pt x="51" y="29"/>
                    <a:pt x="24" y="53"/>
                    <a:pt x="24" y="101"/>
                  </a:cubicBezTo>
                  <a:cubicBezTo>
                    <a:pt x="24" y="157"/>
                    <a:pt x="24" y="157"/>
                    <a:pt x="24" y="157"/>
                  </a:cubicBezTo>
                  <a:cubicBezTo>
                    <a:pt x="24" y="164"/>
                    <a:pt x="19" y="170"/>
                    <a:pt x="12" y="170"/>
                  </a:cubicBezTo>
                  <a:cubicBezTo>
                    <a:pt x="5" y="170"/>
                    <a:pt x="0" y="164"/>
                    <a:pt x="0" y="157"/>
                  </a:cubicBezTo>
                  <a:lnTo>
                    <a:pt x="0" y="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aseline="0" dirty="0"/>
            </a:p>
          </p:txBody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334922AD-8470-4017-85C7-85046F9188E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509963" y="5649913"/>
              <a:ext cx="579438" cy="655638"/>
            </a:xfrm>
            <a:custGeom>
              <a:avLst/>
              <a:gdLst>
                <a:gd name="T0" fmla="*/ 129 w 154"/>
                <a:gd name="T1" fmla="*/ 76 h 172"/>
                <a:gd name="T2" fmla="*/ 77 w 154"/>
                <a:gd name="T3" fmla="*/ 21 h 172"/>
                <a:gd name="T4" fmla="*/ 25 w 154"/>
                <a:gd name="T5" fmla="*/ 76 h 172"/>
                <a:gd name="T6" fmla="*/ 129 w 154"/>
                <a:gd name="T7" fmla="*/ 76 h 172"/>
                <a:gd name="T8" fmla="*/ 81 w 154"/>
                <a:gd name="T9" fmla="*/ 172 h 172"/>
                <a:gd name="T10" fmla="*/ 0 w 154"/>
                <a:gd name="T11" fmla="*/ 86 h 172"/>
                <a:gd name="T12" fmla="*/ 0 w 154"/>
                <a:gd name="T13" fmla="*/ 85 h 172"/>
                <a:gd name="T14" fmla="*/ 78 w 154"/>
                <a:gd name="T15" fmla="*/ 0 h 172"/>
                <a:gd name="T16" fmla="*/ 154 w 154"/>
                <a:gd name="T17" fmla="*/ 83 h 172"/>
                <a:gd name="T18" fmla="*/ 142 w 154"/>
                <a:gd name="T19" fmla="*/ 95 h 172"/>
                <a:gd name="T20" fmla="*/ 25 w 154"/>
                <a:gd name="T21" fmla="*/ 95 h 172"/>
                <a:gd name="T22" fmla="*/ 82 w 154"/>
                <a:gd name="T23" fmla="*/ 150 h 172"/>
                <a:gd name="T24" fmla="*/ 129 w 154"/>
                <a:gd name="T25" fmla="*/ 131 h 172"/>
                <a:gd name="T26" fmla="*/ 136 w 154"/>
                <a:gd name="T27" fmla="*/ 128 h 172"/>
                <a:gd name="T28" fmla="*/ 146 w 154"/>
                <a:gd name="T29" fmla="*/ 139 h 172"/>
                <a:gd name="T30" fmla="*/ 142 w 154"/>
                <a:gd name="T31" fmla="*/ 147 h 172"/>
                <a:gd name="T32" fmla="*/ 81 w 154"/>
                <a:gd name="T33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54" h="172">
                  <a:moveTo>
                    <a:pt x="129" y="76"/>
                  </a:moveTo>
                  <a:cubicBezTo>
                    <a:pt x="127" y="47"/>
                    <a:pt x="110" y="21"/>
                    <a:pt x="77" y="21"/>
                  </a:cubicBezTo>
                  <a:cubicBezTo>
                    <a:pt x="49" y="21"/>
                    <a:pt x="28" y="44"/>
                    <a:pt x="25" y="76"/>
                  </a:cubicBezTo>
                  <a:lnTo>
                    <a:pt x="129" y="76"/>
                  </a:lnTo>
                  <a:close/>
                  <a:moveTo>
                    <a:pt x="81" y="172"/>
                  </a:moveTo>
                  <a:cubicBezTo>
                    <a:pt x="36" y="172"/>
                    <a:pt x="0" y="137"/>
                    <a:pt x="0" y="86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38"/>
                    <a:pt x="33" y="0"/>
                    <a:pt x="78" y="0"/>
                  </a:cubicBezTo>
                  <a:cubicBezTo>
                    <a:pt x="126" y="0"/>
                    <a:pt x="154" y="40"/>
                    <a:pt x="154" y="83"/>
                  </a:cubicBezTo>
                  <a:cubicBezTo>
                    <a:pt x="154" y="90"/>
                    <a:pt x="148" y="95"/>
                    <a:pt x="142" y="95"/>
                  </a:cubicBezTo>
                  <a:cubicBezTo>
                    <a:pt x="25" y="95"/>
                    <a:pt x="25" y="95"/>
                    <a:pt x="25" y="95"/>
                  </a:cubicBezTo>
                  <a:cubicBezTo>
                    <a:pt x="28" y="130"/>
                    <a:pt x="53" y="150"/>
                    <a:pt x="82" y="150"/>
                  </a:cubicBezTo>
                  <a:cubicBezTo>
                    <a:pt x="102" y="150"/>
                    <a:pt x="117" y="142"/>
                    <a:pt x="129" y="131"/>
                  </a:cubicBezTo>
                  <a:cubicBezTo>
                    <a:pt x="131" y="130"/>
                    <a:pt x="133" y="128"/>
                    <a:pt x="136" y="128"/>
                  </a:cubicBezTo>
                  <a:cubicBezTo>
                    <a:pt x="142" y="128"/>
                    <a:pt x="146" y="133"/>
                    <a:pt x="146" y="139"/>
                  </a:cubicBezTo>
                  <a:cubicBezTo>
                    <a:pt x="146" y="142"/>
                    <a:pt x="145" y="145"/>
                    <a:pt x="142" y="147"/>
                  </a:cubicBezTo>
                  <a:cubicBezTo>
                    <a:pt x="127" y="162"/>
                    <a:pt x="109" y="172"/>
                    <a:pt x="81" y="17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aseline="0" dirty="0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2A58DEF3-B9F5-43D3-AD9F-61C45EDC8B8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503488" y="5649913"/>
              <a:ext cx="547688" cy="655638"/>
            </a:xfrm>
            <a:custGeom>
              <a:avLst/>
              <a:gdLst>
                <a:gd name="T0" fmla="*/ 122 w 146"/>
                <a:gd name="T1" fmla="*/ 107 h 172"/>
                <a:gd name="T2" fmla="*/ 122 w 146"/>
                <a:gd name="T3" fmla="*/ 91 h 172"/>
                <a:gd name="T4" fmla="*/ 74 w 146"/>
                <a:gd name="T5" fmla="*/ 84 h 172"/>
                <a:gd name="T6" fmla="*/ 25 w 146"/>
                <a:gd name="T7" fmla="*/ 118 h 172"/>
                <a:gd name="T8" fmla="*/ 25 w 146"/>
                <a:gd name="T9" fmla="*/ 119 h 172"/>
                <a:gd name="T10" fmla="*/ 67 w 146"/>
                <a:gd name="T11" fmla="*/ 152 h 172"/>
                <a:gd name="T12" fmla="*/ 122 w 146"/>
                <a:gd name="T13" fmla="*/ 107 h 172"/>
                <a:gd name="T14" fmla="*/ 0 w 146"/>
                <a:gd name="T15" fmla="*/ 120 h 172"/>
                <a:gd name="T16" fmla="*/ 0 w 146"/>
                <a:gd name="T17" fmla="*/ 119 h 172"/>
                <a:gd name="T18" fmla="*/ 71 w 146"/>
                <a:gd name="T19" fmla="*/ 66 h 172"/>
                <a:gd name="T20" fmla="*/ 122 w 146"/>
                <a:gd name="T21" fmla="*/ 73 h 172"/>
                <a:gd name="T22" fmla="*/ 122 w 146"/>
                <a:gd name="T23" fmla="*/ 67 h 172"/>
                <a:gd name="T24" fmla="*/ 73 w 146"/>
                <a:gd name="T25" fmla="*/ 22 h 172"/>
                <a:gd name="T26" fmla="*/ 34 w 146"/>
                <a:gd name="T27" fmla="*/ 30 h 172"/>
                <a:gd name="T28" fmla="*/ 30 w 146"/>
                <a:gd name="T29" fmla="*/ 31 h 172"/>
                <a:gd name="T30" fmla="*/ 19 w 146"/>
                <a:gd name="T31" fmla="*/ 20 h 172"/>
                <a:gd name="T32" fmla="*/ 26 w 146"/>
                <a:gd name="T33" fmla="*/ 10 h 172"/>
                <a:gd name="T34" fmla="*/ 75 w 146"/>
                <a:gd name="T35" fmla="*/ 0 h 172"/>
                <a:gd name="T36" fmla="*/ 129 w 146"/>
                <a:gd name="T37" fmla="*/ 19 h 172"/>
                <a:gd name="T38" fmla="*/ 146 w 146"/>
                <a:gd name="T39" fmla="*/ 67 h 172"/>
                <a:gd name="T40" fmla="*/ 146 w 146"/>
                <a:gd name="T41" fmla="*/ 158 h 172"/>
                <a:gd name="T42" fmla="*/ 134 w 146"/>
                <a:gd name="T43" fmla="*/ 170 h 172"/>
                <a:gd name="T44" fmla="*/ 122 w 146"/>
                <a:gd name="T45" fmla="*/ 159 h 172"/>
                <a:gd name="T46" fmla="*/ 122 w 146"/>
                <a:gd name="T47" fmla="*/ 143 h 172"/>
                <a:gd name="T48" fmla="*/ 62 w 146"/>
                <a:gd name="T49" fmla="*/ 172 h 172"/>
                <a:gd name="T50" fmla="*/ 0 w 146"/>
                <a:gd name="T51" fmla="*/ 120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46" h="172">
                  <a:moveTo>
                    <a:pt x="122" y="107"/>
                  </a:moveTo>
                  <a:cubicBezTo>
                    <a:pt x="122" y="91"/>
                    <a:pt x="122" y="91"/>
                    <a:pt x="122" y="91"/>
                  </a:cubicBezTo>
                  <a:cubicBezTo>
                    <a:pt x="110" y="88"/>
                    <a:pt x="94" y="84"/>
                    <a:pt x="74" y="84"/>
                  </a:cubicBezTo>
                  <a:cubicBezTo>
                    <a:pt x="43" y="84"/>
                    <a:pt x="25" y="98"/>
                    <a:pt x="25" y="118"/>
                  </a:cubicBezTo>
                  <a:cubicBezTo>
                    <a:pt x="25" y="119"/>
                    <a:pt x="25" y="119"/>
                    <a:pt x="25" y="119"/>
                  </a:cubicBezTo>
                  <a:cubicBezTo>
                    <a:pt x="25" y="140"/>
                    <a:pt x="45" y="152"/>
                    <a:pt x="67" y="152"/>
                  </a:cubicBezTo>
                  <a:cubicBezTo>
                    <a:pt x="97" y="152"/>
                    <a:pt x="122" y="133"/>
                    <a:pt x="122" y="107"/>
                  </a:cubicBezTo>
                  <a:moveTo>
                    <a:pt x="0" y="120"/>
                  </a:moveTo>
                  <a:cubicBezTo>
                    <a:pt x="0" y="119"/>
                    <a:pt x="0" y="119"/>
                    <a:pt x="0" y="119"/>
                  </a:cubicBezTo>
                  <a:cubicBezTo>
                    <a:pt x="0" y="85"/>
                    <a:pt x="29" y="66"/>
                    <a:pt x="71" y="66"/>
                  </a:cubicBezTo>
                  <a:cubicBezTo>
                    <a:pt x="92" y="66"/>
                    <a:pt x="107" y="69"/>
                    <a:pt x="122" y="73"/>
                  </a:cubicBezTo>
                  <a:cubicBezTo>
                    <a:pt x="122" y="67"/>
                    <a:pt x="122" y="67"/>
                    <a:pt x="122" y="67"/>
                  </a:cubicBezTo>
                  <a:cubicBezTo>
                    <a:pt x="122" y="37"/>
                    <a:pt x="104" y="22"/>
                    <a:pt x="73" y="22"/>
                  </a:cubicBezTo>
                  <a:cubicBezTo>
                    <a:pt x="56" y="22"/>
                    <a:pt x="46" y="24"/>
                    <a:pt x="34" y="30"/>
                  </a:cubicBezTo>
                  <a:cubicBezTo>
                    <a:pt x="33" y="30"/>
                    <a:pt x="31" y="31"/>
                    <a:pt x="30" y="31"/>
                  </a:cubicBezTo>
                  <a:cubicBezTo>
                    <a:pt x="24" y="31"/>
                    <a:pt x="19" y="26"/>
                    <a:pt x="19" y="20"/>
                  </a:cubicBezTo>
                  <a:cubicBezTo>
                    <a:pt x="19" y="15"/>
                    <a:pt x="21" y="12"/>
                    <a:pt x="26" y="10"/>
                  </a:cubicBezTo>
                  <a:cubicBezTo>
                    <a:pt x="42" y="3"/>
                    <a:pt x="54" y="0"/>
                    <a:pt x="75" y="0"/>
                  </a:cubicBezTo>
                  <a:cubicBezTo>
                    <a:pt x="99" y="0"/>
                    <a:pt x="117" y="6"/>
                    <a:pt x="129" y="19"/>
                  </a:cubicBezTo>
                  <a:cubicBezTo>
                    <a:pt x="140" y="30"/>
                    <a:pt x="146" y="46"/>
                    <a:pt x="146" y="67"/>
                  </a:cubicBezTo>
                  <a:cubicBezTo>
                    <a:pt x="146" y="158"/>
                    <a:pt x="146" y="158"/>
                    <a:pt x="146" y="158"/>
                  </a:cubicBezTo>
                  <a:cubicBezTo>
                    <a:pt x="146" y="165"/>
                    <a:pt x="141" y="170"/>
                    <a:pt x="134" y="170"/>
                  </a:cubicBezTo>
                  <a:cubicBezTo>
                    <a:pt x="127" y="170"/>
                    <a:pt x="122" y="165"/>
                    <a:pt x="122" y="159"/>
                  </a:cubicBezTo>
                  <a:cubicBezTo>
                    <a:pt x="122" y="143"/>
                    <a:pt x="122" y="143"/>
                    <a:pt x="122" y="143"/>
                  </a:cubicBezTo>
                  <a:cubicBezTo>
                    <a:pt x="111" y="158"/>
                    <a:pt x="91" y="172"/>
                    <a:pt x="62" y="172"/>
                  </a:cubicBezTo>
                  <a:cubicBezTo>
                    <a:pt x="32" y="172"/>
                    <a:pt x="0" y="154"/>
                    <a:pt x="0" y="12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aseline="0" dirty="0"/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389D5504-A761-45F3-9538-80164363760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-84138" y="5622925"/>
              <a:ext cx="1635125" cy="682625"/>
            </a:xfrm>
            <a:custGeom>
              <a:avLst/>
              <a:gdLst>
                <a:gd name="T0" fmla="*/ 49 w 435"/>
                <a:gd name="T1" fmla="*/ 18 h 179"/>
                <a:gd name="T2" fmla="*/ 17 w 435"/>
                <a:gd name="T3" fmla="*/ 6 h 179"/>
                <a:gd name="T4" fmla="*/ 6 w 435"/>
                <a:gd name="T5" fmla="*/ 37 h 179"/>
                <a:gd name="T6" fmla="*/ 58 w 435"/>
                <a:gd name="T7" fmla="*/ 152 h 179"/>
                <a:gd name="T8" fmla="*/ 92 w 435"/>
                <a:gd name="T9" fmla="*/ 179 h 179"/>
                <a:gd name="T10" fmla="*/ 125 w 435"/>
                <a:gd name="T11" fmla="*/ 152 h 179"/>
                <a:gd name="T12" fmla="*/ 171 w 435"/>
                <a:gd name="T13" fmla="*/ 51 h 179"/>
                <a:gd name="T14" fmla="*/ 178 w 435"/>
                <a:gd name="T15" fmla="*/ 46 h 179"/>
                <a:gd name="T16" fmla="*/ 185 w 435"/>
                <a:gd name="T17" fmla="*/ 54 h 179"/>
                <a:gd name="T18" fmla="*/ 185 w 435"/>
                <a:gd name="T19" fmla="*/ 151 h 179"/>
                <a:gd name="T20" fmla="*/ 209 w 435"/>
                <a:gd name="T21" fmla="*/ 179 h 179"/>
                <a:gd name="T22" fmla="*/ 234 w 435"/>
                <a:gd name="T23" fmla="*/ 151 h 179"/>
                <a:gd name="T24" fmla="*/ 234 w 435"/>
                <a:gd name="T25" fmla="*/ 72 h 179"/>
                <a:gd name="T26" fmla="*/ 260 w 435"/>
                <a:gd name="T27" fmla="*/ 46 h 179"/>
                <a:gd name="T28" fmla="*/ 285 w 435"/>
                <a:gd name="T29" fmla="*/ 72 h 179"/>
                <a:gd name="T30" fmla="*/ 285 w 435"/>
                <a:gd name="T31" fmla="*/ 151 h 179"/>
                <a:gd name="T32" fmla="*/ 310 w 435"/>
                <a:gd name="T33" fmla="*/ 179 h 179"/>
                <a:gd name="T34" fmla="*/ 334 w 435"/>
                <a:gd name="T35" fmla="*/ 151 h 179"/>
                <a:gd name="T36" fmla="*/ 334 w 435"/>
                <a:gd name="T37" fmla="*/ 72 h 179"/>
                <a:gd name="T38" fmla="*/ 360 w 435"/>
                <a:gd name="T39" fmla="*/ 46 h 179"/>
                <a:gd name="T40" fmla="*/ 385 w 435"/>
                <a:gd name="T41" fmla="*/ 72 h 179"/>
                <a:gd name="T42" fmla="*/ 385 w 435"/>
                <a:gd name="T43" fmla="*/ 151 h 179"/>
                <a:gd name="T44" fmla="*/ 410 w 435"/>
                <a:gd name="T45" fmla="*/ 179 h 179"/>
                <a:gd name="T46" fmla="*/ 435 w 435"/>
                <a:gd name="T47" fmla="*/ 151 h 179"/>
                <a:gd name="T48" fmla="*/ 435 w 435"/>
                <a:gd name="T49" fmla="*/ 61 h 179"/>
                <a:gd name="T50" fmla="*/ 375 w 435"/>
                <a:gd name="T51" fmla="*/ 4 h 179"/>
                <a:gd name="T52" fmla="*/ 323 w 435"/>
                <a:gd name="T53" fmla="*/ 26 h 179"/>
                <a:gd name="T54" fmla="*/ 272 w 435"/>
                <a:gd name="T55" fmla="*/ 4 h 179"/>
                <a:gd name="T56" fmla="*/ 223 w 435"/>
                <a:gd name="T57" fmla="*/ 26 h 179"/>
                <a:gd name="T58" fmla="*/ 178 w 435"/>
                <a:gd name="T59" fmla="*/ 4 h 179"/>
                <a:gd name="T60" fmla="*/ 125 w 435"/>
                <a:gd name="T61" fmla="*/ 40 h 179"/>
                <a:gd name="T62" fmla="*/ 92 w 435"/>
                <a:gd name="T63" fmla="*/ 119 h 179"/>
                <a:gd name="T64" fmla="*/ 49 w 435"/>
                <a:gd name="T65" fmla="*/ 18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35" h="179">
                  <a:moveTo>
                    <a:pt x="49" y="18"/>
                  </a:moveTo>
                  <a:cubicBezTo>
                    <a:pt x="43" y="6"/>
                    <a:pt x="30" y="0"/>
                    <a:pt x="17" y="6"/>
                  </a:cubicBezTo>
                  <a:cubicBezTo>
                    <a:pt x="5" y="12"/>
                    <a:pt x="0" y="25"/>
                    <a:pt x="6" y="37"/>
                  </a:cubicBezTo>
                  <a:cubicBezTo>
                    <a:pt x="58" y="152"/>
                    <a:pt x="58" y="152"/>
                    <a:pt x="58" y="152"/>
                  </a:cubicBezTo>
                  <a:cubicBezTo>
                    <a:pt x="67" y="169"/>
                    <a:pt x="75" y="179"/>
                    <a:pt x="92" y="179"/>
                  </a:cubicBezTo>
                  <a:cubicBezTo>
                    <a:pt x="109" y="179"/>
                    <a:pt x="117" y="169"/>
                    <a:pt x="125" y="152"/>
                  </a:cubicBezTo>
                  <a:cubicBezTo>
                    <a:pt x="125" y="152"/>
                    <a:pt x="171" y="52"/>
                    <a:pt x="171" y="51"/>
                  </a:cubicBezTo>
                  <a:cubicBezTo>
                    <a:pt x="172" y="50"/>
                    <a:pt x="173" y="46"/>
                    <a:pt x="178" y="46"/>
                  </a:cubicBezTo>
                  <a:cubicBezTo>
                    <a:pt x="182" y="47"/>
                    <a:pt x="185" y="50"/>
                    <a:pt x="185" y="54"/>
                  </a:cubicBezTo>
                  <a:cubicBezTo>
                    <a:pt x="185" y="151"/>
                    <a:pt x="185" y="151"/>
                    <a:pt x="185" y="151"/>
                  </a:cubicBezTo>
                  <a:cubicBezTo>
                    <a:pt x="185" y="166"/>
                    <a:pt x="193" y="179"/>
                    <a:pt x="209" y="179"/>
                  </a:cubicBezTo>
                  <a:cubicBezTo>
                    <a:pt x="225" y="179"/>
                    <a:pt x="234" y="166"/>
                    <a:pt x="234" y="151"/>
                  </a:cubicBezTo>
                  <a:cubicBezTo>
                    <a:pt x="234" y="72"/>
                    <a:pt x="234" y="72"/>
                    <a:pt x="234" y="72"/>
                  </a:cubicBezTo>
                  <a:cubicBezTo>
                    <a:pt x="234" y="56"/>
                    <a:pt x="245" y="46"/>
                    <a:pt x="260" y="46"/>
                  </a:cubicBezTo>
                  <a:cubicBezTo>
                    <a:pt x="275" y="46"/>
                    <a:pt x="285" y="57"/>
                    <a:pt x="285" y="72"/>
                  </a:cubicBezTo>
                  <a:cubicBezTo>
                    <a:pt x="285" y="151"/>
                    <a:pt x="285" y="151"/>
                    <a:pt x="285" y="151"/>
                  </a:cubicBezTo>
                  <a:cubicBezTo>
                    <a:pt x="285" y="166"/>
                    <a:pt x="294" y="179"/>
                    <a:pt x="310" y="179"/>
                  </a:cubicBezTo>
                  <a:cubicBezTo>
                    <a:pt x="326" y="179"/>
                    <a:pt x="334" y="166"/>
                    <a:pt x="334" y="151"/>
                  </a:cubicBezTo>
                  <a:cubicBezTo>
                    <a:pt x="334" y="72"/>
                    <a:pt x="334" y="72"/>
                    <a:pt x="334" y="72"/>
                  </a:cubicBezTo>
                  <a:cubicBezTo>
                    <a:pt x="334" y="56"/>
                    <a:pt x="345" y="46"/>
                    <a:pt x="360" y="46"/>
                  </a:cubicBezTo>
                  <a:cubicBezTo>
                    <a:pt x="375" y="46"/>
                    <a:pt x="385" y="57"/>
                    <a:pt x="385" y="72"/>
                  </a:cubicBezTo>
                  <a:cubicBezTo>
                    <a:pt x="385" y="151"/>
                    <a:pt x="385" y="151"/>
                    <a:pt x="385" y="151"/>
                  </a:cubicBezTo>
                  <a:cubicBezTo>
                    <a:pt x="385" y="166"/>
                    <a:pt x="394" y="179"/>
                    <a:pt x="410" y="179"/>
                  </a:cubicBezTo>
                  <a:cubicBezTo>
                    <a:pt x="426" y="179"/>
                    <a:pt x="435" y="166"/>
                    <a:pt x="435" y="151"/>
                  </a:cubicBezTo>
                  <a:cubicBezTo>
                    <a:pt x="435" y="61"/>
                    <a:pt x="435" y="61"/>
                    <a:pt x="435" y="61"/>
                  </a:cubicBezTo>
                  <a:cubicBezTo>
                    <a:pt x="435" y="27"/>
                    <a:pt x="408" y="4"/>
                    <a:pt x="375" y="4"/>
                  </a:cubicBezTo>
                  <a:cubicBezTo>
                    <a:pt x="343" y="4"/>
                    <a:pt x="323" y="26"/>
                    <a:pt x="323" y="26"/>
                  </a:cubicBezTo>
                  <a:cubicBezTo>
                    <a:pt x="312" y="12"/>
                    <a:pt x="297" y="4"/>
                    <a:pt x="272" y="4"/>
                  </a:cubicBezTo>
                  <a:cubicBezTo>
                    <a:pt x="246" y="4"/>
                    <a:pt x="223" y="26"/>
                    <a:pt x="223" y="26"/>
                  </a:cubicBezTo>
                  <a:cubicBezTo>
                    <a:pt x="212" y="12"/>
                    <a:pt x="194" y="4"/>
                    <a:pt x="178" y="4"/>
                  </a:cubicBezTo>
                  <a:cubicBezTo>
                    <a:pt x="155" y="4"/>
                    <a:pt x="136" y="14"/>
                    <a:pt x="125" y="40"/>
                  </a:cubicBezTo>
                  <a:cubicBezTo>
                    <a:pt x="92" y="119"/>
                    <a:pt x="92" y="119"/>
                    <a:pt x="92" y="119"/>
                  </a:cubicBezTo>
                  <a:lnTo>
                    <a:pt x="49" y="1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aseline="0" dirty="0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AE2C2CA5-4BB2-4E68-B3C2-6F779AA486D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097338" y="5649913"/>
              <a:ext cx="149225" cy="157163"/>
            </a:xfrm>
            <a:custGeom>
              <a:avLst/>
              <a:gdLst>
                <a:gd name="T0" fmla="*/ 37 w 40"/>
                <a:gd name="T1" fmla="*/ 20 h 41"/>
                <a:gd name="T2" fmla="*/ 37 w 40"/>
                <a:gd name="T3" fmla="*/ 20 h 41"/>
                <a:gd name="T4" fmla="*/ 20 w 40"/>
                <a:gd name="T5" fmla="*/ 4 h 41"/>
                <a:gd name="T6" fmla="*/ 3 w 40"/>
                <a:gd name="T7" fmla="*/ 20 h 41"/>
                <a:gd name="T8" fmla="*/ 3 w 40"/>
                <a:gd name="T9" fmla="*/ 21 h 41"/>
                <a:gd name="T10" fmla="*/ 20 w 40"/>
                <a:gd name="T11" fmla="*/ 37 h 41"/>
                <a:gd name="T12" fmla="*/ 37 w 40"/>
                <a:gd name="T13" fmla="*/ 20 h 41"/>
                <a:gd name="T14" fmla="*/ 0 w 40"/>
                <a:gd name="T15" fmla="*/ 21 h 41"/>
                <a:gd name="T16" fmla="*/ 0 w 40"/>
                <a:gd name="T17" fmla="*/ 20 h 41"/>
                <a:gd name="T18" fmla="*/ 20 w 40"/>
                <a:gd name="T19" fmla="*/ 0 h 41"/>
                <a:gd name="T20" fmla="*/ 40 w 40"/>
                <a:gd name="T21" fmla="*/ 20 h 41"/>
                <a:gd name="T22" fmla="*/ 40 w 40"/>
                <a:gd name="T23" fmla="*/ 20 h 41"/>
                <a:gd name="T24" fmla="*/ 20 w 40"/>
                <a:gd name="T25" fmla="*/ 41 h 41"/>
                <a:gd name="T26" fmla="*/ 0 w 40"/>
                <a:gd name="T27" fmla="*/ 21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0" h="41">
                  <a:moveTo>
                    <a:pt x="37" y="20"/>
                  </a:moveTo>
                  <a:cubicBezTo>
                    <a:pt x="37" y="20"/>
                    <a:pt x="37" y="20"/>
                    <a:pt x="37" y="20"/>
                  </a:cubicBezTo>
                  <a:cubicBezTo>
                    <a:pt x="37" y="11"/>
                    <a:pt x="29" y="4"/>
                    <a:pt x="20" y="4"/>
                  </a:cubicBezTo>
                  <a:cubicBezTo>
                    <a:pt x="11" y="4"/>
                    <a:pt x="3" y="11"/>
                    <a:pt x="3" y="20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3" y="30"/>
                    <a:pt x="11" y="37"/>
                    <a:pt x="20" y="37"/>
                  </a:cubicBezTo>
                  <a:cubicBezTo>
                    <a:pt x="29" y="37"/>
                    <a:pt x="37" y="30"/>
                    <a:pt x="37" y="20"/>
                  </a:cubicBezTo>
                  <a:moveTo>
                    <a:pt x="0" y="21"/>
                  </a:moveTo>
                  <a:cubicBezTo>
                    <a:pt x="0" y="20"/>
                    <a:pt x="0" y="20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20"/>
                    <a:pt x="40" y="20"/>
                    <a:pt x="40" y="20"/>
                  </a:cubicBezTo>
                  <a:cubicBezTo>
                    <a:pt x="40" y="32"/>
                    <a:pt x="31" y="41"/>
                    <a:pt x="20" y="41"/>
                  </a:cubicBezTo>
                  <a:cubicBezTo>
                    <a:pt x="8" y="41"/>
                    <a:pt x="0" y="32"/>
                    <a:pt x="0" y="21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aseline="0" dirty="0"/>
            </a:p>
          </p:txBody>
        </p:sp>
        <p:sp>
          <p:nvSpPr>
            <p:cNvPr id="20" name="Freeform 12">
              <a:extLst>
                <a:ext uri="{FF2B5EF4-FFF2-40B4-BE49-F238E27FC236}">
                  <a16:creationId xmlns:a16="http://schemas.microsoft.com/office/drawing/2014/main" id="{6CF418B7-8CEF-4ACC-8C96-F7807AE1EAB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41788" y="5688013"/>
              <a:ext cx="63500" cy="76200"/>
            </a:xfrm>
            <a:custGeom>
              <a:avLst/>
              <a:gdLst>
                <a:gd name="T0" fmla="*/ 9 w 17"/>
                <a:gd name="T1" fmla="*/ 10 h 20"/>
                <a:gd name="T2" fmla="*/ 12 w 17"/>
                <a:gd name="T3" fmla="*/ 7 h 20"/>
                <a:gd name="T4" fmla="*/ 12 w 17"/>
                <a:gd name="T5" fmla="*/ 7 h 20"/>
                <a:gd name="T6" fmla="*/ 9 w 17"/>
                <a:gd name="T7" fmla="*/ 4 h 20"/>
                <a:gd name="T8" fmla="*/ 5 w 17"/>
                <a:gd name="T9" fmla="*/ 4 h 20"/>
                <a:gd name="T10" fmla="*/ 5 w 17"/>
                <a:gd name="T11" fmla="*/ 10 h 20"/>
                <a:gd name="T12" fmla="*/ 9 w 17"/>
                <a:gd name="T13" fmla="*/ 10 h 20"/>
                <a:gd name="T14" fmla="*/ 0 w 17"/>
                <a:gd name="T15" fmla="*/ 2 h 20"/>
                <a:gd name="T16" fmla="*/ 2 w 17"/>
                <a:gd name="T17" fmla="*/ 0 h 20"/>
                <a:gd name="T18" fmla="*/ 9 w 17"/>
                <a:gd name="T19" fmla="*/ 0 h 20"/>
                <a:gd name="T20" fmla="*/ 15 w 17"/>
                <a:gd name="T21" fmla="*/ 2 h 20"/>
                <a:gd name="T22" fmla="*/ 17 w 17"/>
                <a:gd name="T23" fmla="*/ 7 h 20"/>
                <a:gd name="T24" fmla="*/ 17 w 17"/>
                <a:gd name="T25" fmla="*/ 7 h 20"/>
                <a:gd name="T26" fmla="*/ 13 w 17"/>
                <a:gd name="T27" fmla="*/ 13 h 20"/>
                <a:gd name="T28" fmla="*/ 16 w 17"/>
                <a:gd name="T29" fmla="*/ 17 h 20"/>
                <a:gd name="T30" fmla="*/ 16 w 17"/>
                <a:gd name="T31" fmla="*/ 18 h 20"/>
                <a:gd name="T32" fmla="*/ 14 w 17"/>
                <a:gd name="T33" fmla="*/ 20 h 20"/>
                <a:gd name="T34" fmla="*/ 12 w 17"/>
                <a:gd name="T35" fmla="*/ 19 h 20"/>
                <a:gd name="T36" fmla="*/ 8 w 17"/>
                <a:gd name="T37" fmla="*/ 14 h 20"/>
                <a:gd name="T38" fmla="*/ 5 w 17"/>
                <a:gd name="T39" fmla="*/ 14 h 20"/>
                <a:gd name="T40" fmla="*/ 5 w 17"/>
                <a:gd name="T41" fmla="*/ 18 h 20"/>
                <a:gd name="T42" fmla="*/ 2 w 17"/>
                <a:gd name="T43" fmla="*/ 20 h 20"/>
                <a:gd name="T44" fmla="*/ 0 w 17"/>
                <a:gd name="T45" fmla="*/ 18 h 20"/>
                <a:gd name="T46" fmla="*/ 0 w 17"/>
                <a:gd name="T47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7" h="20">
                  <a:moveTo>
                    <a:pt x="9" y="10"/>
                  </a:moveTo>
                  <a:cubicBezTo>
                    <a:pt x="11" y="10"/>
                    <a:pt x="12" y="9"/>
                    <a:pt x="12" y="7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2" y="5"/>
                    <a:pt x="11" y="4"/>
                    <a:pt x="9" y="4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5" y="10"/>
                    <a:pt x="5" y="10"/>
                    <a:pt x="5" y="10"/>
                  </a:cubicBezTo>
                  <a:lnTo>
                    <a:pt x="9" y="10"/>
                  </a:lnTo>
                  <a:close/>
                  <a:moveTo>
                    <a:pt x="0" y="2"/>
                  </a:moveTo>
                  <a:cubicBezTo>
                    <a:pt x="0" y="1"/>
                    <a:pt x="1" y="0"/>
                    <a:pt x="2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12" y="0"/>
                    <a:pt x="14" y="1"/>
                    <a:pt x="15" y="2"/>
                  </a:cubicBezTo>
                  <a:cubicBezTo>
                    <a:pt x="16" y="3"/>
                    <a:pt x="17" y="5"/>
                    <a:pt x="17" y="7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17" y="10"/>
                    <a:pt x="15" y="12"/>
                    <a:pt x="13" y="13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7"/>
                    <a:pt x="16" y="18"/>
                    <a:pt x="16" y="18"/>
                  </a:cubicBezTo>
                  <a:cubicBezTo>
                    <a:pt x="16" y="19"/>
                    <a:pt x="15" y="20"/>
                    <a:pt x="14" y="20"/>
                  </a:cubicBezTo>
                  <a:cubicBezTo>
                    <a:pt x="13" y="20"/>
                    <a:pt x="13" y="20"/>
                    <a:pt x="12" y="19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9"/>
                    <a:pt x="4" y="20"/>
                    <a:pt x="2" y="20"/>
                  </a:cubicBezTo>
                  <a:cubicBezTo>
                    <a:pt x="1" y="20"/>
                    <a:pt x="0" y="19"/>
                    <a:pt x="0" y="18"/>
                  </a:cubicBez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aseline="0" dirty="0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A6945510-9B71-4377-A2F9-71426E32479D}"/>
              </a:ext>
            </a:extLst>
          </p:cNvPr>
          <p:cNvSpPr txBox="1"/>
          <p:nvPr userDrawn="1"/>
        </p:nvSpPr>
        <p:spPr bwMode="white">
          <a:xfrm>
            <a:off x="11490941" y="6388099"/>
            <a:ext cx="437990" cy="3651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90000"/>
              </a:lnSpc>
            </a:pPr>
            <a:fld id="{7A51DB15-7364-4F0B-A3A0-1309F8830053}" type="slidenum">
              <a:rPr lang="en-US" sz="800" smtClean="0">
                <a:solidFill>
                  <a:schemeClr val="bg1"/>
                </a:solidFill>
                <a:latin typeface="+mj-lt"/>
              </a:rPr>
              <a:pPr algn="r">
                <a:lnSpc>
                  <a:spcPct val="90000"/>
                </a:lnSpc>
              </a:pPr>
              <a:t>‹#›</a:t>
            </a:fld>
            <a:endParaRPr lang="en-US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215FFC-C666-4D82-B2D8-6E34FBA3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223470"/>
            <a:ext cx="6094413" cy="1034129"/>
          </a:xfrm>
          <a:solidFill>
            <a:schemeClr val="bg1">
              <a:alpha val="90000"/>
            </a:schemeClr>
          </a:solidFill>
        </p:spPr>
        <p:txBody>
          <a:bodyPr wrap="square" lIns="576072" tIns="182880" rIns="457200" bIns="457200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2A4C07D5-4CD5-43B7-8FFA-FD7A502CF0F7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592867" y="811830"/>
            <a:ext cx="5361244" cy="247743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accent4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41D1FF-CD74-4066-90E2-A98516D87B6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600200"/>
            <a:ext cx="6094413" cy="4572000"/>
          </a:xfrm>
          <a:gradFill>
            <a:gsLst>
              <a:gs pos="98000">
                <a:schemeClr val="accent2">
                  <a:alpha val="90000"/>
                </a:schemeClr>
              </a:gs>
              <a:gs pos="98000">
                <a:schemeClr val="accent1"/>
              </a:gs>
            </a:gsLst>
            <a:lin ang="5400000" scaled="1"/>
          </a:gradFill>
        </p:spPr>
        <p:txBody>
          <a:bodyPr lIns="594360" tIns="457200" rIns="457200" bIns="457200"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  <a:lvl6pPr>
              <a:buClrTx/>
              <a:defRPr>
                <a:solidFill>
                  <a:schemeClr val="bg1"/>
                </a:solidFill>
              </a:defRPr>
            </a:lvl6pPr>
            <a:lvl7pPr>
              <a:buClrTx/>
              <a:defRPr>
                <a:solidFill>
                  <a:schemeClr val="bg1"/>
                </a:solidFill>
              </a:defRPr>
            </a:lvl7pPr>
            <a:lvl8pPr>
              <a:buClrTx/>
              <a:defRPr>
                <a:solidFill>
                  <a:schemeClr val="bg1"/>
                </a:solidFill>
              </a:defRPr>
            </a:lvl8pPr>
            <a:lvl9pPr>
              <a:buClrTx/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13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Content Balanc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B6A9629E-98B5-43F5-8323-C894B734208A}"/>
              </a:ext>
            </a:extLst>
          </p:cNvPr>
          <p:cNvSpPr txBox="1"/>
          <p:nvPr userDrawn="1"/>
        </p:nvSpPr>
        <p:spPr>
          <a:xfrm>
            <a:off x="11490941" y="6388099"/>
            <a:ext cx="437990" cy="3651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90000"/>
              </a:lnSpc>
            </a:pPr>
            <a:fld id="{7A51DB15-7364-4F0B-A3A0-1309F8830053}" type="slidenum">
              <a:rPr lang="en-US" sz="800" smtClean="0">
                <a:latin typeface="+mj-lt"/>
              </a:rPr>
              <a:pPr algn="r">
                <a:lnSpc>
                  <a:spcPct val="90000"/>
                </a:lnSpc>
              </a:pPr>
              <a:t>‹#›</a:t>
            </a:fld>
            <a:endParaRPr lang="en-US" dirty="0">
              <a:latin typeface="+mj-lt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00E4C6-16B5-49A9-898A-3B53C5AB0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38535540-CB20-4CD5-9F73-DB64F5A49CD3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592866" y="811830"/>
            <a:ext cx="10962687" cy="247743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accent4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AF420A-ED2C-4AD1-A28B-EB26178557D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-1" y="1600200"/>
            <a:ext cx="5893593" cy="4572000"/>
          </a:xfrm>
        </p:spPr>
        <p:txBody>
          <a:bodyPr lIns="59436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800"/>
            </a:lvl6pPr>
            <a:lvl7pPr>
              <a:defRPr sz="1400"/>
            </a:lvl7pPr>
            <a:lvl8pPr>
              <a:defRPr sz="12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  <a:p>
            <a:pPr lvl="5"/>
            <a:endParaRPr lang="en-US" dirty="0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CD860A49-A98C-4F0E-AB34-4E13B89D5EBC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6321287" y="1600200"/>
            <a:ext cx="5867538" cy="4572000"/>
          </a:xfrm>
        </p:spPr>
        <p:txBody>
          <a:bodyPr lIns="0" rIns="59436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800"/>
            </a:lvl6pPr>
            <a:lvl7pPr>
              <a:defRPr sz="1400"/>
            </a:lvl7pPr>
            <a:lvl8pPr>
              <a:defRPr sz="12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 Eighth level</a:t>
            </a:r>
          </a:p>
          <a:p>
            <a:pPr lvl="8"/>
            <a:r>
              <a:rPr lang="en-US"/>
              <a:t>Ninth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1991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Content Balanced –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D034FA3F-D529-4D8B-B6EC-A8341FCAF67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 bwMode="ltGray">
          <a:xfrm>
            <a:off x="0" y="1600201"/>
            <a:ext cx="5893593" cy="4572000"/>
          </a:xfrm>
          <a:gradFill>
            <a:gsLst>
              <a:gs pos="0">
                <a:schemeClr val="accent4"/>
              </a:gs>
              <a:gs pos="98000">
                <a:schemeClr val="accent4"/>
              </a:gs>
              <a:gs pos="98000">
                <a:schemeClr val="accent6"/>
              </a:gs>
            </a:gsLst>
            <a:lin ang="5400000" scaled="1"/>
          </a:gradFill>
        </p:spPr>
        <p:txBody>
          <a:bodyPr vert="horz" lIns="594360" tIns="457200" rIns="457200" bIns="457200" rtlCol="0">
            <a:noAutofit/>
          </a:bodyPr>
          <a:lstStyle>
            <a:lvl1pPr>
              <a:spcBef>
                <a:spcPts val="1200"/>
              </a:spcBef>
              <a:defRPr lang="en-US" sz="1800" dirty="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lang="en-US" sz="1600" dirty="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lang="en-US" sz="1400" dirty="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lang="en-US" sz="1200" dirty="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lang="en-US" sz="1200" dirty="0">
                <a:solidFill>
                  <a:schemeClr val="bg1"/>
                </a:solidFill>
              </a:defRPr>
            </a:lvl5pPr>
            <a:lvl6pPr>
              <a:buClrTx/>
              <a:defRPr sz="1800">
                <a:solidFill>
                  <a:schemeClr val="bg1"/>
                </a:solidFill>
              </a:defRPr>
            </a:lvl6pPr>
            <a:lvl7pPr>
              <a:buClrTx/>
              <a:defRPr sz="1400">
                <a:solidFill>
                  <a:schemeClr val="bg1"/>
                </a:solidFill>
              </a:defRPr>
            </a:lvl7pPr>
            <a:lvl8pPr>
              <a:buClrTx/>
              <a:defRPr sz="1200">
                <a:solidFill>
                  <a:schemeClr val="bg1"/>
                </a:solidFill>
              </a:defRPr>
            </a:lvl8pPr>
            <a:lvl9pPr>
              <a:buClrTx/>
              <a:defRPr sz="18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 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  <a:endParaRPr lang="en-US" dirty="0"/>
          </a:p>
        </p:txBody>
      </p:sp>
      <p:sp>
        <p:nvSpPr>
          <p:cNvPr id="72" name="Content Placeholder 17">
            <a:extLst>
              <a:ext uri="{FF2B5EF4-FFF2-40B4-BE49-F238E27FC236}">
                <a16:creationId xmlns:a16="http://schemas.microsoft.com/office/drawing/2014/main" id="{A0456ED3-FDC5-4E29-B939-E35EA08477CA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 bwMode="ltGray">
          <a:xfrm>
            <a:off x="6323381" y="1600201"/>
            <a:ext cx="5865445" cy="4572000"/>
          </a:xfrm>
          <a:gradFill>
            <a:gsLst>
              <a:gs pos="0">
                <a:schemeClr val="accent1"/>
              </a:gs>
              <a:gs pos="98000">
                <a:schemeClr val="accent1"/>
              </a:gs>
              <a:gs pos="98000">
                <a:schemeClr val="accent3"/>
              </a:gs>
            </a:gsLst>
            <a:lin ang="5400000" scaled="1"/>
          </a:gradFill>
        </p:spPr>
        <p:txBody>
          <a:bodyPr lIns="457200" tIns="457200" rIns="594360"/>
          <a:lstStyle>
            <a:lvl1pPr>
              <a:spcBef>
                <a:spcPts val="1200"/>
              </a:spcBef>
              <a:defRPr sz="180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sz="16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4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2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200">
                <a:solidFill>
                  <a:schemeClr val="bg1"/>
                </a:solidFill>
              </a:defRPr>
            </a:lvl5pPr>
            <a:lvl6pPr>
              <a:buClrTx/>
              <a:defRPr>
                <a:solidFill>
                  <a:schemeClr val="bg1"/>
                </a:solidFill>
              </a:defRPr>
            </a:lvl6pPr>
            <a:lvl7pPr>
              <a:buClrTx/>
              <a:defRPr>
                <a:solidFill>
                  <a:schemeClr val="bg1"/>
                </a:solidFill>
              </a:defRPr>
            </a:lvl7pPr>
            <a:lvl8pPr>
              <a:buClrTx/>
              <a:defRPr>
                <a:solidFill>
                  <a:schemeClr val="bg1"/>
                </a:solidFill>
              </a:defRPr>
            </a:lvl8pPr>
            <a:lvl9pPr>
              <a:buClrTx/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A9629E-98B5-43F5-8323-C894B734208A}"/>
              </a:ext>
            </a:extLst>
          </p:cNvPr>
          <p:cNvSpPr txBox="1"/>
          <p:nvPr userDrawn="1"/>
        </p:nvSpPr>
        <p:spPr>
          <a:xfrm>
            <a:off x="11490941" y="6388099"/>
            <a:ext cx="437990" cy="3651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90000"/>
              </a:lnSpc>
            </a:pPr>
            <a:fld id="{7A51DB15-7364-4F0B-A3A0-1309F8830053}" type="slidenum">
              <a:rPr lang="en-US" sz="800" smtClean="0">
                <a:latin typeface="+mj-lt"/>
              </a:rPr>
              <a:pPr algn="r">
                <a:lnSpc>
                  <a:spcPct val="90000"/>
                </a:lnSpc>
              </a:pPr>
              <a:t>‹#›</a:t>
            </a:fld>
            <a:endParaRPr lang="en-US" dirty="0">
              <a:latin typeface="+mj-lt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00E4C6-16B5-49A9-898A-3B53C5AB0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38535540-CB20-4CD5-9F73-DB64F5A49CD3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592866" y="811830"/>
            <a:ext cx="10962687" cy="247743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accent4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211706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D034FA3F-D529-4D8B-B6EC-A8341FCAF67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 bwMode="gray">
          <a:xfrm>
            <a:off x="1" y="1600201"/>
            <a:ext cx="5866360" cy="4572000"/>
          </a:xfrm>
          <a:solidFill>
            <a:schemeClr val="bg2"/>
          </a:solidFill>
        </p:spPr>
        <p:txBody>
          <a:bodyPr lIns="594360" tIns="1371600" rIns="548640"/>
          <a:lstStyle>
            <a:lvl1pPr>
              <a:spcBef>
                <a:spcPts val="2400"/>
              </a:spcBef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800"/>
            </a:lvl6pPr>
            <a:lvl7pPr>
              <a:defRPr sz="1400"/>
            </a:lvl7pPr>
            <a:lvl8pPr>
              <a:defRPr sz="12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  <a:p>
            <a:pPr lvl="4"/>
            <a:endParaRPr lang="en-US" dirty="0"/>
          </a:p>
        </p:txBody>
      </p:sp>
      <p:sp>
        <p:nvSpPr>
          <p:cNvPr id="72" name="Content Placeholder 17">
            <a:extLst>
              <a:ext uri="{FF2B5EF4-FFF2-40B4-BE49-F238E27FC236}">
                <a16:creationId xmlns:a16="http://schemas.microsoft.com/office/drawing/2014/main" id="{A0456ED3-FDC5-4E29-B939-E35EA08477CA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 bwMode="gray">
          <a:xfrm>
            <a:off x="6323381" y="1600201"/>
            <a:ext cx="5865445" cy="4572000"/>
          </a:xfrm>
          <a:solidFill>
            <a:schemeClr val="bg2"/>
          </a:solidFill>
        </p:spPr>
        <p:txBody>
          <a:bodyPr lIns="548640" tIns="1371600" rIns="548640"/>
          <a:lstStyle>
            <a:lvl1pPr>
              <a:spcBef>
                <a:spcPts val="2400"/>
              </a:spcBef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800"/>
            </a:lvl6pPr>
            <a:lvl7pPr>
              <a:defRPr sz="1400"/>
            </a:lvl7pPr>
            <a:lvl8pPr>
              <a:defRPr sz="12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 Seventh level</a:t>
            </a:r>
          </a:p>
          <a:p>
            <a:pPr lvl="7"/>
            <a:r>
              <a:rPr lang="en-US"/>
              <a:t> Eighth level</a:t>
            </a:r>
          </a:p>
          <a:p>
            <a:pPr lvl="8"/>
            <a:r>
              <a:rPr lang="en-US"/>
              <a:t>Ninth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337636-71A7-4831-B382-F842B3A2949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 bwMode="gray">
          <a:xfrm>
            <a:off x="0" y="1806122"/>
            <a:ext cx="5637213" cy="911225"/>
          </a:xfrm>
          <a:gradFill>
            <a:gsLst>
              <a:gs pos="8000">
                <a:schemeClr val="accent6"/>
              </a:gs>
              <a:gs pos="8000">
                <a:schemeClr val="accent4"/>
              </a:gs>
              <a:gs pos="0">
                <a:schemeClr val="accent6"/>
              </a:gs>
              <a:gs pos="100000">
                <a:schemeClr val="accent4"/>
              </a:gs>
            </a:gsLst>
            <a:lin ang="13500000" scaled="0"/>
          </a:gradFill>
        </p:spPr>
        <p:txBody>
          <a:bodyPr vert="horz" lIns="594360" tIns="91440" rIns="457200" bIns="91440" rtlCol="0" anchor="ctr">
            <a:noAutofit/>
          </a:bodyPr>
          <a:lstStyle>
            <a:lvl1pPr>
              <a:defRPr lang="en-US"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78A74DE7-78E3-4ECA-9661-D73FBD37E4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 bwMode="gray">
          <a:xfrm>
            <a:off x="6551613" y="1806122"/>
            <a:ext cx="5637212" cy="911225"/>
          </a:xfrm>
          <a:gradFill>
            <a:gsLst>
              <a:gs pos="100000">
                <a:schemeClr val="accent3"/>
              </a:gs>
              <a:gs pos="92000">
                <a:schemeClr val="accent1"/>
              </a:gs>
              <a:gs pos="92000">
                <a:schemeClr val="accent3"/>
              </a:gs>
              <a:gs pos="6000">
                <a:schemeClr val="accent1"/>
              </a:gs>
            </a:gsLst>
            <a:lin ang="2700000" scaled="0"/>
          </a:gradFill>
        </p:spPr>
        <p:txBody>
          <a:bodyPr vert="horz" lIns="338328" tIns="91440" rIns="612648" bIns="91440" rtlCol="0" anchor="ctr">
            <a:noAutofit/>
          </a:bodyPr>
          <a:lstStyle>
            <a:lvl1pPr>
              <a:defRPr lang="en-US"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2176E5-FE3D-4EA5-BF24-8ABF8BFBF668}"/>
              </a:ext>
            </a:extLst>
          </p:cNvPr>
          <p:cNvSpPr txBox="1"/>
          <p:nvPr userDrawn="1"/>
        </p:nvSpPr>
        <p:spPr>
          <a:xfrm>
            <a:off x="11490941" y="6388099"/>
            <a:ext cx="437990" cy="3651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90000"/>
              </a:lnSpc>
            </a:pPr>
            <a:fld id="{7A51DB15-7364-4F0B-A3A0-1309F8830053}" type="slidenum">
              <a:rPr lang="en-US" sz="800" smtClean="0">
                <a:latin typeface="+mj-lt"/>
              </a:rPr>
              <a:pPr algn="r">
                <a:lnSpc>
                  <a:spcPct val="90000"/>
                </a:lnSpc>
              </a:pPr>
              <a:t>‹#›</a:t>
            </a:fld>
            <a:endParaRPr lang="en-US" dirty="0">
              <a:latin typeface="+mj-lt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6A1FE0B-90B1-4BED-9AA5-6DC9F6424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D541C7AA-97CA-4F96-9506-F144DA2CD8E2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592866" y="811830"/>
            <a:ext cx="10962687" cy="247743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accent4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371827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Dynamic –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A9E4CD6E-324F-4BEC-884B-D217C07BF39E}"/>
              </a:ext>
            </a:extLst>
          </p:cNvPr>
          <p:cNvSpPr txBox="1"/>
          <p:nvPr userDrawn="1"/>
        </p:nvSpPr>
        <p:spPr>
          <a:xfrm>
            <a:off x="11490941" y="6388099"/>
            <a:ext cx="437990" cy="3651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90000"/>
              </a:lnSpc>
            </a:pPr>
            <a:fld id="{7A51DB15-7364-4F0B-A3A0-1309F8830053}" type="slidenum">
              <a:rPr lang="en-US" sz="800" smtClean="0">
                <a:latin typeface="+mj-lt"/>
              </a:rPr>
              <a:pPr algn="r">
                <a:lnSpc>
                  <a:spcPct val="90000"/>
                </a:lnSpc>
              </a:pPr>
              <a:t>‹#›</a:t>
            </a:fld>
            <a:endParaRPr lang="en-US" dirty="0">
              <a:latin typeface="+mj-lt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346AD2E-9306-49E7-A98B-7D26E458C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77AE2CA-1B34-4F04-BD7F-F624F20E94FB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351213" y="1600200"/>
            <a:ext cx="8229600" cy="45720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551435C2-3F7C-4835-8DB0-71E2C00537CF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592866" y="811830"/>
            <a:ext cx="10962687" cy="247743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accent4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0FD232-93CB-4B54-A933-93C11B099F7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0" y="1600200"/>
            <a:ext cx="2894013" cy="4572000"/>
          </a:xfrm>
          <a:gradFill>
            <a:gsLst>
              <a:gs pos="0">
                <a:schemeClr val="accent2"/>
              </a:gs>
              <a:gs pos="98000">
                <a:schemeClr val="accent2"/>
              </a:gs>
              <a:gs pos="98000">
                <a:schemeClr val="accent1"/>
              </a:gs>
              <a:gs pos="100000">
                <a:schemeClr val="accent1"/>
              </a:gs>
            </a:gsLst>
            <a:lin ang="5400000" scaled="1"/>
          </a:gradFill>
        </p:spPr>
        <p:txBody>
          <a:bodyPr lIns="594360" tIns="457200" rIns="457200" bIns="457200"/>
          <a:lstStyle>
            <a:lvl1pPr>
              <a:defRPr sz="1600">
                <a:solidFill>
                  <a:schemeClr val="bg1"/>
                </a:solidFill>
              </a:defRPr>
            </a:lvl1pPr>
            <a:lvl2pPr marL="171450" indent="-171450">
              <a:buClr>
                <a:schemeClr val="bg1"/>
              </a:buClr>
              <a:defRPr sz="1400">
                <a:solidFill>
                  <a:schemeClr val="bg1"/>
                </a:solidFill>
              </a:defRPr>
            </a:lvl2pPr>
            <a:lvl3pPr marL="342900" indent="-171450">
              <a:buClr>
                <a:schemeClr val="bg1"/>
              </a:buClr>
              <a:defRPr sz="1200">
                <a:solidFill>
                  <a:schemeClr val="bg1"/>
                </a:solidFill>
              </a:defRPr>
            </a:lvl3pPr>
            <a:lvl4pPr marL="514350" indent="-171450"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 marL="742950" indent="-171450"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  <a:lvl6pPr>
              <a:buClr>
                <a:schemeClr val="bg1"/>
              </a:buClr>
              <a:defRPr sz="1800">
                <a:solidFill>
                  <a:schemeClr val="bg1"/>
                </a:solidFill>
              </a:defRPr>
            </a:lvl6pPr>
            <a:lvl7pPr>
              <a:buClr>
                <a:schemeClr val="bg1"/>
              </a:buClr>
              <a:defRPr sz="1400">
                <a:solidFill>
                  <a:schemeClr val="bg1"/>
                </a:solidFill>
              </a:defRPr>
            </a:lvl7pPr>
            <a:lvl8pPr>
              <a:buClrTx/>
              <a:defRPr sz="1200">
                <a:solidFill>
                  <a:schemeClr val="bg1"/>
                </a:solidFill>
              </a:defRPr>
            </a:lvl8pPr>
            <a:lvl9pPr>
              <a:buClrTx/>
              <a:defRPr sz="18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/>
              <a:t>Sixth level</a:t>
            </a:r>
            <a:endParaRPr lang="en-US" dirty="0"/>
          </a:p>
          <a:p>
            <a:pPr lvl="6"/>
            <a:r>
              <a:rPr lang="en-US"/>
              <a:t>Seventh level</a:t>
            </a:r>
            <a:endParaRPr lang="en-US" dirty="0"/>
          </a:p>
          <a:p>
            <a:pPr lvl="7"/>
            <a:r>
              <a:rPr lang="en-US"/>
              <a:t>Eighth level</a:t>
            </a:r>
            <a:endParaRPr lang="en-US" dirty="0"/>
          </a:p>
          <a:p>
            <a:pPr lvl="8"/>
            <a:r>
              <a:rPr lang="en-US"/>
              <a:t>Ninth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8313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Dynamic –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60DEEA-0331-45ED-8943-6F9E74884092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08013" y="1600200"/>
            <a:ext cx="8229600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E1D12F-78DF-4A32-BDDB-1E22FB9CA5D0}"/>
              </a:ext>
            </a:extLst>
          </p:cNvPr>
          <p:cNvSpPr txBox="1"/>
          <p:nvPr userDrawn="1"/>
        </p:nvSpPr>
        <p:spPr>
          <a:xfrm>
            <a:off x="11490941" y="6388099"/>
            <a:ext cx="437990" cy="3651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90000"/>
              </a:lnSpc>
            </a:pPr>
            <a:fld id="{7A51DB15-7364-4F0B-A3A0-1309F8830053}" type="slidenum">
              <a:rPr lang="en-US" sz="800" smtClean="0">
                <a:latin typeface="+mj-lt"/>
              </a:rPr>
              <a:pPr algn="r">
                <a:lnSpc>
                  <a:spcPct val="90000"/>
                </a:lnSpc>
              </a:pPr>
              <a:t>‹#›</a:t>
            </a:fld>
            <a:endParaRPr lang="en-US" dirty="0">
              <a:latin typeface="+mj-lt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92A934A-AC6B-460C-9C93-B13CF6B62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F6F5131D-84AE-4294-83A1-243FE1C81A8A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592866" y="811830"/>
            <a:ext cx="10962687" cy="247743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accent4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97ED16-D162-4BF7-B635-2F70E10855A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294813" y="1600200"/>
            <a:ext cx="2894012" cy="4572000"/>
          </a:xfrm>
          <a:gradFill>
            <a:gsLst>
              <a:gs pos="0">
                <a:schemeClr val="accent2"/>
              </a:gs>
              <a:gs pos="98000">
                <a:schemeClr val="accent2"/>
              </a:gs>
              <a:gs pos="98000">
                <a:schemeClr val="accent1"/>
              </a:gs>
              <a:gs pos="100000">
                <a:schemeClr val="accent1"/>
              </a:gs>
            </a:gsLst>
            <a:lin ang="5400000" scaled="1"/>
          </a:gradFill>
        </p:spPr>
        <p:txBody>
          <a:bodyPr lIns="457200" tIns="457200" rIns="594360" bIns="457200"/>
          <a:lstStyle>
            <a:lvl1pPr>
              <a:defRPr sz="1600">
                <a:solidFill>
                  <a:schemeClr val="bg1"/>
                </a:solidFill>
              </a:defRPr>
            </a:lvl1pPr>
            <a:lvl2pPr marL="171450" indent="-171450">
              <a:buClr>
                <a:schemeClr val="bg1"/>
              </a:buClr>
              <a:defRPr sz="1400">
                <a:solidFill>
                  <a:schemeClr val="bg1"/>
                </a:solidFill>
              </a:defRPr>
            </a:lvl2pPr>
            <a:lvl3pPr marL="342900" indent="-171450">
              <a:buClr>
                <a:schemeClr val="bg1"/>
              </a:buClr>
              <a:defRPr sz="1200">
                <a:solidFill>
                  <a:schemeClr val="bg1"/>
                </a:solidFill>
              </a:defRPr>
            </a:lvl3pPr>
            <a:lvl4pPr marL="514350" indent="-171450"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 marL="685800" indent="-171450"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  <a:lvl6pPr>
              <a:buClrTx/>
              <a:defRPr>
                <a:solidFill>
                  <a:schemeClr val="bg1"/>
                </a:solidFill>
              </a:defRPr>
            </a:lvl6pPr>
            <a:lvl7pPr>
              <a:buClrTx/>
              <a:defRPr>
                <a:solidFill>
                  <a:schemeClr val="bg1"/>
                </a:solidFill>
              </a:defRPr>
            </a:lvl7pPr>
            <a:lvl8pPr>
              <a:buClrTx/>
              <a:defRPr>
                <a:solidFill>
                  <a:schemeClr val="bg1"/>
                </a:solidFill>
              </a:defRPr>
            </a:lvl8pPr>
            <a:lvl9pPr>
              <a:buClrTx/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/>
              <a:t>Sixth level</a:t>
            </a:r>
            <a:endParaRPr lang="en-US" dirty="0"/>
          </a:p>
          <a:p>
            <a:pPr lvl="6"/>
            <a:r>
              <a:rPr lang="en-US"/>
              <a:t>Seventh level</a:t>
            </a:r>
            <a:endParaRPr lang="en-US" dirty="0"/>
          </a:p>
          <a:p>
            <a:pPr lvl="7"/>
            <a:r>
              <a:rPr lang="en-US" dirty="0"/>
              <a:t> </a:t>
            </a:r>
            <a:r>
              <a:rPr lang="en-US"/>
              <a:t>Eight level</a:t>
            </a:r>
            <a:endParaRPr lang="en-US" dirty="0"/>
          </a:p>
          <a:p>
            <a:pPr lvl="8"/>
            <a:r>
              <a:rPr lang="en-US"/>
              <a:t>Ninth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9673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-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Rectangle 814">
            <a:extLst>
              <a:ext uri="{FF2B5EF4-FFF2-40B4-BE49-F238E27FC236}">
                <a16:creationId xmlns:a16="http://schemas.microsoft.com/office/drawing/2014/main" id="{7B16AAE1-F978-4FC7-959F-05998D9FBD85}"/>
              </a:ext>
            </a:extLst>
          </p:cNvPr>
          <p:cNvSpPr/>
          <p:nvPr userDrawn="1"/>
        </p:nvSpPr>
        <p:spPr bwMode="ltGray">
          <a:xfrm>
            <a:off x="-3443" y="6766560"/>
            <a:ext cx="12192265" cy="91440"/>
          </a:xfrm>
          <a:prstGeom prst="rect">
            <a:avLst/>
          </a:prstGeom>
          <a:gradFill flip="none" rotWithShape="1">
            <a:gsLst>
              <a:gs pos="0">
                <a:srgbClr val="AADB1E"/>
              </a:gs>
              <a:gs pos="25000">
                <a:schemeClr val="accent4"/>
              </a:gs>
              <a:gs pos="100000">
                <a:srgbClr val="003D79"/>
              </a:gs>
              <a:gs pos="50000">
                <a:schemeClr val="accent1"/>
              </a:gs>
              <a:gs pos="75000">
                <a:schemeClr val="accent3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D034FA3F-D529-4D8B-B6EC-A8341FCAF67E}"/>
              </a:ext>
            </a:extLst>
          </p:cNvPr>
          <p:cNvSpPr>
            <a:spLocks noGrp="1"/>
          </p:cNvSpPr>
          <p:nvPr userDrawn="1">
            <p:ph sz="quarter" idx="14"/>
          </p:nvPr>
        </p:nvSpPr>
        <p:spPr bwMode="gray">
          <a:xfrm>
            <a:off x="616504" y="2515154"/>
            <a:ext cx="3346929" cy="3657600"/>
          </a:xfrm>
          <a:solidFill>
            <a:schemeClr val="bg2"/>
          </a:solidFill>
        </p:spPr>
        <p:txBody>
          <a:bodyPr lIns="182880" tIns="274320" rIns="182880"/>
          <a:lstStyle>
            <a:lvl1pPr algn="l">
              <a:spcBef>
                <a:spcPts val="1200"/>
              </a:spcBef>
              <a:defRPr sz="16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600"/>
            </a:lvl6pPr>
            <a:lvl7pPr>
              <a:defRPr sz="1200"/>
            </a:lvl7pPr>
            <a:lvl8pPr>
              <a:defRPr sz="1100"/>
            </a:lvl8pPr>
            <a:lvl9pPr>
              <a:defRPr sz="16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Level two</a:t>
            </a:r>
          </a:p>
          <a:p>
            <a:pPr lvl="2"/>
            <a:r>
              <a:rPr lang="en-US" dirty="0"/>
              <a:t>Level three</a:t>
            </a:r>
          </a:p>
          <a:p>
            <a:pPr lvl="3"/>
            <a:r>
              <a:rPr lang="en-US" dirty="0"/>
              <a:t>Level four</a:t>
            </a:r>
          </a:p>
          <a:p>
            <a:pPr lvl="4"/>
            <a:r>
              <a:rPr lang="en-US" dirty="0"/>
              <a:t>Level Five</a:t>
            </a:r>
          </a:p>
          <a:p>
            <a:pPr lvl="5"/>
            <a:r>
              <a:rPr lang="en-US" dirty="0"/>
              <a:t>Level Six</a:t>
            </a:r>
          </a:p>
          <a:p>
            <a:pPr lvl="6"/>
            <a:r>
              <a:rPr lang="en-US" dirty="0"/>
              <a:t> Level Seven</a:t>
            </a:r>
          </a:p>
          <a:p>
            <a:pPr lvl="7"/>
            <a:r>
              <a:rPr lang="en-US" dirty="0"/>
              <a:t>Level eight</a:t>
            </a:r>
          </a:p>
          <a:p>
            <a:pPr lvl="8"/>
            <a:r>
              <a:rPr lang="en-US" dirty="0"/>
              <a:t>Level Nine</a:t>
            </a:r>
          </a:p>
          <a:p>
            <a:pPr lvl="1"/>
            <a:endParaRPr lang="en-US" dirty="0"/>
          </a:p>
        </p:txBody>
      </p:sp>
      <p:sp>
        <p:nvSpPr>
          <p:cNvPr id="72" name="Content Placeholder 17">
            <a:extLst>
              <a:ext uri="{FF2B5EF4-FFF2-40B4-BE49-F238E27FC236}">
                <a16:creationId xmlns:a16="http://schemas.microsoft.com/office/drawing/2014/main" id="{A0456ED3-FDC5-4E29-B939-E35EA08477CA}"/>
              </a:ext>
            </a:extLst>
          </p:cNvPr>
          <p:cNvSpPr>
            <a:spLocks noGrp="1"/>
          </p:cNvSpPr>
          <p:nvPr userDrawn="1">
            <p:ph sz="quarter" idx="16"/>
          </p:nvPr>
        </p:nvSpPr>
        <p:spPr bwMode="gray">
          <a:xfrm>
            <a:off x="4419676" y="2515154"/>
            <a:ext cx="3349473" cy="3657600"/>
          </a:xfrm>
          <a:solidFill>
            <a:schemeClr val="bg2"/>
          </a:solidFill>
        </p:spPr>
        <p:txBody>
          <a:bodyPr lIns="182880" tIns="274320" rIns="182880"/>
          <a:lstStyle>
            <a:lvl1pPr algn="l">
              <a:spcBef>
                <a:spcPts val="1200"/>
              </a:spcBef>
              <a:defRPr sz="16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600"/>
            </a:lvl6pPr>
            <a:lvl7pPr>
              <a:defRPr sz="1200"/>
            </a:lvl7pPr>
            <a:lvl8pPr>
              <a:defRPr sz="1100"/>
            </a:lvl8pPr>
            <a:lvl9pPr>
              <a:defRPr sz="16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Level two</a:t>
            </a:r>
          </a:p>
          <a:p>
            <a:pPr lvl="2"/>
            <a:r>
              <a:rPr lang="en-US" dirty="0"/>
              <a:t>Level three</a:t>
            </a:r>
          </a:p>
          <a:p>
            <a:pPr lvl="3"/>
            <a:r>
              <a:rPr lang="en-US" dirty="0"/>
              <a:t>Level four</a:t>
            </a:r>
          </a:p>
          <a:p>
            <a:pPr lvl="4"/>
            <a:r>
              <a:rPr lang="en-US" dirty="0"/>
              <a:t>Level Five</a:t>
            </a:r>
          </a:p>
          <a:p>
            <a:pPr lvl="5"/>
            <a:r>
              <a:rPr lang="en-US" dirty="0"/>
              <a:t>Level Six</a:t>
            </a:r>
          </a:p>
          <a:p>
            <a:pPr lvl="6"/>
            <a:r>
              <a:rPr lang="en-US" dirty="0"/>
              <a:t> Level Seven </a:t>
            </a:r>
          </a:p>
          <a:p>
            <a:pPr lvl="7"/>
            <a:r>
              <a:rPr lang="en-US" dirty="0"/>
              <a:t>Level Eight</a:t>
            </a:r>
          </a:p>
          <a:p>
            <a:pPr lvl="8"/>
            <a:r>
              <a:rPr lang="en-US" dirty="0"/>
              <a:t>Level Nine</a:t>
            </a:r>
          </a:p>
          <a:p>
            <a:pPr lvl="3"/>
            <a:endParaRPr lang="en-US" dirty="0"/>
          </a:p>
          <a:p>
            <a:pPr lvl="1"/>
            <a:endParaRPr lang="en-US" dirty="0"/>
          </a:p>
        </p:txBody>
      </p:sp>
      <p:sp>
        <p:nvSpPr>
          <p:cNvPr id="73" name="Content Placeholder 17">
            <a:extLst>
              <a:ext uri="{FF2B5EF4-FFF2-40B4-BE49-F238E27FC236}">
                <a16:creationId xmlns:a16="http://schemas.microsoft.com/office/drawing/2014/main" id="{9C016467-4262-4DAA-9B43-A02E57530676}"/>
              </a:ext>
            </a:extLst>
          </p:cNvPr>
          <p:cNvSpPr>
            <a:spLocks noGrp="1"/>
          </p:cNvSpPr>
          <p:nvPr userDrawn="1">
            <p:ph sz="quarter" idx="17"/>
          </p:nvPr>
        </p:nvSpPr>
        <p:spPr bwMode="gray">
          <a:xfrm>
            <a:off x="8236361" y="2515154"/>
            <a:ext cx="3346704" cy="3657600"/>
          </a:xfrm>
          <a:solidFill>
            <a:schemeClr val="bg2"/>
          </a:solidFill>
        </p:spPr>
        <p:txBody>
          <a:bodyPr lIns="182880" tIns="274320" rIns="182880"/>
          <a:lstStyle>
            <a:lvl1pPr algn="l">
              <a:spcBef>
                <a:spcPts val="1200"/>
              </a:spcBef>
              <a:defRPr sz="16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600"/>
            </a:lvl6pPr>
            <a:lvl7pPr>
              <a:defRPr sz="1200"/>
            </a:lvl7pPr>
            <a:lvl8pPr>
              <a:defRPr sz="1100"/>
            </a:lvl8pPr>
            <a:lvl9pPr>
              <a:defRPr sz="16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Level two</a:t>
            </a:r>
          </a:p>
          <a:p>
            <a:pPr lvl="2"/>
            <a:r>
              <a:rPr lang="en-US" dirty="0"/>
              <a:t>Level three</a:t>
            </a:r>
          </a:p>
          <a:p>
            <a:pPr lvl="3"/>
            <a:r>
              <a:rPr lang="en-US" dirty="0"/>
              <a:t>Level four</a:t>
            </a:r>
          </a:p>
          <a:p>
            <a:pPr lvl="4"/>
            <a:r>
              <a:rPr lang="en-US" dirty="0"/>
              <a:t>Level five</a:t>
            </a:r>
          </a:p>
          <a:p>
            <a:pPr lvl="5"/>
            <a:r>
              <a:rPr lang="en-US" dirty="0"/>
              <a:t>Level Six</a:t>
            </a:r>
          </a:p>
          <a:p>
            <a:pPr lvl="6"/>
            <a:r>
              <a:rPr lang="en-US" dirty="0"/>
              <a:t>Level Seven</a:t>
            </a:r>
          </a:p>
          <a:p>
            <a:pPr lvl="7"/>
            <a:r>
              <a:rPr lang="en-US" dirty="0"/>
              <a:t>Level Eight</a:t>
            </a:r>
          </a:p>
          <a:p>
            <a:pPr lvl="8"/>
            <a:r>
              <a:rPr lang="en-US" dirty="0"/>
              <a:t>Level Nine</a:t>
            </a:r>
          </a:p>
          <a:p>
            <a:pPr lvl="1"/>
            <a:endParaRPr lang="en-US" dirty="0"/>
          </a:p>
        </p:txBody>
      </p:sp>
      <p:sp>
        <p:nvSpPr>
          <p:cNvPr id="818" name="TextBox 817">
            <a:extLst>
              <a:ext uri="{FF2B5EF4-FFF2-40B4-BE49-F238E27FC236}">
                <a16:creationId xmlns:a16="http://schemas.microsoft.com/office/drawing/2014/main" id="{0B7E1504-B128-423C-AA77-E7FED5DC3B79}"/>
              </a:ext>
            </a:extLst>
          </p:cNvPr>
          <p:cNvSpPr txBox="1"/>
          <p:nvPr userDrawn="1"/>
        </p:nvSpPr>
        <p:spPr>
          <a:xfrm>
            <a:off x="11490941" y="6388099"/>
            <a:ext cx="437990" cy="3651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90000"/>
              </a:lnSpc>
            </a:pPr>
            <a:fld id="{7A51DB15-7364-4F0B-A3A0-1309F8830053}" type="slidenum">
              <a:rPr lang="en-US" sz="800" smtClean="0">
                <a:latin typeface="+mj-lt"/>
              </a:rPr>
              <a:pPr algn="r">
                <a:lnSpc>
                  <a:spcPct val="90000"/>
                </a:lnSpc>
              </a:pPr>
              <a:t>‹#›</a:t>
            </a:fld>
            <a:endParaRPr lang="en-US" dirty="0">
              <a:latin typeface="+mj-lt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5F2C94F-DA57-4BDB-8E5C-E4A0C7522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FC59F98B-A991-4DEC-A409-289E778CB84A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592866" y="811830"/>
            <a:ext cx="10962687" cy="247743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accent4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392189-2D4C-4618-9072-F26EE557FD0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16504" y="1600200"/>
            <a:ext cx="3346704" cy="914400"/>
          </a:xfrm>
          <a:gradFill>
            <a:gsLst>
              <a:gs pos="100000">
                <a:schemeClr val="accent6"/>
              </a:gs>
              <a:gs pos="92000">
                <a:schemeClr val="accent4"/>
              </a:gs>
              <a:gs pos="92000">
                <a:schemeClr val="accent6"/>
              </a:gs>
            </a:gsLst>
            <a:lin ang="2700000" scaled="0"/>
          </a:gradFill>
        </p:spPr>
        <p:txBody>
          <a:bodyPr lIns="182880" tIns="91440" rIns="182880" bIns="91440" anchor="ctr"/>
          <a:lstStyle>
            <a:lvl1pPr>
              <a:defRPr sz="1800">
                <a:solidFill>
                  <a:schemeClr val="bg1"/>
                </a:solidFill>
              </a:defRPr>
            </a:lvl1pPr>
            <a:lvl2pPr marL="0" indent="0">
              <a:buFont typeface="Open Sans" panose="020B0606030504020204" pitchFamily="34" charset="0"/>
              <a:buChar char="​"/>
              <a:defRPr sz="18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665955AB-F417-4DCB-8CC3-98BAC90A9AF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419676" y="1600200"/>
            <a:ext cx="3346704" cy="914400"/>
          </a:xfrm>
          <a:gradFill>
            <a:gsLst>
              <a:gs pos="92000">
                <a:schemeClr val="accent1"/>
              </a:gs>
              <a:gs pos="92000">
                <a:schemeClr val="accent3"/>
              </a:gs>
            </a:gsLst>
            <a:lin ang="2700000" scaled="0"/>
          </a:gradFill>
        </p:spPr>
        <p:txBody>
          <a:bodyPr lIns="182880" tIns="91440" rIns="182880" bIns="91440" anchor="ctr"/>
          <a:lstStyle>
            <a:lvl1pPr>
              <a:defRPr sz="1800">
                <a:solidFill>
                  <a:schemeClr val="bg1"/>
                </a:solidFill>
              </a:defRPr>
            </a:lvl1pPr>
            <a:lvl2pPr marL="0" indent="0">
              <a:buFont typeface="Open Sans" panose="020B0606030504020204" pitchFamily="34" charset="0"/>
              <a:buChar char="​"/>
              <a:defRPr sz="18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7AFB5407-642C-468A-81DB-F0C5C485F6F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236361" y="1600200"/>
            <a:ext cx="3346704" cy="914400"/>
          </a:xfrm>
          <a:gradFill>
            <a:gsLst>
              <a:gs pos="92000">
                <a:schemeClr val="accent2"/>
              </a:gs>
              <a:gs pos="92000">
                <a:schemeClr val="accent2">
                  <a:lumMod val="50000"/>
                </a:schemeClr>
              </a:gs>
            </a:gsLst>
            <a:lin ang="2700000" scaled="0"/>
          </a:gradFill>
        </p:spPr>
        <p:txBody>
          <a:bodyPr lIns="182880" tIns="91440" rIns="182880" bIns="91440" anchor="ctr"/>
          <a:lstStyle>
            <a:lvl1pPr>
              <a:defRPr sz="1800">
                <a:solidFill>
                  <a:schemeClr val="bg1"/>
                </a:solidFill>
              </a:defRPr>
            </a:lvl1pPr>
            <a:lvl2pPr marL="0" indent="0">
              <a:buFont typeface="Open Sans" panose="020B0606030504020204" pitchFamily="34" charset="0"/>
              <a:buChar char="​"/>
              <a:defRPr sz="18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7924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30CD733-93DE-4793-929B-26E6DBA7592D}"/>
              </a:ext>
            </a:extLst>
          </p:cNvPr>
          <p:cNvSpPr/>
          <p:nvPr userDrawn="1"/>
        </p:nvSpPr>
        <p:spPr bwMode="ltGray">
          <a:xfrm>
            <a:off x="1" y="1600202"/>
            <a:ext cx="7923212" cy="4570946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dirty="0">
              <a:solidFill>
                <a:schemeClr val="accent2"/>
              </a:solidFill>
            </a:endParaRP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D8C8783A-257B-4A50-95A0-6C7B8E51707B}"/>
              </a:ext>
            </a:extLst>
          </p:cNvPr>
          <p:cNvCxnSpPr>
            <a:cxnSpLocks/>
          </p:cNvCxnSpPr>
          <p:nvPr userDrawn="1"/>
        </p:nvCxnSpPr>
        <p:spPr>
          <a:xfrm>
            <a:off x="8380413" y="1608668"/>
            <a:ext cx="3808412" cy="0"/>
          </a:xfrm>
          <a:prstGeom prst="line">
            <a:avLst/>
          </a:prstGeom>
          <a:ln w="25400">
            <a:solidFill>
              <a:schemeClr val="accent1"/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A17EA1E-A574-444B-9004-45836D98DAD0}"/>
              </a:ext>
            </a:extLst>
          </p:cNvPr>
          <p:cNvSpPr txBox="1"/>
          <p:nvPr userDrawn="1"/>
        </p:nvSpPr>
        <p:spPr>
          <a:xfrm>
            <a:off x="11490941" y="6388099"/>
            <a:ext cx="437990" cy="3651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90000"/>
              </a:lnSpc>
            </a:pPr>
            <a:fld id="{7A51DB15-7364-4F0B-A3A0-1309F8830053}" type="slidenum">
              <a:rPr lang="en-US" sz="800" smtClean="0">
                <a:latin typeface="+mj-lt"/>
              </a:rPr>
              <a:pPr algn="r">
                <a:lnSpc>
                  <a:spcPct val="90000"/>
                </a:lnSpc>
              </a:pPr>
              <a:t>‹#›</a:t>
            </a:fld>
            <a:endParaRPr lang="en-US" dirty="0">
              <a:latin typeface="+mj-lt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157BCD9-063B-4ED4-B68C-092EC2C34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7496CC-9DD2-4299-850C-005958FB65C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380413" y="1600200"/>
            <a:ext cx="3808412" cy="4572000"/>
          </a:xfrm>
        </p:spPr>
        <p:txBody>
          <a:bodyPr tIns="457200" rIns="594360" bIns="45720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800"/>
            </a:lvl6pPr>
            <a:lvl7pPr>
              <a:defRPr sz="1400"/>
            </a:lvl7pPr>
            <a:lvl8pPr>
              <a:defRPr sz="1200"/>
            </a:lvl8pPr>
            <a:lvl9pPr>
              <a:defRPr sz="18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/>
              <a:t>Sixth level</a:t>
            </a:r>
            <a:endParaRPr lang="en-US" dirty="0"/>
          </a:p>
          <a:p>
            <a:pPr lvl="6"/>
            <a:r>
              <a:rPr lang="en-US" dirty="0"/>
              <a:t> </a:t>
            </a:r>
            <a:r>
              <a:rPr lang="en-US"/>
              <a:t>Seventh level</a:t>
            </a:r>
            <a:endParaRPr lang="en-US" dirty="0"/>
          </a:p>
          <a:p>
            <a:pPr lvl="7"/>
            <a:r>
              <a:rPr lang="en-US" dirty="0"/>
              <a:t> </a:t>
            </a:r>
            <a:r>
              <a:rPr lang="en-US"/>
              <a:t>Eighth level</a:t>
            </a:r>
            <a:endParaRPr lang="en-US" dirty="0"/>
          </a:p>
          <a:p>
            <a:pPr lvl="8"/>
            <a:r>
              <a:rPr lang="en-US"/>
              <a:t>Ninth level</a:t>
            </a:r>
            <a:endParaRPr lang="en-US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A0D276D7-17CD-46AB-99B2-97FD34FEEFFA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592866" y="811830"/>
            <a:ext cx="10962687" cy="247743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accent4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234607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tcome / Benef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BB1458BF-96C1-46C6-A67F-AD0FB4B4E5C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78825" y="4347904"/>
            <a:ext cx="3201988" cy="160020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200"/>
            </a:lvl3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781D19-2DDB-4D83-983D-3D159A7DE7C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378825" y="2063048"/>
            <a:ext cx="3201988" cy="160020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200"/>
            </a:lvl3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/>
              <a:t>Third level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005EB21-86C3-42EF-BFE7-549D9EA3645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80413" y="1699688"/>
            <a:ext cx="2006600" cy="298450"/>
          </a:xfrm>
        </p:spPr>
        <p:txBody>
          <a:bodyPr anchor="b"/>
          <a:lstStyle>
            <a:lvl1pPr>
              <a:defRPr sz="1600">
                <a:solidFill>
                  <a:schemeClr val="accent1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Outcome</a:t>
            </a:r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F789B473-DDE6-4450-A111-3761F341AAE3}"/>
              </a:ext>
            </a:extLst>
          </p:cNvPr>
          <p:cNvCxnSpPr>
            <a:cxnSpLocks/>
          </p:cNvCxnSpPr>
          <p:nvPr userDrawn="1"/>
        </p:nvCxnSpPr>
        <p:spPr>
          <a:xfrm>
            <a:off x="8380413" y="3872441"/>
            <a:ext cx="3808412" cy="0"/>
          </a:xfrm>
          <a:prstGeom prst="line">
            <a:avLst/>
          </a:prstGeom>
          <a:ln w="25400">
            <a:solidFill>
              <a:schemeClr val="accent4"/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 Placeholder 6">
            <a:extLst>
              <a:ext uri="{FF2B5EF4-FFF2-40B4-BE49-F238E27FC236}">
                <a16:creationId xmlns:a16="http://schemas.microsoft.com/office/drawing/2014/main" id="{0D0977FA-A4CA-4F1F-8109-D7498D165ED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380413" y="3972469"/>
            <a:ext cx="2006600" cy="298450"/>
          </a:xfrm>
        </p:spPr>
        <p:txBody>
          <a:bodyPr anchor="b"/>
          <a:lstStyle>
            <a:lvl1pPr>
              <a:defRPr sz="1600">
                <a:solidFill>
                  <a:schemeClr val="accent4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Benefit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F992B4C-D72B-4160-80E2-5EE05E2DDD3F}"/>
              </a:ext>
            </a:extLst>
          </p:cNvPr>
          <p:cNvSpPr txBox="1"/>
          <p:nvPr userDrawn="1"/>
        </p:nvSpPr>
        <p:spPr>
          <a:xfrm>
            <a:off x="11490941" y="6388099"/>
            <a:ext cx="437990" cy="3651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90000"/>
              </a:lnSpc>
            </a:pPr>
            <a:fld id="{7A51DB15-7364-4F0B-A3A0-1309F8830053}" type="slidenum">
              <a:rPr lang="en-US" sz="800" smtClean="0">
                <a:latin typeface="+mj-lt"/>
              </a:rPr>
              <a:pPr algn="r">
                <a:lnSpc>
                  <a:spcPct val="90000"/>
                </a:lnSpc>
              </a:pPr>
              <a:t>‹#›</a:t>
            </a:fld>
            <a:endParaRPr lang="en-US" dirty="0">
              <a:latin typeface="+mj-lt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15888C-CFB4-4BEC-9B94-46E698DFC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2EE86E2-0F2F-484B-8170-3AEBA1DDEB2D}"/>
              </a:ext>
            </a:extLst>
          </p:cNvPr>
          <p:cNvSpPr/>
          <p:nvPr userDrawn="1"/>
        </p:nvSpPr>
        <p:spPr bwMode="ltGray">
          <a:xfrm>
            <a:off x="1" y="1600201"/>
            <a:ext cx="7923212" cy="4570947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dirty="0">
              <a:solidFill>
                <a:schemeClr val="accent2"/>
              </a:solidFill>
            </a:endParaRPr>
          </a:p>
        </p:txBody>
      </p: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56D4D92B-574E-4F63-A5BA-8F7282B54C27}"/>
              </a:ext>
            </a:extLst>
          </p:cNvPr>
          <p:cNvCxnSpPr>
            <a:cxnSpLocks/>
          </p:cNvCxnSpPr>
          <p:nvPr userDrawn="1"/>
        </p:nvCxnSpPr>
        <p:spPr>
          <a:xfrm>
            <a:off x="8380413" y="1608668"/>
            <a:ext cx="3808412" cy="0"/>
          </a:xfrm>
          <a:prstGeom prst="line">
            <a:avLst/>
          </a:prstGeom>
          <a:ln w="25400">
            <a:solidFill>
              <a:schemeClr val="accent1"/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Subtitle 2">
            <a:extLst>
              <a:ext uri="{FF2B5EF4-FFF2-40B4-BE49-F238E27FC236}">
                <a16:creationId xmlns:a16="http://schemas.microsoft.com/office/drawing/2014/main" id="{E9D6A872-88BD-4DFC-AFFD-1E9BEEB6533B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592866" y="811830"/>
            <a:ext cx="10962687" cy="247743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accent4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024822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er Suc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309367CD-64CE-4B7B-91B1-53B17F8F693D}"/>
              </a:ext>
            </a:extLst>
          </p:cNvPr>
          <p:cNvSpPr/>
          <p:nvPr userDrawn="1"/>
        </p:nvSpPr>
        <p:spPr bwMode="ltGray">
          <a:xfrm>
            <a:off x="1" y="1600201"/>
            <a:ext cx="7923212" cy="4570947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endParaRPr lang="en-US" sz="2800" dirty="0">
              <a:solidFill>
                <a:schemeClr val="accent2"/>
              </a:solidFill>
            </a:endParaRPr>
          </a:p>
        </p:txBody>
      </p:sp>
      <p:sp>
        <p:nvSpPr>
          <p:cNvPr id="72" name="Content Placeholder 17">
            <a:extLst>
              <a:ext uri="{FF2B5EF4-FFF2-40B4-BE49-F238E27FC236}">
                <a16:creationId xmlns:a16="http://schemas.microsoft.com/office/drawing/2014/main" id="{A0456ED3-FDC5-4E29-B939-E35EA08477CA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11645" y="2409552"/>
            <a:ext cx="3201848" cy="934931"/>
          </a:xfrm>
          <a:noFill/>
        </p:spPr>
        <p:txBody>
          <a:bodyPr vert="horz" lIns="0" tIns="0" rIns="0" bIns="457200" rtlCol="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lang="en-US" sz="1050" dirty="0">
                <a:solidFill>
                  <a:schemeClr val="tx2"/>
                </a:solidFill>
              </a:defRPr>
            </a:lvl1pPr>
            <a:lvl2pPr marL="114300" indent="-114300">
              <a:lnSpc>
                <a:spcPct val="100000"/>
              </a:lnSpc>
              <a:spcBef>
                <a:spcPts val="0"/>
              </a:spcBef>
              <a:defRPr lang="en-US" sz="1000" dirty="0">
                <a:solidFill>
                  <a:schemeClr val="tx2"/>
                </a:solidFill>
              </a:defRPr>
            </a:lvl2pPr>
            <a:lvl3pPr>
              <a:defRPr lang="en-US" sz="1400" dirty="0">
                <a:solidFill>
                  <a:schemeClr val="tx2"/>
                </a:solidFill>
              </a:defRPr>
            </a:lvl3pPr>
            <a:lvl4pPr>
              <a:defRPr lang="en-US" sz="1200" dirty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005EB21-86C3-42EF-BFE7-549D9EA3645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3093" y="2079840"/>
            <a:ext cx="2006600" cy="227454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accent1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About</a:t>
            </a:r>
          </a:p>
        </p:txBody>
      </p:sp>
      <p:sp>
        <p:nvSpPr>
          <p:cNvPr id="74" name="Content Placeholder 17">
            <a:extLst>
              <a:ext uri="{FF2B5EF4-FFF2-40B4-BE49-F238E27FC236}">
                <a16:creationId xmlns:a16="http://schemas.microsoft.com/office/drawing/2014/main" id="{F00013B6-2241-400E-9E61-946C485F8D5E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11645" y="3952605"/>
            <a:ext cx="3201848" cy="847996"/>
          </a:xfrm>
          <a:noFill/>
        </p:spPr>
        <p:txBody>
          <a:bodyPr vert="horz" lIns="0" tIns="0" rIns="0" bIns="457200" rtlCol="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lang="en-US" sz="1050" dirty="0">
                <a:solidFill>
                  <a:schemeClr val="tx2"/>
                </a:solidFill>
              </a:defRPr>
            </a:lvl1pPr>
            <a:lvl2pPr marL="114300" indent="-114300">
              <a:lnSpc>
                <a:spcPct val="100000"/>
              </a:lnSpc>
              <a:spcBef>
                <a:spcPts val="0"/>
              </a:spcBef>
              <a:defRPr lang="en-US" sz="1000" dirty="0">
                <a:solidFill>
                  <a:schemeClr val="tx2"/>
                </a:solidFill>
              </a:defRPr>
            </a:lvl2pPr>
            <a:lvl3pPr>
              <a:defRPr lang="en-US" sz="1400" dirty="0">
                <a:solidFill>
                  <a:schemeClr val="tx2"/>
                </a:solidFill>
              </a:defRPr>
            </a:lvl3pPr>
            <a:lvl4pPr>
              <a:defRPr lang="en-US" sz="1200" dirty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D8C8783A-257B-4A50-95A0-6C7B8E51707B}"/>
              </a:ext>
            </a:extLst>
          </p:cNvPr>
          <p:cNvCxnSpPr>
            <a:cxnSpLocks/>
          </p:cNvCxnSpPr>
          <p:nvPr userDrawn="1"/>
        </p:nvCxnSpPr>
        <p:spPr>
          <a:xfrm>
            <a:off x="609600" y="1964843"/>
            <a:ext cx="3198812" cy="0"/>
          </a:xfrm>
          <a:prstGeom prst="line">
            <a:avLst/>
          </a:prstGeom>
          <a:ln w="25400">
            <a:solidFill>
              <a:schemeClr val="accent1"/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F789B473-DDE6-4450-A111-3761F341AAE3}"/>
              </a:ext>
            </a:extLst>
          </p:cNvPr>
          <p:cNvCxnSpPr>
            <a:cxnSpLocks/>
          </p:cNvCxnSpPr>
          <p:nvPr userDrawn="1"/>
        </p:nvCxnSpPr>
        <p:spPr>
          <a:xfrm>
            <a:off x="609600" y="3547676"/>
            <a:ext cx="3198812" cy="0"/>
          </a:xfrm>
          <a:prstGeom prst="line">
            <a:avLst/>
          </a:prstGeom>
          <a:ln w="25400">
            <a:solidFill>
              <a:schemeClr val="accent2"/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 Placeholder 6">
            <a:extLst>
              <a:ext uri="{FF2B5EF4-FFF2-40B4-BE49-F238E27FC236}">
                <a16:creationId xmlns:a16="http://schemas.microsoft.com/office/drawing/2014/main" id="{0D0977FA-A4CA-4F1F-8109-D7498D165EDD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613093" y="3634037"/>
            <a:ext cx="2006600" cy="227454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accent2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Challenges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F992B4C-D72B-4160-80E2-5EE05E2DDD3F}"/>
              </a:ext>
            </a:extLst>
          </p:cNvPr>
          <p:cNvSpPr txBox="1"/>
          <p:nvPr userDrawn="1"/>
        </p:nvSpPr>
        <p:spPr>
          <a:xfrm>
            <a:off x="11490941" y="6388099"/>
            <a:ext cx="437990" cy="3651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fld id="{7A51DB15-7364-4F0B-A3A0-1309F8830053}" type="slidenum">
              <a:rPr lang="en-US" sz="800" smtClean="0">
                <a:latin typeface="+mj-lt"/>
              </a:rPr>
              <a:pPr algn="r">
                <a:lnSpc>
                  <a:spcPct val="100000"/>
                </a:lnSpc>
                <a:spcBef>
                  <a:spcPts val="0"/>
                </a:spcBef>
              </a:pPr>
              <a:t>‹#›</a:t>
            </a:fld>
            <a:endParaRPr lang="en-US" dirty="0">
              <a:latin typeface="+mj-lt"/>
            </a:endParaRPr>
          </a:p>
        </p:txBody>
      </p:sp>
      <p:sp>
        <p:nvSpPr>
          <p:cNvPr id="87" name="Content Placeholder 17">
            <a:extLst>
              <a:ext uri="{FF2B5EF4-FFF2-40B4-BE49-F238E27FC236}">
                <a16:creationId xmlns:a16="http://schemas.microsoft.com/office/drawing/2014/main" id="{CB3B18B9-1B70-4F2B-86D9-C5183A845D12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269245" y="2409552"/>
            <a:ext cx="3201848" cy="934931"/>
          </a:xfrm>
          <a:noFill/>
        </p:spPr>
        <p:txBody>
          <a:bodyPr vert="horz" lIns="0" tIns="0" rIns="0" bIns="457200" rtlCol="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lang="en-US" sz="1050" dirty="0">
                <a:solidFill>
                  <a:schemeClr val="tx2"/>
                </a:solidFill>
              </a:defRPr>
            </a:lvl1pPr>
            <a:lvl2pPr marL="114300" indent="-114300">
              <a:lnSpc>
                <a:spcPct val="100000"/>
              </a:lnSpc>
              <a:spcBef>
                <a:spcPts val="0"/>
              </a:spcBef>
              <a:defRPr lang="en-US" sz="1000" dirty="0">
                <a:solidFill>
                  <a:schemeClr val="tx2"/>
                </a:solidFill>
              </a:defRPr>
            </a:lvl2pPr>
            <a:lvl3pPr>
              <a:defRPr lang="en-US" sz="1400" dirty="0">
                <a:solidFill>
                  <a:schemeClr val="tx2"/>
                </a:solidFill>
              </a:defRPr>
            </a:lvl3pPr>
            <a:lvl4pPr>
              <a:defRPr lang="en-US" sz="1200" dirty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88" name="Text Placeholder 6">
            <a:extLst>
              <a:ext uri="{FF2B5EF4-FFF2-40B4-BE49-F238E27FC236}">
                <a16:creationId xmlns:a16="http://schemas.microsoft.com/office/drawing/2014/main" id="{45C2837B-EA55-4186-A2EA-1E7FB5B122D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70693" y="2079840"/>
            <a:ext cx="2006600" cy="227454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4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Solution</a:t>
            </a:r>
          </a:p>
        </p:txBody>
      </p:sp>
      <p:sp>
        <p:nvSpPr>
          <p:cNvPr id="89" name="Content Placeholder 17">
            <a:extLst>
              <a:ext uri="{FF2B5EF4-FFF2-40B4-BE49-F238E27FC236}">
                <a16:creationId xmlns:a16="http://schemas.microsoft.com/office/drawing/2014/main" id="{00A3A11C-EA43-4ACC-83B9-C4C7C1080E3C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4269245" y="3952605"/>
            <a:ext cx="3201848" cy="847996"/>
          </a:xfrm>
          <a:noFill/>
        </p:spPr>
        <p:txBody>
          <a:bodyPr vert="horz" lIns="0" tIns="0" rIns="0" bIns="457200" rtlCol="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lang="en-US" sz="1050" dirty="0">
                <a:solidFill>
                  <a:schemeClr val="tx2"/>
                </a:solidFill>
              </a:defRPr>
            </a:lvl1pPr>
            <a:lvl2pPr marL="114300" indent="-114300">
              <a:lnSpc>
                <a:spcPct val="100000"/>
              </a:lnSpc>
              <a:spcBef>
                <a:spcPts val="0"/>
              </a:spcBef>
              <a:defRPr lang="en-US" sz="1000" dirty="0">
                <a:solidFill>
                  <a:schemeClr val="tx2"/>
                </a:solidFill>
              </a:defRPr>
            </a:lvl2pPr>
            <a:lvl3pPr>
              <a:defRPr lang="en-US" sz="1400" dirty="0">
                <a:solidFill>
                  <a:schemeClr val="tx2"/>
                </a:solidFill>
              </a:defRPr>
            </a:lvl3pPr>
            <a:lvl4pPr>
              <a:defRPr lang="en-US" sz="1200" dirty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EAAB5B3C-AE89-4605-BB4B-0C07DE733C40}"/>
              </a:ext>
            </a:extLst>
          </p:cNvPr>
          <p:cNvCxnSpPr>
            <a:cxnSpLocks/>
          </p:cNvCxnSpPr>
          <p:nvPr userDrawn="1"/>
        </p:nvCxnSpPr>
        <p:spPr>
          <a:xfrm>
            <a:off x="4267200" y="1964843"/>
            <a:ext cx="3198812" cy="0"/>
          </a:xfrm>
          <a:prstGeom prst="line">
            <a:avLst/>
          </a:prstGeom>
          <a:ln w="25400">
            <a:solidFill>
              <a:schemeClr val="accent4"/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4709593A-BC10-40A3-842E-346F6E0EE30C}"/>
              </a:ext>
            </a:extLst>
          </p:cNvPr>
          <p:cNvCxnSpPr>
            <a:cxnSpLocks/>
          </p:cNvCxnSpPr>
          <p:nvPr userDrawn="1"/>
        </p:nvCxnSpPr>
        <p:spPr>
          <a:xfrm>
            <a:off x="4267200" y="3547676"/>
            <a:ext cx="3198812" cy="0"/>
          </a:xfrm>
          <a:prstGeom prst="line">
            <a:avLst/>
          </a:prstGeom>
          <a:ln w="25400">
            <a:solidFill>
              <a:schemeClr val="accent6"/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 Placeholder 6">
            <a:extLst>
              <a:ext uri="{FF2B5EF4-FFF2-40B4-BE49-F238E27FC236}">
                <a16:creationId xmlns:a16="http://schemas.microsoft.com/office/drawing/2014/main" id="{48CE9E08-388B-4458-B1F4-453A8413D63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270693" y="3634037"/>
            <a:ext cx="2006600" cy="227454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accent6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Impact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D909953-1B24-4C7D-A173-A53DF3FC7EC3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8382000" y="2971800"/>
            <a:ext cx="3194050" cy="18288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0ED48B1-3A1C-41E2-BEC6-E8E6B54A07B0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8959850" y="1600200"/>
            <a:ext cx="1841500" cy="660399"/>
          </a:xfrm>
        </p:spPr>
        <p:txBody>
          <a:bodyPr anchor="ctr"/>
          <a:lstStyle>
            <a:lvl1pPr algn="ctr">
              <a:lnSpc>
                <a:spcPct val="100000"/>
              </a:lnSpc>
              <a:spcBef>
                <a:spcPts val="0"/>
              </a:spcBef>
              <a:defRPr/>
            </a:lvl1pPr>
          </a:lstStyle>
          <a:p>
            <a:r>
              <a:rPr lang="en-US" dirty="0"/>
              <a:t>Insert Logo here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0A78DDD-5F83-4940-98A7-CF6D7FB8140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382000" y="5022214"/>
            <a:ext cx="3200400" cy="1153795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0"/>
              </a:spcBef>
              <a:defRPr sz="14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Open Sans" panose="020B0606030504020204" pitchFamily="34" charset="0"/>
              <a:buChar char="​"/>
              <a:defRPr sz="1200">
                <a:solidFill>
                  <a:schemeClr val="accent1"/>
                </a:solidFill>
              </a:defRPr>
            </a:lvl2pPr>
            <a:lvl3pPr marL="0" indent="0" algn="ctr">
              <a:buFont typeface="Open Sans" panose="020B0606030504020204" pitchFamily="34" charset="0"/>
              <a:buNone/>
              <a:defRPr sz="1200">
                <a:solidFill>
                  <a:schemeClr val="accent1"/>
                </a:solidFill>
              </a:defRPr>
            </a:lvl3pPr>
            <a:lvl4pPr marL="0" indent="0" algn="ctr">
              <a:buFont typeface="Open Sans" panose="020B0606030504020204" pitchFamily="34" charset="0"/>
              <a:buChar char="​"/>
              <a:defRPr sz="1200">
                <a:solidFill>
                  <a:schemeClr val="accent1"/>
                </a:solidFill>
              </a:defRPr>
            </a:lvl4pPr>
            <a:lvl5pPr marL="0" indent="0" algn="ctr">
              <a:buFont typeface="Open Sans" panose="020B0606030504020204" pitchFamily="34" charset="0"/>
              <a:buChar char="​"/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3" name="Text Placeholder 10">
            <a:extLst>
              <a:ext uri="{FF2B5EF4-FFF2-40B4-BE49-F238E27FC236}">
                <a16:creationId xmlns:a16="http://schemas.microsoft.com/office/drawing/2014/main" id="{356F2006-5264-4FEB-8EBA-8BA6A55D19B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375650" y="2347933"/>
            <a:ext cx="3206750" cy="241300"/>
          </a:xfrm>
        </p:spPr>
        <p:txBody>
          <a:bodyPr anchor="ctr"/>
          <a:lstStyle>
            <a:lvl1pPr algn="ctr">
              <a:lnSpc>
                <a:spcPct val="100000"/>
              </a:lnSpc>
              <a:spcBef>
                <a:spcPts val="0"/>
              </a:spcBef>
              <a:defRPr sz="1200"/>
            </a:lvl1pPr>
            <a:lvl2pPr marL="0" indent="0" algn="ctr">
              <a:buFont typeface="Open Sans" panose="020B0606030504020204" pitchFamily="34" charset="0"/>
              <a:buChar char="​"/>
              <a:defRPr sz="1200">
                <a:solidFill>
                  <a:schemeClr val="accent1"/>
                </a:solidFill>
              </a:defRPr>
            </a:lvl2pPr>
            <a:lvl3pPr marL="0" indent="0" algn="ctr">
              <a:buFont typeface="Open Sans" panose="020B0606030504020204" pitchFamily="34" charset="0"/>
              <a:buChar char="​"/>
              <a:defRPr sz="1200">
                <a:solidFill>
                  <a:schemeClr val="accent1"/>
                </a:solidFill>
              </a:defRPr>
            </a:lvl3pPr>
            <a:lvl4pPr marL="0" indent="0" algn="ctr">
              <a:buFont typeface="Open Sans" panose="020B0606030504020204" pitchFamily="34" charset="0"/>
              <a:buChar char="​"/>
              <a:defRPr sz="1200">
                <a:solidFill>
                  <a:schemeClr val="accent1"/>
                </a:solidFill>
              </a:defRPr>
            </a:lvl4pPr>
            <a:lvl5pPr marL="0" indent="0" algn="ctr">
              <a:buFont typeface="Open Sans" panose="020B0606030504020204" pitchFamily="34" charset="0"/>
              <a:buChar char="​"/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Location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AF7F59A-4C67-4F41-A6E0-906850EDF3F1}"/>
              </a:ext>
            </a:extLst>
          </p:cNvPr>
          <p:cNvSpPr/>
          <p:nvPr userDrawn="1"/>
        </p:nvSpPr>
        <p:spPr>
          <a:xfrm>
            <a:off x="608739" y="4978399"/>
            <a:ext cx="3204753" cy="879645"/>
          </a:xfrm>
          <a:prstGeom prst="rect">
            <a:avLst/>
          </a:prstGeom>
          <a:gradFill>
            <a:gsLst>
              <a:gs pos="0">
                <a:schemeClr val="accent4"/>
              </a:gs>
              <a:gs pos="98000">
                <a:schemeClr val="accent4"/>
              </a:gs>
            </a:gsLst>
            <a:lin ang="5400000" scaled="1"/>
          </a:gradFill>
        </p:spPr>
        <p:txBody>
          <a:bodyPr vert="horz" lIns="594360" tIns="457200" rIns="457200" bIns="457200" rtlCol="0">
            <a:noAutofit/>
          </a:bodyPr>
          <a:lstStyle/>
          <a:p>
            <a:pPr lvl="0" indent="0">
              <a:lnSpc>
                <a:spcPct val="100000"/>
              </a:lnSpc>
              <a:spcBef>
                <a:spcPts val="0"/>
              </a:spcBef>
              <a:buClr>
                <a:schemeClr val="tx1">
                  <a:lumMod val="60000"/>
                  <a:lumOff val="40000"/>
                </a:schemeClr>
              </a:buClr>
              <a:buSzPct val="90000"/>
              <a:buFont typeface="Arial" panose="020B0604020202020204" pitchFamily="34" charset="0"/>
              <a:buChar char="​"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85779326-D874-4DC4-BA73-C7157B414B05}"/>
              </a:ext>
            </a:extLst>
          </p:cNvPr>
          <p:cNvSpPr/>
          <p:nvPr userDrawn="1"/>
        </p:nvSpPr>
        <p:spPr>
          <a:xfrm>
            <a:off x="4267199" y="4978400"/>
            <a:ext cx="3203893" cy="878840"/>
          </a:xfrm>
          <a:prstGeom prst="rect">
            <a:avLst/>
          </a:prstGeom>
          <a:gradFill>
            <a:gsLst>
              <a:gs pos="0">
                <a:schemeClr val="accent1"/>
              </a:gs>
              <a:gs pos="98000">
                <a:schemeClr val="accent1"/>
              </a:gs>
            </a:gsLst>
            <a:lin ang="5400000" scaled="1"/>
          </a:gradFill>
        </p:spPr>
        <p:txBody>
          <a:bodyPr vert="horz" lIns="457200" tIns="457200" rIns="594360" bIns="0" rtlCol="0">
            <a:noAutofit/>
          </a:bodyPr>
          <a:lstStyle/>
          <a:p>
            <a:pPr lvl="0" indent="0">
              <a:lnSpc>
                <a:spcPct val="100000"/>
              </a:lnSpc>
              <a:spcBef>
                <a:spcPts val="0"/>
              </a:spcBef>
              <a:buClr>
                <a:schemeClr val="tx1">
                  <a:lumMod val="60000"/>
                  <a:lumOff val="40000"/>
                </a:schemeClr>
              </a:buClr>
              <a:buSzPct val="90000"/>
              <a:buFont typeface="Arial" panose="020B0604020202020204" pitchFamily="34" charset="0"/>
              <a:buChar char="​"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FD359B-DBB1-4A58-B3A5-88DBD360EF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Company Name</a:t>
            </a:r>
          </a:p>
        </p:txBody>
      </p:sp>
      <p:sp>
        <p:nvSpPr>
          <p:cNvPr id="27" name="Subtitle 2">
            <a:extLst>
              <a:ext uri="{FF2B5EF4-FFF2-40B4-BE49-F238E27FC236}">
                <a16:creationId xmlns:a16="http://schemas.microsoft.com/office/drawing/2014/main" id="{9A29AA74-2865-4B6A-BD11-7A351A336A6C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592866" y="811830"/>
            <a:ext cx="10962687" cy="247743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accent4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09C7727F-F570-4AF1-856D-98544836237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375650" y="2647290"/>
            <a:ext cx="3206750" cy="241300"/>
          </a:xfrm>
        </p:spPr>
        <p:txBody>
          <a:bodyPr anchor="ctr"/>
          <a:lstStyle>
            <a:lvl1pPr algn="ctr">
              <a:lnSpc>
                <a:spcPct val="100000"/>
              </a:lnSpc>
              <a:spcBef>
                <a:spcPts val="0"/>
              </a:spcBef>
              <a:defRPr sz="1200"/>
            </a:lvl1pPr>
            <a:lvl2pPr marL="0" indent="0" algn="ctr">
              <a:buFont typeface="Open Sans" panose="020B0606030504020204" pitchFamily="34" charset="0"/>
              <a:buChar char="​"/>
              <a:defRPr sz="1200">
                <a:solidFill>
                  <a:schemeClr val="accent1"/>
                </a:solidFill>
              </a:defRPr>
            </a:lvl2pPr>
            <a:lvl3pPr marL="0" indent="0" algn="ctr">
              <a:buFont typeface="Open Sans" panose="020B0606030504020204" pitchFamily="34" charset="0"/>
              <a:buChar char="​"/>
              <a:defRPr sz="1200">
                <a:solidFill>
                  <a:schemeClr val="accent1"/>
                </a:solidFill>
              </a:defRPr>
            </a:lvl3pPr>
            <a:lvl4pPr marL="0" indent="0" algn="ctr">
              <a:buFont typeface="Open Sans" panose="020B0606030504020204" pitchFamily="34" charset="0"/>
              <a:buChar char="​"/>
              <a:defRPr sz="1200">
                <a:solidFill>
                  <a:schemeClr val="accent1"/>
                </a:solidFill>
              </a:defRPr>
            </a:lvl4pPr>
            <a:lvl5pPr marL="0" indent="0" algn="ctr">
              <a:buFont typeface="Open Sans" panose="020B0606030504020204" pitchFamily="34" charset="0"/>
              <a:buChar char="​"/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Industry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F13DC67D-58A2-45BD-A728-B6ECDD8B5A5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13093" y="4978400"/>
            <a:ext cx="3200400" cy="227454"/>
          </a:xfrm>
        </p:spPr>
        <p:txBody>
          <a:bodyPr anchor="b"/>
          <a:lstStyle>
            <a:lvl1pPr algn="ctr">
              <a:lnSpc>
                <a:spcPct val="100000"/>
              </a:lnSpc>
              <a:spcBef>
                <a:spcPts val="0"/>
              </a:spcBef>
              <a:defRPr sz="1000">
                <a:solidFill>
                  <a:schemeClr val="bg1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Products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53D9F0A4-74F4-4BA6-AD21-4791EF0A20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273995" y="4978400"/>
            <a:ext cx="3200400" cy="227454"/>
          </a:xfrm>
        </p:spPr>
        <p:txBody>
          <a:bodyPr anchor="b"/>
          <a:lstStyle>
            <a:lvl1pPr algn="ctr">
              <a:lnSpc>
                <a:spcPct val="100000"/>
              </a:lnSpc>
              <a:spcBef>
                <a:spcPts val="0"/>
              </a:spcBef>
              <a:defRPr sz="1000">
                <a:solidFill>
                  <a:schemeClr val="bg1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Strategic Priorities</a:t>
            </a:r>
          </a:p>
        </p:txBody>
      </p:sp>
    </p:spTree>
    <p:extLst>
      <p:ext uri="{BB962C8B-B14F-4D97-AF65-F5344CB8AC3E}">
        <p14:creationId xmlns:p14="http://schemas.microsoft.com/office/powerpoint/2010/main" val="2418193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-Bleed Photo"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F045A585-C5E4-4DFF-AE3A-0EA9773E9130}"/>
              </a:ext>
            </a:extLst>
          </p:cNvPr>
          <p:cNvGrpSpPr/>
          <p:nvPr userDrawn="1"/>
        </p:nvGrpSpPr>
        <p:grpSpPr>
          <a:xfrm>
            <a:off x="617878" y="6446044"/>
            <a:ext cx="1099793" cy="173355"/>
            <a:chOff x="-84138" y="5622925"/>
            <a:chExt cx="4330701" cy="682626"/>
          </a:xfrm>
          <a:solidFill>
            <a:schemeClr val="bg1"/>
          </a:solidFill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D8FDE86E-66A8-45FE-8B59-41FB9D05B2F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89088" y="5649913"/>
              <a:ext cx="914400" cy="647700"/>
            </a:xfrm>
            <a:custGeom>
              <a:avLst/>
              <a:gdLst>
                <a:gd name="T0" fmla="*/ 52 w 243"/>
                <a:gd name="T1" fmla="*/ 159 h 170"/>
                <a:gd name="T2" fmla="*/ 2 w 243"/>
                <a:gd name="T3" fmla="*/ 19 h 170"/>
                <a:gd name="T4" fmla="*/ 0 w 243"/>
                <a:gd name="T5" fmla="*/ 12 h 170"/>
                <a:gd name="T6" fmla="*/ 13 w 243"/>
                <a:gd name="T7" fmla="*/ 0 h 170"/>
                <a:gd name="T8" fmla="*/ 25 w 243"/>
                <a:gd name="T9" fmla="*/ 11 h 170"/>
                <a:gd name="T10" fmla="*/ 67 w 243"/>
                <a:gd name="T11" fmla="*/ 131 h 170"/>
                <a:gd name="T12" fmla="*/ 109 w 243"/>
                <a:gd name="T13" fmla="*/ 10 h 170"/>
                <a:gd name="T14" fmla="*/ 121 w 243"/>
                <a:gd name="T15" fmla="*/ 0 h 170"/>
                <a:gd name="T16" fmla="*/ 122 w 243"/>
                <a:gd name="T17" fmla="*/ 0 h 170"/>
                <a:gd name="T18" fmla="*/ 135 w 243"/>
                <a:gd name="T19" fmla="*/ 10 h 170"/>
                <a:gd name="T20" fmla="*/ 177 w 243"/>
                <a:gd name="T21" fmla="*/ 131 h 170"/>
                <a:gd name="T22" fmla="*/ 219 w 243"/>
                <a:gd name="T23" fmla="*/ 10 h 170"/>
                <a:gd name="T24" fmla="*/ 231 w 243"/>
                <a:gd name="T25" fmla="*/ 0 h 170"/>
                <a:gd name="T26" fmla="*/ 243 w 243"/>
                <a:gd name="T27" fmla="*/ 12 h 170"/>
                <a:gd name="T28" fmla="*/ 241 w 243"/>
                <a:gd name="T29" fmla="*/ 19 h 170"/>
                <a:gd name="T30" fmla="*/ 191 w 243"/>
                <a:gd name="T31" fmla="*/ 159 h 170"/>
                <a:gd name="T32" fmla="*/ 177 w 243"/>
                <a:gd name="T33" fmla="*/ 170 h 170"/>
                <a:gd name="T34" fmla="*/ 176 w 243"/>
                <a:gd name="T35" fmla="*/ 170 h 170"/>
                <a:gd name="T36" fmla="*/ 163 w 243"/>
                <a:gd name="T37" fmla="*/ 159 h 170"/>
                <a:gd name="T38" fmla="*/ 122 w 243"/>
                <a:gd name="T39" fmla="*/ 40 h 170"/>
                <a:gd name="T40" fmla="*/ 80 w 243"/>
                <a:gd name="T41" fmla="*/ 159 h 170"/>
                <a:gd name="T42" fmla="*/ 66 w 243"/>
                <a:gd name="T43" fmla="*/ 170 h 170"/>
                <a:gd name="T44" fmla="*/ 66 w 243"/>
                <a:gd name="T45" fmla="*/ 170 h 170"/>
                <a:gd name="T46" fmla="*/ 52 w 243"/>
                <a:gd name="T47" fmla="*/ 159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43" h="170">
                  <a:moveTo>
                    <a:pt x="52" y="159"/>
                  </a:moveTo>
                  <a:cubicBezTo>
                    <a:pt x="2" y="19"/>
                    <a:pt x="2" y="19"/>
                    <a:pt x="2" y="19"/>
                  </a:cubicBezTo>
                  <a:cubicBezTo>
                    <a:pt x="1" y="17"/>
                    <a:pt x="0" y="14"/>
                    <a:pt x="0" y="12"/>
                  </a:cubicBezTo>
                  <a:cubicBezTo>
                    <a:pt x="0" y="6"/>
                    <a:pt x="5" y="0"/>
                    <a:pt x="13" y="0"/>
                  </a:cubicBezTo>
                  <a:cubicBezTo>
                    <a:pt x="19" y="0"/>
                    <a:pt x="23" y="4"/>
                    <a:pt x="25" y="11"/>
                  </a:cubicBezTo>
                  <a:cubicBezTo>
                    <a:pt x="67" y="131"/>
                    <a:pt x="67" y="131"/>
                    <a:pt x="67" y="131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11" y="4"/>
                    <a:pt x="114" y="0"/>
                    <a:pt x="121" y="0"/>
                  </a:cubicBezTo>
                  <a:cubicBezTo>
                    <a:pt x="122" y="0"/>
                    <a:pt x="122" y="0"/>
                    <a:pt x="122" y="0"/>
                  </a:cubicBezTo>
                  <a:cubicBezTo>
                    <a:pt x="129" y="0"/>
                    <a:pt x="133" y="4"/>
                    <a:pt x="135" y="10"/>
                  </a:cubicBezTo>
                  <a:cubicBezTo>
                    <a:pt x="177" y="131"/>
                    <a:pt x="177" y="131"/>
                    <a:pt x="177" y="131"/>
                  </a:cubicBezTo>
                  <a:cubicBezTo>
                    <a:pt x="219" y="10"/>
                    <a:pt x="219" y="10"/>
                    <a:pt x="219" y="10"/>
                  </a:cubicBezTo>
                  <a:cubicBezTo>
                    <a:pt x="221" y="5"/>
                    <a:pt x="224" y="0"/>
                    <a:pt x="231" y="0"/>
                  </a:cubicBezTo>
                  <a:cubicBezTo>
                    <a:pt x="238" y="0"/>
                    <a:pt x="243" y="6"/>
                    <a:pt x="243" y="12"/>
                  </a:cubicBezTo>
                  <a:cubicBezTo>
                    <a:pt x="243" y="14"/>
                    <a:pt x="242" y="17"/>
                    <a:pt x="241" y="19"/>
                  </a:cubicBezTo>
                  <a:cubicBezTo>
                    <a:pt x="191" y="159"/>
                    <a:pt x="191" y="159"/>
                    <a:pt x="191" y="159"/>
                  </a:cubicBezTo>
                  <a:cubicBezTo>
                    <a:pt x="188" y="166"/>
                    <a:pt x="183" y="170"/>
                    <a:pt x="177" y="170"/>
                  </a:cubicBezTo>
                  <a:cubicBezTo>
                    <a:pt x="176" y="170"/>
                    <a:pt x="176" y="170"/>
                    <a:pt x="176" y="170"/>
                  </a:cubicBezTo>
                  <a:cubicBezTo>
                    <a:pt x="170" y="170"/>
                    <a:pt x="165" y="166"/>
                    <a:pt x="163" y="159"/>
                  </a:cubicBezTo>
                  <a:cubicBezTo>
                    <a:pt x="122" y="40"/>
                    <a:pt x="122" y="40"/>
                    <a:pt x="122" y="40"/>
                  </a:cubicBezTo>
                  <a:cubicBezTo>
                    <a:pt x="80" y="159"/>
                    <a:pt x="80" y="159"/>
                    <a:pt x="80" y="159"/>
                  </a:cubicBezTo>
                  <a:cubicBezTo>
                    <a:pt x="78" y="166"/>
                    <a:pt x="73" y="170"/>
                    <a:pt x="66" y="170"/>
                  </a:cubicBezTo>
                  <a:cubicBezTo>
                    <a:pt x="66" y="170"/>
                    <a:pt x="66" y="170"/>
                    <a:pt x="66" y="170"/>
                  </a:cubicBezTo>
                  <a:cubicBezTo>
                    <a:pt x="60" y="170"/>
                    <a:pt x="55" y="166"/>
                    <a:pt x="52" y="15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aseline="0" dirty="0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B7AA4155-9310-415A-B110-0BF9DA5E5D3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163888" y="5649913"/>
              <a:ext cx="354013" cy="647700"/>
            </a:xfrm>
            <a:custGeom>
              <a:avLst/>
              <a:gdLst>
                <a:gd name="T0" fmla="*/ 0 w 94"/>
                <a:gd name="T1" fmla="*/ 13 h 170"/>
                <a:gd name="T2" fmla="*/ 12 w 94"/>
                <a:gd name="T3" fmla="*/ 0 h 170"/>
                <a:gd name="T4" fmla="*/ 24 w 94"/>
                <a:gd name="T5" fmla="*/ 13 h 170"/>
                <a:gd name="T6" fmla="*/ 24 w 94"/>
                <a:gd name="T7" fmla="*/ 41 h 170"/>
                <a:gd name="T8" fmla="*/ 82 w 94"/>
                <a:gd name="T9" fmla="*/ 0 h 170"/>
                <a:gd name="T10" fmla="*/ 94 w 94"/>
                <a:gd name="T11" fmla="*/ 13 h 170"/>
                <a:gd name="T12" fmla="*/ 83 w 94"/>
                <a:gd name="T13" fmla="*/ 25 h 170"/>
                <a:gd name="T14" fmla="*/ 24 w 94"/>
                <a:gd name="T15" fmla="*/ 101 h 170"/>
                <a:gd name="T16" fmla="*/ 24 w 94"/>
                <a:gd name="T17" fmla="*/ 157 h 170"/>
                <a:gd name="T18" fmla="*/ 12 w 94"/>
                <a:gd name="T19" fmla="*/ 170 h 170"/>
                <a:gd name="T20" fmla="*/ 0 w 94"/>
                <a:gd name="T21" fmla="*/ 157 h 170"/>
                <a:gd name="T22" fmla="*/ 0 w 94"/>
                <a:gd name="T23" fmla="*/ 13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4" h="170">
                  <a:moveTo>
                    <a:pt x="0" y="13"/>
                  </a:moveTo>
                  <a:cubicBezTo>
                    <a:pt x="0" y="6"/>
                    <a:pt x="5" y="0"/>
                    <a:pt x="12" y="0"/>
                  </a:cubicBezTo>
                  <a:cubicBezTo>
                    <a:pt x="19" y="0"/>
                    <a:pt x="24" y="5"/>
                    <a:pt x="24" y="13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37" y="13"/>
                    <a:pt x="64" y="0"/>
                    <a:pt x="82" y="0"/>
                  </a:cubicBezTo>
                  <a:cubicBezTo>
                    <a:pt x="89" y="0"/>
                    <a:pt x="94" y="6"/>
                    <a:pt x="94" y="13"/>
                  </a:cubicBezTo>
                  <a:cubicBezTo>
                    <a:pt x="94" y="20"/>
                    <a:pt x="89" y="24"/>
                    <a:pt x="83" y="25"/>
                  </a:cubicBezTo>
                  <a:cubicBezTo>
                    <a:pt x="51" y="29"/>
                    <a:pt x="24" y="53"/>
                    <a:pt x="24" y="101"/>
                  </a:cubicBezTo>
                  <a:cubicBezTo>
                    <a:pt x="24" y="157"/>
                    <a:pt x="24" y="157"/>
                    <a:pt x="24" y="157"/>
                  </a:cubicBezTo>
                  <a:cubicBezTo>
                    <a:pt x="24" y="164"/>
                    <a:pt x="19" y="170"/>
                    <a:pt x="12" y="170"/>
                  </a:cubicBezTo>
                  <a:cubicBezTo>
                    <a:pt x="5" y="170"/>
                    <a:pt x="0" y="164"/>
                    <a:pt x="0" y="157"/>
                  </a:cubicBezTo>
                  <a:lnTo>
                    <a:pt x="0" y="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aseline="0" dirty="0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83B3DCE9-C445-4A41-B77E-F198E3BADD2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509963" y="5649913"/>
              <a:ext cx="579438" cy="655638"/>
            </a:xfrm>
            <a:custGeom>
              <a:avLst/>
              <a:gdLst>
                <a:gd name="T0" fmla="*/ 129 w 154"/>
                <a:gd name="T1" fmla="*/ 76 h 172"/>
                <a:gd name="T2" fmla="*/ 77 w 154"/>
                <a:gd name="T3" fmla="*/ 21 h 172"/>
                <a:gd name="T4" fmla="*/ 25 w 154"/>
                <a:gd name="T5" fmla="*/ 76 h 172"/>
                <a:gd name="T6" fmla="*/ 129 w 154"/>
                <a:gd name="T7" fmla="*/ 76 h 172"/>
                <a:gd name="T8" fmla="*/ 81 w 154"/>
                <a:gd name="T9" fmla="*/ 172 h 172"/>
                <a:gd name="T10" fmla="*/ 0 w 154"/>
                <a:gd name="T11" fmla="*/ 86 h 172"/>
                <a:gd name="T12" fmla="*/ 0 w 154"/>
                <a:gd name="T13" fmla="*/ 85 h 172"/>
                <a:gd name="T14" fmla="*/ 78 w 154"/>
                <a:gd name="T15" fmla="*/ 0 h 172"/>
                <a:gd name="T16" fmla="*/ 154 w 154"/>
                <a:gd name="T17" fmla="*/ 83 h 172"/>
                <a:gd name="T18" fmla="*/ 142 w 154"/>
                <a:gd name="T19" fmla="*/ 95 h 172"/>
                <a:gd name="T20" fmla="*/ 25 w 154"/>
                <a:gd name="T21" fmla="*/ 95 h 172"/>
                <a:gd name="T22" fmla="*/ 82 w 154"/>
                <a:gd name="T23" fmla="*/ 150 h 172"/>
                <a:gd name="T24" fmla="*/ 129 w 154"/>
                <a:gd name="T25" fmla="*/ 131 h 172"/>
                <a:gd name="T26" fmla="*/ 136 w 154"/>
                <a:gd name="T27" fmla="*/ 128 h 172"/>
                <a:gd name="T28" fmla="*/ 146 w 154"/>
                <a:gd name="T29" fmla="*/ 139 h 172"/>
                <a:gd name="T30" fmla="*/ 142 w 154"/>
                <a:gd name="T31" fmla="*/ 147 h 172"/>
                <a:gd name="T32" fmla="*/ 81 w 154"/>
                <a:gd name="T33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54" h="172">
                  <a:moveTo>
                    <a:pt x="129" y="76"/>
                  </a:moveTo>
                  <a:cubicBezTo>
                    <a:pt x="127" y="47"/>
                    <a:pt x="110" y="21"/>
                    <a:pt x="77" y="21"/>
                  </a:cubicBezTo>
                  <a:cubicBezTo>
                    <a:pt x="49" y="21"/>
                    <a:pt x="28" y="44"/>
                    <a:pt x="25" y="76"/>
                  </a:cubicBezTo>
                  <a:lnTo>
                    <a:pt x="129" y="76"/>
                  </a:lnTo>
                  <a:close/>
                  <a:moveTo>
                    <a:pt x="81" y="172"/>
                  </a:moveTo>
                  <a:cubicBezTo>
                    <a:pt x="36" y="172"/>
                    <a:pt x="0" y="137"/>
                    <a:pt x="0" y="86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38"/>
                    <a:pt x="33" y="0"/>
                    <a:pt x="78" y="0"/>
                  </a:cubicBezTo>
                  <a:cubicBezTo>
                    <a:pt x="126" y="0"/>
                    <a:pt x="154" y="40"/>
                    <a:pt x="154" y="83"/>
                  </a:cubicBezTo>
                  <a:cubicBezTo>
                    <a:pt x="154" y="90"/>
                    <a:pt x="148" y="95"/>
                    <a:pt x="142" y="95"/>
                  </a:cubicBezTo>
                  <a:cubicBezTo>
                    <a:pt x="25" y="95"/>
                    <a:pt x="25" y="95"/>
                    <a:pt x="25" y="95"/>
                  </a:cubicBezTo>
                  <a:cubicBezTo>
                    <a:pt x="28" y="130"/>
                    <a:pt x="53" y="150"/>
                    <a:pt x="82" y="150"/>
                  </a:cubicBezTo>
                  <a:cubicBezTo>
                    <a:pt x="102" y="150"/>
                    <a:pt x="117" y="142"/>
                    <a:pt x="129" y="131"/>
                  </a:cubicBezTo>
                  <a:cubicBezTo>
                    <a:pt x="131" y="130"/>
                    <a:pt x="133" y="128"/>
                    <a:pt x="136" y="128"/>
                  </a:cubicBezTo>
                  <a:cubicBezTo>
                    <a:pt x="142" y="128"/>
                    <a:pt x="146" y="133"/>
                    <a:pt x="146" y="139"/>
                  </a:cubicBezTo>
                  <a:cubicBezTo>
                    <a:pt x="146" y="142"/>
                    <a:pt x="145" y="145"/>
                    <a:pt x="142" y="147"/>
                  </a:cubicBezTo>
                  <a:cubicBezTo>
                    <a:pt x="127" y="162"/>
                    <a:pt x="109" y="172"/>
                    <a:pt x="81" y="17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aseline="0" dirty="0"/>
            </a:p>
          </p:txBody>
        </p:sp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E182E788-22A0-496F-849F-FCC9079CB6C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503488" y="5649913"/>
              <a:ext cx="547688" cy="655638"/>
            </a:xfrm>
            <a:custGeom>
              <a:avLst/>
              <a:gdLst>
                <a:gd name="T0" fmla="*/ 122 w 146"/>
                <a:gd name="T1" fmla="*/ 107 h 172"/>
                <a:gd name="T2" fmla="*/ 122 w 146"/>
                <a:gd name="T3" fmla="*/ 91 h 172"/>
                <a:gd name="T4" fmla="*/ 74 w 146"/>
                <a:gd name="T5" fmla="*/ 84 h 172"/>
                <a:gd name="T6" fmla="*/ 25 w 146"/>
                <a:gd name="T7" fmla="*/ 118 h 172"/>
                <a:gd name="T8" fmla="*/ 25 w 146"/>
                <a:gd name="T9" fmla="*/ 119 h 172"/>
                <a:gd name="T10" fmla="*/ 67 w 146"/>
                <a:gd name="T11" fmla="*/ 152 h 172"/>
                <a:gd name="T12" fmla="*/ 122 w 146"/>
                <a:gd name="T13" fmla="*/ 107 h 172"/>
                <a:gd name="T14" fmla="*/ 0 w 146"/>
                <a:gd name="T15" fmla="*/ 120 h 172"/>
                <a:gd name="T16" fmla="*/ 0 w 146"/>
                <a:gd name="T17" fmla="*/ 119 h 172"/>
                <a:gd name="T18" fmla="*/ 71 w 146"/>
                <a:gd name="T19" fmla="*/ 66 h 172"/>
                <a:gd name="T20" fmla="*/ 122 w 146"/>
                <a:gd name="T21" fmla="*/ 73 h 172"/>
                <a:gd name="T22" fmla="*/ 122 w 146"/>
                <a:gd name="T23" fmla="*/ 67 h 172"/>
                <a:gd name="T24" fmla="*/ 73 w 146"/>
                <a:gd name="T25" fmla="*/ 22 h 172"/>
                <a:gd name="T26" fmla="*/ 34 w 146"/>
                <a:gd name="T27" fmla="*/ 30 h 172"/>
                <a:gd name="T28" fmla="*/ 30 w 146"/>
                <a:gd name="T29" fmla="*/ 31 h 172"/>
                <a:gd name="T30" fmla="*/ 19 w 146"/>
                <a:gd name="T31" fmla="*/ 20 h 172"/>
                <a:gd name="T32" fmla="*/ 26 w 146"/>
                <a:gd name="T33" fmla="*/ 10 h 172"/>
                <a:gd name="T34" fmla="*/ 75 w 146"/>
                <a:gd name="T35" fmla="*/ 0 h 172"/>
                <a:gd name="T36" fmla="*/ 129 w 146"/>
                <a:gd name="T37" fmla="*/ 19 h 172"/>
                <a:gd name="T38" fmla="*/ 146 w 146"/>
                <a:gd name="T39" fmla="*/ 67 h 172"/>
                <a:gd name="T40" fmla="*/ 146 w 146"/>
                <a:gd name="T41" fmla="*/ 158 h 172"/>
                <a:gd name="T42" fmla="*/ 134 w 146"/>
                <a:gd name="T43" fmla="*/ 170 h 172"/>
                <a:gd name="T44" fmla="*/ 122 w 146"/>
                <a:gd name="T45" fmla="*/ 159 h 172"/>
                <a:gd name="T46" fmla="*/ 122 w 146"/>
                <a:gd name="T47" fmla="*/ 143 h 172"/>
                <a:gd name="T48" fmla="*/ 62 w 146"/>
                <a:gd name="T49" fmla="*/ 172 h 172"/>
                <a:gd name="T50" fmla="*/ 0 w 146"/>
                <a:gd name="T51" fmla="*/ 120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46" h="172">
                  <a:moveTo>
                    <a:pt x="122" y="107"/>
                  </a:moveTo>
                  <a:cubicBezTo>
                    <a:pt x="122" y="91"/>
                    <a:pt x="122" y="91"/>
                    <a:pt x="122" y="91"/>
                  </a:cubicBezTo>
                  <a:cubicBezTo>
                    <a:pt x="110" y="88"/>
                    <a:pt x="94" y="84"/>
                    <a:pt x="74" y="84"/>
                  </a:cubicBezTo>
                  <a:cubicBezTo>
                    <a:pt x="43" y="84"/>
                    <a:pt x="25" y="98"/>
                    <a:pt x="25" y="118"/>
                  </a:cubicBezTo>
                  <a:cubicBezTo>
                    <a:pt x="25" y="119"/>
                    <a:pt x="25" y="119"/>
                    <a:pt x="25" y="119"/>
                  </a:cubicBezTo>
                  <a:cubicBezTo>
                    <a:pt x="25" y="140"/>
                    <a:pt x="45" y="152"/>
                    <a:pt x="67" y="152"/>
                  </a:cubicBezTo>
                  <a:cubicBezTo>
                    <a:pt x="97" y="152"/>
                    <a:pt x="122" y="133"/>
                    <a:pt x="122" y="107"/>
                  </a:cubicBezTo>
                  <a:moveTo>
                    <a:pt x="0" y="120"/>
                  </a:moveTo>
                  <a:cubicBezTo>
                    <a:pt x="0" y="119"/>
                    <a:pt x="0" y="119"/>
                    <a:pt x="0" y="119"/>
                  </a:cubicBezTo>
                  <a:cubicBezTo>
                    <a:pt x="0" y="85"/>
                    <a:pt x="29" y="66"/>
                    <a:pt x="71" y="66"/>
                  </a:cubicBezTo>
                  <a:cubicBezTo>
                    <a:pt x="92" y="66"/>
                    <a:pt x="107" y="69"/>
                    <a:pt x="122" y="73"/>
                  </a:cubicBezTo>
                  <a:cubicBezTo>
                    <a:pt x="122" y="67"/>
                    <a:pt x="122" y="67"/>
                    <a:pt x="122" y="67"/>
                  </a:cubicBezTo>
                  <a:cubicBezTo>
                    <a:pt x="122" y="37"/>
                    <a:pt x="104" y="22"/>
                    <a:pt x="73" y="22"/>
                  </a:cubicBezTo>
                  <a:cubicBezTo>
                    <a:pt x="56" y="22"/>
                    <a:pt x="46" y="24"/>
                    <a:pt x="34" y="30"/>
                  </a:cubicBezTo>
                  <a:cubicBezTo>
                    <a:pt x="33" y="30"/>
                    <a:pt x="31" y="31"/>
                    <a:pt x="30" y="31"/>
                  </a:cubicBezTo>
                  <a:cubicBezTo>
                    <a:pt x="24" y="31"/>
                    <a:pt x="19" y="26"/>
                    <a:pt x="19" y="20"/>
                  </a:cubicBezTo>
                  <a:cubicBezTo>
                    <a:pt x="19" y="15"/>
                    <a:pt x="21" y="12"/>
                    <a:pt x="26" y="10"/>
                  </a:cubicBezTo>
                  <a:cubicBezTo>
                    <a:pt x="42" y="3"/>
                    <a:pt x="54" y="0"/>
                    <a:pt x="75" y="0"/>
                  </a:cubicBezTo>
                  <a:cubicBezTo>
                    <a:pt x="99" y="0"/>
                    <a:pt x="117" y="6"/>
                    <a:pt x="129" y="19"/>
                  </a:cubicBezTo>
                  <a:cubicBezTo>
                    <a:pt x="140" y="30"/>
                    <a:pt x="146" y="46"/>
                    <a:pt x="146" y="67"/>
                  </a:cubicBezTo>
                  <a:cubicBezTo>
                    <a:pt x="146" y="158"/>
                    <a:pt x="146" y="158"/>
                    <a:pt x="146" y="158"/>
                  </a:cubicBezTo>
                  <a:cubicBezTo>
                    <a:pt x="146" y="165"/>
                    <a:pt x="141" y="170"/>
                    <a:pt x="134" y="170"/>
                  </a:cubicBezTo>
                  <a:cubicBezTo>
                    <a:pt x="127" y="170"/>
                    <a:pt x="122" y="165"/>
                    <a:pt x="122" y="159"/>
                  </a:cubicBezTo>
                  <a:cubicBezTo>
                    <a:pt x="122" y="143"/>
                    <a:pt x="122" y="143"/>
                    <a:pt x="122" y="143"/>
                  </a:cubicBezTo>
                  <a:cubicBezTo>
                    <a:pt x="111" y="158"/>
                    <a:pt x="91" y="172"/>
                    <a:pt x="62" y="172"/>
                  </a:cubicBezTo>
                  <a:cubicBezTo>
                    <a:pt x="32" y="172"/>
                    <a:pt x="0" y="154"/>
                    <a:pt x="0" y="12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aseline="0" dirty="0"/>
            </a:p>
          </p:txBody>
        </p: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371C5B7A-6EBF-488F-86A0-39A4A325FCE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-84138" y="5622925"/>
              <a:ext cx="1635125" cy="682625"/>
            </a:xfrm>
            <a:custGeom>
              <a:avLst/>
              <a:gdLst>
                <a:gd name="T0" fmla="*/ 49 w 435"/>
                <a:gd name="T1" fmla="*/ 18 h 179"/>
                <a:gd name="T2" fmla="*/ 17 w 435"/>
                <a:gd name="T3" fmla="*/ 6 h 179"/>
                <a:gd name="T4" fmla="*/ 6 w 435"/>
                <a:gd name="T5" fmla="*/ 37 h 179"/>
                <a:gd name="T6" fmla="*/ 58 w 435"/>
                <a:gd name="T7" fmla="*/ 152 h 179"/>
                <a:gd name="T8" fmla="*/ 92 w 435"/>
                <a:gd name="T9" fmla="*/ 179 h 179"/>
                <a:gd name="T10" fmla="*/ 125 w 435"/>
                <a:gd name="T11" fmla="*/ 152 h 179"/>
                <a:gd name="T12" fmla="*/ 171 w 435"/>
                <a:gd name="T13" fmla="*/ 51 h 179"/>
                <a:gd name="T14" fmla="*/ 178 w 435"/>
                <a:gd name="T15" fmla="*/ 46 h 179"/>
                <a:gd name="T16" fmla="*/ 185 w 435"/>
                <a:gd name="T17" fmla="*/ 54 h 179"/>
                <a:gd name="T18" fmla="*/ 185 w 435"/>
                <a:gd name="T19" fmla="*/ 151 h 179"/>
                <a:gd name="T20" fmla="*/ 209 w 435"/>
                <a:gd name="T21" fmla="*/ 179 h 179"/>
                <a:gd name="T22" fmla="*/ 234 w 435"/>
                <a:gd name="T23" fmla="*/ 151 h 179"/>
                <a:gd name="T24" fmla="*/ 234 w 435"/>
                <a:gd name="T25" fmla="*/ 72 h 179"/>
                <a:gd name="T26" fmla="*/ 260 w 435"/>
                <a:gd name="T27" fmla="*/ 46 h 179"/>
                <a:gd name="T28" fmla="*/ 285 w 435"/>
                <a:gd name="T29" fmla="*/ 72 h 179"/>
                <a:gd name="T30" fmla="*/ 285 w 435"/>
                <a:gd name="T31" fmla="*/ 151 h 179"/>
                <a:gd name="T32" fmla="*/ 310 w 435"/>
                <a:gd name="T33" fmla="*/ 179 h 179"/>
                <a:gd name="T34" fmla="*/ 334 w 435"/>
                <a:gd name="T35" fmla="*/ 151 h 179"/>
                <a:gd name="T36" fmla="*/ 334 w 435"/>
                <a:gd name="T37" fmla="*/ 72 h 179"/>
                <a:gd name="T38" fmla="*/ 360 w 435"/>
                <a:gd name="T39" fmla="*/ 46 h 179"/>
                <a:gd name="T40" fmla="*/ 385 w 435"/>
                <a:gd name="T41" fmla="*/ 72 h 179"/>
                <a:gd name="T42" fmla="*/ 385 w 435"/>
                <a:gd name="T43" fmla="*/ 151 h 179"/>
                <a:gd name="T44" fmla="*/ 410 w 435"/>
                <a:gd name="T45" fmla="*/ 179 h 179"/>
                <a:gd name="T46" fmla="*/ 435 w 435"/>
                <a:gd name="T47" fmla="*/ 151 h 179"/>
                <a:gd name="T48" fmla="*/ 435 w 435"/>
                <a:gd name="T49" fmla="*/ 61 h 179"/>
                <a:gd name="T50" fmla="*/ 375 w 435"/>
                <a:gd name="T51" fmla="*/ 4 h 179"/>
                <a:gd name="T52" fmla="*/ 323 w 435"/>
                <a:gd name="T53" fmla="*/ 26 h 179"/>
                <a:gd name="T54" fmla="*/ 272 w 435"/>
                <a:gd name="T55" fmla="*/ 4 h 179"/>
                <a:gd name="T56" fmla="*/ 223 w 435"/>
                <a:gd name="T57" fmla="*/ 26 h 179"/>
                <a:gd name="T58" fmla="*/ 178 w 435"/>
                <a:gd name="T59" fmla="*/ 4 h 179"/>
                <a:gd name="T60" fmla="*/ 125 w 435"/>
                <a:gd name="T61" fmla="*/ 40 h 179"/>
                <a:gd name="T62" fmla="*/ 92 w 435"/>
                <a:gd name="T63" fmla="*/ 119 h 179"/>
                <a:gd name="T64" fmla="*/ 49 w 435"/>
                <a:gd name="T65" fmla="*/ 18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35" h="179">
                  <a:moveTo>
                    <a:pt x="49" y="18"/>
                  </a:moveTo>
                  <a:cubicBezTo>
                    <a:pt x="43" y="6"/>
                    <a:pt x="30" y="0"/>
                    <a:pt x="17" y="6"/>
                  </a:cubicBezTo>
                  <a:cubicBezTo>
                    <a:pt x="5" y="12"/>
                    <a:pt x="0" y="25"/>
                    <a:pt x="6" y="37"/>
                  </a:cubicBezTo>
                  <a:cubicBezTo>
                    <a:pt x="58" y="152"/>
                    <a:pt x="58" y="152"/>
                    <a:pt x="58" y="152"/>
                  </a:cubicBezTo>
                  <a:cubicBezTo>
                    <a:pt x="67" y="169"/>
                    <a:pt x="75" y="179"/>
                    <a:pt x="92" y="179"/>
                  </a:cubicBezTo>
                  <a:cubicBezTo>
                    <a:pt x="109" y="179"/>
                    <a:pt x="117" y="169"/>
                    <a:pt x="125" y="152"/>
                  </a:cubicBezTo>
                  <a:cubicBezTo>
                    <a:pt x="125" y="152"/>
                    <a:pt x="171" y="52"/>
                    <a:pt x="171" y="51"/>
                  </a:cubicBezTo>
                  <a:cubicBezTo>
                    <a:pt x="172" y="50"/>
                    <a:pt x="173" y="46"/>
                    <a:pt x="178" y="46"/>
                  </a:cubicBezTo>
                  <a:cubicBezTo>
                    <a:pt x="182" y="47"/>
                    <a:pt x="185" y="50"/>
                    <a:pt x="185" y="54"/>
                  </a:cubicBezTo>
                  <a:cubicBezTo>
                    <a:pt x="185" y="151"/>
                    <a:pt x="185" y="151"/>
                    <a:pt x="185" y="151"/>
                  </a:cubicBezTo>
                  <a:cubicBezTo>
                    <a:pt x="185" y="166"/>
                    <a:pt x="193" y="179"/>
                    <a:pt x="209" y="179"/>
                  </a:cubicBezTo>
                  <a:cubicBezTo>
                    <a:pt x="225" y="179"/>
                    <a:pt x="234" y="166"/>
                    <a:pt x="234" y="151"/>
                  </a:cubicBezTo>
                  <a:cubicBezTo>
                    <a:pt x="234" y="72"/>
                    <a:pt x="234" y="72"/>
                    <a:pt x="234" y="72"/>
                  </a:cubicBezTo>
                  <a:cubicBezTo>
                    <a:pt x="234" y="56"/>
                    <a:pt x="245" y="46"/>
                    <a:pt x="260" y="46"/>
                  </a:cubicBezTo>
                  <a:cubicBezTo>
                    <a:pt x="275" y="46"/>
                    <a:pt x="285" y="57"/>
                    <a:pt x="285" y="72"/>
                  </a:cubicBezTo>
                  <a:cubicBezTo>
                    <a:pt x="285" y="151"/>
                    <a:pt x="285" y="151"/>
                    <a:pt x="285" y="151"/>
                  </a:cubicBezTo>
                  <a:cubicBezTo>
                    <a:pt x="285" y="166"/>
                    <a:pt x="294" y="179"/>
                    <a:pt x="310" y="179"/>
                  </a:cubicBezTo>
                  <a:cubicBezTo>
                    <a:pt x="326" y="179"/>
                    <a:pt x="334" y="166"/>
                    <a:pt x="334" y="151"/>
                  </a:cubicBezTo>
                  <a:cubicBezTo>
                    <a:pt x="334" y="72"/>
                    <a:pt x="334" y="72"/>
                    <a:pt x="334" y="72"/>
                  </a:cubicBezTo>
                  <a:cubicBezTo>
                    <a:pt x="334" y="56"/>
                    <a:pt x="345" y="46"/>
                    <a:pt x="360" y="46"/>
                  </a:cubicBezTo>
                  <a:cubicBezTo>
                    <a:pt x="375" y="46"/>
                    <a:pt x="385" y="57"/>
                    <a:pt x="385" y="72"/>
                  </a:cubicBezTo>
                  <a:cubicBezTo>
                    <a:pt x="385" y="151"/>
                    <a:pt x="385" y="151"/>
                    <a:pt x="385" y="151"/>
                  </a:cubicBezTo>
                  <a:cubicBezTo>
                    <a:pt x="385" y="166"/>
                    <a:pt x="394" y="179"/>
                    <a:pt x="410" y="179"/>
                  </a:cubicBezTo>
                  <a:cubicBezTo>
                    <a:pt x="426" y="179"/>
                    <a:pt x="435" y="166"/>
                    <a:pt x="435" y="151"/>
                  </a:cubicBezTo>
                  <a:cubicBezTo>
                    <a:pt x="435" y="61"/>
                    <a:pt x="435" y="61"/>
                    <a:pt x="435" y="61"/>
                  </a:cubicBezTo>
                  <a:cubicBezTo>
                    <a:pt x="435" y="27"/>
                    <a:pt x="408" y="4"/>
                    <a:pt x="375" y="4"/>
                  </a:cubicBezTo>
                  <a:cubicBezTo>
                    <a:pt x="343" y="4"/>
                    <a:pt x="323" y="26"/>
                    <a:pt x="323" y="26"/>
                  </a:cubicBezTo>
                  <a:cubicBezTo>
                    <a:pt x="312" y="12"/>
                    <a:pt x="297" y="4"/>
                    <a:pt x="272" y="4"/>
                  </a:cubicBezTo>
                  <a:cubicBezTo>
                    <a:pt x="246" y="4"/>
                    <a:pt x="223" y="26"/>
                    <a:pt x="223" y="26"/>
                  </a:cubicBezTo>
                  <a:cubicBezTo>
                    <a:pt x="212" y="12"/>
                    <a:pt x="194" y="4"/>
                    <a:pt x="178" y="4"/>
                  </a:cubicBezTo>
                  <a:cubicBezTo>
                    <a:pt x="155" y="4"/>
                    <a:pt x="136" y="14"/>
                    <a:pt x="125" y="40"/>
                  </a:cubicBezTo>
                  <a:cubicBezTo>
                    <a:pt x="92" y="119"/>
                    <a:pt x="92" y="119"/>
                    <a:pt x="92" y="119"/>
                  </a:cubicBezTo>
                  <a:lnTo>
                    <a:pt x="49" y="1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aseline="0" dirty="0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DECC2199-8BE0-4BE3-8039-08C58860B28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097338" y="5649913"/>
              <a:ext cx="149225" cy="157163"/>
            </a:xfrm>
            <a:custGeom>
              <a:avLst/>
              <a:gdLst>
                <a:gd name="T0" fmla="*/ 37 w 40"/>
                <a:gd name="T1" fmla="*/ 20 h 41"/>
                <a:gd name="T2" fmla="*/ 37 w 40"/>
                <a:gd name="T3" fmla="*/ 20 h 41"/>
                <a:gd name="T4" fmla="*/ 20 w 40"/>
                <a:gd name="T5" fmla="*/ 4 h 41"/>
                <a:gd name="T6" fmla="*/ 3 w 40"/>
                <a:gd name="T7" fmla="*/ 20 h 41"/>
                <a:gd name="T8" fmla="*/ 3 w 40"/>
                <a:gd name="T9" fmla="*/ 21 h 41"/>
                <a:gd name="T10" fmla="*/ 20 w 40"/>
                <a:gd name="T11" fmla="*/ 37 h 41"/>
                <a:gd name="T12" fmla="*/ 37 w 40"/>
                <a:gd name="T13" fmla="*/ 20 h 41"/>
                <a:gd name="T14" fmla="*/ 0 w 40"/>
                <a:gd name="T15" fmla="*/ 21 h 41"/>
                <a:gd name="T16" fmla="*/ 0 w 40"/>
                <a:gd name="T17" fmla="*/ 20 h 41"/>
                <a:gd name="T18" fmla="*/ 20 w 40"/>
                <a:gd name="T19" fmla="*/ 0 h 41"/>
                <a:gd name="T20" fmla="*/ 40 w 40"/>
                <a:gd name="T21" fmla="*/ 20 h 41"/>
                <a:gd name="T22" fmla="*/ 40 w 40"/>
                <a:gd name="T23" fmla="*/ 20 h 41"/>
                <a:gd name="T24" fmla="*/ 20 w 40"/>
                <a:gd name="T25" fmla="*/ 41 h 41"/>
                <a:gd name="T26" fmla="*/ 0 w 40"/>
                <a:gd name="T27" fmla="*/ 21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0" h="41">
                  <a:moveTo>
                    <a:pt x="37" y="20"/>
                  </a:moveTo>
                  <a:cubicBezTo>
                    <a:pt x="37" y="20"/>
                    <a:pt x="37" y="20"/>
                    <a:pt x="37" y="20"/>
                  </a:cubicBezTo>
                  <a:cubicBezTo>
                    <a:pt x="37" y="11"/>
                    <a:pt x="29" y="4"/>
                    <a:pt x="20" y="4"/>
                  </a:cubicBezTo>
                  <a:cubicBezTo>
                    <a:pt x="11" y="4"/>
                    <a:pt x="3" y="11"/>
                    <a:pt x="3" y="20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3" y="30"/>
                    <a:pt x="11" y="37"/>
                    <a:pt x="20" y="37"/>
                  </a:cubicBezTo>
                  <a:cubicBezTo>
                    <a:pt x="29" y="37"/>
                    <a:pt x="37" y="30"/>
                    <a:pt x="37" y="20"/>
                  </a:cubicBezTo>
                  <a:moveTo>
                    <a:pt x="0" y="21"/>
                  </a:moveTo>
                  <a:cubicBezTo>
                    <a:pt x="0" y="20"/>
                    <a:pt x="0" y="20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20"/>
                    <a:pt x="40" y="20"/>
                    <a:pt x="40" y="20"/>
                  </a:cubicBezTo>
                  <a:cubicBezTo>
                    <a:pt x="40" y="32"/>
                    <a:pt x="31" y="41"/>
                    <a:pt x="20" y="41"/>
                  </a:cubicBezTo>
                  <a:cubicBezTo>
                    <a:pt x="8" y="41"/>
                    <a:pt x="0" y="32"/>
                    <a:pt x="0" y="21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aseline="0" dirty="0"/>
            </a:p>
          </p:txBody>
        </p: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2A5DFC5A-1DCA-4CC1-8322-583C069B4BD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41788" y="5688013"/>
              <a:ext cx="63500" cy="76200"/>
            </a:xfrm>
            <a:custGeom>
              <a:avLst/>
              <a:gdLst>
                <a:gd name="T0" fmla="*/ 9 w 17"/>
                <a:gd name="T1" fmla="*/ 10 h 20"/>
                <a:gd name="T2" fmla="*/ 12 w 17"/>
                <a:gd name="T3" fmla="*/ 7 h 20"/>
                <a:gd name="T4" fmla="*/ 12 w 17"/>
                <a:gd name="T5" fmla="*/ 7 h 20"/>
                <a:gd name="T6" fmla="*/ 9 w 17"/>
                <a:gd name="T7" fmla="*/ 4 h 20"/>
                <a:gd name="T8" fmla="*/ 5 w 17"/>
                <a:gd name="T9" fmla="*/ 4 h 20"/>
                <a:gd name="T10" fmla="*/ 5 w 17"/>
                <a:gd name="T11" fmla="*/ 10 h 20"/>
                <a:gd name="T12" fmla="*/ 9 w 17"/>
                <a:gd name="T13" fmla="*/ 10 h 20"/>
                <a:gd name="T14" fmla="*/ 0 w 17"/>
                <a:gd name="T15" fmla="*/ 2 h 20"/>
                <a:gd name="T16" fmla="*/ 2 w 17"/>
                <a:gd name="T17" fmla="*/ 0 h 20"/>
                <a:gd name="T18" fmla="*/ 9 w 17"/>
                <a:gd name="T19" fmla="*/ 0 h 20"/>
                <a:gd name="T20" fmla="*/ 15 w 17"/>
                <a:gd name="T21" fmla="*/ 2 h 20"/>
                <a:gd name="T22" fmla="*/ 17 w 17"/>
                <a:gd name="T23" fmla="*/ 7 h 20"/>
                <a:gd name="T24" fmla="*/ 17 w 17"/>
                <a:gd name="T25" fmla="*/ 7 h 20"/>
                <a:gd name="T26" fmla="*/ 13 w 17"/>
                <a:gd name="T27" fmla="*/ 13 h 20"/>
                <a:gd name="T28" fmla="*/ 16 w 17"/>
                <a:gd name="T29" fmla="*/ 17 h 20"/>
                <a:gd name="T30" fmla="*/ 16 w 17"/>
                <a:gd name="T31" fmla="*/ 18 h 20"/>
                <a:gd name="T32" fmla="*/ 14 w 17"/>
                <a:gd name="T33" fmla="*/ 20 h 20"/>
                <a:gd name="T34" fmla="*/ 12 w 17"/>
                <a:gd name="T35" fmla="*/ 19 h 20"/>
                <a:gd name="T36" fmla="*/ 8 w 17"/>
                <a:gd name="T37" fmla="*/ 14 h 20"/>
                <a:gd name="T38" fmla="*/ 5 w 17"/>
                <a:gd name="T39" fmla="*/ 14 h 20"/>
                <a:gd name="T40" fmla="*/ 5 w 17"/>
                <a:gd name="T41" fmla="*/ 18 h 20"/>
                <a:gd name="T42" fmla="*/ 2 w 17"/>
                <a:gd name="T43" fmla="*/ 20 h 20"/>
                <a:gd name="T44" fmla="*/ 0 w 17"/>
                <a:gd name="T45" fmla="*/ 18 h 20"/>
                <a:gd name="T46" fmla="*/ 0 w 17"/>
                <a:gd name="T47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7" h="20">
                  <a:moveTo>
                    <a:pt x="9" y="10"/>
                  </a:moveTo>
                  <a:cubicBezTo>
                    <a:pt x="11" y="10"/>
                    <a:pt x="12" y="9"/>
                    <a:pt x="12" y="7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2" y="5"/>
                    <a:pt x="11" y="4"/>
                    <a:pt x="9" y="4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5" y="10"/>
                    <a:pt x="5" y="10"/>
                    <a:pt x="5" y="10"/>
                  </a:cubicBezTo>
                  <a:lnTo>
                    <a:pt x="9" y="10"/>
                  </a:lnTo>
                  <a:close/>
                  <a:moveTo>
                    <a:pt x="0" y="2"/>
                  </a:moveTo>
                  <a:cubicBezTo>
                    <a:pt x="0" y="1"/>
                    <a:pt x="1" y="0"/>
                    <a:pt x="2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12" y="0"/>
                    <a:pt x="14" y="1"/>
                    <a:pt x="15" y="2"/>
                  </a:cubicBezTo>
                  <a:cubicBezTo>
                    <a:pt x="16" y="3"/>
                    <a:pt x="17" y="5"/>
                    <a:pt x="17" y="7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17" y="10"/>
                    <a:pt x="15" y="12"/>
                    <a:pt x="13" y="13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7"/>
                    <a:pt x="16" y="18"/>
                    <a:pt x="16" y="18"/>
                  </a:cubicBezTo>
                  <a:cubicBezTo>
                    <a:pt x="16" y="19"/>
                    <a:pt x="15" y="20"/>
                    <a:pt x="14" y="20"/>
                  </a:cubicBezTo>
                  <a:cubicBezTo>
                    <a:pt x="13" y="20"/>
                    <a:pt x="13" y="20"/>
                    <a:pt x="12" y="19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9"/>
                    <a:pt x="4" y="20"/>
                    <a:pt x="2" y="20"/>
                  </a:cubicBezTo>
                  <a:cubicBezTo>
                    <a:pt x="1" y="20"/>
                    <a:pt x="0" y="19"/>
                    <a:pt x="0" y="18"/>
                  </a:cubicBez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aseline="0" dirty="0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7F5379A2-B049-4A1C-A18D-79A1F237E82B}"/>
              </a:ext>
            </a:extLst>
          </p:cNvPr>
          <p:cNvSpPr txBox="1"/>
          <p:nvPr userDrawn="1"/>
        </p:nvSpPr>
        <p:spPr bwMode="white">
          <a:xfrm>
            <a:off x="11490941" y="6388099"/>
            <a:ext cx="437990" cy="3651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90000"/>
              </a:lnSpc>
            </a:pPr>
            <a:fld id="{7A51DB15-7364-4F0B-A3A0-1309F8830053}" type="slidenum">
              <a:rPr lang="en-US" sz="800" smtClean="0">
                <a:solidFill>
                  <a:schemeClr val="bg1"/>
                </a:solidFill>
                <a:latin typeface="+mj-lt"/>
              </a:rPr>
              <a:pPr algn="r">
                <a:lnSpc>
                  <a:spcPct val="90000"/>
                </a:lnSpc>
              </a:pPr>
              <a:t>‹#›</a:t>
            </a:fld>
            <a:endParaRPr lang="en-US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079875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c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B1C210DC-5DBB-4F0D-875F-CD8AAAB938CE}"/>
              </a:ext>
            </a:extLst>
          </p:cNvPr>
          <p:cNvSpPr/>
          <p:nvPr userDrawn="1"/>
        </p:nvSpPr>
        <p:spPr bwMode="gray">
          <a:xfrm>
            <a:off x="1981877" y="2055429"/>
            <a:ext cx="1828959" cy="1828959"/>
          </a:xfrm>
          <a:prstGeom prst="ellipse">
            <a:avLst/>
          </a:prstGeom>
          <a:solidFill>
            <a:schemeClr val="accent4"/>
          </a:solidFill>
          <a:ln w="762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46F04B0-7860-407F-85B7-42E38FAFE34B}"/>
              </a:ext>
            </a:extLst>
          </p:cNvPr>
          <p:cNvSpPr/>
          <p:nvPr userDrawn="1"/>
        </p:nvSpPr>
        <p:spPr bwMode="gray">
          <a:xfrm>
            <a:off x="8389301" y="2055429"/>
            <a:ext cx="1828959" cy="1828959"/>
          </a:xfrm>
          <a:prstGeom prst="ellipse">
            <a:avLst/>
          </a:prstGeom>
          <a:solidFill>
            <a:schemeClr val="accent2"/>
          </a:solidFill>
          <a:ln w="762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FECF9D0-D7A8-43DD-B38D-E1090C0B322F}"/>
              </a:ext>
            </a:extLst>
          </p:cNvPr>
          <p:cNvSpPr/>
          <p:nvPr userDrawn="1"/>
        </p:nvSpPr>
        <p:spPr bwMode="gray">
          <a:xfrm>
            <a:off x="5184924" y="2055429"/>
            <a:ext cx="1828959" cy="1828959"/>
          </a:xfrm>
          <a:prstGeom prst="ellipse">
            <a:avLst/>
          </a:prstGeom>
          <a:solidFill>
            <a:schemeClr val="accent1"/>
          </a:solidFill>
          <a:ln w="762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D23688F-2550-4740-B5D6-C78F74FDE08D}"/>
              </a:ext>
            </a:extLst>
          </p:cNvPr>
          <p:cNvSpPr txBox="1"/>
          <p:nvPr userDrawn="1"/>
        </p:nvSpPr>
        <p:spPr>
          <a:xfrm>
            <a:off x="11490941" y="6388099"/>
            <a:ext cx="437990" cy="3651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90000"/>
              </a:lnSpc>
            </a:pPr>
            <a:fld id="{7A51DB15-7364-4F0B-A3A0-1309F8830053}" type="slidenum">
              <a:rPr lang="en-US" sz="800" smtClean="0">
                <a:latin typeface="+mj-lt"/>
              </a:rPr>
              <a:pPr algn="r">
                <a:lnSpc>
                  <a:spcPct val="90000"/>
                </a:lnSpc>
              </a:pPr>
              <a:t>‹#›</a:t>
            </a:fld>
            <a:endParaRPr lang="en-US" dirty="0">
              <a:latin typeface="+mj-lt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4C5A99F-0678-4DC4-A266-1AD031E9C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EBF1472-E940-4CC7-B5D3-349346A425A8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592866" y="811830"/>
            <a:ext cx="10962687" cy="247743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accent4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CC9B40-9AF4-4EF7-8384-2ACE79EA95C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525905" y="4267940"/>
            <a:ext cx="2744788" cy="1458912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600"/>
              </a:spcBef>
              <a:defRPr sz="2400">
                <a:solidFill>
                  <a:schemeClr val="accent4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D69CA39A-E967-4A68-A944-35C345A456D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721225" y="4267940"/>
            <a:ext cx="2744788" cy="1458912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600"/>
              </a:spcBef>
              <a:defRPr sz="2400">
                <a:solidFill>
                  <a:schemeClr val="accent1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1A16A22-350B-4B24-A3CD-4D5DE470DEE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23213" y="4267940"/>
            <a:ext cx="2744788" cy="1458912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600"/>
              </a:spcBef>
              <a:defRPr sz="2400">
                <a:solidFill>
                  <a:schemeClr val="accent2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>
                <a:solidFill>
                  <a:schemeClr val="tx2"/>
                </a:solidFill>
              </a:defRPr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777055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Ic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Oval 83">
            <a:extLst>
              <a:ext uri="{FF2B5EF4-FFF2-40B4-BE49-F238E27FC236}">
                <a16:creationId xmlns:a16="http://schemas.microsoft.com/office/drawing/2014/main" id="{085441A7-EBA5-4ABB-8D29-CE4338F0F9B5}"/>
              </a:ext>
            </a:extLst>
          </p:cNvPr>
          <p:cNvSpPr/>
          <p:nvPr userDrawn="1"/>
        </p:nvSpPr>
        <p:spPr bwMode="gray">
          <a:xfrm>
            <a:off x="1065749" y="2060872"/>
            <a:ext cx="1828959" cy="1828959"/>
          </a:xfrm>
          <a:prstGeom prst="ellipse">
            <a:avLst/>
          </a:prstGeom>
          <a:solidFill>
            <a:schemeClr val="accent4"/>
          </a:solidFill>
          <a:ln w="762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3019BB56-AE7C-42CA-A8FF-432F4F176B8B}"/>
              </a:ext>
            </a:extLst>
          </p:cNvPr>
          <p:cNvSpPr/>
          <p:nvPr userDrawn="1"/>
        </p:nvSpPr>
        <p:spPr bwMode="gray">
          <a:xfrm>
            <a:off x="9302132" y="2060872"/>
            <a:ext cx="1828959" cy="1828959"/>
          </a:xfrm>
          <a:prstGeom prst="ellipse">
            <a:avLst/>
          </a:prstGeom>
          <a:solidFill>
            <a:schemeClr val="accent2"/>
          </a:solidFill>
          <a:ln w="762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5670C03F-6336-45E3-A9F4-0CD130D80D1B}"/>
              </a:ext>
            </a:extLst>
          </p:cNvPr>
          <p:cNvSpPr/>
          <p:nvPr userDrawn="1"/>
        </p:nvSpPr>
        <p:spPr bwMode="gray">
          <a:xfrm>
            <a:off x="6562100" y="2060872"/>
            <a:ext cx="1828959" cy="1828959"/>
          </a:xfrm>
          <a:prstGeom prst="ellipse">
            <a:avLst/>
          </a:prstGeom>
          <a:solidFill>
            <a:schemeClr val="accent1"/>
          </a:solidFill>
          <a:ln w="762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45D908EF-1F96-4808-A8DB-F55AB9E8E436}"/>
              </a:ext>
            </a:extLst>
          </p:cNvPr>
          <p:cNvSpPr/>
          <p:nvPr userDrawn="1"/>
        </p:nvSpPr>
        <p:spPr bwMode="gray">
          <a:xfrm>
            <a:off x="3806932" y="2060872"/>
            <a:ext cx="1828959" cy="1828959"/>
          </a:xfrm>
          <a:prstGeom prst="ellipse">
            <a:avLst/>
          </a:prstGeom>
          <a:solidFill>
            <a:schemeClr val="accent6"/>
          </a:solidFill>
          <a:ln w="762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0AAF357F-A1D5-401D-94D2-9C67E6AEDA09}"/>
              </a:ext>
            </a:extLst>
          </p:cNvPr>
          <p:cNvSpPr txBox="1"/>
          <p:nvPr userDrawn="1"/>
        </p:nvSpPr>
        <p:spPr>
          <a:xfrm>
            <a:off x="11490941" y="6388099"/>
            <a:ext cx="437990" cy="3651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90000"/>
              </a:lnSpc>
            </a:pPr>
            <a:fld id="{7A51DB15-7364-4F0B-A3A0-1309F8830053}" type="slidenum">
              <a:rPr lang="en-US" sz="800" smtClean="0">
                <a:latin typeface="+mj-lt"/>
              </a:rPr>
              <a:pPr algn="r">
                <a:lnSpc>
                  <a:spcPct val="90000"/>
                </a:lnSpc>
              </a:pPr>
              <a:t>‹#›</a:t>
            </a:fld>
            <a:endParaRPr lang="en-US" dirty="0">
              <a:latin typeface="+mj-lt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A6ED71B-2619-4816-B753-5E850ED08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BB679D5C-AEFA-4052-96E3-7DF67D7C105A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592866" y="811830"/>
            <a:ext cx="10962687" cy="247743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accent4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83A73281-E5F0-4C3B-BE4E-A12D56CC10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42673" y="4269508"/>
            <a:ext cx="2286000" cy="1458912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600"/>
              </a:spcBef>
              <a:defRPr sz="2400">
                <a:solidFill>
                  <a:schemeClr val="accent4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70078EAE-661A-4C72-917B-F0225239F68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579813" y="4269508"/>
            <a:ext cx="2286000" cy="1458912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600"/>
              </a:spcBef>
              <a:defRPr sz="2400">
                <a:solidFill>
                  <a:schemeClr val="accent6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566D6B40-9CB0-4B56-A3E1-9A7F945F094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23013" y="4269508"/>
            <a:ext cx="2286000" cy="1458912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600"/>
              </a:spcBef>
              <a:defRPr sz="2400">
                <a:solidFill>
                  <a:schemeClr val="accent1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16F5CA9C-E491-4F70-B6EE-A5064106011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066213" y="4269508"/>
            <a:ext cx="2286000" cy="1458912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600"/>
              </a:spcBef>
              <a:defRPr sz="2400">
                <a:solidFill>
                  <a:schemeClr val="accent2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4175886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ve Ic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>
            <a:extLst>
              <a:ext uri="{FF2B5EF4-FFF2-40B4-BE49-F238E27FC236}">
                <a16:creationId xmlns:a16="http://schemas.microsoft.com/office/drawing/2014/main" id="{A1FDF9D3-5B68-4A75-97BF-2C5113CFAA66}"/>
              </a:ext>
            </a:extLst>
          </p:cNvPr>
          <p:cNvSpPr/>
          <p:nvPr userDrawn="1"/>
        </p:nvSpPr>
        <p:spPr bwMode="gray">
          <a:xfrm>
            <a:off x="609800" y="2064663"/>
            <a:ext cx="1828959" cy="1828959"/>
          </a:xfrm>
          <a:prstGeom prst="ellipse">
            <a:avLst/>
          </a:prstGeom>
          <a:solidFill>
            <a:schemeClr val="accent4"/>
          </a:solidFill>
          <a:ln w="762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EAB1992-E472-4489-8A4E-A8FE45DE10CF}"/>
              </a:ext>
            </a:extLst>
          </p:cNvPr>
          <p:cNvSpPr/>
          <p:nvPr userDrawn="1"/>
        </p:nvSpPr>
        <p:spPr bwMode="gray">
          <a:xfrm>
            <a:off x="9744473" y="2064663"/>
            <a:ext cx="1828959" cy="1828959"/>
          </a:xfrm>
          <a:prstGeom prst="ellipse">
            <a:avLst/>
          </a:prstGeom>
          <a:solidFill>
            <a:schemeClr val="accent2"/>
          </a:solidFill>
          <a:ln w="762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551C90A-573F-4E4A-9359-5C7B0F546BF9}"/>
              </a:ext>
            </a:extLst>
          </p:cNvPr>
          <p:cNvSpPr/>
          <p:nvPr userDrawn="1"/>
        </p:nvSpPr>
        <p:spPr bwMode="gray">
          <a:xfrm>
            <a:off x="5201380" y="2064663"/>
            <a:ext cx="1828959" cy="1828959"/>
          </a:xfrm>
          <a:prstGeom prst="ellipse">
            <a:avLst/>
          </a:prstGeom>
          <a:solidFill>
            <a:schemeClr val="accent1"/>
          </a:solidFill>
          <a:ln w="762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AF79E162-3D8F-4829-A4AD-02A03597B11A}"/>
              </a:ext>
            </a:extLst>
          </p:cNvPr>
          <p:cNvSpPr/>
          <p:nvPr userDrawn="1"/>
        </p:nvSpPr>
        <p:spPr bwMode="gray">
          <a:xfrm>
            <a:off x="2892452" y="2064663"/>
            <a:ext cx="1828959" cy="1828959"/>
          </a:xfrm>
          <a:prstGeom prst="ellipse">
            <a:avLst/>
          </a:prstGeom>
          <a:solidFill>
            <a:schemeClr val="accent6"/>
          </a:solidFill>
          <a:ln w="762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026B9B36-08E7-4664-970C-13123F24C793}"/>
              </a:ext>
            </a:extLst>
          </p:cNvPr>
          <p:cNvSpPr/>
          <p:nvPr userDrawn="1"/>
        </p:nvSpPr>
        <p:spPr bwMode="gray">
          <a:xfrm>
            <a:off x="7464921" y="2064663"/>
            <a:ext cx="1828959" cy="1828959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0E19ACAF-9401-49DF-ACFF-2BA2129506AB}"/>
              </a:ext>
            </a:extLst>
          </p:cNvPr>
          <p:cNvSpPr txBox="1"/>
          <p:nvPr userDrawn="1"/>
        </p:nvSpPr>
        <p:spPr>
          <a:xfrm>
            <a:off x="11490941" y="6388099"/>
            <a:ext cx="437990" cy="3651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90000"/>
              </a:lnSpc>
            </a:pPr>
            <a:fld id="{7A51DB15-7364-4F0B-A3A0-1309F8830053}" type="slidenum">
              <a:rPr lang="en-US" sz="800" smtClean="0">
                <a:latin typeface="+mj-lt"/>
              </a:rPr>
              <a:pPr algn="r">
                <a:lnSpc>
                  <a:spcPct val="90000"/>
                </a:lnSpc>
              </a:pPr>
              <a:t>‹#›</a:t>
            </a:fld>
            <a:endParaRPr lang="en-US" dirty="0">
              <a:latin typeface="+mj-lt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BA8A47F-2243-412F-A1A8-FA8E3475F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EEA64E97-C31D-49B1-B8E1-20E5F404F516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592866" y="811830"/>
            <a:ext cx="10962687" cy="247743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accent4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2E201879-B985-4ADE-8AD6-6C3E14CE0AF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0850" y="4282873"/>
            <a:ext cx="1828800" cy="1458912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600"/>
              </a:spcBef>
              <a:defRPr sz="2000">
                <a:solidFill>
                  <a:schemeClr val="accent4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sz="1600"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9495BAAB-E860-4075-9DA3-ABA7C32D235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894013" y="4282873"/>
            <a:ext cx="1828800" cy="1458912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600"/>
              </a:spcBef>
              <a:defRPr sz="2000">
                <a:solidFill>
                  <a:schemeClr val="accent6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sz="1600"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62D3946B-F2F1-42AF-8E89-00761A7745D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185093" y="4282873"/>
            <a:ext cx="1828800" cy="1458912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600"/>
              </a:spcBef>
              <a:defRPr sz="2000">
                <a:solidFill>
                  <a:schemeClr val="accent1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sz="1600"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22F84664-2E68-46AE-AE2C-E8D2B6C9A1D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470001" y="4282873"/>
            <a:ext cx="1828800" cy="1458912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600"/>
              </a:spcBef>
              <a:defRPr sz="2000">
                <a:solidFill>
                  <a:schemeClr val="accent3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sz="1600"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2" name="Text Placeholder 3">
            <a:extLst>
              <a:ext uri="{FF2B5EF4-FFF2-40B4-BE49-F238E27FC236}">
                <a16:creationId xmlns:a16="http://schemas.microsoft.com/office/drawing/2014/main" id="{CDC9B65E-8BAA-4676-9F32-44EC3772D34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752013" y="4282873"/>
            <a:ext cx="1828800" cy="1458912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600"/>
              </a:spcBef>
              <a:defRPr sz="2000">
                <a:solidFill>
                  <a:schemeClr val="accent2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sz="1600"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456461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D6567F8-257F-483B-B2D4-ACC66C513D8B}"/>
              </a:ext>
            </a:extLst>
          </p:cNvPr>
          <p:cNvSpPr/>
          <p:nvPr userDrawn="1"/>
        </p:nvSpPr>
        <p:spPr bwMode="gray">
          <a:xfrm>
            <a:off x="4846201" y="-27162"/>
            <a:ext cx="7374601" cy="6793722"/>
          </a:xfrm>
          <a:prstGeom prst="rect">
            <a:avLst/>
          </a:prstGeom>
          <a:solidFill>
            <a:srgbClr val="C6C6C8">
              <a:lumMod val="40000"/>
              <a:lumOff val="60000"/>
            </a:srgb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kern="0" cap="none" spc="0" normalizeH="0" baseline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</a:endParaRPr>
          </a:p>
        </p:txBody>
      </p:sp>
      <p:sp>
        <p:nvSpPr>
          <p:cNvPr id="664" name="Right Triangle 663">
            <a:extLst>
              <a:ext uri="{FF2B5EF4-FFF2-40B4-BE49-F238E27FC236}">
                <a16:creationId xmlns:a16="http://schemas.microsoft.com/office/drawing/2014/main" id="{2C5A75DF-B9C1-4A5D-8693-A417E8858D63}"/>
              </a:ext>
            </a:extLst>
          </p:cNvPr>
          <p:cNvSpPr/>
          <p:nvPr/>
        </p:nvSpPr>
        <p:spPr bwMode="gray">
          <a:xfrm>
            <a:off x="6785686" y="5795355"/>
            <a:ext cx="971203" cy="971203"/>
          </a:xfrm>
          <a:prstGeom prst="rtTriangle">
            <a:avLst/>
          </a:pr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665" name="Right Triangle 664">
            <a:extLst>
              <a:ext uri="{FF2B5EF4-FFF2-40B4-BE49-F238E27FC236}">
                <a16:creationId xmlns:a16="http://schemas.microsoft.com/office/drawing/2014/main" id="{A90A1136-1EEB-4C77-AFF4-9E0972EF13B5}"/>
              </a:ext>
            </a:extLst>
          </p:cNvPr>
          <p:cNvSpPr/>
          <p:nvPr/>
        </p:nvSpPr>
        <p:spPr bwMode="gray">
          <a:xfrm rot="10800000">
            <a:off x="6785686" y="5795355"/>
            <a:ext cx="971203" cy="971203"/>
          </a:xfrm>
          <a:prstGeom prst="rtTriangle">
            <a:avLst/>
          </a:prstGeom>
          <a:solidFill>
            <a:sysClr val="window" lastClr="FFFFFF">
              <a:alpha val="13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666" name="Right Triangle 665">
            <a:extLst>
              <a:ext uri="{FF2B5EF4-FFF2-40B4-BE49-F238E27FC236}">
                <a16:creationId xmlns:a16="http://schemas.microsoft.com/office/drawing/2014/main" id="{B4FDC405-07DE-49A2-92C3-22D7CCC2B1FD}"/>
              </a:ext>
            </a:extLst>
          </p:cNvPr>
          <p:cNvSpPr/>
          <p:nvPr/>
        </p:nvSpPr>
        <p:spPr bwMode="gray">
          <a:xfrm flipV="1">
            <a:off x="6785686" y="3850989"/>
            <a:ext cx="971203" cy="971203"/>
          </a:xfrm>
          <a:prstGeom prst="rtTriangle">
            <a:avLst/>
          </a:prstGeom>
          <a:solidFill>
            <a:sysClr val="window" lastClr="FFFFFF">
              <a:alpha val="13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667" name="Right Triangle 666">
            <a:extLst>
              <a:ext uri="{FF2B5EF4-FFF2-40B4-BE49-F238E27FC236}">
                <a16:creationId xmlns:a16="http://schemas.microsoft.com/office/drawing/2014/main" id="{317C1343-52C5-4AAB-A6B1-5E64545CFC16}"/>
              </a:ext>
            </a:extLst>
          </p:cNvPr>
          <p:cNvSpPr/>
          <p:nvPr/>
        </p:nvSpPr>
        <p:spPr bwMode="gray">
          <a:xfrm>
            <a:off x="6785686" y="4823069"/>
            <a:ext cx="971203" cy="971203"/>
          </a:xfrm>
          <a:prstGeom prst="rtTriangle">
            <a:avLst/>
          </a:pr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668" name="Right Triangle 667">
            <a:extLst>
              <a:ext uri="{FF2B5EF4-FFF2-40B4-BE49-F238E27FC236}">
                <a16:creationId xmlns:a16="http://schemas.microsoft.com/office/drawing/2014/main" id="{180F82F4-4FF4-4115-A2EE-359EF0AAF35B}"/>
              </a:ext>
            </a:extLst>
          </p:cNvPr>
          <p:cNvSpPr/>
          <p:nvPr/>
        </p:nvSpPr>
        <p:spPr bwMode="gray">
          <a:xfrm rot="10800000">
            <a:off x="6785686" y="4823069"/>
            <a:ext cx="971203" cy="971203"/>
          </a:xfrm>
          <a:prstGeom prst="rtTriangle">
            <a:avLst/>
          </a:prstGeom>
          <a:solidFill>
            <a:sysClr val="window" lastClr="FFFFFF">
              <a:alpha val="10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669" name="Right Triangle 668">
            <a:extLst>
              <a:ext uri="{FF2B5EF4-FFF2-40B4-BE49-F238E27FC236}">
                <a16:creationId xmlns:a16="http://schemas.microsoft.com/office/drawing/2014/main" id="{D31F4E0E-C07A-465F-A7E0-9B67B9FBB38F}"/>
              </a:ext>
            </a:extLst>
          </p:cNvPr>
          <p:cNvSpPr/>
          <p:nvPr/>
        </p:nvSpPr>
        <p:spPr bwMode="gray">
          <a:xfrm>
            <a:off x="6785686" y="2882357"/>
            <a:ext cx="971203" cy="971203"/>
          </a:xfrm>
          <a:prstGeom prst="rtTriangle">
            <a:avLst/>
          </a:prstGeom>
          <a:solidFill>
            <a:sysClr val="window" lastClr="FFFFFF">
              <a:alpha val="8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670" name="Right Triangle 669">
            <a:extLst>
              <a:ext uri="{FF2B5EF4-FFF2-40B4-BE49-F238E27FC236}">
                <a16:creationId xmlns:a16="http://schemas.microsoft.com/office/drawing/2014/main" id="{9660FF54-EE5F-469D-A717-B169EBB5113A}"/>
              </a:ext>
            </a:extLst>
          </p:cNvPr>
          <p:cNvSpPr/>
          <p:nvPr/>
        </p:nvSpPr>
        <p:spPr bwMode="gray">
          <a:xfrm flipV="1">
            <a:off x="6785686" y="941662"/>
            <a:ext cx="971203" cy="971203"/>
          </a:xfrm>
          <a:prstGeom prst="rtTriangle">
            <a:avLst/>
          </a:pr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671" name="Right Triangle 670">
            <a:extLst>
              <a:ext uri="{FF2B5EF4-FFF2-40B4-BE49-F238E27FC236}">
                <a16:creationId xmlns:a16="http://schemas.microsoft.com/office/drawing/2014/main" id="{A262CDFD-0FF1-428E-96C5-E87AE98B3FAB}"/>
              </a:ext>
            </a:extLst>
          </p:cNvPr>
          <p:cNvSpPr/>
          <p:nvPr/>
        </p:nvSpPr>
        <p:spPr bwMode="gray">
          <a:xfrm>
            <a:off x="6785686" y="1913743"/>
            <a:ext cx="971203" cy="971203"/>
          </a:xfrm>
          <a:prstGeom prst="rtTriangle">
            <a:avLst/>
          </a:pr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672" name="Right Triangle 671">
            <a:extLst>
              <a:ext uri="{FF2B5EF4-FFF2-40B4-BE49-F238E27FC236}">
                <a16:creationId xmlns:a16="http://schemas.microsoft.com/office/drawing/2014/main" id="{9FB9B9C6-14C5-44EC-8357-E491F4166AC7}"/>
              </a:ext>
            </a:extLst>
          </p:cNvPr>
          <p:cNvSpPr/>
          <p:nvPr/>
        </p:nvSpPr>
        <p:spPr bwMode="gray">
          <a:xfrm rot="10800000">
            <a:off x="6785687" y="1913743"/>
            <a:ext cx="971203" cy="971203"/>
          </a:xfrm>
          <a:prstGeom prst="rtTriangle">
            <a:avLst/>
          </a:prstGeom>
          <a:solidFill>
            <a:sysClr val="window" lastClr="FFFFFF">
              <a:alpha val="11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673" name="Right Triangle 672">
            <a:extLst>
              <a:ext uri="{FF2B5EF4-FFF2-40B4-BE49-F238E27FC236}">
                <a16:creationId xmlns:a16="http://schemas.microsoft.com/office/drawing/2014/main" id="{D115A183-5DEE-4557-906C-841E8BF4AD8A}"/>
              </a:ext>
            </a:extLst>
          </p:cNvPr>
          <p:cNvSpPr/>
          <p:nvPr/>
        </p:nvSpPr>
        <p:spPr bwMode="gray">
          <a:xfrm>
            <a:off x="6785686" y="-27163"/>
            <a:ext cx="971203" cy="971203"/>
          </a:xfrm>
          <a:prstGeom prst="rtTriangle">
            <a:avLst/>
          </a:pr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674" name="Right Triangle 673">
            <a:extLst>
              <a:ext uri="{FF2B5EF4-FFF2-40B4-BE49-F238E27FC236}">
                <a16:creationId xmlns:a16="http://schemas.microsoft.com/office/drawing/2014/main" id="{D4CB3AC0-7B72-4B5F-9C38-87217C5E0053}"/>
              </a:ext>
            </a:extLst>
          </p:cNvPr>
          <p:cNvSpPr/>
          <p:nvPr/>
        </p:nvSpPr>
        <p:spPr bwMode="gray">
          <a:xfrm rot="10800000">
            <a:off x="6785686" y="-22208"/>
            <a:ext cx="971203" cy="971203"/>
          </a:xfrm>
          <a:prstGeom prst="rtTriangle">
            <a:avLst/>
          </a:prstGeom>
          <a:solidFill>
            <a:sysClr val="window" lastClr="FFFFFF">
              <a:alpha val="1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676" name="Right Triangle 675">
            <a:extLst>
              <a:ext uri="{FF2B5EF4-FFF2-40B4-BE49-F238E27FC236}">
                <a16:creationId xmlns:a16="http://schemas.microsoft.com/office/drawing/2014/main" id="{070D0D90-434D-4A79-8FAF-A28B596E8BA5}"/>
              </a:ext>
            </a:extLst>
          </p:cNvPr>
          <p:cNvSpPr/>
          <p:nvPr/>
        </p:nvSpPr>
        <p:spPr bwMode="gray">
          <a:xfrm flipH="1">
            <a:off x="7756889" y="5795355"/>
            <a:ext cx="971203" cy="971203"/>
          </a:xfrm>
          <a:prstGeom prst="rtTriangle">
            <a:avLst/>
          </a:prstGeom>
          <a:solidFill>
            <a:sysClr val="window" lastClr="FFFFFF">
              <a:alpha val="3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677" name="Right Triangle 676">
            <a:extLst>
              <a:ext uri="{FF2B5EF4-FFF2-40B4-BE49-F238E27FC236}">
                <a16:creationId xmlns:a16="http://schemas.microsoft.com/office/drawing/2014/main" id="{E0272DA3-CBE0-4928-B3BE-526A7132B020}"/>
              </a:ext>
            </a:extLst>
          </p:cNvPr>
          <p:cNvSpPr/>
          <p:nvPr/>
        </p:nvSpPr>
        <p:spPr bwMode="gray">
          <a:xfrm flipH="1" flipV="1">
            <a:off x="7756889" y="3850989"/>
            <a:ext cx="971203" cy="971203"/>
          </a:xfrm>
          <a:prstGeom prst="rtTriangle">
            <a:avLst/>
          </a:prstGeom>
          <a:solidFill>
            <a:sysClr val="window" lastClr="FFFFFF">
              <a:alpha val="5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678" name="Right Triangle 677">
            <a:extLst>
              <a:ext uri="{FF2B5EF4-FFF2-40B4-BE49-F238E27FC236}">
                <a16:creationId xmlns:a16="http://schemas.microsoft.com/office/drawing/2014/main" id="{2B259B49-A833-4074-9BC3-732A6ADC9E90}"/>
              </a:ext>
            </a:extLst>
          </p:cNvPr>
          <p:cNvSpPr/>
          <p:nvPr/>
        </p:nvSpPr>
        <p:spPr bwMode="gray">
          <a:xfrm rot="10800000" flipH="1" flipV="1">
            <a:off x="7756890" y="3850989"/>
            <a:ext cx="971203" cy="971203"/>
          </a:xfrm>
          <a:prstGeom prst="rtTriangle">
            <a:avLst/>
          </a:prstGeom>
          <a:solidFill>
            <a:sysClr val="window" lastClr="FFFFFF">
              <a:alpha val="13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679" name="Right Triangle 678">
            <a:extLst>
              <a:ext uri="{FF2B5EF4-FFF2-40B4-BE49-F238E27FC236}">
                <a16:creationId xmlns:a16="http://schemas.microsoft.com/office/drawing/2014/main" id="{9DA52803-4D1C-4646-A426-92E685974004}"/>
              </a:ext>
            </a:extLst>
          </p:cNvPr>
          <p:cNvSpPr/>
          <p:nvPr/>
        </p:nvSpPr>
        <p:spPr bwMode="gray">
          <a:xfrm flipH="1">
            <a:off x="7756889" y="4823069"/>
            <a:ext cx="971203" cy="971203"/>
          </a:xfrm>
          <a:prstGeom prst="rtTriangle">
            <a:avLst/>
          </a:pr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680" name="Right Triangle 679">
            <a:extLst>
              <a:ext uri="{FF2B5EF4-FFF2-40B4-BE49-F238E27FC236}">
                <a16:creationId xmlns:a16="http://schemas.microsoft.com/office/drawing/2014/main" id="{44F2694C-C7FB-42C2-A130-87A3444CDB1A}"/>
              </a:ext>
            </a:extLst>
          </p:cNvPr>
          <p:cNvSpPr/>
          <p:nvPr/>
        </p:nvSpPr>
        <p:spPr bwMode="gray">
          <a:xfrm flipH="1">
            <a:off x="7756889" y="2882357"/>
            <a:ext cx="971203" cy="971203"/>
          </a:xfrm>
          <a:prstGeom prst="rtTriangle">
            <a:avLst/>
          </a:prstGeom>
          <a:solidFill>
            <a:sysClr val="window" lastClr="FFFFFF">
              <a:alpha val="13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681" name="Right Triangle 680">
            <a:extLst>
              <a:ext uri="{FF2B5EF4-FFF2-40B4-BE49-F238E27FC236}">
                <a16:creationId xmlns:a16="http://schemas.microsoft.com/office/drawing/2014/main" id="{0C0C2D22-DB2D-42C3-9C39-02B032BE37E1}"/>
              </a:ext>
            </a:extLst>
          </p:cNvPr>
          <p:cNvSpPr/>
          <p:nvPr/>
        </p:nvSpPr>
        <p:spPr bwMode="gray">
          <a:xfrm rot="10800000" flipH="1">
            <a:off x="7756890" y="2882357"/>
            <a:ext cx="971203" cy="971203"/>
          </a:xfrm>
          <a:prstGeom prst="rtTriangle">
            <a:avLst/>
          </a:pr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682" name="Right Triangle 681">
            <a:extLst>
              <a:ext uri="{FF2B5EF4-FFF2-40B4-BE49-F238E27FC236}">
                <a16:creationId xmlns:a16="http://schemas.microsoft.com/office/drawing/2014/main" id="{2B091DFD-235A-4F82-8400-3D2D23513EED}"/>
              </a:ext>
            </a:extLst>
          </p:cNvPr>
          <p:cNvSpPr/>
          <p:nvPr/>
        </p:nvSpPr>
        <p:spPr bwMode="gray">
          <a:xfrm flipH="1" flipV="1">
            <a:off x="7756889" y="941662"/>
            <a:ext cx="971203" cy="971203"/>
          </a:xfrm>
          <a:prstGeom prst="rtTriangle">
            <a:avLst/>
          </a:prstGeom>
          <a:solidFill>
            <a:sysClr val="window" lastClr="FFFFFF">
              <a:alpha val="12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683" name="Right Triangle 682">
            <a:extLst>
              <a:ext uri="{FF2B5EF4-FFF2-40B4-BE49-F238E27FC236}">
                <a16:creationId xmlns:a16="http://schemas.microsoft.com/office/drawing/2014/main" id="{9F1ACCCB-E98E-4873-86E7-F06C490CFDAF}"/>
              </a:ext>
            </a:extLst>
          </p:cNvPr>
          <p:cNvSpPr/>
          <p:nvPr/>
        </p:nvSpPr>
        <p:spPr bwMode="gray">
          <a:xfrm rot="10800000" flipH="1" flipV="1">
            <a:off x="7756889" y="941663"/>
            <a:ext cx="971203" cy="971203"/>
          </a:xfrm>
          <a:prstGeom prst="rtTriangle">
            <a:avLst/>
          </a:pr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684" name="Right Triangle 683">
            <a:extLst>
              <a:ext uri="{FF2B5EF4-FFF2-40B4-BE49-F238E27FC236}">
                <a16:creationId xmlns:a16="http://schemas.microsoft.com/office/drawing/2014/main" id="{4E5AC737-AE04-405D-9369-4528A38149C6}"/>
              </a:ext>
            </a:extLst>
          </p:cNvPr>
          <p:cNvSpPr/>
          <p:nvPr/>
        </p:nvSpPr>
        <p:spPr bwMode="gray">
          <a:xfrm flipH="1">
            <a:off x="7756889" y="1913743"/>
            <a:ext cx="971203" cy="971203"/>
          </a:xfrm>
          <a:prstGeom prst="rtTriangle">
            <a:avLst/>
          </a:prstGeom>
          <a:solidFill>
            <a:sysClr val="window" lastClr="FFFFFF">
              <a:alpha val="13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685" name="Right Triangle 684">
            <a:extLst>
              <a:ext uri="{FF2B5EF4-FFF2-40B4-BE49-F238E27FC236}">
                <a16:creationId xmlns:a16="http://schemas.microsoft.com/office/drawing/2014/main" id="{5075BADC-B414-49AE-AD6B-CCF5D545CD37}"/>
              </a:ext>
            </a:extLst>
          </p:cNvPr>
          <p:cNvSpPr/>
          <p:nvPr/>
        </p:nvSpPr>
        <p:spPr bwMode="gray">
          <a:xfrm rot="10800000" flipH="1">
            <a:off x="7756890" y="1913743"/>
            <a:ext cx="971203" cy="971203"/>
          </a:xfrm>
          <a:prstGeom prst="rtTriangle">
            <a:avLst/>
          </a:prstGeom>
          <a:solidFill>
            <a:sysClr val="window" lastClr="FFFFFF">
              <a:alpha val="5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686" name="Right Triangle 685">
            <a:extLst>
              <a:ext uri="{FF2B5EF4-FFF2-40B4-BE49-F238E27FC236}">
                <a16:creationId xmlns:a16="http://schemas.microsoft.com/office/drawing/2014/main" id="{14A93DDE-9D44-4F70-94E3-4445B9184CD9}"/>
              </a:ext>
            </a:extLst>
          </p:cNvPr>
          <p:cNvSpPr/>
          <p:nvPr/>
        </p:nvSpPr>
        <p:spPr bwMode="gray">
          <a:xfrm flipH="1">
            <a:off x="7756889" y="-27163"/>
            <a:ext cx="971203" cy="971203"/>
          </a:xfrm>
          <a:prstGeom prst="rtTriangle">
            <a:avLst/>
          </a:prstGeom>
          <a:solidFill>
            <a:sysClr val="window" lastClr="FFFFFF">
              <a:alpha val="5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687" name="Right Triangle 686">
            <a:extLst>
              <a:ext uri="{FF2B5EF4-FFF2-40B4-BE49-F238E27FC236}">
                <a16:creationId xmlns:a16="http://schemas.microsoft.com/office/drawing/2014/main" id="{A592FFE6-CF46-4EBE-BA58-E0E350F196F9}"/>
              </a:ext>
            </a:extLst>
          </p:cNvPr>
          <p:cNvSpPr/>
          <p:nvPr/>
        </p:nvSpPr>
        <p:spPr bwMode="gray">
          <a:xfrm rot="10800000" flipH="1">
            <a:off x="7756889" y="-22208"/>
            <a:ext cx="971203" cy="971203"/>
          </a:xfrm>
          <a:prstGeom prst="rtTriangle">
            <a:avLst/>
          </a:pr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689" name="Right Triangle 688">
            <a:extLst>
              <a:ext uri="{FF2B5EF4-FFF2-40B4-BE49-F238E27FC236}">
                <a16:creationId xmlns:a16="http://schemas.microsoft.com/office/drawing/2014/main" id="{173D5322-E331-4813-93EC-69B856F13151}"/>
              </a:ext>
            </a:extLst>
          </p:cNvPr>
          <p:cNvSpPr/>
          <p:nvPr/>
        </p:nvSpPr>
        <p:spPr bwMode="gray">
          <a:xfrm>
            <a:off x="8728091" y="5795355"/>
            <a:ext cx="971203" cy="971203"/>
          </a:xfrm>
          <a:prstGeom prst="rtTriangle">
            <a:avLst/>
          </a:prstGeom>
          <a:solidFill>
            <a:sysClr val="window" lastClr="FFFFFF">
              <a:alpha val="10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690" name="Right Triangle 689">
            <a:extLst>
              <a:ext uri="{FF2B5EF4-FFF2-40B4-BE49-F238E27FC236}">
                <a16:creationId xmlns:a16="http://schemas.microsoft.com/office/drawing/2014/main" id="{7087EB5C-B6C9-40F5-AAA9-8BF7A0F05F2D}"/>
              </a:ext>
            </a:extLst>
          </p:cNvPr>
          <p:cNvSpPr/>
          <p:nvPr/>
        </p:nvSpPr>
        <p:spPr bwMode="gray">
          <a:xfrm rot="10800000">
            <a:off x="8728091" y="5795355"/>
            <a:ext cx="971203" cy="971203"/>
          </a:xfrm>
          <a:prstGeom prst="rtTriangle">
            <a:avLst/>
          </a:prstGeom>
          <a:solidFill>
            <a:sysClr val="window" lastClr="FFFFFF">
              <a:alpha val="5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691" name="Right Triangle 690">
            <a:extLst>
              <a:ext uri="{FF2B5EF4-FFF2-40B4-BE49-F238E27FC236}">
                <a16:creationId xmlns:a16="http://schemas.microsoft.com/office/drawing/2014/main" id="{6AB551A9-231E-452E-95A3-E890EF780EB2}"/>
              </a:ext>
            </a:extLst>
          </p:cNvPr>
          <p:cNvSpPr/>
          <p:nvPr/>
        </p:nvSpPr>
        <p:spPr bwMode="gray">
          <a:xfrm flipV="1">
            <a:off x="8728091" y="3850989"/>
            <a:ext cx="971203" cy="971203"/>
          </a:xfrm>
          <a:prstGeom prst="rtTriangle">
            <a:avLst/>
          </a:pr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692" name="Right Triangle 691">
            <a:extLst>
              <a:ext uri="{FF2B5EF4-FFF2-40B4-BE49-F238E27FC236}">
                <a16:creationId xmlns:a16="http://schemas.microsoft.com/office/drawing/2014/main" id="{21F04599-4599-4390-A8BB-A75F20BA9AF8}"/>
              </a:ext>
            </a:extLst>
          </p:cNvPr>
          <p:cNvSpPr/>
          <p:nvPr/>
        </p:nvSpPr>
        <p:spPr bwMode="gray">
          <a:xfrm>
            <a:off x="8728091" y="4823069"/>
            <a:ext cx="971203" cy="971203"/>
          </a:xfrm>
          <a:prstGeom prst="rtTriangle">
            <a:avLst/>
          </a:prstGeom>
          <a:solidFill>
            <a:sysClr val="window" lastClr="FFFFFF">
              <a:alpha val="13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693" name="Right Triangle 692">
            <a:extLst>
              <a:ext uri="{FF2B5EF4-FFF2-40B4-BE49-F238E27FC236}">
                <a16:creationId xmlns:a16="http://schemas.microsoft.com/office/drawing/2014/main" id="{F1BB26B7-3C77-4B97-82F4-557B9675DD69}"/>
              </a:ext>
            </a:extLst>
          </p:cNvPr>
          <p:cNvSpPr/>
          <p:nvPr/>
        </p:nvSpPr>
        <p:spPr bwMode="gray">
          <a:xfrm rot="10800000">
            <a:off x="8728092" y="4823069"/>
            <a:ext cx="971203" cy="971203"/>
          </a:xfrm>
          <a:prstGeom prst="rtTriangle">
            <a:avLst/>
          </a:pr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694" name="Right Triangle 693">
            <a:extLst>
              <a:ext uri="{FF2B5EF4-FFF2-40B4-BE49-F238E27FC236}">
                <a16:creationId xmlns:a16="http://schemas.microsoft.com/office/drawing/2014/main" id="{0776ED34-7278-4000-8E07-3C3FCCF35AD1}"/>
              </a:ext>
            </a:extLst>
          </p:cNvPr>
          <p:cNvSpPr/>
          <p:nvPr/>
        </p:nvSpPr>
        <p:spPr bwMode="gray">
          <a:xfrm>
            <a:off x="8728091" y="2882357"/>
            <a:ext cx="971203" cy="971203"/>
          </a:xfrm>
          <a:prstGeom prst="rtTriangle">
            <a:avLst/>
          </a:prstGeom>
          <a:solidFill>
            <a:sysClr val="window" lastClr="FFFFFF">
              <a:alpha val="5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695" name="Right Triangle 694">
            <a:extLst>
              <a:ext uri="{FF2B5EF4-FFF2-40B4-BE49-F238E27FC236}">
                <a16:creationId xmlns:a16="http://schemas.microsoft.com/office/drawing/2014/main" id="{86D8E87C-B42C-4B03-8D84-C3999BCAC26C}"/>
              </a:ext>
            </a:extLst>
          </p:cNvPr>
          <p:cNvSpPr/>
          <p:nvPr/>
        </p:nvSpPr>
        <p:spPr bwMode="gray">
          <a:xfrm rot="10800000">
            <a:off x="8728091" y="2882357"/>
            <a:ext cx="971203" cy="971203"/>
          </a:xfrm>
          <a:prstGeom prst="rtTriangle">
            <a:avLst/>
          </a:prstGeom>
          <a:solidFill>
            <a:sysClr val="window" lastClr="FFFFFF">
              <a:alpha val="9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696" name="Right Triangle 695">
            <a:extLst>
              <a:ext uri="{FF2B5EF4-FFF2-40B4-BE49-F238E27FC236}">
                <a16:creationId xmlns:a16="http://schemas.microsoft.com/office/drawing/2014/main" id="{9445DD0C-B2B3-493E-82CD-A24EF1FA983A}"/>
              </a:ext>
            </a:extLst>
          </p:cNvPr>
          <p:cNvSpPr/>
          <p:nvPr/>
        </p:nvSpPr>
        <p:spPr bwMode="gray">
          <a:xfrm flipV="1">
            <a:off x="8728091" y="941662"/>
            <a:ext cx="971203" cy="971203"/>
          </a:xfrm>
          <a:prstGeom prst="rtTriangle">
            <a:avLst/>
          </a:pr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697" name="Right Triangle 696">
            <a:extLst>
              <a:ext uri="{FF2B5EF4-FFF2-40B4-BE49-F238E27FC236}">
                <a16:creationId xmlns:a16="http://schemas.microsoft.com/office/drawing/2014/main" id="{BC80C5D1-DF00-4032-B44A-1F21057F0197}"/>
              </a:ext>
            </a:extLst>
          </p:cNvPr>
          <p:cNvSpPr/>
          <p:nvPr/>
        </p:nvSpPr>
        <p:spPr bwMode="gray">
          <a:xfrm rot="10800000">
            <a:off x="8728091" y="1913743"/>
            <a:ext cx="971203" cy="971203"/>
          </a:xfrm>
          <a:prstGeom prst="rtTriangle">
            <a:avLst/>
          </a:pr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698" name="Right Triangle 697">
            <a:extLst>
              <a:ext uri="{FF2B5EF4-FFF2-40B4-BE49-F238E27FC236}">
                <a16:creationId xmlns:a16="http://schemas.microsoft.com/office/drawing/2014/main" id="{C14A4699-BC04-4EE4-8BAA-34ED5DF9C577}"/>
              </a:ext>
            </a:extLst>
          </p:cNvPr>
          <p:cNvSpPr/>
          <p:nvPr/>
        </p:nvSpPr>
        <p:spPr bwMode="gray">
          <a:xfrm>
            <a:off x="8728091" y="-27163"/>
            <a:ext cx="971203" cy="971203"/>
          </a:xfrm>
          <a:prstGeom prst="rtTriangle">
            <a:avLst/>
          </a:pr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699" name="Right Triangle 698">
            <a:extLst>
              <a:ext uri="{FF2B5EF4-FFF2-40B4-BE49-F238E27FC236}">
                <a16:creationId xmlns:a16="http://schemas.microsoft.com/office/drawing/2014/main" id="{925537A2-4317-4E47-9FE1-6B7803BBDE5F}"/>
              </a:ext>
            </a:extLst>
          </p:cNvPr>
          <p:cNvSpPr/>
          <p:nvPr/>
        </p:nvSpPr>
        <p:spPr bwMode="gray">
          <a:xfrm rot="10800000">
            <a:off x="8728091" y="-22208"/>
            <a:ext cx="971203" cy="971203"/>
          </a:xfrm>
          <a:prstGeom prst="rtTriangle">
            <a:avLst/>
          </a:prstGeom>
          <a:solidFill>
            <a:sysClr val="window" lastClr="FFFFFF">
              <a:alpha val="15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701" name="Right Triangle 700">
            <a:extLst>
              <a:ext uri="{FF2B5EF4-FFF2-40B4-BE49-F238E27FC236}">
                <a16:creationId xmlns:a16="http://schemas.microsoft.com/office/drawing/2014/main" id="{1B607426-67FE-42D5-BCD6-19FDC482EA97}"/>
              </a:ext>
            </a:extLst>
          </p:cNvPr>
          <p:cNvSpPr/>
          <p:nvPr/>
        </p:nvSpPr>
        <p:spPr bwMode="gray">
          <a:xfrm flipH="1">
            <a:off x="9699295" y="5795355"/>
            <a:ext cx="971203" cy="971203"/>
          </a:xfrm>
          <a:prstGeom prst="rtTriangle">
            <a:avLst/>
          </a:prstGeom>
          <a:solidFill>
            <a:sysClr val="window" lastClr="FFFFFF">
              <a:alpha val="1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702" name="Right Triangle 701">
            <a:extLst>
              <a:ext uri="{FF2B5EF4-FFF2-40B4-BE49-F238E27FC236}">
                <a16:creationId xmlns:a16="http://schemas.microsoft.com/office/drawing/2014/main" id="{3721A5D6-FDD8-486E-A763-9ECC7183A88C}"/>
              </a:ext>
            </a:extLst>
          </p:cNvPr>
          <p:cNvSpPr/>
          <p:nvPr/>
        </p:nvSpPr>
        <p:spPr bwMode="gray">
          <a:xfrm rot="10800000" flipH="1">
            <a:off x="9699296" y="5795355"/>
            <a:ext cx="971203" cy="971203"/>
          </a:xfrm>
          <a:prstGeom prst="rtTriangle">
            <a:avLst/>
          </a:prstGeom>
          <a:solidFill>
            <a:sysClr val="window" lastClr="FFFFFF">
              <a:alpha val="11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703" name="Right Triangle 702">
            <a:extLst>
              <a:ext uri="{FF2B5EF4-FFF2-40B4-BE49-F238E27FC236}">
                <a16:creationId xmlns:a16="http://schemas.microsoft.com/office/drawing/2014/main" id="{A205A44E-E520-43E2-8A45-05DA297D7B05}"/>
              </a:ext>
            </a:extLst>
          </p:cNvPr>
          <p:cNvSpPr/>
          <p:nvPr/>
        </p:nvSpPr>
        <p:spPr bwMode="gray">
          <a:xfrm flipH="1" flipV="1">
            <a:off x="9699295" y="3850989"/>
            <a:ext cx="971203" cy="971203"/>
          </a:xfrm>
          <a:prstGeom prst="rtTriangle">
            <a:avLst/>
          </a:prstGeom>
          <a:solidFill>
            <a:sysClr val="window" lastClr="FFFFFF">
              <a:alpha val="5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704" name="Right Triangle 703">
            <a:extLst>
              <a:ext uri="{FF2B5EF4-FFF2-40B4-BE49-F238E27FC236}">
                <a16:creationId xmlns:a16="http://schemas.microsoft.com/office/drawing/2014/main" id="{0D2B5A27-66BF-44F5-9BEE-BC124D04F6EC}"/>
              </a:ext>
            </a:extLst>
          </p:cNvPr>
          <p:cNvSpPr/>
          <p:nvPr/>
        </p:nvSpPr>
        <p:spPr bwMode="gray">
          <a:xfrm rot="10800000" flipH="1" flipV="1">
            <a:off x="9699296" y="3850989"/>
            <a:ext cx="971203" cy="971203"/>
          </a:xfrm>
          <a:prstGeom prst="rtTriangle">
            <a:avLst/>
          </a:prstGeom>
          <a:solidFill>
            <a:sysClr val="window" lastClr="FFFFFF">
              <a:alpha val="9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705" name="Right Triangle 704">
            <a:extLst>
              <a:ext uri="{FF2B5EF4-FFF2-40B4-BE49-F238E27FC236}">
                <a16:creationId xmlns:a16="http://schemas.microsoft.com/office/drawing/2014/main" id="{9376A22E-84F0-4927-B75A-C1A44EA47339}"/>
              </a:ext>
            </a:extLst>
          </p:cNvPr>
          <p:cNvSpPr/>
          <p:nvPr/>
        </p:nvSpPr>
        <p:spPr bwMode="gray">
          <a:xfrm flipH="1">
            <a:off x="9699295" y="4823069"/>
            <a:ext cx="971203" cy="971203"/>
          </a:xfrm>
          <a:prstGeom prst="rtTriangle">
            <a:avLst/>
          </a:pr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706" name="Right Triangle 705">
            <a:extLst>
              <a:ext uri="{FF2B5EF4-FFF2-40B4-BE49-F238E27FC236}">
                <a16:creationId xmlns:a16="http://schemas.microsoft.com/office/drawing/2014/main" id="{10F437FB-B6F2-45B7-A64E-69C77E695654}"/>
              </a:ext>
            </a:extLst>
          </p:cNvPr>
          <p:cNvSpPr/>
          <p:nvPr/>
        </p:nvSpPr>
        <p:spPr bwMode="gray">
          <a:xfrm rot="10800000" flipH="1">
            <a:off x="9699295" y="2882357"/>
            <a:ext cx="971203" cy="971203"/>
          </a:xfrm>
          <a:prstGeom prst="rtTriangle">
            <a:avLst/>
          </a:pr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707" name="Right Triangle 706">
            <a:extLst>
              <a:ext uri="{FF2B5EF4-FFF2-40B4-BE49-F238E27FC236}">
                <a16:creationId xmlns:a16="http://schemas.microsoft.com/office/drawing/2014/main" id="{AC0CD031-0B0F-423B-97C9-EE39FA3BFA61}"/>
              </a:ext>
            </a:extLst>
          </p:cNvPr>
          <p:cNvSpPr/>
          <p:nvPr/>
        </p:nvSpPr>
        <p:spPr bwMode="gray">
          <a:xfrm flipH="1" flipV="1">
            <a:off x="9699295" y="941662"/>
            <a:ext cx="971203" cy="971203"/>
          </a:xfrm>
          <a:prstGeom prst="rtTriangle">
            <a:avLst/>
          </a:prstGeom>
          <a:solidFill>
            <a:sysClr val="window" lastClr="FFFFFF">
              <a:alpha val="9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708" name="Right Triangle 707">
            <a:extLst>
              <a:ext uri="{FF2B5EF4-FFF2-40B4-BE49-F238E27FC236}">
                <a16:creationId xmlns:a16="http://schemas.microsoft.com/office/drawing/2014/main" id="{EAF64B36-3319-4C74-9AB7-FEAB06B37641}"/>
              </a:ext>
            </a:extLst>
          </p:cNvPr>
          <p:cNvSpPr/>
          <p:nvPr/>
        </p:nvSpPr>
        <p:spPr bwMode="gray">
          <a:xfrm rot="10800000" flipH="1" flipV="1">
            <a:off x="9699295" y="941662"/>
            <a:ext cx="971203" cy="971203"/>
          </a:xfrm>
          <a:prstGeom prst="rtTriangle">
            <a:avLst/>
          </a:pr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709" name="Right Triangle 708">
            <a:extLst>
              <a:ext uri="{FF2B5EF4-FFF2-40B4-BE49-F238E27FC236}">
                <a16:creationId xmlns:a16="http://schemas.microsoft.com/office/drawing/2014/main" id="{E3C54209-D8C1-426E-9A8A-A542770AD73F}"/>
              </a:ext>
            </a:extLst>
          </p:cNvPr>
          <p:cNvSpPr/>
          <p:nvPr/>
        </p:nvSpPr>
        <p:spPr bwMode="gray">
          <a:xfrm flipH="1">
            <a:off x="9699295" y="1913743"/>
            <a:ext cx="971203" cy="971203"/>
          </a:xfrm>
          <a:prstGeom prst="rtTriangle">
            <a:avLst/>
          </a:prstGeom>
          <a:solidFill>
            <a:sysClr val="window" lastClr="FFFFFF">
              <a:alpha val="3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710" name="Right Triangle 709">
            <a:extLst>
              <a:ext uri="{FF2B5EF4-FFF2-40B4-BE49-F238E27FC236}">
                <a16:creationId xmlns:a16="http://schemas.microsoft.com/office/drawing/2014/main" id="{CE48EDDD-15A2-4179-9723-EF0790D9AB7A}"/>
              </a:ext>
            </a:extLst>
          </p:cNvPr>
          <p:cNvSpPr/>
          <p:nvPr/>
        </p:nvSpPr>
        <p:spPr bwMode="gray">
          <a:xfrm rot="10800000" flipH="1">
            <a:off x="9699295" y="1913743"/>
            <a:ext cx="971203" cy="971203"/>
          </a:xfrm>
          <a:prstGeom prst="rtTriangle">
            <a:avLst/>
          </a:prstGeom>
          <a:solidFill>
            <a:sysClr val="window" lastClr="FFFFFF">
              <a:alpha val="12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711" name="Right Triangle 710">
            <a:extLst>
              <a:ext uri="{FF2B5EF4-FFF2-40B4-BE49-F238E27FC236}">
                <a16:creationId xmlns:a16="http://schemas.microsoft.com/office/drawing/2014/main" id="{AEB1B8E3-1301-4A21-AFF8-2369AF3E5025}"/>
              </a:ext>
            </a:extLst>
          </p:cNvPr>
          <p:cNvSpPr/>
          <p:nvPr/>
        </p:nvSpPr>
        <p:spPr bwMode="gray">
          <a:xfrm flipH="1">
            <a:off x="9699295" y="-27163"/>
            <a:ext cx="971203" cy="971203"/>
          </a:xfrm>
          <a:prstGeom prst="rtTriangle">
            <a:avLst/>
          </a:prstGeom>
          <a:solidFill>
            <a:sysClr val="window" lastClr="FFFFFF">
              <a:alpha val="1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712" name="Right Triangle 711">
            <a:extLst>
              <a:ext uri="{FF2B5EF4-FFF2-40B4-BE49-F238E27FC236}">
                <a16:creationId xmlns:a16="http://schemas.microsoft.com/office/drawing/2014/main" id="{22321A31-BBD8-4021-8D12-DD2AD359ACB7}"/>
              </a:ext>
            </a:extLst>
          </p:cNvPr>
          <p:cNvSpPr/>
          <p:nvPr/>
        </p:nvSpPr>
        <p:spPr bwMode="gray">
          <a:xfrm rot="10800000" flipH="1">
            <a:off x="9699295" y="-22208"/>
            <a:ext cx="971203" cy="971203"/>
          </a:xfrm>
          <a:prstGeom prst="rtTriangle">
            <a:avLst/>
          </a:pr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806" name="Freeform: Shape 805">
            <a:extLst>
              <a:ext uri="{FF2B5EF4-FFF2-40B4-BE49-F238E27FC236}">
                <a16:creationId xmlns:a16="http://schemas.microsoft.com/office/drawing/2014/main" id="{1A9DA018-B052-4202-B3DD-762545F3AC9F}"/>
              </a:ext>
            </a:extLst>
          </p:cNvPr>
          <p:cNvSpPr/>
          <p:nvPr/>
        </p:nvSpPr>
        <p:spPr bwMode="gray">
          <a:xfrm flipH="1">
            <a:off x="11642605" y="942851"/>
            <a:ext cx="2377" cy="1189"/>
          </a:xfrm>
          <a:custGeom>
            <a:avLst/>
            <a:gdLst>
              <a:gd name="connsiteX0" fmla="*/ 1188 w 2377"/>
              <a:gd name="connsiteY0" fmla="*/ 0 h 1189"/>
              <a:gd name="connsiteX1" fmla="*/ 0 w 2377"/>
              <a:gd name="connsiteY1" fmla="*/ 1189 h 1189"/>
              <a:gd name="connsiteX2" fmla="*/ 2377 w 2377"/>
              <a:gd name="connsiteY2" fmla="*/ 1189 h 1189"/>
              <a:gd name="connsiteX3" fmla="*/ 1188 w 2377"/>
              <a:gd name="connsiteY3" fmla="*/ 0 h 1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77" h="1189">
                <a:moveTo>
                  <a:pt x="1188" y="0"/>
                </a:moveTo>
                <a:lnTo>
                  <a:pt x="0" y="1189"/>
                </a:lnTo>
                <a:lnTo>
                  <a:pt x="2377" y="1189"/>
                </a:lnTo>
                <a:lnTo>
                  <a:pt x="1188" y="0"/>
                </a:lnTo>
                <a:close/>
              </a:path>
            </a:pathLst>
          </a:cu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805" name="Freeform: Shape 804">
            <a:extLst>
              <a:ext uri="{FF2B5EF4-FFF2-40B4-BE49-F238E27FC236}">
                <a16:creationId xmlns:a16="http://schemas.microsoft.com/office/drawing/2014/main" id="{0B30A448-CF71-4D0C-BABB-85036722715B}"/>
              </a:ext>
            </a:extLst>
          </p:cNvPr>
          <p:cNvSpPr/>
          <p:nvPr/>
        </p:nvSpPr>
        <p:spPr bwMode="gray">
          <a:xfrm flipH="1">
            <a:off x="11644982" y="944040"/>
            <a:ext cx="547018" cy="547018"/>
          </a:xfrm>
          <a:custGeom>
            <a:avLst/>
            <a:gdLst>
              <a:gd name="connsiteX0" fmla="*/ 547018 w 547018"/>
              <a:gd name="connsiteY0" fmla="*/ 0 h 547018"/>
              <a:gd name="connsiteX1" fmla="*/ 0 w 547018"/>
              <a:gd name="connsiteY1" fmla="*/ 0 h 547018"/>
              <a:gd name="connsiteX2" fmla="*/ 0 w 547018"/>
              <a:gd name="connsiteY2" fmla="*/ 547018 h 547018"/>
              <a:gd name="connsiteX3" fmla="*/ 547018 w 547018"/>
              <a:gd name="connsiteY3" fmla="*/ 0 h 547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7018" h="547018">
                <a:moveTo>
                  <a:pt x="547018" y="0"/>
                </a:moveTo>
                <a:lnTo>
                  <a:pt x="0" y="0"/>
                </a:lnTo>
                <a:lnTo>
                  <a:pt x="0" y="547018"/>
                </a:lnTo>
                <a:lnTo>
                  <a:pt x="547018" y="0"/>
                </a:lnTo>
                <a:close/>
              </a:path>
            </a:pathLst>
          </a:cu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801" name="Freeform: Shape 800">
            <a:extLst>
              <a:ext uri="{FF2B5EF4-FFF2-40B4-BE49-F238E27FC236}">
                <a16:creationId xmlns:a16="http://schemas.microsoft.com/office/drawing/2014/main" id="{D9357F95-7EF6-4C2E-AA16-1B5306D68394}"/>
              </a:ext>
            </a:extLst>
          </p:cNvPr>
          <p:cNvSpPr/>
          <p:nvPr/>
        </p:nvSpPr>
        <p:spPr bwMode="gray">
          <a:xfrm flipH="1">
            <a:off x="11642606" y="3852274"/>
            <a:ext cx="2571" cy="1286"/>
          </a:xfrm>
          <a:custGeom>
            <a:avLst/>
            <a:gdLst>
              <a:gd name="connsiteX0" fmla="*/ 1286 w 2571"/>
              <a:gd name="connsiteY0" fmla="*/ 0 h 1286"/>
              <a:gd name="connsiteX1" fmla="*/ 0 w 2571"/>
              <a:gd name="connsiteY1" fmla="*/ 1286 h 1286"/>
              <a:gd name="connsiteX2" fmla="*/ 2571 w 2571"/>
              <a:gd name="connsiteY2" fmla="*/ 1286 h 1286"/>
              <a:gd name="connsiteX3" fmla="*/ 2571 w 2571"/>
              <a:gd name="connsiteY3" fmla="*/ 1285 h 1286"/>
              <a:gd name="connsiteX4" fmla="*/ 1286 w 2571"/>
              <a:gd name="connsiteY4" fmla="*/ 0 h 1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71" h="1286">
                <a:moveTo>
                  <a:pt x="1286" y="0"/>
                </a:moveTo>
                <a:lnTo>
                  <a:pt x="0" y="1286"/>
                </a:lnTo>
                <a:lnTo>
                  <a:pt x="2571" y="1286"/>
                </a:lnTo>
                <a:lnTo>
                  <a:pt x="2571" y="1285"/>
                </a:lnTo>
                <a:lnTo>
                  <a:pt x="1286" y="0"/>
                </a:lnTo>
                <a:close/>
              </a:path>
            </a:pathLst>
          </a:cu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800" name="Freeform: Shape 799">
            <a:extLst>
              <a:ext uri="{FF2B5EF4-FFF2-40B4-BE49-F238E27FC236}">
                <a16:creationId xmlns:a16="http://schemas.microsoft.com/office/drawing/2014/main" id="{D3D62801-9D5B-4629-ADE5-11D828E45A92}"/>
              </a:ext>
            </a:extLst>
          </p:cNvPr>
          <p:cNvSpPr/>
          <p:nvPr/>
        </p:nvSpPr>
        <p:spPr bwMode="gray">
          <a:xfrm flipH="1">
            <a:off x="11645177" y="3853560"/>
            <a:ext cx="546823" cy="546823"/>
          </a:xfrm>
          <a:custGeom>
            <a:avLst/>
            <a:gdLst>
              <a:gd name="connsiteX0" fmla="*/ 546823 w 546823"/>
              <a:gd name="connsiteY0" fmla="*/ 0 h 546823"/>
              <a:gd name="connsiteX1" fmla="*/ 0 w 546823"/>
              <a:gd name="connsiteY1" fmla="*/ 0 h 546823"/>
              <a:gd name="connsiteX2" fmla="*/ 0 w 546823"/>
              <a:gd name="connsiteY2" fmla="*/ 546823 h 546823"/>
              <a:gd name="connsiteX3" fmla="*/ 546823 w 546823"/>
              <a:gd name="connsiteY3" fmla="*/ 0 h 5468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6823" h="546823">
                <a:moveTo>
                  <a:pt x="546823" y="0"/>
                </a:moveTo>
                <a:lnTo>
                  <a:pt x="0" y="0"/>
                </a:lnTo>
                <a:lnTo>
                  <a:pt x="0" y="546823"/>
                </a:lnTo>
                <a:lnTo>
                  <a:pt x="546823" y="0"/>
                </a:lnTo>
                <a:close/>
              </a:path>
            </a:pathLst>
          </a:cu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794" name="Freeform: Shape 793">
            <a:extLst>
              <a:ext uri="{FF2B5EF4-FFF2-40B4-BE49-F238E27FC236}">
                <a16:creationId xmlns:a16="http://schemas.microsoft.com/office/drawing/2014/main" id="{8D8B5F7D-87DB-4F9D-AEEA-3B88E754EC16}"/>
              </a:ext>
            </a:extLst>
          </p:cNvPr>
          <p:cNvSpPr/>
          <p:nvPr/>
        </p:nvSpPr>
        <p:spPr bwMode="gray">
          <a:xfrm flipH="1">
            <a:off x="11643794" y="394645"/>
            <a:ext cx="548206" cy="549395"/>
          </a:xfrm>
          <a:custGeom>
            <a:avLst/>
            <a:gdLst>
              <a:gd name="connsiteX0" fmla="*/ 0 w 548206"/>
              <a:gd name="connsiteY0" fmla="*/ 0 h 549395"/>
              <a:gd name="connsiteX1" fmla="*/ 0 w 548206"/>
              <a:gd name="connsiteY1" fmla="*/ 549395 h 549395"/>
              <a:gd name="connsiteX2" fmla="*/ 547018 w 548206"/>
              <a:gd name="connsiteY2" fmla="*/ 549395 h 549395"/>
              <a:gd name="connsiteX3" fmla="*/ 548206 w 548206"/>
              <a:gd name="connsiteY3" fmla="*/ 548206 h 549395"/>
              <a:gd name="connsiteX4" fmla="*/ 0 w 548206"/>
              <a:gd name="connsiteY4" fmla="*/ 0 h 549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8206" h="549395">
                <a:moveTo>
                  <a:pt x="0" y="0"/>
                </a:moveTo>
                <a:lnTo>
                  <a:pt x="0" y="549395"/>
                </a:lnTo>
                <a:lnTo>
                  <a:pt x="547018" y="549395"/>
                </a:lnTo>
                <a:lnTo>
                  <a:pt x="548206" y="548206"/>
                </a:lnTo>
                <a:lnTo>
                  <a:pt x="0" y="0"/>
                </a:lnTo>
                <a:close/>
              </a:path>
            </a:pathLst>
          </a:cu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793" name="Freeform: Shape 792">
            <a:extLst>
              <a:ext uri="{FF2B5EF4-FFF2-40B4-BE49-F238E27FC236}">
                <a16:creationId xmlns:a16="http://schemas.microsoft.com/office/drawing/2014/main" id="{C7A3549D-BEA0-4C50-BDBF-D6C0E332EB04}"/>
              </a:ext>
            </a:extLst>
          </p:cNvPr>
          <p:cNvSpPr/>
          <p:nvPr/>
        </p:nvSpPr>
        <p:spPr bwMode="gray">
          <a:xfrm flipH="1">
            <a:off x="11642605" y="941663"/>
            <a:ext cx="1189" cy="2377"/>
          </a:xfrm>
          <a:custGeom>
            <a:avLst/>
            <a:gdLst>
              <a:gd name="connsiteX0" fmla="*/ 1189 w 1189"/>
              <a:gd name="connsiteY0" fmla="*/ 0 h 2377"/>
              <a:gd name="connsiteX1" fmla="*/ 0 w 1189"/>
              <a:gd name="connsiteY1" fmla="*/ 1188 h 2377"/>
              <a:gd name="connsiteX2" fmla="*/ 1189 w 1189"/>
              <a:gd name="connsiteY2" fmla="*/ 2377 h 2377"/>
              <a:gd name="connsiteX3" fmla="*/ 1189 w 1189"/>
              <a:gd name="connsiteY3" fmla="*/ 0 h 2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89" h="2377">
                <a:moveTo>
                  <a:pt x="1189" y="0"/>
                </a:moveTo>
                <a:lnTo>
                  <a:pt x="0" y="1188"/>
                </a:lnTo>
                <a:lnTo>
                  <a:pt x="1189" y="2377"/>
                </a:lnTo>
                <a:lnTo>
                  <a:pt x="1189" y="0"/>
                </a:lnTo>
                <a:close/>
              </a:path>
            </a:pathLst>
          </a:cu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792" name="Freeform: Shape 791">
            <a:extLst>
              <a:ext uri="{FF2B5EF4-FFF2-40B4-BE49-F238E27FC236}">
                <a16:creationId xmlns:a16="http://schemas.microsoft.com/office/drawing/2014/main" id="{0BC61484-2257-4430-87EA-EEE20C384D6C}"/>
              </a:ext>
            </a:extLst>
          </p:cNvPr>
          <p:cNvSpPr/>
          <p:nvPr/>
        </p:nvSpPr>
        <p:spPr bwMode="gray">
          <a:xfrm flipH="1">
            <a:off x="11642605" y="944040"/>
            <a:ext cx="549395" cy="968826"/>
          </a:xfrm>
          <a:custGeom>
            <a:avLst/>
            <a:gdLst>
              <a:gd name="connsiteX0" fmla="*/ 549395 w 549395"/>
              <a:gd name="connsiteY0" fmla="*/ 0 h 968826"/>
              <a:gd name="connsiteX1" fmla="*/ 547018 w 549395"/>
              <a:gd name="connsiteY1" fmla="*/ 0 h 968826"/>
              <a:gd name="connsiteX2" fmla="*/ 0 w 549395"/>
              <a:gd name="connsiteY2" fmla="*/ 547018 h 968826"/>
              <a:gd name="connsiteX3" fmla="*/ 0 w 549395"/>
              <a:gd name="connsiteY3" fmla="*/ 968826 h 968826"/>
              <a:gd name="connsiteX4" fmla="*/ 549395 w 549395"/>
              <a:gd name="connsiteY4" fmla="*/ 968826 h 968826"/>
              <a:gd name="connsiteX5" fmla="*/ 549395 w 549395"/>
              <a:gd name="connsiteY5" fmla="*/ 0 h 968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9395" h="968826">
                <a:moveTo>
                  <a:pt x="549395" y="0"/>
                </a:moveTo>
                <a:lnTo>
                  <a:pt x="547018" y="0"/>
                </a:lnTo>
                <a:lnTo>
                  <a:pt x="0" y="547018"/>
                </a:lnTo>
                <a:lnTo>
                  <a:pt x="0" y="968826"/>
                </a:lnTo>
                <a:lnTo>
                  <a:pt x="549395" y="968826"/>
                </a:lnTo>
                <a:lnTo>
                  <a:pt x="549395" y="0"/>
                </a:lnTo>
                <a:close/>
              </a:path>
            </a:pathLst>
          </a:cu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791" name="Freeform: Shape 790">
            <a:extLst>
              <a:ext uri="{FF2B5EF4-FFF2-40B4-BE49-F238E27FC236}">
                <a16:creationId xmlns:a16="http://schemas.microsoft.com/office/drawing/2014/main" id="{CD105FDE-FEDD-4E5E-875E-2568BD2BC3E8}"/>
              </a:ext>
            </a:extLst>
          </p:cNvPr>
          <p:cNvSpPr/>
          <p:nvPr/>
        </p:nvSpPr>
        <p:spPr bwMode="gray">
          <a:xfrm flipH="1">
            <a:off x="11642605" y="1913743"/>
            <a:ext cx="549395" cy="971203"/>
          </a:xfrm>
          <a:custGeom>
            <a:avLst/>
            <a:gdLst>
              <a:gd name="connsiteX0" fmla="*/ 549395 w 549395"/>
              <a:gd name="connsiteY0" fmla="*/ 0 h 971203"/>
              <a:gd name="connsiteX1" fmla="*/ 0 w 549395"/>
              <a:gd name="connsiteY1" fmla="*/ 0 h 971203"/>
              <a:gd name="connsiteX2" fmla="*/ 0 w 549395"/>
              <a:gd name="connsiteY2" fmla="*/ 421808 h 971203"/>
              <a:gd name="connsiteX3" fmla="*/ 0 w 549395"/>
              <a:gd name="connsiteY3" fmla="*/ 971203 h 971203"/>
              <a:gd name="connsiteX4" fmla="*/ 549395 w 549395"/>
              <a:gd name="connsiteY4" fmla="*/ 971203 h 971203"/>
              <a:gd name="connsiteX5" fmla="*/ 549395 w 549395"/>
              <a:gd name="connsiteY5" fmla="*/ 0 h 9712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9395" h="971203">
                <a:moveTo>
                  <a:pt x="549395" y="0"/>
                </a:moveTo>
                <a:lnTo>
                  <a:pt x="0" y="0"/>
                </a:lnTo>
                <a:lnTo>
                  <a:pt x="0" y="421808"/>
                </a:lnTo>
                <a:lnTo>
                  <a:pt x="0" y="971203"/>
                </a:lnTo>
                <a:lnTo>
                  <a:pt x="549395" y="971203"/>
                </a:lnTo>
                <a:lnTo>
                  <a:pt x="549395" y="0"/>
                </a:lnTo>
                <a:close/>
              </a:path>
            </a:pathLst>
          </a:cu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789" name="Freeform: Shape 788">
            <a:extLst>
              <a:ext uri="{FF2B5EF4-FFF2-40B4-BE49-F238E27FC236}">
                <a16:creationId xmlns:a16="http://schemas.microsoft.com/office/drawing/2014/main" id="{A8D9DDDF-0B40-4665-9080-ECDF9D052859}"/>
              </a:ext>
            </a:extLst>
          </p:cNvPr>
          <p:cNvSpPr/>
          <p:nvPr/>
        </p:nvSpPr>
        <p:spPr bwMode="gray">
          <a:xfrm flipH="1">
            <a:off x="11643891" y="3304165"/>
            <a:ext cx="548109" cy="549395"/>
          </a:xfrm>
          <a:custGeom>
            <a:avLst/>
            <a:gdLst>
              <a:gd name="connsiteX0" fmla="*/ 0 w 548109"/>
              <a:gd name="connsiteY0" fmla="*/ 0 h 549395"/>
              <a:gd name="connsiteX1" fmla="*/ 0 w 548109"/>
              <a:gd name="connsiteY1" fmla="*/ 549395 h 549395"/>
              <a:gd name="connsiteX2" fmla="*/ 546823 w 548109"/>
              <a:gd name="connsiteY2" fmla="*/ 549395 h 549395"/>
              <a:gd name="connsiteX3" fmla="*/ 548109 w 548109"/>
              <a:gd name="connsiteY3" fmla="*/ 548109 h 549395"/>
              <a:gd name="connsiteX4" fmla="*/ 0 w 548109"/>
              <a:gd name="connsiteY4" fmla="*/ 0 h 549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8109" h="549395">
                <a:moveTo>
                  <a:pt x="0" y="0"/>
                </a:moveTo>
                <a:lnTo>
                  <a:pt x="0" y="549395"/>
                </a:lnTo>
                <a:lnTo>
                  <a:pt x="546823" y="549395"/>
                </a:lnTo>
                <a:lnTo>
                  <a:pt x="548109" y="548109"/>
                </a:lnTo>
                <a:lnTo>
                  <a:pt x="0" y="0"/>
                </a:lnTo>
                <a:close/>
              </a:path>
            </a:pathLst>
          </a:cu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788" name="Freeform: Shape 787">
            <a:extLst>
              <a:ext uri="{FF2B5EF4-FFF2-40B4-BE49-F238E27FC236}">
                <a16:creationId xmlns:a16="http://schemas.microsoft.com/office/drawing/2014/main" id="{6E6077E7-70AA-4E3D-98F5-AD19E37C253F}"/>
              </a:ext>
            </a:extLst>
          </p:cNvPr>
          <p:cNvSpPr/>
          <p:nvPr/>
        </p:nvSpPr>
        <p:spPr bwMode="gray">
          <a:xfrm flipH="1">
            <a:off x="11642606" y="3850989"/>
            <a:ext cx="1285" cy="2570"/>
          </a:xfrm>
          <a:custGeom>
            <a:avLst/>
            <a:gdLst>
              <a:gd name="connsiteX0" fmla="*/ 1285 w 1285"/>
              <a:gd name="connsiteY0" fmla="*/ 0 h 2570"/>
              <a:gd name="connsiteX1" fmla="*/ 0 w 1285"/>
              <a:gd name="connsiteY1" fmla="*/ 1285 h 2570"/>
              <a:gd name="connsiteX2" fmla="*/ 1285 w 1285"/>
              <a:gd name="connsiteY2" fmla="*/ 2570 h 2570"/>
              <a:gd name="connsiteX3" fmla="*/ 1285 w 1285"/>
              <a:gd name="connsiteY3" fmla="*/ 0 h 2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85" h="2570">
                <a:moveTo>
                  <a:pt x="1285" y="0"/>
                </a:moveTo>
                <a:lnTo>
                  <a:pt x="0" y="1285"/>
                </a:lnTo>
                <a:lnTo>
                  <a:pt x="1285" y="2570"/>
                </a:lnTo>
                <a:lnTo>
                  <a:pt x="1285" y="0"/>
                </a:lnTo>
                <a:close/>
              </a:path>
            </a:pathLst>
          </a:cu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786" name="Freeform: Shape 785">
            <a:extLst>
              <a:ext uri="{FF2B5EF4-FFF2-40B4-BE49-F238E27FC236}">
                <a16:creationId xmlns:a16="http://schemas.microsoft.com/office/drawing/2014/main" id="{356C6A63-581D-4DEB-A13F-469034B75B77}"/>
              </a:ext>
            </a:extLst>
          </p:cNvPr>
          <p:cNvSpPr/>
          <p:nvPr/>
        </p:nvSpPr>
        <p:spPr bwMode="gray">
          <a:xfrm flipH="1">
            <a:off x="11642606" y="3853560"/>
            <a:ext cx="549394" cy="968632"/>
          </a:xfrm>
          <a:custGeom>
            <a:avLst/>
            <a:gdLst>
              <a:gd name="connsiteX0" fmla="*/ 549394 w 549394"/>
              <a:gd name="connsiteY0" fmla="*/ 0 h 968632"/>
              <a:gd name="connsiteX1" fmla="*/ 546823 w 549394"/>
              <a:gd name="connsiteY1" fmla="*/ 0 h 968632"/>
              <a:gd name="connsiteX2" fmla="*/ 0 w 549394"/>
              <a:gd name="connsiteY2" fmla="*/ 546823 h 968632"/>
              <a:gd name="connsiteX3" fmla="*/ 0 w 549394"/>
              <a:gd name="connsiteY3" fmla="*/ 968632 h 968632"/>
              <a:gd name="connsiteX4" fmla="*/ 549394 w 549394"/>
              <a:gd name="connsiteY4" fmla="*/ 968632 h 968632"/>
              <a:gd name="connsiteX5" fmla="*/ 549394 w 549394"/>
              <a:gd name="connsiteY5" fmla="*/ 0 h 968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9394" h="968632">
                <a:moveTo>
                  <a:pt x="549394" y="0"/>
                </a:moveTo>
                <a:lnTo>
                  <a:pt x="546823" y="0"/>
                </a:lnTo>
                <a:lnTo>
                  <a:pt x="0" y="546823"/>
                </a:lnTo>
                <a:lnTo>
                  <a:pt x="0" y="968632"/>
                </a:lnTo>
                <a:lnTo>
                  <a:pt x="549394" y="968632"/>
                </a:lnTo>
                <a:lnTo>
                  <a:pt x="549394" y="0"/>
                </a:lnTo>
                <a:close/>
              </a:path>
            </a:pathLst>
          </a:cu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785" name="Freeform: Shape 784">
            <a:extLst>
              <a:ext uri="{FF2B5EF4-FFF2-40B4-BE49-F238E27FC236}">
                <a16:creationId xmlns:a16="http://schemas.microsoft.com/office/drawing/2014/main" id="{B88F2A3E-8794-4A6F-B8EC-468CF9A9C7CF}"/>
              </a:ext>
            </a:extLst>
          </p:cNvPr>
          <p:cNvSpPr/>
          <p:nvPr/>
        </p:nvSpPr>
        <p:spPr bwMode="gray">
          <a:xfrm flipH="1">
            <a:off x="11642606" y="4823069"/>
            <a:ext cx="549394" cy="971203"/>
          </a:xfrm>
          <a:custGeom>
            <a:avLst/>
            <a:gdLst>
              <a:gd name="connsiteX0" fmla="*/ 549394 w 549394"/>
              <a:gd name="connsiteY0" fmla="*/ 0 h 971203"/>
              <a:gd name="connsiteX1" fmla="*/ 0 w 549394"/>
              <a:gd name="connsiteY1" fmla="*/ 0 h 971203"/>
              <a:gd name="connsiteX2" fmla="*/ 0 w 549394"/>
              <a:gd name="connsiteY2" fmla="*/ 421809 h 971203"/>
              <a:gd name="connsiteX3" fmla="*/ 549394 w 549394"/>
              <a:gd name="connsiteY3" fmla="*/ 971203 h 971203"/>
              <a:gd name="connsiteX4" fmla="*/ 549394 w 549394"/>
              <a:gd name="connsiteY4" fmla="*/ 0 h 9712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9394" h="971203">
                <a:moveTo>
                  <a:pt x="549394" y="0"/>
                </a:moveTo>
                <a:lnTo>
                  <a:pt x="0" y="0"/>
                </a:lnTo>
                <a:lnTo>
                  <a:pt x="0" y="421809"/>
                </a:lnTo>
                <a:lnTo>
                  <a:pt x="549394" y="971203"/>
                </a:lnTo>
                <a:lnTo>
                  <a:pt x="549394" y="0"/>
                </a:lnTo>
                <a:close/>
              </a:path>
            </a:pathLst>
          </a:cu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784" name="Freeform: Shape 783">
            <a:extLst>
              <a:ext uri="{FF2B5EF4-FFF2-40B4-BE49-F238E27FC236}">
                <a16:creationId xmlns:a16="http://schemas.microsoft.com/office/drawing/2014/main" id="{B08AAEAD-23A2-452F-8325-9F54FD378B43}"/>
              </a:ext>
            </a:extLst>
          </p:cNvPr>
          <p:cNvSpPr/>
          <p:nvPr/>
        </p:nvSpPr>
        <p:spPr bwMode="gray">
          <a:xfrm flipH="1">
            <a:off x="11642605" y="6217163"/>
            <a:ext cx="549395" cy="549395"/>
          </a:xfrm>
          <a:custGeom>
            <a:avLst/>
            <a:gdLst>
              <a:gd name="connsiteX0" fmla="*/ 0 w 549395"/>
              <a:gd name="connsiteY0" fmla="*/ 0 h 549395"/>
              <a:gd name="connsiteX1" fmla="*/ 0 w 549395"/>
              <a:gd name="connsiteY1" fmla="*/ 549395 h 549395"/>
              <a:gd name="connsiteX2" fmla="*/ 549395 w 549395"/>
              <a:gd name="connsiteY2" fmla="*/ 549395 h 549395"/>
              <a:gd name="connsiteX3" fmla="*/ 0 w 549395"/>
              <a:gd name="connsiteY3" fmla="*/ 0 h 549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9395" h="549395">
                <a:moveTo>
                  <a:pt x="0" y="0"/>
                </a:moveTo>
                <a:lnTo>
                  <a:pt x="0" y="549395"/>
                </a:lnTo>
                <a:lnTo>
                  <a:pt x="549395" y="549395"/>
                </a:lnTo>
                <a:lnTo>
                  <a:pt x="0" y="0"/>
                </a:lnTo>
                <a:close/>
              </a:path>
            </a:pathLst>
          </a:cu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723" name="Right Triangle 722">
            <a:extLst>
              <a:ext uri="{FF2B5EF4-FFF2-40B4-BE49-F238E27FC236}">
                <a16:creationId xmlns:a16="http://schemas.microsoft.com/office/drawing/2014/main" id="{3E22D31F-5380-4036-9107-1B9960149930}"/>
              </a:ext>
            </a:extLst>
          </p:cNvPr>
          <p:cNvSpPr/>
          <p:nvPr/>
        </p:nvSpPr>
        <p:spPr bwMode="gray">
          <a:xfrm>
            <a:off x="10670951" y="5795355"/>
            <a:ext cx="971203" cy="971203"/>
          </a:xfrm>
          <a:prstGeom prst="rtTriangle">
            <a:avLst/>
          </a:prstGeom>
          <a:solidFill>
            <a:sysClr val="window" lastClr="FFFFFF">
              <a:alpha val="9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724" name="Right Triangle 723">
            <a:extLst>
              <a:ext uri="{FF2B5EF4-FFF2-40B4-BE49-F238E27FC236}">
                <a16:creationId xmlns:a16="http://schemas.microsoft.com/office/drawing/2014/main" id="{B9E47E7A-CBF3-4332-A2F1-DBDD0013A86B}"/>
              </a:ext>
            </a:extLst>
          </p:cNvPr>
          <p:cNvSpPr/>
          <p:nvPr/>
        </p:nvSpPr>
        <p:spPr bwMode="gray">
          <a:xfrm rot="10800000">
            <a:off x="10670952" y="5795355"/>
            <a:ext cx="971203" cy="971203"/>
          </a:xfrm>
          <a:prstGeom prst="rtTriangle">
            <a:avLst/>
          </a:prstGeom>
          <a:solidFill>
            <a:sysClr val="window" lastClr="FFFFFF">
              <a:alpha val="3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725" name="Right Triangle 724">
            <a:extLst>
              <a:ext uri="{FF2B5EF4-FFF2-40B4-BE49-F238E27FC236}">
                <a16:creationId xmlns:a16="http://schemas.microsoft.com/office/drawing/2014/main" id="{46E98528-7204-4F8D-877D-54A607318DF3}"/>
              </a:ext>
            </a:extLst>
          </p:cNvPr>
          <p:cNvSpPr/>
          <p:nvPr/>
        </p:nvSpPr>
        <p:spPr bwMode="gray">
          <a:xfrm flipV="1">
            <a:off x="10670951" y="3850989"/>
            <a:ext cx="971203" cy="971203"/>
          </a:xfrm>
          <a:prstGeom prst="rtTriangle">
            <a:avLst/>
          </a:prstGeom>
          <a:solidFill>
            <a:sysClr val="window" lastClr="FFFFFF">
              <a:alpha val="13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726" name="Right Triangle 725">
            <a:extLst>
              <a:ext uri="{FF2B5EF4-FFF2-40B4-BE49-F238E27FC236}">
                <a16:creationId xmlns:a16="http://schemas.microsoft.com/office/drawing/2014/main" id="{D8E6B450-C85D-4039-BF6C-FAA4C9AA3DFD}"/>
              </a:ext>
            </a:extLst>
          </p:cNvPr>
          <p:cNvSpPr/>
          <p:nvPr/>
        </p:nvSpPr>
        <p:spPr bwMode="gray">
          <a:xfrm rot="10800000" flipV="1">
            <a:off x="10670952" y="3850989"/>
            <a:ext cx="971203" cy="971203"/>
          </a:xfrm>
          <a:prstGeom prst="rtTriangle">
            <a:avLst/>
          </a:prstGeom>
          <a:solidFill>
            <a:sysClr val="window" lastClr="FFFFFF">
              <a:alpha val="5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727" name="Right Triangle 726">
            <a:extLst>
              <a:ext uri="{FF2B5EF4-FFF2-40B4-BE49-F238E27FC236}">
                <a16:creationId xmlns:a16="http://schemas.microsoft.com/office/drawing/2014/main" id="{4F10CD0C-5955-4F69-BA2B-9F496ADA4C4F}"/>
              </a:ext>
            </a:extLst>
          </p:cNvPr>
          <p:cNvSpPr/>
          <p:nvPr/>
        </p:nvSpPr>
        <p:spPr bwMode="gray">
          <a:xfrm rot="10800000">
            <a:off x="10670952" y="4823069"/>
            <a:ext cx="971203" cy="971203"/>
          </a:xfrm>
          <a:prstGeom prst="rtTriangle">
            <a:avLst/>
          </a:prstGeom>
          <a:solidFill>
            <a:sysClr val="window" lastClr="FFFFFF">
              <a:alpha val="10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728" name="Right Triangle 727">
            <a:extLst>
              <a:ext uri="{FF2B5EF4-FFF2-40B4-BE49-F238E27FC236}">
                <a16:creationId xmlns:a16="http://schemas.microsoft.com/office/drawing/2014/main" id="{272E5C83-ED67-45FE-8643-CE688AB10F22}"/>
              </a:ext>
            </a:extLst>
          </p:cNvPr>
          <p:cNvSpPr/>
          <p:nvPr/>
        </p:nvSpPr>
        <p:spPr bwMode="gray">
          <a:xfrm>
            <a:off x="10670951" y="2882357"/>
            <a:ext cx="971203" cy="971203"/>
          </a:xfrm>
          <a:prstGeom prst="rtTriangle">
            <a:avLst/>
          </a:prstGeom>
          <a:solidFill>
            <a:sysClr val="window" lastClr="FFFFFF">
              <a:alpha val="3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729" name="Right Triangle 728">
            <a:extLst>
              <a:ext uri="{FF2B5EF4-FFF2-40B4-BE49-F238E27FC236}">
                <a16:creationId xmlns:a16="http://schemas.microsoft.com/office/drawing/2014/main" id="{F6B1467E-B931-4E40-A0C6-CC1147CC382E}"/>
              </a:ext>
            </a:extLst>
          </p:cNvPr>
          <p:cNvSpPr/>
          <p:nvPr/>
        </p:nvSpPr>
        <p:spPr bwMode="gray">
          <a:xfrm rot="10800000">
            <a:off x="10670951" y="2882357"/>
            <a:ext cx="971203" cy="971203"/>
          </a:xfrm>
          <a:prstGeom prst="rtTriangle">
            <a:avLst/>
          </a:pr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730" name="Right Triangle 729">
            <a:extLst>
              <a:ext uri="{FF2B5EF4-FFF2-40B4-BE49-F238E27FC236}">
                <a16:creationId xmlns:a16="http://schemas.microsoft.com/office/drawing/2014/main" id="{B188300A-D890-40C0-82A2-6D5C1B3211FB}"/>
              </a:ext>
            </a:extLst>
          </p:cNvPr>
          <p:cNvSpPr/>
          <p:nvPr/>
        </p:nvSpPr>
        <p:spPr bwMode="gray">
          <a:xfrm flipV="1">
            <a:off x="10670951" y="941662"/>
            <a:ext cx="971203" cy="971203"/>
          </a:xfrm>
          <a:prstGeom prst="rtTriangle">
            <a:avLst/>
          </a:pr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731" name="Right Triangle 730">
            <a:extLst>
              <a:ext uri="{FF2B5EF4-FFF2-40B4-BE49-F238E27FC236}">
                <a16:creationId xmlns:a16="http://schemas.microsoft.com/office/drawing/2014/main" id="{B650832F-3E4C-436F-A241-1885D9DBD00A}"/>
              </a:ext>
            </a:extLst>
          </p:cNvPr>
          <p:cNvSpPr/>
          <p:nvPr/>
        </p:nvSpPr>
        <p:spPr bwMode="gray">
          <a:xfrm>
            <a:off x="10670951" y="1913743"/>
            <a:ext cx="971203" cy="971203"/>
          </a:xfrm>
          <a:prstGeom prst="rtTriangle">
            <a:avLst/>
          </a:prstGeom>
          <a:solidFill>
            <a:sysClr val="window" lastClr="FFFFFF">
              <a:alpha val="11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732" name="Right Triangle 731">
            <a:extLst>
              <a:ext uri="{FF2B5EF4-FFF2-40B4-BE49-F238E27FC236}">
                <a16:creationId xmlns:a16="http://schemas.microsoft.com/office/drawing/2014/main" id="{E6BE1D67-5968-40F8-8DFC-636F0BAB83FB}"/>
              </a:ext>
            </a:extLst>
          </p:cNvPr>
          <p:cNvSpPr/>
          <p:nvPr/>
        </p:nvSpPr>
        <p:spPr bwMode="gray">
          <a:xfrm rot="10800000">
            <a:off x="10670951" y="1913743"/>
            <a:ext cx="971203" cy="971203"/>
          </a:xfrm>
          <a:prstGeom prst="rtTriangle">
            <a:avLst/>
          </a:pr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733" name="Right Triangle 732">
            <a:extLst>
              <a:ext uri="{FF2B5EF4-FFF2-40B4-BE49-F238E27FC236}">
                <a16:creationId xmlns:a16="http://schemas.microsoft.com/office/drawing/2014/main" id="{9BEE8E88-559E-405B-AC1E-936C66C7DE89}"/>
              </a:ext>
            </a:extLst>
          </p:cNvPr>
          <p:cNvSpPr/>
          <p:nvPr/>
        </p:nvSpPr>
        <p:spPr bwMode="gray">
          <a:xfrm>
            <a:off x="10670951" y="-27163"/>
            <a:ext cx="971203" cy="971203"/>
          </a:xfrm>
          <a:prstGeom prst="rtTriangle">
            <a:avLst/>
          </a:prstGeom>
          <a:solidFill>
            <a:sysClr val="window" lastClr="FFFFFF">
              <a:alpha val="12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734" name="Right Triangle 733">
            <a:extLst>
              <a:ext uri="{FF2B5EF4-FFF2-40B4-BE49-F238E27FC236}">
                <a16:creationId xmlns:a16="http://schemas.microsoft.com/office/drawing/2014/main" id="{B165E6C6-C6A9-4E1E-8261-1001059E47A8}"/>
              </a:ext>
            </a:extLst>
          </p:cNvPr>
          <p:cNvSpPr/>
          <p:nvPr/>
        </p:nvSpPr>
        <p:spPr bwMode="gray">
          <a:xfrm rot="10800000">
            <a:off x="10670951" y="-22208"/>
            <a:ext cx="971203" cy="971203"/>
          </a:xfrm>
          <a:prstGeom prst="rtTriangle">
            <a:avLst/>
          </a:pr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737" name="Right Triangle 736">
            <a:extLst>
              <a:ext uri="{FF2B5EF4-FFF2-40B4-BE49-F238E27FC236}">
                <a16:creationId xmlns:a16="http://schemas.microsoft.com/office/drawing/2014/main" id="{0C6887A0-AF09-41E0-B426-CF82BC98B0E8}"/>
              </a:ext>
            </a:extLst>
          </p:cNvPr>
          <p:cNvSpPr/>
          <p:nvPr/>
        </p:nvSpPr>
        <p:spPr bwMode="gray">
          <a:xfrm>
            <a:off x="4846200" y="5795355"/>
            <a:ext cx="971203" cy="971203"/>
          </a:xfrm>
          <a:prstGeom prst="rtTriangle">
            <a:avLst/>
          </a:prstGeom>
          <a:solidFill>
            <a:sysClr val="window" lastClr="FFFFFF">
              <a:alpha val="5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738" name="Right Triangle 737">
            <a:extLst>
              <a:ext uri="{FF2B5EF4-FFF2-40B4-BE49-F238E27FC236}">
                <a16:creationId xmlns:a16="http://schemas.microsoft.com/office/drawing/2014/main" id="{A2B1D576-0511-448B-A9F8-017BFA62DCAD}"/>
              </a:ext>
            </a:extLst>
          </p:cNvPr>
          <p:cNvSpPr/>
          <p:nvPr/>
        </p:nvSpPr>
        <p:spPr bwMode="gray">
          <a:xfrm flipV="1">
            <a:off x="4846200" y="3850989"/>
            <a:ext cx="971203" cy="971203"/>
          </a:xfrm>
          <a:prstGeom prst="rtTriangle">
            <a:avLst/>
          </a:prstGeom>
          <a:solidFill>
            <a:sysClr val="window" lastClr="FFFFFF">
              <a:alpha val="22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739" name="Right Triangle 738">
            <a:extLst>
              <a:ext uri="{FF2B5EF4-FFF2-40B4-BE49-F238E27FC236}">
                <a16:creationId xmlns:a16="http://schemas.microsoft.com/office/drawing/2014/main" id="{66B18D9F-B012-4FC2-A44F-D8096D86070C}"/>
              </a:ext>
            </a:extLst>
          </p:cNvPr>
          <p:cNvSpPr/>
          <p:nvPr/>
        </p:nvSpPr>
        <p:spPr bwMode="gray">
          <a:xfrm rot="10800000" flipV="1">
            <a:off x="4846201" y="3850989"/>
            <a:ext cx="971203" cy="971203"/>
          </a:xfrm>
          <a:prstGeom prst="rtTriangle">
            <a:avLst/>
          </a:prstGeom>
          <a:solidFill>
            <a:sysClr val="window" lastClr="FFFFFF">
              <a:alpha val="13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740" name="Right Triangle 739">
            <a:extLst>
              <a:ext uri="{FF2B5EF4-FFF2-40B4-BE49-F238E27FC236}">
                <a16:creationId xmlns:a16="http://schemas.microsoft.com/office/drawing/2014/main" id="{4C415472-B385-447B-AC0A-59F7EF1F7640}"/>
              </a:ext>
            </a:extLst>
          </p:cNvPr>
          <p:cNvSpPr/>
          <p:nvPr/>
        </p:nvSpPr>
        <p:spPr bwMode="gray">
          <a:xfrm>
            <a:off x="4846200" y="4823069"/>
            <a:ext cx="971203" cy="971203"/>
          </a:xfrm>
          <a:prstGeom prst="rtTriangle">
            <a:avLst/>
          </a:prstGeom>
          <a:solidFill>
            <a:sysClr val="window" lastClr="FFFFFF">
              <a:alpha val="13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741" name="Right Triangle 740">
            <a:extLst>
              <a:ext uri="{FF2B5EF4-FFF2-40B4-BE49-F238E27FC236}">
                <a16:creationId xmlns:a16="http://schemas.microsoft.com/office/drawing/2014/main" id="{D618D2F0-5040-4487-9320-BF03512CB652}"/>
              </a:ext>
            </a:extLst>
          </p:cNvPr>
          <p:cNvSpPr/>
          <p:nvPr/>
        </p:nvSpPr>
        <p:spPr bwMode="gray">
          <a:xfrm rot="10800000">
            <a:off x="4846201" y="4823069"/>
            <a:ext cx="971203" cy="971203"/>
          </a:xfrm>
          <a:prstGeom prst="rtTriangle">
            <a:avLst/>
          </a:prstGeom>
          <a:solidFill>
            <a:sysClr val="window" lastClr="FFFFFF">
              <a:alpha val="5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742" name="Right Triangle 741">
            <a:extLst>
              <a:ext uri="{FF2B5EF4-FFF2-40B4-BE49-F238E27FC236}">
                <a16:creationId xmlns:a16="http://schemas.microsoft.com/office/drawing/2014/main" id="{13EC3D77-2DA3-4DE4-B637-B6E1E9245641}"/>
              </a:ext>
            </a:extLst>
          </p:cNvPr>
          <p:cNvSpPr/>
          <p:nvPr/>
        </p:nvSpPr>
        <p:spPr bwMode="gray">
          <a:xfrm>
            <a:off x="4846200" y="2882357"/>
            <a:ext cx="971203" cy="971203"/>
          </a:xfrm>
          <a:prstGeom prst="rtTriangle">
            <a:avLst/>
          </a:prstGeom>
          <a:solidFill>
            <a:sysClr val="window" lastClr="FFFFFF">
              <a:alpha val="5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743" name="Right Triangle 742">
            <a:extLst>
              <a:ext uri="{FF2B5EF4-FFF2-40B4-BE49-F238E27FC236}">
                <a16:creationId xmlns:a16="http://schemas.microsoft.com/office/drawing/2014/main" id="{22098F0C-2982-4134-A5D2-3A88C1AD8653}"/>
              </a:ext>
            </a:extLst>
          </p:cNvPr>
          <p:cNvSpPr/>
          <p:nvPr/>
        </p:nvSpPr>
        <p:spPr bwMode="gray">
          <a:xfrm rot="10800000">
            <a:off x="4846201" y="2882357"/>
            <a:ext cx="971203" cy="971203"/>
          </a:xfrm>
          <a:prstGeom prst="rtTriangle">
            <a:avLst/>
          </a:prstGeom>
          <a:solidFill>
            <a:sysClr val="window" lastClr="FFFFFF">
              <a:alpha val="11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744" name="Right Triangle 743">
            <a:extLst>
              <a:ext uri="{FF2B5EF4-FFF2-40B4-BE49-F238E27FC236}">
                <a16:creationId xmlns:a16="http://schemas.microsoft.com/office/drawing/2014/main" id="{CE367989-B41E-4AC6-B6A6-5E304F9566FE}"/>
              </a:ext>
            </a:extLst>
          </p:cNvPr>
          <p:cNvSpPr/>
          <p:nvPr/>
        </p:nvSpPr>
        <p:spPr bwMode="gray">
          <a:xfrm flipV="1">
            <a:off x="4846200" y="941662"/>
            <a:ext cx="971203" cy="971203"/>
          </a:xfrm>
          <a:prstGeom prst="rtTriangle">
            <a:avLst/>
          </a:prstGeom>
          <a:solidFill>
            <a:sysClr val="window" lastClr="FFFFFF">
              <a:alpha val="22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745" name="Right Triangle 744">
            <a:extLst>
              <a:ext uri="{FF2B5EF4-FFF2-40B4-BE49-F238E27FC236}">
                <a16:creationId xmlns:a16="http://schemas.microsoft.com/office/drawing/2014/main" id="{CA89A69F-22F4-4B64-9236-CF8BC7181072}"/>
              </a:ext>
            </a:extLst>
          </p:cNvPr>
          <p:cNvSpPr/>
          <p:nvPr/>
        </p:nvSpPr>
        <p:spPr bwMode="gray">
          <a:xfrm rot="10800000" flipV="1">
            <a:off x="4846201" y="941662"/>
            <a:ext cx="971203" cy="971203"/>
          </a:xfrm>
          <a:prstGeom prst="rtTriangle">
            <a:avLst/>
          </a:prstGeom>
          <a:solidFill>
            <a:sysClr val="window" lastClr="FFFFFF">
              <a:alpha val="13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746" name="Right Triangle 745">
            <a:extLst>
              <a:ext uri="{FF2B5EF4-FFF2-40B4-BE49-F238E27FC236}">
                <a16:creationId xmlns:a16="http://schemas.microsoft.com/office/drawing/2014/main" id="{2CBB5DB4-6118-4872-9054-2F5A896E1FFC}"/>
              </a:ext>
            </a:extLst>
          </p:cNvPr>
          <p:cNvSpPr/>
          <p:nvPr/>
        </p:nvSpPr>
        <p:spPr bwMode="gray">
          <a:xfrm>
            <a:off x="4846200" y="1906998"/>
            <a:ext cx="971203" cy="971203"/>
          </a:xfrm>
          <a:prstGeom prst="rtTriangle">
            <a:avLst/>
          </a:prstGeom>
          <a:solidFill>
            <a:sysClr val="window" lastClr="FFFFFF">
              <a:alpha val="7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747" name="Right Triangle 746">
            <a:extLst>
              <a:ext uri="{FF2B5EF4-FFF2-40B4-BE49-F238E27FC236}">
                <a16:creationId xmlns:a16="http://schemas.microsoft.com/office/drawing/2014/main" id="{4E35E85A-DD92-4A15-AE9E-1039AF4B06AD}"/>
              </a:ext>
            </a:extLst>
          </p:cNvPr>
          <p:cNvSpPr/>
          <p:nvPr/>
        </p:nvSpPr>
        <p:spPr bwMode="gray">
          <a:xfrm rot="10800000">
            <a:off x="4846201" y="1913743"/>
            <a:ext cx="971203" cy="971203"/>
          </a:xfrm>
          <a:prstGeom prst="rtTriangle">
            <a:avLst/>
          </a:prstGeom>
          <a:solidFill>
            <a:sysClr val="window" lastClr="FFFFFF">
              <a:alpha val="5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748" name="Right Triangle 747">
            <a:extLst>
              <a:ext uri="{FF2B5EF4-FFF2-40B4-BE49-F238E27FC236}">
                <a16:creationId xmlns:a16="http://schemas.microsoft.com/office/drawing/2014/main" id="{E3FBAB74-79E7-4890-B1D2-5DD21B297B7D}"/>
              </a:ext>
            </a:extLst>
          </p:cNvPr>
          <p:cNvSpPr/>
          <p:nvPr/>
        </p:nvSpPr>
        <p:spPr bwMode="gray">
          <a:xfrm>
            <a:off x="4846200" y="-27163"/>
            <a:ext cx="971203" cy="971203"/>
          </a:xfrm>
          <a:prstGeom prst="rtTriangle">
            <a:avLst/>
          </a:prstGeom>
          <a:solidFill>
            <a:sysClr val="window" lastClr="FFFFFF">
              <a:alpha val="13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749" name="Right Triangle 748">
            <a:extLst>
              <a:ext uri="{FF2B5EF4-FFF2-40B4-BE49-F238E27FC236}">
                <a16:creationId xmlns:a16="http://schemas.microsoft.com/office/drawing/2014/main" id="{4061B251-6E80-4362-89D2-7324515AC2B4}"/>
              </a:ext>
            </a:extLst>
          </p:cNvPr>
          <p:cNvSpPr/>
          <p:nvPr/>
        </p:nvSpPr>
        <p:spPr bwMode="gray">
          <a:xfrm rot="10800000">
            <a:off x="4846201" y="-22208"/>
            <a:ext cx="971203" cy="971203"/>
          </a:xfrm>
          <a:prstGeom prst="rtTriangle">
            <a:avLst/>
          </a:pr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751" name="Right Triangle 750">
            <a:extLst>
              <a:ext uri="{FF2B5EF4-FFF2-40B4-BE49-F238E27FC236}">
                <a16:creationId xmlns:a16="http://schemas.microsoft.com/office/drawing/2014/main" id="{81605547-D2F9-4FED-8C34-F1FE73878546}"/>
              </a:ext>
            </a:extLst>
          </p:cNvPr>
          <p:cNvSpPr/>
          <p:nvPr/>
        </p:nvSpPr>
        <p:spPr bwMode="gray">
          <a:xfrm flipH="1">
            <a:off x="5814360" y="5795355"/>
            <a:ext cx="971203" cy="971203"/>
          </a:xfrm>
          <a:prstGeom prst="rtTriangle">
            <a:avLst/>
          </a:prstGeom>
          <a:solidFill>
            <a:sysClr val="window" lastClr="FFFFFF">
              <a:alpha val="1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752" name="Right Triangle 751">
            <a:extLst>
              <a:ext uri="{FF2B5EF4-FFF2-40B4-BE49-F238E27FC236}">
                <a16:creationId xmlns:a16="http://schemas.microsoft.com/office/drawing/2014/main" id="{1DD05993-48BF-4BF0-A9C2-AC47240F4908}"/>
              </a:ext>
            </a:extLst>
          </p:cNvPr>
          <p:cNvSpPr/>
          <p:nvPr/>
        </p:nvSpPr>
        <p:spPr bwMode="gray">
          <a:xfrm rot="10800000" flipH="1">
            <a:off x="5814360" y="5795355"/>
            <a:ext cx="971203" cy="971203"/>
          </a:xfrm>
          <a:prstGeom prst="rtTriangle">
            <a:avLst/>
          </a:prstGeom>
          <a:solidFill>
            <a:sysClr val="window" lastClr="FFFFFF">
              <a:alpha val="12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753" name="Right Triangle 752">
            <a:extLst>
              <a:ext uri="{FF2B5EF4-FFF2-40B4-BE49-F238E27FC236}">
                <a16:creationId xmlns:a16="http://schemas.microsoft.com/office/drawing/2014/main" id="{AFAA0356-99BA-4C4D-AE54-6D41F5F6342C}"/>
              </a:ext>
            </a:extLst>
          </p:cNvPr>
          <p:cNvSpPr/>
          <p:nvPr/>
        </p:nvSpPr>
        <p:spPr bwMode="gray">
          <a:xfrm flipH="1" flipV="1">
            <a:off x="5814360" y="3850989"/>
            <a:ext cx="971203" cy="971203"/>
          </a:xfrm>
          <a:prstGeom prst="rtTriangle">
            <a:avLst/>
          </a:prstGeom>
          <a:solidFill>
            <a:sysClr val="window" lastClr="FFFFFF">
              <a:alpha val="5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754" name="Right Triangle 753">
            <a:extLst>
              <a:ext uri="{FF2B5EF4-FFF2-40B4-BE49-F238E27FC236}">
                <a16:creationId xmlns:a16="http://schemas.microsoft.com/office/drawing/2014/main" id="{FEB49CD0-624F-4EFF-BB66-50522379056E}"/>
              </a:ext>
            </a:extLst>
          </p:cNvPr>
          <p:cNvSpPr/>
          <p:nvPr/>
        </p:nvSpPr>
        <p:spPr bwMode="gray">
          <a:xfrm rot="10800000" flipH="1">
            <a:off x="5814360" y="4823069"/>
            <a:ext cx="971203" cy="971203"/>
          </a:xfrm>
          <a:prstGeom prst="rtTriangle">
            <a:avLst/>
          </a:prstGeom>
          <a:solidFill>
            <a:sysClr val="window" lastClr="FFFFFF">
              <a:alpha val="13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755" name="Right Triangle 754">
            <a:extLst>
              <a:ext uri="{FF2B5EF4-FFF2-40B4-BE49-F238E27FC236}">
                <a16:creationId xmlns:a16="http://schemas.microsoft.com/office/drawing/2014/main" id="{ABB47E31-296D-449A-9434-91EB835C1BDC}"/>
              </a:ext>
            </a:extLst>
          </p:cNvPr>
          <p:cNvSpPr/>
          <p:nvPr/>
        </p:nvSpPr>
        <p:spPr bwMode="gray">
          <a:xfrm flipH="1">
            <a:off x="5814360" y="2882357"/>
            <a:ext cx="971203" cy="971203"/>
          </a:xfrm>
          <a:prstGeom prst="rtTriangle">
            <a:avLst/>
          </a:prstGeom>
          <a:solidFill>
            <a:sysClr val="window" lastClr="FFFFFF">
              <a:alpha val="1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756" name="Right Triangle 755">
            <a:extLst>
              <a:ext uri="{FF2B5EF4-FFF2-40B4-BE49-F238E27FC236}">
                <a16:creationId xmlns:a16="http://schemas.microsoft.com/office/drawing/2014/main" id="{784EA560-CDD0-4FE9-99D1-F442AAEAAA07}"/>
              </a:ext>
            </a:extLst>
          </p:cNvPr>
          <p:cNvSpPr/>
          <p:nvPr/>
        </p:nvSpPr>
        <p:spPr bwMode="gray">
          <a:xfrm rot="10800000" flipH="1">
            <a:off x="5814360" y="2882357"/>
            <a:ext cx="971203" cy="971203"/>
          </a:xfrm>
          <a:prstGeom prst="rtTriangle">
            <a:avLst/>
          </a:pr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757" name="Right Triangle 756">
            <a:extLst>
              <a:ext uri="{FF2B5EF4-FFF2-40B4-BE49-F238E27FC236}">
                <a16:creationId xmlns:a16="http://schemas.microsoft.com/office/drawing/2014/main" id="{CA1EEF65-B6C8-492C-8986-AA06DD0ECF0F}"/>
              </a:ext>
            </a:extLst>
          </p:cNvPr>
          <p:cNvSpPr/>
          <p:nvPr/>
        </p:nvSpPr>
        <p:spPr bwMode="gray">
          <a:xfrm flipH="1" flipV="1">
            <a:off x="5814360" y="941662"/>
            <a:ext cx="971203" cy="971203"/>
          </a:xfrm>
          <a:prstGeom prst="rtTriangle">
            <a:avLst/>
          </a:prstGeom>
          <a:solidFill>
            <a:sysClr val="window" lastClr="FFFFFF">
              <a:alpha val="8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758" name="Right Triangle 757">
            <a:extLst>
              <a:ext uri="{FF2B5EF4-FFF2-40B4-BE49-F238E27FC236}">
                <a16:creationId xmlns:a16="http://schemas.microsoft.com/office/drawing/2014/main" id="{C9A9CF9C-19E8-404A-B473-E5BE50486F39}"/>
              </a:ext>
            </a:extLst>
          </p:cNvPr>
          <p:cNvSpPr/>
          <p:nvPr/>
        </p:nvSpPr>
        <p:spPr bwMode="gray">
          <a:xfrm flipH="1">
            <a:off x="5814360" y="1913743"/>
            <a:ext cx="971203" cy="971203"/>
          </a:xfrm>
          <a:prstGeom prst="rtTriangle">
            <a:avLst/>
          </a:prstGeom>
          <a:solidFill>
            <a:sysClr val="window" lastClr="FFFFFF">
              <a:alpha val="2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759" name="Right Triangle 758">
            <a:extLst>
              <a:ext uri="{FF2B5EF4-FFF2-40B4-BE49-F238E27FC236}">
                <a16:creationId xmlns:a16="http://schemas.microsoft.com/office/drawing/2014/main" id="{16B57B36-B749-411E-8280-ED23ACD33E7B}"/>
              </a:ext>
            </a:extLst>
          </p:cNvPr>
          <p:cNvSpPr/>
          <p:nvPr/>
        </p:nvSpPr>
        <p:spPr bwMode="gray">
          <a:xfrm rot="10800000" flipH="1">
            <a:off x="5814361" y="1913743"/>
            <a:ext cx="971203" cy="971203"/>
          </a:xfrm>
          <a:prstGeom prst="rtTriangle">
            <a:avLst/>
          </a:prstGeom>
          <a:solidFill>
            <a:sysClr val="window" lastClr="FFFFFF">
              <a:alpha val="13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760" name="Right Triangle 759">
            <a:extLst>
              <a:ext uri="{FF2B5EF4-FFF2-40B4-BE49-F238E27FC236}">
                <a16:creationId xmlns:a16="http://schemas.microsoft.com/office/drawing/2014/main" id="{6D770A62-A527-4B7D-BB9D-B46CACB9F370}"/>
              </a:ext>
            </a:extLst>
          </p:cNvPr>
          <p:cNvSpPr/>
          <p:nvPr/>
        </p:nvSpPr>
        <p:spPr bwMode="gray">
          <a:xfrm flipH="1">
            <a:off x="5814360" y="-27163"/>
            <a:ext cx="971203" cy="971203"/>
          </a:xfrm>
          <a:prstGeom prst="rtTriangle">
            <a:avLst/>
          </a:prstGeom>
          <a:solidFill>
            <a:sysClr val="window" lastClr="FFFFFF">
              <a:alpha val="1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761" name="Right Triangle 760">
            <a:extLst>
              <a:ext uri="{FF2B5EF4-FFF2-40B4-BE49-F238E27FC236}">
                <a16:creationId xmlns:a16="http://schemas.microsoft.com/office/drawing/2014/main" id="{B15B1A1A-39C0-4529-A83A-437B5EEA4CD0}"/>
              </a:ext>
            </a:extLst>
          </p:cNvPr>
          <p:cNvSpPr/>
          <p:nvPr/>
        </p:nvSpPr>
        <p:spPr bwMode="gray">
          <a:xfrm rot="10800000" flipH="1">
            <a:off x="5814360" y="-22208"/>
            <a:ext cx="971203" cy="971203"/>
          </a:xfrm>
          <a:prstGeom prst="rtTriangle">
            <a:avLst/>
          </a:prstGeom>
          <a:solidFill>
            <a:sysClr val="window" lastClr="FFFFFF">
              <a:alpha val="12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565" name="Right Triangle 564">
            <a:extLst>
              <a:ext uri="{FF2B5EF4-FFF2-40B4-BE49-F238E27FC236}">
                <a16:creationId xmlns:a16="http://schemas.microsoft.com/office/drawing/2014/main" id="{5A4E746D-3C3B-4D53-959F-C836AF227DE2}"/>
              </a:ext>
            </a:extLst>
          </p:cNvPr>
          <p:cNvSpPr/>
          <p:nvPr/>
        </p:nvSpPr>
        <p:spPr bwMode="gray">
          <a:xfrm>
            <a:off x="6785686" y="5795355"/>
            <a:ext cx="971203" cy="971203"/>
          </a:xfrm>
          <a:prstGeom prst="rtTriangle">
            <a:avLst/>
          </a:pr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566" name="Right Triangle 565">
            <a:extLst>
              <a:ext uri="{FF2B5EF4-FFF2-40B4-BE49-F238E27FC236}">
                <a16:creationId xmlns:a16="http://schemas.microsoft.com/office/drawing/2014/main" id="{8C99A34E-1530-4A70-BEA6-13365FBFCF62}"/>
              </a:ext>
            </a:extLst>
          </p:cNvPr>
          <p:cNvSpPr/>
          <p:nvPr/>
        </p:nvSpPr>
        <p:spPr bwMode="gray">
          <a:xfrm rot="10800000">
            <a:off x="6785686" y="5795355"/>
            <a:ext cx="971203" cy="971203"/>
          </a:xfrm>
          <a:prstGeom prst="rtTriangle">
            <a:avLst/>
          </a:prstGeom>
          <a:solidFill>
            <a:sysClr val="window" lastClr="FFFFFF">
              <a:alpha val="13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567" name="Right Triangle 566">
            <a:extLst>
              <a:ext uri="{FF2B5EF4-FFF2-40B4-BE49-F238E27FC236}">
                <a16:creationId xmlns:a16="http://schemas.microsoft.com/office/drawing/2014/main" id="{6C86787E-4B1E-4795-8F01-302C1EAA7C5E}"/>
              </a:ext>
            </a:extLst>
          </p:cNvPr>
          <p:cNvSpPr/>
          <p:nvPr/>
        </p:nvSpPr>
        <p:spPr bwMode="gray">
          <a:xfrm flipV="1">
            <a:off x="6785686" y="3850989"/>
            <a:ext cx="971203" cy="971203"/>
          </a:xfrm>
          <a:prstGeom prst="rtTriangle">
            <a:avLst/>
          </a:prstGeom>
          <a:solidFill>
            <a:sysClr val="window" lastClr="FFFFFF">
              <a:alpha val="13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568" name="Right Triangle 567">
            <a:extLst>
              <a:ext uri="{FF2B5EF4-FFF2-40B4-BE49-F238E27FC236}">
                <a16:creationId xmlns:a16="http://schemas.microsoft.com/office/drawing/2014/main" id="{0557DA40-0B50-4571-ADB7-E92D5ED30F3C}"/>
              </a:ext>
            </a:extLst>
          </p:cNvPr>
          <p:cNvSpPr/>
          <p:nvPr/>
        </p:nvSpPr>
        <p:spPr bwMode="gray">
          <a:xfrm>
            <a:off x="6785686" y="4823069"/>
            <a:ext cx="971203" cy="971203"/>
          </a:xfrm>
          <a:prstGeom prst="rtTriangle">
            <a:avLst/>
          </a:pr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569" name="Right Triangle 568">
            <a:extLst>
              <a:ext uri="{FF2B5EF4-FFF2-40B4-BE49-F238E27FC236}">
                <a16:creationId xmlns:a16="http://schemas.microsoft.com/office/drawing/2014/main" id="{4BAB721F-0FF5-4B2B-AEE5-E236A274AAA8}"/>
              </a:ext>
            </a:extLst>
          </p:cNvPr>
          <p:cNvSpPr/>
          <p:nvPr/>
        </p:nvSpPr>
        <p:spPr bwMode="gray">
          <a:xfrm rot="10800000">
            <a:off x="6785686" y="4823069"/>
            <a:ext cx="971203" cy="971203"/>
          </a:xfrm>
          <a:prstGeom prst="rtTriangle">
            <a:avLst/>
          </a:prstGeom>
          <a:solidFill>
            <a:sysClr val="window" lastClr="FFFFFF">
              <a:alpha val="10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570" name="Right Triangle 569">
            <a:extLst>
              <a:ext uri="{FF2B5EF4-FFF2-40B4-BE49-F238E27FC236}">
                <a16:creationId xmlns:a16="http://schemas.microsoft.com/office/drawing/2014/main" id="{5FCB2851-552E-4894-923D-149F0F822D81}"/>
              </a:ext>
            </a:extLst>
          </p:cNvPr>
          <p:cNvSpPr/>
          <p:nvPr/>
        </p:nvSpPr>
        <p:spPr bwMode="gray">
          <a:xfrm>
            <a:off x="6785686" y="2882357"/>
            <a:ext cx="971203" cy="971203"/>
          </a:xfrm>
          <a:prstGeom prst="rtTriangle">
            <a:avLst/>
          </a:prstGeom>
          <a:solidFill>
            <a:sysClr val="window" lastClr="FFFFFF">
              <a:alpha val="8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571" name="Right Triangle 570">
            <a:extLst>
              <a:ext uri="{FF2B5EF4-FFF2-40B4-BE49-F238E27FC236}">
                <a16:creationId xmlns:a16="http://schemas.microsoft.com/office/drawing/2014/main" id="{C07F9D48-01DA-475D-A1E1-D985899851A9}"/>
              </a:ext>
            </a:extLst>
          </p:cNvPr>
          <p:cNvSpPr/>
          <p:nvPr/>
        </p:nvSpPr>
        <p:spPr bwMode="gray">
          <a:xfrm flipV="1">
            <a:off x="6785686" y="941662"/>
            <a:ext cx="971203" cy="971203"/>
          </a:xfrm>
          <a:prstGeom prst="rtTriangle">
            <a:avLst/>
          </a:pr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572" name="Right Triangle 571">
            <a:extLst>
              <a:ext uri="{FF2B5EF4-FFF2-40B4-BE49-F238E27FC236}">
                <a16:creationId xmlns:a16="http://schemas.microsoft.com/office/drawing/2014/main" id="{5F7940E6-B49A-4E60-80BF-DDE5F67A6B36}"/>
              </a:ext>
            </a:extLst>
          </p:cNvPr>
          <p:cNvSpPr/>
          <p:nvPr/>
        </p:nvSpPr>
        <p:spPr bwMode="gray">
          <a:xfrm>
            <a:off x="6785686" y="1913743"/>
            <a:ext cx="971203" cy="971203"/>
          </a:xfrm>
          <a:prstGeom prst="rtTriangle">
            <a:avLst/>
          </a:pr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573" name="Right Triangle 572">
            <a:extLst>
              <a:ext uri="{FF2B5EF4-FFF2-40B4-BE49-F238E27FC236}">
                <a16:creationId xmlns:a16="http://schemas.microsoft.com/office/drawing/2014/main" id="{3A51084D-A503-43F3-8B18-24A6F76FFCCF}"/>
              </a:ext>
            </a:extLst>
          </p:cNvPr>
          <p:cNvSpPr/>
          <p:nvPr/>
        </p:nvSpPr>
        <p:spPr bwMode="gray">
          <a:xfrm rot="10800000">
            <a:off x="6785687" y="1913743"/>
            <a:ext cx="971203" cy="971203"/>
          </a:xfrm>
          <a:prstGeom prst="rtTriangle">
            <a:avLst/>
          </a:prstGeom>
          <a:solidFill>
            <a:sysClr val="window" lastClr="FFFFFF">
              <a:alpha val="11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574" name="Right Triangle 573">
            <a:extLst>
              <a:ext uri="{FF2B5EF4-FFF2-40B4-BE49-F238E27FC236}">
                <a16:creationId xmlns:a16="http://schemas.microsoft.com/office/drawing/2014/main" id="{C829B06F-934B-4B81-8FEA-32B7C2215111}"/>
              </a:ext>
            </a:extLst>
          </p:cNvPr>
          <p:cNvSpPr/>
          <p:nvPr/>
        </p:nvSpPr>
        <p:spPr bwMode="gray">
          <a:xfrm>
            <a:off x="6785686" y="-27163"/>
            <a:ext cx="971203" cy="971203"/>
          </a:xfrm>
          <a:prstGeom prst="rtTriangle">
            <a:avLst/>
          </a:pr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575" name="Right Triangle 574">
            <a:extLst>
              <a:ext uri="{FF2B5EF4-FFF2-40B4-BE49-F238E27FC236}">
                <a16:creationId xmlns:a16="http://schemas.microsoft.com/office/drawing/2014/main" id="{7E1BDC98-52A0-4FD1-8421-75555F93D09B}"/>
              </a:ext>
            </a:extLst>
          </p:cNvPr>
          <p:cNvSpPr/>
          <p:nvPr/>
        </p:nvSpPr>
        <p:spPr bwMode="gray">
          <a:xfrm rot="10800000">
            <a:off x="6785686" y="-22208"/>
            <a:ext cx="971203" cy="971203"/>
          </a:xfrm>
          <a:prstGeom prst="rtTriangle">
            <a:avLst/>
          </a:prstGeom>
          <a:solidFill>
            <a:sysClr val="window" lastClr="FFFFFF">
              <a:alpha val="1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577" name="Right Triangle 576">
            <a:extLst>
              <a:ext uri="{FF2B5EF4-FFF2-40B4-BE49-F238E27FC236}">
                <a16:creationId xmlns:a16="http://schemas.microsoft.com/office/drawing/2014/main" id="{ACC2949E-3286-486B-8D95-976F7FBB128F}"/>
              </a:ext>
            </a:extLst>
          </p:cNvPr>
          <p:cNvSpPr/>
          <p:nvPr/>
        </p:nvSpPr>
        <p:spPr bwMode="gray">
          <a:xfrm flipH="1">
            <a:off x="7756889" y="5795355"/>
            <a:ext cx="971203" cy="971203"/>
          </a:xfrm>
          <a:prstGeom prst="rtTriangle">
            <a:avLst/>
          </a:prstGeom>
          <a:solidFill>
            <a:sysClr val="window" lastClr="FFFFFF">
              <a:alpha val="3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578" name="Right Triangle 577">
            <a:extLst>
              <a:ext uri="{FF2B5EF4-FFF2-40B4-BE49-F238E27FC236}">
                <a16:creationId xmlns:a16="http://schemas.microsoft.com/office/drawing/2014/main" id="{F5C5469C-7098-4CB6-B030-6646E4D1375B}"/>
              </a:ext>
            </a:extLst>
          </p:cNvPr>
          <p:cNvSpPr/>
          <p:nvPr/>
        </p:nvSpPr>
        <p:spPr bwMode="gray">
          <a:xfrm flipH="1" flipV="1">
            <a:off x="7756889" y="3850989"/>
            <a:ext cx="971203" cy="971203"/>
          </a:xfrm>
          <a:prstGeom prst="rtTriangle">
            <a:avLst/>
          </a:prstGeom>
          <a:solidFill>
            <a:sysClr val="window" lastClr="FFFFFF">
              <a:alpha val="5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579" name="Right Triangle 578">
            <a:extLst>
              <a:ext uri="{FF2B5EF4-FFF2-40B4-BE49-F238E27FC236}">
                <a16:creationId xmlns:a16="http://schemas.microsoft.com/office/drawing/2014/main" id="{5A8390C4-7D9D-46DB-91DF-DBD8210FE02A}"/>
              </a:ext>
            </a:extLst>
          </p:cNvPr>
          <p:cNvSpPr/>
          <p:nvPr/>
        </p:nvSpPr>
        <p:spPr bwMode="gray">
          <a:xfrm rot="10800000" flipH="1" flipV="1">
            <a:off x="7756890" y="3850989"/>
            <a:ext cx="971203" cy="971203"/>
          </a:xfrm>
          <a:prstGeom prst="rtTriangle">
            <a:avLst/>
          </a:prstGeom>
          <a:solidFill>
            <a:sysClr val="window" lastClr="FFFFFF">
              <a:alpha val="13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580" name="Right Triangle 579">
            <a:extLst>
              <a:ext uri="{FF2B5EF4-FFF2-40B4-BE49-F238E27FC236}">
                <a16:creationId xmlns:a16="http://schemas.microsoft.com/office/drawing/2014/main" id="{9BE8B15B-B597-415C-A142-DF74AF30D270}"/>
              </a:ext>
            </a:extLst>
          </p:cNvPr>
          <p:cNvSpPr/>
          <p:nvPr/>
        </p:nvSpPr>
        <p:spPr bwMode="gray">
          <a:xfrm flipH="1">
            <a:off x="7756889" y="4823069"/>
            <a:ext cx="971203" cy="971203"/>
          </a:xfrm>
          <a:prstGeom prst="rtTriangle">
            <a:avLst/>
          </a:pr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581" name="Right Triangle 580">
            <a:extLst>
              <a:ext uri="{FF2B5EF4-FFF2-40B4-BE49-F238E27FC236}">
                <a16:creationId xmlns:a16="http://schemas.microsoft.com/office/drawing/2014/main" id="{014BFE1E-1C83-488E-AB5A-C86F60E83A3C}"/>
              </a:ext>
            </a:extLst>
          </p:cNvPr>
          <p:cNvSpPr/>
          <p:nvPr/>
        </p:nvSpPr>
        <p:spPr bwMode="gray">
          <a:xfrm flipH="1">
            <a:off x="7756889" y="2882357"/>
            <a:ext cx="971203" cy="971203"/>
          </a:xfrm>
          <a:prstGeom prst="rtTriangle">
            <a:avLst/>
          </a:prstGeom>
          <a:solidFill>
            <a:sysClr val="window" lastClr="FFFFFF">
              <a:alpha val="13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582" name="Right Triangle 581">
            <a:extLst>
              <a:ext uri="{FF2B5EF4-FFF2-40B4-BE49-F238E27FC236}">
                <a16:creationId xmlns:a16="http://schemas.microsoft.com/office/drawing/2014/main" id="{B645A53D-B562-4695-8BE3-743EC71DCD51}"/>
              </a:ext>
            </a:extLst>
          </p:cNvPr>
          <p:cNvSpPr/>
          <p:nvPr/>
        </p:nvSpPr>
        <p:spPr bwMode="gray">
          <a:xfrm rot="10800000" flipH="1">
            <a:off x="7756890" y="2882357"/>
            <a:ext cx="971203" cy="971203"/>
          </a:xfrm>
          <a:prstGeom prst="rtTriangle">
            <a:avLst/>
          </a:pr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583" name="Right Triangle 582">
            <a:extLst>
              <a:ext uri="{FF2B5EF4-FFF2-40B4-BE49-F238E27FC236}">
                <a16:creationId xmlns:a16="http://schemas.microsoft.com/office/drawing/2014/main" id="{26B694A6-38A4-4A66-B185-881741507569}"/>
              </a:ext>
            </a:extLst>
          </p:cNvPr>
          <p:cNvSpPr/>
          <p:nvPr/>
        </p:nvSpPr>
        <p:spPr bwMode="gray">
          <a:xfrm flipH="1" flipV="1">
            <a:off x="7756889" y="941662"/>
            <a:ext cx="971203" cy="971203"/>
          </a:xfrm>
          <a:prstGeom prst="rtTriangle">
            <a:avLst/>
          </a:prstGeom>
          <a:solidFill>
            <a:sysClr val="window" lastClr="FFFFFF">
              <a:alpha val="12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584" name="Right Triangle 583">
            <a:extLst>
              <a:ext uri="{FF2B5EF4-FFF2-40B4-BE49-F238E27FC236}">
                <a16:creationId xmlns:a16="http://schemas.microsoft.com/office/drawing/2014/main" id="{19790F5C-E85E-4C2A-9603-F6D7F4DB5048}"/>
              </a:ext>
            </a:extLst>
          </p:cNvPr>
          <p:cNvSpPr/>
          <p:nvPr/>
        </p:nvSpPr>
        <p:spPr bwMode="gray">
          <a:xfrm rot="10800000" flipH="1" flipV="1">
            <a:off x="7756889" y="941663"/>
            <a:ext cx="971203" cy="971203"/>
          </a:xfrm>
          <a:prstGeom prst="rtTriangle">
            <a:avLst/>
          </a:pr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585" name="Right Triangle 584">
            <a:extLst>
              <a:ext uri="{FF2B5EF4-FFF2-40B4-BE49-F238E27FC236}">
                <a16:creationId xmlns:a16="http://schemas.microsoft.com/office/drawing/2014/main" id="{FDA733CF-B68A-4988-A22A-19CA08EEC040}"/>
              </a:ext>
            </a:extLst>
          </p:cNvPr>
          <p:cNvSpPr/>
          <p:nvPr/>
        </p:nvSpPr>
        <p:spPr bwMode="gray">
          <a:xfrm flipH="1">
            <a:off x="7756889" y="1913743"/>
            <a:ext cx="971203" cy="971203"/>
          </a:xfrm>
          <a:prstGeom prst="rtTriangle">
            <a:avLst/>
          </a:prstGeom>
          <a:solidFill>
            <a:sysClr val="window" lastClr="FFFFFF">
              <a:alpha val="13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586" name="Right Triangle 585">
            <a:extLst>
              <a:ext uri="{FF2B5EF4-FFF2-40B4-BE49-F238E27FC236}">
                <a16:creationId xmlns:a16="http://schemas.microsoft.com/office/drawing/2014/main" id="{863AEBA4-A4D5-483D-9761-26EDD8E2A3FF}"/>
              </a:ext>
            </a:extLst>
          </p:cNvPr>
          <p:cNvSpPr/>
          <p:nvPr/>
        </p:nvSpPr>
        <p:spPr bwMode="gray">
          <a:xfrm rot="10800000" flipH="1">
            <a:off x="7756890" y="1913743"/>
            <a:ext cx="971203" cy="971203"/>
          </a:xfrm>
          <a:prstGeom prst="rtTriangle">
            <a:avLst/>
          </a:prstGeom>
          <a:solidFill>
            <a:sysClr val="window" lastClr="FFFFFF">
              <a:alpha val="5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587" name="Right Triangle 586">
            <a:extLst>
              <a:ext uri="{FF2B5EF4-FFF2-40B4-BE49-F238E27FC236}">
                <a16:creationId xmlns:a16="http://schemas.microsoft.com/office/drawing/2014/main" id="{969145DD-B3E4-41B3-8A07-3897749C603F}"/>
              </a:ext>
            </a:extLst>
          </p:cNvPr>
          <p:cNvSpPr/>
          <p:nvPr/>
        </p:nvSpPr>
        <p:spPr bwMode="gray">
          <a:xfrm flipH="1">
            <a:off x="7756889" y="-27163"/>
            <a:ext cx="971203" cy="971203"/>
          </a:xfrm>
          <a:prstGeom prst="rtTriangle">
            <a:avLst/>
          </a:prstGeom>
          <a:solidFill>
            <a:sysClr val="window" lastClr="FFFFFF">
              <a:alpha val="5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588" name="Right Triangle 587">
            <a:extLst>
              <a:ext uri="{FF2B5EF4-FFF2-40B4-BE49-F238E27FC236}">
                <a16:creationId xmlns:a16="http://schemas.microsoft.com/office/drawing/2014/main" id="{2F2E4CE1-A94F-469A-9822-1A2BAC9250D2}"/>
              </a:ext>
            </a:extLst>
          </p:cNvPr>
          <p:cNvSpPr/>
          <p:nvPr/>
        </p:nvSpPr>
        <p:spPr bwMode="gray">
          <a:xfrm rot="10800000" flipH="1">
            <a:off x="7756889" y="-22208"/>
            <a:ext cx="971203" cy="971203"/>
          </a:xfrm>
          <a:prstGeom prst="rtTriangle">
            <a:avLst/>
          </a:pr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590" name="Right Triangle 589">
            <a:extLst>
              <a:ext uri="{FF2B5EF4-FFF2-40B4-BE49-F238E27FC236}">
                <a16:creationId xmlns:a16="http://schemas.microsoft.com/office/drawing/2014/main" id="{3D349ECB-4D4E-4674-89A7-3371E74A6B88}"/>
              </a:ext>
            </a:extLst>
          </p:cNvPr>
          <p:cNvSpPr/>
          <p:nvPr/>
        </p:nvSpPr>
        <p:spPr bwMode="gray">
          <a:xfrm>
            <a:off x="8728091" y="5795355"/>
            <a:ext cx="971203" cy="971203"/>
          </a:xfrm>
          <a:prstGeom prst="rtTriangle">
            <a:avLst/>
          </a:prstGeom>
          <a:solidFill>
            <a:sysClr val="window" lastClr="FFFFFF">
              <a:alpha val="10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591" name="Right Triangle 590">
            <a:extLst>
              <a:ext uri="{FF2B5EF4-FFF2-40B4-BE49-F238E27FC236}">
                <a16:creationId xmlns:a16="http://schemas.microsoft.com/office/drawing/2014/main" id="{38A51940-A5AB-4D31-88AA-13A45187A635}"/>
              </a:ext>
            </a:extLst>
          </p:cNvPr>
          <p:cNvSpPr/>
          <p:nvPr/>
        </p:nvSpPr>
        <p:spPr bwMode="gray">
          <a:xfrm rot="10800000">
            <a:off x="8728091" y="5795355"/>
            <a:ext cx="971203" cy="971203"/>
          </a:xfrm>
          <a:prstGeom prst="rtTriangle">
            <a:avLst/>
          </a:prstGeom>
          <a:solidFill>
            <a:sysClr val="window" lastClr="FFFFFF">
              <a:alpha val="5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592" name="Right Triangle 591">
            <a:extLst>
              <a:ext uri="{FF2B5EF4-FFF2-40B4-BE49-F238E27FC236}">
                <a16:creationId xmlns:a16="http://schemas.microsoft.com/office/drawing/2014/main" id="{3F8D1F62-2A9C-441E-B6D5-05E44562485B}"/>
              </a:ext>
            </a:extLst>
          </p:cNvPr>
          <p:cNvSpPr/>
          <p:nvPr/>
        </p:nvSpPr>
        <p:spPr bwMode="gray">
          <a:xfrm flipV="1">
            <a:off x="8728091" y="3850989"/>
            <a:ext cx="971203" cy="971203"/>
          </a:xfrm>
          <a:prstGeom prst="rtTriangle">
            <a:avLst/>
          </a:pr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593" name="Right Triangle 592">
            <a:extLst>
              <a:ext uri="{FF2B5EF4-FFF2-40B4-BE49-F238E27FC236}">
                <a16:creationId xmlns:a16="http://schemas.microsoft.com/office/drawing/2014/main" id="{114C1A95-27CA-4FFE-B58E-B536C9EDF6AD}"/>
              </a:ext>
            </a:extLst>
          </p:cNvPr>
          <p:cNvSpPr/>
          <p:nvPr/>
        </p:nvSpPr>
        <p:spPr bwMode="gray">
          <a:xfrm>
            <a:off x="8728091" y="4823069"/>
            <a:ext cx="971203" cy="971203"/>
          </a:xfrm>
          <a:prstGeom prst="rtTriangle">
            <a:avLst/>
          </a:prstGeom>
          <a:solidFill>
            <a:sysClr val="window" lastClr="FFFFFF">
              <a:alpha val="13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594" name="Right Triangle 593">
            <a:extLst>
              <a:ext uri="{FF2B5EF4-FFF2-40B4-BE49-F238E27FC236}">
                <a16:creationId xmlns:a16="http://schemas.microsoft.com/office/drawing/2014/main" id="{D6FD7AED-8728-49AC-94C2-C029A2F9638E}"/>
              </a:ext>
            </a:extLst>
          </p:cNvPr>
          <p:cNvSpPr/>
          <p:nvPr/>
        </p:nvSpPr>
        <p:spPr bwMode="gray">
          <a:xfrm rot="10800000">
            <a:off x="8728092" y="4823069"/>
            <a:ext cx="971203" cy="971203"/>
          </a:xfrm>
          <a:prstGeom prst="rtTriangle">
            <a:avLst/>
          </a:pr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595" name="Right Triangle 594">
            <a:extLst>
              <a:ext uri="{FF2B5EF4-FFF2-40B4-BE49-F238E27FC236}">
                <a16:creationId xmlns:a16="http://schemas.microsoft.com/office/drawing/2014/main" id="{0606A9DF-ACC9-4A4C-B675-12B943DC9FCB}"/>
              </a:ext>
            </a:extLst>
          </p:cNvPr>
          <p:cNvSpPr/>
          <p:nvPr/>
        </p:nvSpPr>
        <p:spPr bwMode="gray">
          <a:xfrm>
            <a:off x="8728091" y="2882357"/>
            <a:ext cx="971203" cy="971203"/>
          </a:xfrm>
          <a:prstGeom prst="rtTriangle">
            <a:avLst/>
          </a:prstGeom>
          <a:solidFill>
            <a:sysClr val="window" lastClr="FFFFFF">
              <a:alpha val="5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596" name="Right Triangle 595">
            <a:extLst>
              <a:ext uri="{FF2B5EF4-FFF2-40B4-BE49-F238E27FC236}">
                <a16:creationId xmlns:a16="http://schemas.microsoft.com/office/drawing/2014/main" id="{7088B477-E571-4EC6-9B97-7EBBE23A71CA}"/>
              </a:ext>
            </a:extLst>
          </p:cNvPr>
          <p:cNvSpPr/>
          <p:nvPr/>
        </p:nvSpPr>
        <p:spPr bwMode="gray">
          <a:xfrm rot="10800000">
            <a:off x="8728091" y="2882357"/>
            <a:ext cx="971203" cy="971203"/>
          </a:xfrm>
          <a:prstGeom prst="rtTriangle">
            <a:avLst/>
          </a:prstGeom>
          <a:solidFill>
            <a:sysClr val="window" lastClr="FFFFFF">
              <a:alpha val="9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597" name="Right Triangle 596">
            <a:extLst>
              <a:ext uri="{FF2B5EF4-FFF2-40B4-BE49-F238E27FC236}">
                <a16:creationId xmlns:a16="http://schemas.microsoft.com/office/drawing/2014/main" id="{FF332D33-D87E-48D6-81F9-B58461D0FAC0}"/>
              </a:ext>
            </a:extLst>
          </p:cNvPr>
          <p:cNvSpPr/>
          <p:nvPr/>
        </p:nvSpPr>
        <p:spPr bwMode="gray">
          <a:xfrm flipV="1">
            <a:off x="8728091" y="941662"/>
            <a:ext cx="971203" cy="971203"/>
          </a:xfrm>
          <a:prstGeom prst="rtTriangle">
            <a:avLst/>
          </a:pr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598" name="Right Triangle 597">
            <a:extLst>
              <a:ext uri="{FF2B5EF4-FFF2-40B4-BE49-F238E27FC236}">
                <a16:creationId xmlns:a16="http://schemas.microsoft.com/office/drawing/2014/main" id="{10A4BEDF-822E-493D-8C68-D93DC3A59A95}"/>
              </a:ext>
            </a:extLst>
          </p:cNvPr>
          <p:cNvSpPr/>
          <p:nvPr/>
        </p:nvSpPr>
        <p:spPr bwMode="gray">
          <a:xfrm rot="10800000">
            <a:off x="8728091" y="1913743"/>
            <a:ext cx="971203" cy="971203"/>
          </a:xfrm>
          <a:prstGeom prst="rtTriangle">
            <a:avLst/>
          </a:pr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599" name="Right Triangle 598">
            <a:extLst>
              <a:ext uri="{FF2B5EF4-FFF2-40B4-BE49-F238E27FC236}">
                <a16:creationId xmlns:a16="http://schemas.microsoft.com/office/drawing/2014/main" id="{721158A8-0A83-4839-AFE5-A2FB46C65CD2}"/>
              </a:ext>
            </a:extLst>
          </p:cNvPr>
          <p:cNvSpPr/>
          <p:nvPr/>
        </p:nvSpPr>
        <p:spPr bwMode="gray">
          <a:xfrm>
            <a:off x="8728091" y="-27163"/>
            <a:ext cx="971203" cy="971203"/>
          </a:xfrm>
          <a:prstGeom prst="rtTriangle">
            <a:avLst/>
          </a:pr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600" name="Right Triangle 599">
            <a:extLst>
              <a:ext uri="{FF2B5EF4-FFF2-40B4-BE49-F238E27FC236}">
                <a16:creationId xmlns:a16="http://schemas.microsoft.com/office/drawing/2014/main" id="{FCFF0ED6-8CEE-4916-94EA-58287DA44637}"/>
              </a:ext>
            </a:extLst>
          </p:cNvPr>
          <p:cNvSpPr/>
          <p:nvPr/>
        </p:nvSpPr>
        <p:spPr bwMode="gray">
          <a:xfrm rot="10800000">
            <a:off x="8728091" y="-22208"/>
            <a:ext cx="971203" cy="971203"/>
          </a:xfrm>
          <a:prstGeom prst="rtTriangle">
            <a:avLst/>
          </a:prstGeom>
          <a:solidFill>
            <a:sysClr val="window" lastClr="FFFFFF">
              <a:alpha val="15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602" name="Right Triangle 601">
            <a:extLst>
              <a:ext uri="{FF2B5EF4-FFF2-40B4-BE49-F238E27FC236}">
                <a16:creationId xmlns:a16="http://schemas.microsoft.com/office/drawing/2014/main" id="{D4A3D2C0-19E0-484B-A18A-7CF98583F1DA}"/>
              </a:ext>
            </a:extLst>
          </p:cNvPr>
          <p:cNvSpPr/>
          <p:nvPr/>
        </p:nvSpPr>
        <p:spPr bwMode="gray">
          <a:xfrm flipH="1">
            <a:off x="9699295" y="5795355"/>
            <a:ext cx="971203" cy="971203"/>
          </a:xfrm>
          <a:prstGeom prst="rtTriangle">
            <a:avLst/>
          </a:prstGeom>
          <a:solidFill>
            <a:sysClr val="window" lastClr="FFFFFF">
              <a:alpha val="1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603" name="Right Triangle 602">
            <a:extLst>
              <a:ext uri="{FF2B5EF4-FFF2-40B4-BE49-F238E27FC236}">
                <a16:creationId xmlns:a16="http://schemas.microsoft.com/office/drawing/2014/main" id="{3DF88E98-26D2-4302-A744-DDA542D17B20}"/>
              </a:ext>
            </a:extLst>
          </p:cNvPr>
          <p:cNvSpPr/>
          <p:nvPr/>
        </p:nvSpPr>
        <p:spPr bwMode="gray">
          <a:xfrm rot="10800000" flipH="1">
            <a:off x="9699296" y="5795355"/>
            <a:ext cx="971203" cy="971203"/>
          </a:xfrm>
          <a:prstGeom prst="rtTriangle">
            <a:avLst/>
          </a:prstGeom>
          <a:solidFill>
            <a:sysClr val="window" lastClr="FFFFFF">
              <a:alpha val="11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604" name="Right Triangle 603">
            <a:extLst>
              <a:ext uri="{FF2B5EF4-FFF2-40B4-BE49-F238E27FC236}">
                <a16:creationId xmlns:a16="http://schemas.microsoft.com/office/drawing/2014/main" id="{93C48F64-3482-4BDB-A108-68D4378FEBEB}"/>
              </a:ext>
            </a:extLst>
          </p:cNvPr>
          <p:cNvSpPr/>
          <p:nvPr/>
        </p:nvSpPr>
        <p:spPr bwMode="gray">
          <a:xfrm flipH="1" flipV="1">
            <a:off x="9699295" y="3850989"/>
            <a:ext cx="971203" cy="971203"/>
          </a:xfrm>
          <a:prstGeom prst="rtTriangle">
            <a:avLst/>
          </a:prstGeom>
          <a:solidFill>
            <a:sysClr val="window" lastClr="FFFFFF">
              <a:alpha val="5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605" name="Right Triangle 604">
            <a:extLst>
              <a:ext uri="{FF2B5EF4-FFF2-40B4-BE49-F238E27FC236}">
                <a16:creationId xmlns:a16="http://schemas.microsoft.com/office/drawing/2014/main" id="{ABB07820-1CE7-42A8-9BBE-63EDD698AB21}"/>
              </a:ext>
            </a:extLst>
          </p:cNvPr>
          <p:cNvSpPr/>
          <p:nvPr/>
        </p:nvSpPr>
        <p:spPr bwMode="gray">
          <a:xfrm rot="10800000" flipH="1" flipV="1">
            <a:off x="9699296" y="3850989"/>
            <a:ext cx="971203" cy="971203"/>
          </a:xfrm>
          <a:prstGeom prst="rtTriangle">
            <a:avLst/>
          </a:prstGeom>
          <a:solidFill>
            <a:sysClr val="window" lastClr="FFFFFF">
              <a:alpha val="9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606" name="Right Triangle 605">
            <a:extLst>
              <a:ext uri="{FF2B5EF4-FFF2-40B4-BE49-F238E27FC236}">
                <a16:creationId xmlns:a16="http://schemas.microsoft.com/office/drawing/2014/main" id="{6CEBF25F-D078-409C-878D-434CDD99CD5D}"/>
              </a:ext>
            </a:extLst>
          </p:cNvPr>
          <p:cNvSpPr/>
          <p:nvPr/>
        </p:nvSpPr>
        <p:spPr bwMode="gray">
          <a:xfrm flipH="1">
            <a:off x="9699295" y="4823069"/>
            <a:ext cx="971203" cy="971203"/>
          </a:xfrm>
          <a:prstGeom prst="rtTriangle">
            <a:avLst/>
          </a:pr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607" name="Right Triangle 606">
            <a:extLst>
              <a:ext uri="{FF2B5EF4-FFF2-40B4-BE49-F238E27FC236}">
                <a16:creationId xmlns:a16="http://schemas.microsoft.com/office/drawing/2014/main" id="{173257F4-F956-4D4B-A1CB-9E6C42F3E7DF}"/>
              </a:ext>
            </a:extLst>
          </p:cNvPr>
          <p:cNvSpPr/>
          <p:nvPr/>
        </p:nvSpPr>
        <p:spPr bwMode="gray">
          <a:xfrm rot="10800000" flipH="1">
            <a:off x="9699295" y="2882357"/>
            <a:ext cx="971203" cy="971203"/>
          </a:xfrm>
          <a:prstGeom prst="rtTriangle">
            <a:avLst/>
          </a:pr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608" name="Right Triangle 607">
            <a:extLst>
              <a:ext uri="{FF2B5EF4-FFF2-40B4-BE49-F238E27FC236}">
                <a16:creationId xmlns:a16="http://schemas.microsoft.com/office/drawing/2014/main" id="{FCA80B17-8EF0-4269-A5DC-65FC994A07D6}"/>
              </a:ext>
            </a:extLst>
          </p:cNvPr>
          <p:cNvSpPr/>
          <p:nvPr/>
        </p:nvSpPr>
        <p:spPr bwMode="gray">
          <a:xfrm flipH="1" flipV="1">
            <a:off x="9699295" y="941662"/>
            <a:ext cx="971203" cy="971203"/>
          </a:xfrm>
          <a:prstGeom prst="rtTriangle">
            <a:avLst/>
          </a:prstGeom>
          <a:solidFill>
            <a:sysClr val="window" lastClr="FFFFFF">
              <a:alpha val="9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609" name="Right Triangle 608">
            <a:extLst>
              <a:ext uri="{FF2B5EF4-FFF2-40B4-BE49-F238E27FC236}">
                <a16:creationId xmlns:a16="http://schemas.microsoft.com/office/drawing/2014/main" id="{BA93F188-C05D-49BB-9FD7-44F3728C6E90}"/>
              </a:ext>
            </a:extLst>
          </p:cNvPr>
          <p:cNvSpPr/>
          <p:nvPr/>
        </p:nvSpPr>
        <p:spPr bwMode="gray">
          <a:xfrm rot="10800000" flipH="1" flipV="1">
            <a:off x="9699295" y="941662"/>
            <a:ext cx="971203" cy="971203"/>
          </a:xfrm>
          <a:prstGeom prst="rtTriangle">
            <a:avLst/>
          </a:pr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610" name="Right Triangle 609">
            <a:extLst>
              <a:ext uri="{FF2B5EF4-FFF2-40B4-BE49-F238E27FC236}">
                <a16:creationId xmlns:a16="http://schemas.microsoft.com/office/drawing/2014/main" id="{9710117D-F93E-47A3-8EFB-5CEB246728A9}"/>
              </a:ext>
            </a:extLst>
          </p:cNvPr>
          <p:cNvSpPr/>
          <p:nvPr/>
        </p:nvSpPr>
        <p:spPr bwMode="gray">
          <a:xfrm flipH="1">
            <a:off x="9699295" y="1913743"/>
            <a:ext cx="971203" cy="971203"/>
          </a:xfrm>
          <a:prstGeom prst="rtTriangle">
            <a:avLst/>
          </a:prstGeom>
          <a:solidFill>
            <a:sysClr val="window" lastClr="FFFFFF">
              <a:alpha val="3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611" name="Right Triangle 610">
            <a:extLst>
              <a:ext uri="{FF2B5EF4-FFF2-40B4-BE49-F238E27FC236}">
                <a16:creationId xmlns:a16="http://schemas.microsoft.com/office/drawing/2014/main" id="{672F5F86-9AA5-48AC-BD91-3F43EBC6D04F}"/>
              </a:ext>
            </a:extLst>
          </p:cNvPr>
          <p:cNvSpPr/>
          <p:nvPr/>
        </p:nvSpPr>
        <p:spPr bwMode="gray">
          <a:xfrm rot="10800000" flipH="1">
            <a:off x="9699295" y="1913743"/>
            <a:ext cx="971203" cy="971203"/>
          </a:xfrm>
          <a:prstGeom prst="rtTriangle">
            <a:avLst/>
          </a:prstGeom>
          <a:solidFill>
            <a:sysClr val="window" lastClr="FFFFFF">
              <a:alpha val="12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612" name="Right Triangle 611">
            <a:extLst>
              <a:ext uri="{FF2B5EF4-FFF2-40B4-BE49-F238E27FC236}">
                <a16:creationId xmlns:a16="http://schemas.microsoft.com/office/drawing/2014/main" id="{76A36320-41F0-4B98-A447-B0C52DC91416}"/>
              </a:ext>
            </a:extLst>
          </p:cNvPr>
          <p:cNvSpPr/>
          <p:nvPr/>
        </p:nvSpPr>
        <p:spPr bwMode="gray">
          <a:xfrm flipH="1">
            <a:off x="9699295" y="-27163"/>
            <a:ext cx="971203" cy="971203"/>
          </a:xfrm>
          <a:prstGeom prst="rtTriangle">
            <a:avLst/>
          </a:prstGeom>
          <a:solidFill>
            <a:sysClr val="window" lastClr="FFFFFF">
              <a:alpha val="1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613" name="Right Triangle 612">
            <a:extLst>
              <a:ext uri="{FF2B5EF4-FFF2-40B4-BE49-F238E27FC236}">
                <a16:creationId xmlns:a16="http://schemas.microsoft.com/office/drawing/2014/main" id="{54040EA7-3181-4C0F-AFA5-EE70CCF6B9E3}"/>
              </a:ext>
            </a:extLst>
          </p:cNvPr>
          <p:cNvSpPr/>
          <p:nvPr/>
        </p:nvSpPr>
        <p:spPr bwMode="gray">
          <a:xfrm rot="10800000" flipH="1">
            <a:off x="9699295" y="-22208"/>
            <a:ext cx="971203" cy="971203"/>
          </a:xfrm>
          <a:prstGeom prst="rtTriangle">
            <a:avLst/>
          </a:pr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782" name="Freeform: Shape 781">
            <a:extLst>
              <a:ext uri="{FF2B5EF4-FFF2-40B4-BE49-F238E27FC236}">
                <a16:creationId xmlns:a16="http://schemas.microsoft.com/office/drawing/2014/main" id="{B12F08D0-D5A0-4DFF-89E5-169FC6D31EE9}"/>
              </a:ext>
            </a:extLst>
          </p:cNvPr>
          <p:cNvSpPr/>
          <p:nvPr/>
        </p:nvSpPr>
        <p:spPr bwMode="gray">
          <a:xfrm flipH="1">
            <a:off x="11642605" y="942851"/>
            <a:ext cx="2377" cy="1189"/>
          </a:xfrm>
          <a:custGeom>
            <a:avLst/>
            <a:gdLst>
              <a:gd name="connsiteX0" fmla="*/ 1188 w 2377"/>
              <a:gd name="connsiteY0" fmla="*/ 0 h 1189"/>
              <a:gd name="connsiteX1" fmla="*/ 0 w 2377"/>
              <a:gd name="connsiteY1" fmla="*/ 1189 h 1189"/>
              <a:gd name="connsiteX2" fmla="*/ 2377 w 2377"/>
              <a:gd name="connsiteY2" fmla="*/ 1189 h 1189"/>
              <a:gd name="connsiteX3" fmla="*/ 1188 w 2377"/>
              <a:gd name="connsiteY3" fmla="*/ 0 h 1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77" h="1189">
                <a:moveTo>
                  <a:pt x="1188" y="0"/>
                </a:moveTo>
                <a:lnTo>
                  <a:pt x="0" y="1189"/>
                </a:lnTo>
                <a:lnTo>
                  <a:pt x="2377" y="1189"/>
                </a:lnTo>
                <a:lnTo>
                  <a:pt x="1188" y="0"/>
                </a:lnTo>
                <a:close/>
              </a:path>
            </a:pathLst>
          </a:custGeom>
          <a:solidFill>
            <a:sysClr val="window" lastClr="FFFFFF">
              <a:alpha val="11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781" name="Freeform: Shape 780">
            <a:extLst>
              <a:ext uri="{FF2B5EF4-FFF2-40B4-BE49-F238E27FC236}">
                <a16:creationId xmlns:a16="http://schemas.microsoft.com/office/drawing/2014/main" id="{3AB2B29B-B849-46BF-97FE-3C163CD81959}"/>
              </a:ext>
            </a:extLst>
          </p:cNvPr>
          <p:cNvSpPr/>
          <p:nvPr/>
        </p:nvSpPr>
        <p:spPr bwMode="gray">
          <a:xfrm flipH="1">
            <a:off x="11644982" y="944040"/>
            <a:ext cx="550193" cy="550193"/>
          </a:xfrm>
          <a:custGeom>
            <a:avLst/>
            <a:gdLst>
              <a:gd name="connsiteX0" fmla="*/ 550193 w 550193"/>
              <a:gd name="connsiteY0" fmla="*/ 0 h 550193"/>
              <a:gd name="connsiteX1" fmla="*/ 0 w 550193"/>
              <a:gd name="connsiteY1" fmla="*/ 0 h 550193"/>
              <a:gd name="connsiteX2" fmla="*/ 0 w 550193"/>
              <a:gd name="connsiteY2" fmla="*/ 550193 h 550193"/>
              <a:gd name="connsiteX3" fmla="*/ 550193 w 550193"/>
              <a:gd name="connsiteY3" fmla="*/ 0 h 550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0193" h="550193">
                <a:moveTo>
                  <a:pt x="550193" y="0"/>
                </a:moveTo>
                <a:lnTo>
                  <a:pt x="0" y="0"/>
                </a:lnTo>
                <a:lnTo>
                  <a:pt x="0" y="550193"/>
                </a:lnTo>
                <a:lnTo>
                  <a:pt x="550193" y="0"/>
                </a:lnTo>
                <a:close/>
              </a:path>
            </a:pathLst>
          </a:custGeom>
          <a:solidFill>
            <a:sysClr val="window" lastClr="FFFFFF">
              <a:alpha val="11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777" name="Freeform: Shape 776">
            <a:extLst>
              <a:ext uri="{FF2B5EF4-FFF2-40B4-BE49-F238E27FC236}">
                <a16:creationId xmlns:a16="http://schemas.microsoft.com/office/drawing/2014/main" id="{A7B22A32-000A-4BAB-B5C4-7CAF40CF0F0F}"/>
              </a:ext>
            </a:extLst>
          </p:cNvPr>
          <p:cNvSpPr/>
          <p:nvPr/>
        </p:nvSpPr>
        <p:spPr bwMode="gray">
          <a:xfrm flipH="1">
            <a:off x="11642606" y="3852274"/>
            <a:ext cx="2571" cy="1286"/>
          </a:xfrm>
          <a:custGeom>
            <a:avLst/>
            <a:gdLst>
              <a:gd name="connsiteX0" fmla="*/ 1286 w 2571"/>
              <a:gd name="connsiteY0" fmla="*/ 0 h 1286"/>
              <a:gd name="connsiteX1" fmla="*/ 0 w 2571"/>
              <a:gd name="connsiteY1" fmla="*/ 1286 h 1286"/>
              <a:gd name="connsiteX2" fmla="*/ 2571 w 2571"/>
              <a:gd name="connsiteY2" fmla="*/ 1286 h 1286"/>
              <a:gd name="connsiteX3" fmla="*/ 2571 w 2571"/>
              <a:gd name="connsiteY3" fmla="*/ 1285 h 1286"/>
              <a:gd name="connsiteX4" fmla="*/ 1286 w 2571"/>
              <a:gd name="connsiteY4" fmla="*/ 0 h 1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71" h="1286">
                <a:moveTo>
                  <a:pt x="1286" y="0"/>
                </a:moveTo>
                <a:lnTo>
                  <a:pt x="0" y="1286"/>
                </a:lnTo>
                <a:lnTo>
                  <a:pt x="2571" y="1286"/>
                </a:lnTo>
                <a:lnTo>
                  <a:pt x="2571" y="1285"/>
                </a:lnTo>
                <a:lnTo>
                  <a:pt x="1286" y="0"/>
                </a:lnTo>
                <a:close/>
              </a:path>
            </a:pathLst>
          </a:custGeom>
          <a:solidFill>
            <a:sysClr val="window" lastClr="FFFFFF">
              <a:alpha val="11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776" name="Freeform: Shape 775">
            <a:extLst>
              <a:ext uri="{FF2B5EF4-FFF2-40B4-BE49-F238E27FC236}">
                <a16:creationId xmlns:a16="http://schemas.microsoft.com/office/drawing/2014/main" id="{D27DEB13-3665-4799-ADF6-AB82FB081509}"/>
              </a:ext>
            </a:extLst>
          </p:cNvPr>
          <p:cNvSpPr/>
          <p:nvPr/>
        </p:nvSpPr>
        <p:spPr bwMode="gray">
          <a:xfrm flipH="1">
            <a:off x="11645177" y="3853560"/>
            <a:ext cx="549998" cy="549998"/>
          </a:xfrm>
          <a:custGeom>
            <a:avLst/>
            <a:gdLst>
              <a:gd name="connsiteX0" fmla="*/ 549998 w 549998"/>
              <a:gd name="connsiteY0" fmla="*/ 0 h 549998"/>
              <a:gd name="connsiteX1" fmla="*/ 0 w 549998"/>
              <a:gd name="connsiteY1" fmla="*/ 0 h 549998"/>
              <a:gd name="connsiteX2" fmla="*/ 0 w 549998"/>
              <a:gd name="connsiteY2" fmla="*/ 549998 h 549998"/>
              <a:gd name="connsiteX3" fmla="*/ 549998 w 549998"/>
              <a:gd name="connsiteY3" fmla="*/ 0 h 549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9998" h="549998">
                <a:moveTo>
                  <a:pt x="549998" y="0"/>
                </a:moveTo>
                <a:lnTo>
                  <a:pt x="0" y="0"/>
                </a:lnTo>
                <a:lnTo>
                  <a:pt x="0" y="549998"/>
                </a:lnTo>
                <a:lnTo>
                  <a:pt x="549998" y="0"/>
                </a:lnTo>
                <a:close/>
              </a:path>
            </a:pathLst>
          </a:custGeom>
          <a:solidFill>
            <a:sysClr val="window" lastClr="FFFFFF">
              <a:alpha val="11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770" name="Freeform: Shape 769">
            <a:extLst>
              <a:ext uri="{FF2B5EF4-FFF2-40B4-BE49-F238E27FC236}">
                <a16:creationId xmlns:a16="http://schemas.microsoft.com/office/drawing/2014/main" id="{65B04691-30CF-421C-831C-67C2B03EAB1A}"/>
              </a:ext>
            </a:extLst>
          </p:cNvPr>
          <p:cNvSpPr/>
          <p:nvPr/>
        </p:nvSpPr>
        <p:spPr bwMode="gray">
          <a:xfrm flipH="1">
            <a:off x="11643794" y="391470"/>
            <a:ext cx="551381" cy="552570"/>
          </a:xfrm>
          <a:custGeom>
            <a:avLst/>
            <a:gdLst>
              <a:gd name="connsiteX0" fmla="*/ 0 w 551381"/>
              <a:gd name="connsiteY0" fmla="*/ 0 h 552570"/>
              <a:gd name="connsiteX1" fmla="*/ 0 w 551381"/>
              <a:gd name="connsiteY1" fmla="*/ 552570 h 552570"/>
              <a:gd name="connsiteX2" fmla="*/ 550193 w 551381"/>
              <a:gd name="connsiteY2" fmla="*/ 552570 h 552570"/>
              <a:gd name="connsiteX3" fmla="*/ 551381 w 551381"/>
              <a:gd name="connsiteY3" fmla="*/ 551381 h 552570"/>
              <a:gd name="connsiteX4" fmla="*/ 0 w 551381"/>
              <a:gd name="connsiteY4" fmla="*/ 0 h 552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381" h="552570">
                <a:moveTo>
                  <a:pt x="0" y="0"/>
                </a:moveTo>
                <a:lnTo>
                  <a:pt x="0" y="552570"/>
                </a:lnTo>
                <a:lnTo>
                  <a:pt x="550193" y="552570"/>
                </a:lnTo>
                <a:lnTo>
                  <a:pt x="551381" y="551381"/>
                </a:lnTo>
                <a:lnTo>
                  <a:pt x="0" y="0"/>
                </a:lnTo>
                <a:close/>
              </a:path>
            </a:pathLst>
          </a:custGeom>
          <a:solidFill>
            <a:sysClr val="window" lastClr="FFFFFF">
              <a:alpha val="11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769" name="Freeform: Shape 768">
            <a:extLst>
              <a:ext uri="{FF2B5EF4-FFF2-40B4-BE49-F238E27FC236}">
                <a16:creationId xmlns:a16="http://schemas.microsoft.com/office/drawing/2014/main" id="{6DB3C075-8135-4F90-AA2E-6FB264F5FD17}"/>
              </a:ext>
            </a:extLst>
          </p:cNvPr>
          <p:cNvSpPr/>
          <p:nvPr/>
        </p:nvSpPr>
        <p:spPr bwMode="gray">
          <a:xfrm flipH="1">
            <a:off x="11642605" y="941663"/>
            <a:ext cx="1189" cy="2377"/>
          </a:xfrm>
          <a:custGeom>
            <a:avLst/>
            <a:gdLst>
              <a:gd name="connsiteX0" fmla="*/ 1189 w 1189"/>
              <a:gd name="connsiteY0" fmla="*/ 0 h 2377"/>
              <a:gd name="connsiteX1" fmla="*/ 0 w 1189"/>
              <a:gd name="connsiteY1" fmla="*/ 1188 h 2377"/>
              <a:gd name="connsiteX2" fmla="*/ 1189 w 1189"/>
              <a:gd name="connsiteY2" fmla="*/ 2377 h 2377"/>
              <a:gd name="connsiteX3" fmla="*/ 1189 w 1189"/>
              <a:gd name="connsiteY3" fmla="*/ 0 h 2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89" h="2377">
                <a:moveTo>
                  <a:pt x="1189" y="0"/>
                </a:moveTo>
                <a:lnTo>
                  <a:pt x="0" y="1188"/>
                </a:lnTo>
                <a:lnTo>
                  <a:pt x="1189" y="2377"/>
                </a:lnTo>
                <a:lnTo>
                  <a:pt x="1189" y="0"/>
                </a:lnTo>
                <a:close/>
              </a:path>
            </a:pathLst>
          </a:custGeom>
          <a:solidFill>
            <a:sysClr val="window" lastClr="FFFFFF">
              <a:alpha val="11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768" name="Freeform: Shape 767">
            <a:extLst>
              <a:ext uri="{FF2B5EF4-FFF2-40B4-BE49-F238E27FC236}">
                <a16:creationId xmlns:a16="http://schemas.microsoft.com/office/drawing/2014/main" id="{ED1D2DE8-6CA3-450B-A264-9A1A84AB0BBD}"/>
              </a:ext>
            </a:extLst>
          </p:cNvPr>
          <p:cNvSpPr/>
          <p:nvPr/>
        </p:nvSpPr>
        <p:spPr bwMode="gray">
          <a:xfrm flipH="1">
            <a:off x="11642605" y="944040"/>
            <a:ext cx="552570" cy="968826"/>
          </a:xfrm>
          <a:custGeom>
            <a:avLst/>
            <a:gdLst>
              <a:gd name="connsiteX0" fmla="*/ 552570 w 552570"/>
              <a:gd name="connsiteY0" fmla="*/ 0 h 968826"/>
              <a:gd name="connsiteX1" fmla="*/ 550193 w 552570"/>
              <a:gd name="connsiteY1" fmla="*/ 0 h 968826"/>
              <a:gd name="connsiteX2" fmla="*/ 0 w 552570"/>
              <a:gd name="connsiteY2" fmla="*/ 550193 h 968826"/>
              <a:gd name="connsiteX3" fmla="*/ 0 w 552570"/>
              <a:gd name="connsiteY3" fmla="*/ 968826 h 968826"/>
              <a:gd name="connsiteX4" fmla="*/ 552570 w 552570"/>
              <a:gd name="connsiteY4" fmla="*/ 968826 h 968826"/>
              <a:gd name="connsiteX5" fmla="*/ 552570 w 552570"/>
              <a:gd name="connsiteY5" fmla="*/ 0 h 968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52570" h="968826">
                <a:moveTo>
                  <a:pt x="552570" y="0"/>
                </a:moveTo>
                <a:lnTo>
                  <a:pt x="550193" y="0"/>
                </a:lnTo>
                <a:lnTo>
                  <a:pt x="0" y="550193"/>
                </a:lnTo>
                <a:lnTo>
                  <a:pt x="0" y="968826"/>
                </a:lnTo>
                <a:lnTo>
                  <a:pt x="552570" y="968826"/>
                </a:lnTo>
                <a:lnTo>
                  <a:pt x="552570" y="0"/>
                </a:lnTo>
                <a:close/>
              </a:path>
            </a:pathLst>
          </a:custGeom>
          <a:solidFill>
            <a:sysClr val="window" lastClr="FFFFFF">
              <a:alpha val="11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767" name="Freeform: Shape 766">
            <a:extLst>
              <a:ext uri="{FF2B5EF4-FFF2-40B4-BE49-F238E27FC236}">
                <a16:creationId xmlns:a16="http://schemas.microsoft.com/office/drawing/2014/main" id="{CB2C237D-07A4-45F6-BC8A-33DCB72C3FD5}"/>
              </a:ext>
            </a:extLst>
          </p:cNvPr>
          <p:cNvSpPr/>
          <p:nvPr/>
        </p:nvSpPr>
        <p:spPr bwMode="gray">
          <a:xfrm flipH="1">
            <a:off x="11642605" y="2332376"/>
            <a:ext cx="552570" cy="552570"/>
          </a:xfrm>
          <a:custGeom>
            <a:avLst/>
            <a:gdLst>
              <a:gd name="connsiteX0" fmla="*/ 0 w 552570"/>
              <a:gd name="connsiteY0" fmla="*/ 0 h 552570"/>
              <a:gd name="connsiteX1" fmla="*/ 0 w 552570"/>
              <a:gd name="connsiteY1" fmla="*/ 552570 h 552570"/>
              <a:gd name="connsiteX2" fmla="*/ 552570 w 552570"/>
              <a:gd name="connsiteY2" fmla="*/ 552570 h 552570"/>
              <a:gd name="connsiteX3" fmla="*/ 0 w 552570"/>
              <a:gd name="connsiteY3" fmla="*/ 0 h 552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2570" h="552570">
                <a:moveTo>
                  <a:pt x="0" y="0"/>
                </a:moveTo>
                <a:lnTo>
                  <a:pt x="0" y="552570"/>
                </a:lnTo>
                <a:lnTo>
                  <a:pt x="552570" y="552570"/>
                </a:lnTo>
                <a:lnTo>
                  <a:pt x="0" y="0"/>
                </a:lnTo>
                <a:close/>
              </a:path>
            </a:pathLst>
          </a:custGeom>
          <a:solidFill>
            <a:sysClr val="window" lastClr="FFFFFF">
              <a:alpha val="11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765" name="Freeform: Shape 764">
            <a:extLst>
              <a:ext uri="{FF2B5EF4-FFF2-40B4-BE49-F238E27FC236}">
                <a16:creationId xmlns:a16="http://schemas.microsoft.com/office/drawing/2014/main" id="{F832255B-5F23-40E1-91D2-B0B51FA45EAE}"/>
              </a:ext>
            </a:extLst>
          </p:cNvPr>
          <p:cNvSpPr/>
          <p:nvPr/>
        </p:nvSpPr>
        <p:spPr bwMode="gray">
          <a:xfrm flipH="1">
            <a:off x="11643891" y="3300990"/>
            <a:ext cx="551284" cy="552570"/>
          </a:xfrm>
          <a:custGeom>
            <a:avLst/>
            <a:gdLst>
              <a:gd name="connsiteX0" fmla="*/ 0 w 551284"/>
              <a:gd name="connsiteY0" fmla="*/ 0 h 552570"/>
              <a:gd name="connsiteX1" fmla="*/ 0 w 551284"/>
              <a:gd name="connsiteY1" fmla="*/ 552570 h 552570"/>
              <a:gd name="connsiteX2" fmla="*/ 549998 w 551284"/>
              <a:gd name="connsiteY2" fmla="*/ 552570 h 552570"/>
              <a:gd name="connsiteX3" fmla="*/ 551284 w 551284"/>
              <a:gd name="connsiteY3" fmla="*/ 551284 h 552570"/>
              <a:gd name="connsiteX4" fmla="*/ 0 w 551284"/>
              <a:gd name="connsiteY4" fmla="*/ 0 h 552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284" h="552570">
                <a:moveTo>
                  <a:pt x="0" y="0"/>
                </a:moveTo>
                <a:lnTo>
                  <a:pt x="0" y="552570"/>
                </a:lnTo>
                <a:lnTo>
                  <a:pt x="549998" y="552570"/>
                </a:lnTo>
                <a:lnTo>
                  <a:pt x="551284" y="551284"/>
                </a:lnTo>
                <a:lnTo>
                  <a:pt x="0" y="0"/>
                </a:lnTo>
                <a:close/>
              </a:path>
            </a:pathLst>
          </a:custGeom>
          <a:solidFill>
            <a:sysClr val="window" lastClr="FFFFFF">
              <a:alpha val="11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764" name="Freeform: Shape 763">
            <a:extLst>
              <a:ext uri="{FF2B5EF4-FFF2-40B4-BE49-F238E27FC236}">
                <a16:creationId xmlns:a16="http://schemas.microsoft.com/office/drawing/2014/main" id="{9EDE2D83-2AB6-4E22-AB2E-EC0582BCCA8B}"/>
              </a:ext>
            </a:extLst>
          </p:cNvPr>
          <p:cNvSpPr/>
          <p:nvPr/>
        </p:nvSpPr>
        <p:spPr bwMode="gray">
          <a:xfrm flipH="1">
            <a:off x="11642606" y="3850989"/>
            <a:ext cx="1285" cy="2570"/>
          </a:xfrm>
          <a:custGeom>
            <a:avLst/>
            <a:gdLst>
              <a:gd name="connsiteX0" fmla="*/ 1285 w 1285"/>
              <a:gd name="connsiteY0" fmla="*/ 0 h 2570"/>
              <a:gd name="connsiteX1" fmla="*/ 0 w 1285"/>
              <a:gd name="connsiteY1" fmla="*/ 1285 h 2570"/>
              <a:gd name="connsiteX2" fmla="*/ 1285 w 1285"/>
              <a:gd name="connsiteY2" fmla="*/ 2570 h 2570"/>
              <a:gd name="connsiteX3" fmla="*/ 1285 w 1285"/>
              <a:gd name="connsiteY3" fmla="*/ 0 h 2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85" h="2570">
                <a:moveTo>
                  <a:pt x="1285" y="0"/>
                </a:moveTo>
                <a:lnTo>
                  <a:pt x="0" y="1285"/>
                </a:lnTo>
                <a:lnTo>
                  <a:pt x="1285" y="2570"/>
                </a:lnTo>
                <a:lnTo>
                  <a:pt x="1285" y="0"/>
                </a:lnTo>
                <a:close/>
              </a:path>
            </a:pathLst>
          </a:custGeom>
          <a:solidFill>
            <a:sysClr val="window" lastClr="FFFFFF">
              <a:alpha val="11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763" name="Freeform: Shape 762">
            <a:extLst>
              <a:ext uri="{FF2B5EF4-FFF2-40B4-BE49-F238E27FC236}">
                <a16:creationId xmlns:a16="http://schemas.microsoft.com/office/drawing/2014/main" id="{B116261A-C69F-45CE-B83B-F7707BB0F65C}"/>
              </a:ext>
            </a:extLst>
          </p:cNvPr>
          <p:cNvSpPr/>
          <p:nvPr/>
        </p:nvSpPr>
        <p:spPr bwMode="gray">
          <a:xfrm flipH="1">
            <a:off x="11642606" y="3853560"/>
            <a:ext cx="552569" cy="968632"/>
          </a:xfrm>
          <a:custGeom>
            <a:avLst/>
            <a:gdLst>
              <a:gd name="connsiteX0" fmla="*/ 552569 w 552569"/>
              <a:gd name="connsiteY0" fmla="*/ 0 h 968632"/>
              <a:gd name="connsiteX1" fmla="*/ 549998 w 552569"/>
              <a:gd name="connsiteY1" fmla="*/ 0 h 968632"/>
              <a:gd name="connsiteX2" fmla="*/ 0 w 552569"/>
              <a:gd name="connsiteY2" fmla="*/ 549998 h 968632"/>
              <a:gd name="connsiteX3" fmla="*/ 0 w 552569"/>
              <a:gd name="connsiteY3" fmla="*/ 968632 h 968632"/>
              <a:gd name="connsiteX4" fmla="*/ 552569 w 552569"/>
              <a:gd name="connsiteY4" fmla="*/ 968632 h 968632"/>
              <a:gd name="connsiteX5" fmla="*/ 552569 w 552569"/>
              <a:gd name="connsiteY5" fmla="*/ 0 h 968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52569" h="968632">
                <a:moveTo>
                  <a:pt x="552569" y="0"/>
                </a:moveTo>
                <a:lnTo>
                  <a:pt x="549998" y="0"/>
                </a:lnTo>
                <a:lnTo>
                  <a:pt x="0" y="549998"/>
                </a:lnTo>
                <a:lnTo>
                  <a:pt x="0" y="968632"/>
                </a:lnTo>
                <a:lnTo>
                  <a:pt x="552569" y="968632"/>
                </a:lnTo>
                <a:lnTo>
                  <a:pt x="552569" y="0"/>
                </a:lnTo>
                <a:close/>
              </a:path>
            </a:pathLst>
          </a:custGeom>
          <a:solidFill>
            <a:sysClr val="window" lastClr="FFFFFF">
              <a:alpha val="11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750" name="Freeform: Shape 749">
            <a:extLst>
              <a:ext uri="{FF2B5EF4-FFF2-40B4-BE49-F238E27FC236}">
                <a16:creationId xmlns:a16="http://schemas.microsoft.com/office/drawing/2014/main" id="{69E776B9-D5C7-4DEC-8498-132F5041A4C3}"/>
              </a:ext>
            </a:extLst>
          </p:cNvPr>
          <p:cNvSpPr/>
          <p:nvPr/>
        </p:nvSpPr>
        <p:spPr bwMode="gray">
          <a:xfrm flipH="1">
            <a:off x="11642606" y="4823069"/>
            <a:ext cx="552569" cy="971203"/>
          </a:xfrm>
          <a:custGeom>
            <a:avLst/>
            <a:gdLst>
              <a:gd name="connsiteX0" fmla="*/ 552569 w 552569"/>
              <a:gd name="connsiteY0" fmla="*/ 0 h 971203"/>
              <a:gd name="connsiteX1" fmla="*/ 0 w 552569"/>
              <a:gd name="connsiteY1" fmla="*/ 0 h 971203"/>
              <a:gd name="connsiteX2" fmla="*/ 0 w 552569"/>
              <a:gd name="connsiteY2" fmla="*/ 418634 h 971203"/>
              <a:gd name="connsiteX3" fmla="*/ 552569 w 552569"/>
              <a:gd name="connsiteY3" fmla="*/ 971203 h 971203"/>
              <a:gd name="connsiteX4" fmla="*/ 552569 w 552569"/>
              <a:gd name="connsiteY4" fmla="*/ 0 h 9712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2569" h="971203">
                <a:moveTo>
                  <a:pt x="552569" y="0"/>
                </a:moveTo>
                <a:lnTo>
                  <a:pt x="0" y="0"/>
                </a:lnTo>
                <a:lnTo>
                  <a:pt x="0" y="418634"/>
                </a:lnTo>
                <a:lnTo>
                  <a:pt x="552569" y="971203"/>
                </a:lnTo>
                <a:lnTo>
                  <a:pt x="552569" y="0"/>
                </a:lnTo>
                <a:close/>
              </a:path>
            </a:pathLst>
          </a:custGeom>
          <a:solidFill>
            <a:sysClr val="window" lastClr="FFFFFF">
              <a:alpha val="11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736" name="Freeform: Shape 735">
            <a:extLst>
              <a:ext uri="{FF2B5EF4-FFF2-40B4-BE49-F238E27FC236}">
                <a16:creationId xmlns:a16="http://schemas.microsoft.com/office/drawing/2014/main" id="{9E3F8C95-F194-43DA-AE72-267A2A96A623}"/>
              </a:ext>
            </a:extLst>
          </p:cNvPr>
          <p:cNvSpPr/>
          <p:nvPr/>
        </p:nvSpPr>
        <p:spPr bwMode="gray">
          <a:xfrm flipH="1">
            <a:off x="11642605" y="6213988"/>
            <a:ext cx="552570" cy="552570"/>
          </a:xfrm>
          <a:custGeom>
            <a:avLst/>
            <a:gdLst>
              <a:gd name="connsiteX0" fmla="*/ 0 w 552570"/>
              <a:gd name="connsiteY0" fmla="*/ 0 h 552570"/>
              <a:gd name="connsiteX1" fmla="*/ 0 w 552570"/>
              <a:gd name="connsiteY1" fmla="*/ 552570 h 552570"/>
              <a:gd name="connsiteX2" fmla="*/ 552570 w 552570"/>
              <a:gd name="connsiteY2" fmla="*/ 552570 h 552570"/>
              <a:gd name="connsiteX3" fmla="*/ 0 w 552570"/>
              <a:gd name="connsiteY3" fmla="*/ 0 h 552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2570" h="552570">
                <a:moveTo>
                  <a:pt x="0" y="0"/>
                </a:moveTo>
                <a:lnTo>
                  <a:pt x="0" y="552570"/>
                </a:lnTo>
                <a:lnTo>
                  <a:pt x="552570" y="552570"/>
                </a:lnTo>
                <a:lnTo>
                  <a:pt x="0" y="0"/>
                </a:lnTo>
                <a:close/>
              </a:path>
            </a:pathLst>
          </a:custGeom>
          <a:solidFill>
            <a:sysClr val="window" lastClr="FFFFFF">
              <a:alpha val="11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624" name="Right Triangle 623">
            <a:extLst>
              <a:ext uri="{FF2B5EF4-FFF2-40B4-BE49-F238E27FC236}">
                <a16:creationId xmlns:a16="http://schemas.microsoft.com/office/drawing/2014/main" id="{D190A99F-1AD8-4B1A-A77B-A6C1192D9C83}"/>
              </a:ext>
            </a:extLst>
          </p:cNvPr>
          <p:cNvSpPr/>
          <p:nvPr/>
        </p:nvSpPr>
        <p:spPr bwMode="gray">
          <a:xfrm>
            <a:off x="10670951" y="5795355"/>
            <a:ext cx="971203" cy="971203"/>
          </a:xfrm>
          <a:prstGeom prst="rtTriangle">
            <a:avLst/>
          </a:prstGeom>
          <a:solidFill>
            <a:sysClr val="window" lastClr="FFFFFF">
              <a:alpha val="9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625" name="Right Triangle 624">
            <a:extLst>
              <a:ext uri="{FF2B5EF4-FFF2-40B4-BE49-F238E27FC236}">
                <a16:creationId xmlns:a16="http://schemas.microsoft.com/office/drawing/2014/main" id="{B7D5D60B-1736-4EA6-BD19-2A34EAC3633E}"/>
              </a:ext>
            </a:extLst>
          </p:cNvPr>
          <p:cNvSpPr/>
          <p:nvPr/>
        </p:nvSpPr>
        <p:spPr bwMode="gray">
          <a:xfrm rot="10800000">
            <a:off x="10670952" y="5795355"/>
            <a:ext cx="971203" cy="971203"/>
          </a:xfrm>
          <a:prstGeom prst="rtTriangle">
            <a:avLst/>
          </a:prstGeom>
          <a:solidFill>
            <a:sysClr val="window" lastClr="FFFFFF">
              <a:alpha val="3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626" name="Right Triangle 625">
            <a:extLst>
              <a:ext uri="{FF2B5EF4-FFF2-40B4-BE49-F238E27FC236}">
                <a16:creationId xmlns:a16="http://schemas.microsoft.com/office/drawing/2014/main" id="{C0B21947-8356-4D27-86FE-A3FAF15B9A8F}"/>
              </a:ext>
            </a:extLst>
          </p:cNvPr>
          <p:cNvSpPr/>
          <p:nvPr/>
        </p:nvSpPr>
        <p:spPr bwMode="gray">
          <a:xfrm flipV="1">
            <a:off x="10670951" y="3850989"/>
            <a:ext cx="971203" cy="971203"/>
          </a:xfrm>
          <a:prstGeom prst="rtTriangle">
            <a:avLst/>
          </a:prstGeom>
          <a:solidFill>
            <a:sysClr val="window" lastClr="FFFFFF">
              <a:alpha val="13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627" name="Right Triangle 626">
            <a:extLst>
              <a:ext uri="{FF2B5EF4-FFF2-40B4-BE49-F238E27FC236}">
                <a16:creationId xmlns:a16="http://schemas.microsoft.com/office/drawing/2014/main" id="{2A3D7ECB-5C74-4571-81EF-FF06BB6BDF32}"/>
              </a:ext>
            </a:extLst>
          </p:cNvPr>
          <p:cNvSpPr/>
          <p:nvPr/>
        </p:nvSpPr>
        <p:spPr bwMode="gray">
          <a:xfrm rot="10800000" flipV="1">
            <a:off x="10670952" y="3850989"/>
            <a:ext cx="971203" cy="971203"/>
          </a:xfrm>
          <a:prstGeom prst="rtTriangle">
            <a:avLst/>
          </a:prstGeom>
          <a:solidFill>
            <a:sysClr val="window" lastClr="FFFFFF">
              <a:alpha val="5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628" name="Right Triangle 627">
            <a:extLst>
              <a:ext uri="{FF2B5EF4-FFF2-40B4-BE49-F238E27FC236}">
                <a16:creationId xmlns:a16="http://schemas.microsoft.com/office/drawing/2014/main" id="{4DAAA567-2CC2-4524-BEBA-277A36E5E0A4}"/>
              </a:ext>
            </a:extLst>
          </p:cNvPr>
          <p:cNvSpPr/>
          <p:nvPr/>
        </p:nvSpPr>
        <p:spPr bwMode="gray">
          <a:xfrm rot="10800000">
            <a:off x="10670952" y="4823069"/>
            <a:ext cx="971203" cy="971203"/>
          </a:xfrm>
          <a:prstGeom prst="rtTriangle">
            <a:avLst/>
          </a:prstGeom>
          <a:solidFill>
            <a:sysClr val="window" lastClr="FFFFFF">
              <a:alpha val="10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629" name="Right Triangle 628">
            <a:extLst>
              <a:ext uri="{FF2B5EF4-FFF2-40B4-BE49-F238E27FC236}">
                <a16:creationId xmlns:a16="http://schemas.microsoft.com/office/drawing/2014/main" id="{4D18EDF7-15D0-4830-95A5-56E121645B88}"/>
              </a:ext>
            </a:extLst>
          </p:cNvPr>
          <p:cNvSpPr/>
          <p:nvPr/>
        </p:nvSpPr>
        <p:spPr bwMode="gray">
          <a:xfrm>
            <a:off x="10670951" y="2882357"/>
            <a:ext cx="971203" cy="971203"/>
          </a:xfrm>
          <a:prstGeom prst="rtTriangle">
            <a:avLst/>
          </a:prstGeom>
          <a:solidFill>
            <a:sysClr val="window" lastClr="FFFFFF">
              <a:alpha val="3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630" name="Right Triangle 629">
            <a:extLst>
              <a:ext uri="{FF2B5EF4-FFF2-40B4-BE49-F238E27FC236}">
                <a16:creationId xmlns:a16="http://schemas.microsoft.com/office/drawing/2014/main" id="{C1709A9A-D5FA-428D-B46E-9207AE56C3D4}"/>
              </a:ext>
            </a:extLst>
          </p:cNvPr>
          <p:cNvSpPr/>
          <p:nvPr/>
        </p:nvSpPr>
        <p:spPr bwMode="gray">
          <a:xfrm rot="10800000">
            <a:off x="10670951" y="2882357"/>
            <a:ext cx="971203" cy="971203"/>
          </a:xfrm>
          <a:prstGeom prst="rtTriangle">
            <a:avLst/>
          </a:pr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631" name="Right Triangle 630">
            <a:extLst>
              <a:ext uri="{FF2B5EF4-FFF2-40B4-BE49-F238E27FC236}">
                <a16:creationId xmlns:a16="http://schemas.microsoft.com/office/drawing/2014/main" id="{31AD2623-245F-4492-B275-854D3C61A6B9}"/>
              </a:ext>
            </a:extLst>
          </p:cNvPr>
          <p:cNvSpPr/>
          <p:nvPr/>
        </p:nvSpPr>
        <p:spPr bwMode="gray">
          <a:xfrm flipV="1">
            <a:off x="10670951" y="941662"/>
            <a:ext cx="971203" cy="971203"/>
          </a:xfrm>
          <a:prstGeom prst="rtTriangle">
            <a:avLst/>
          </a:pr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632" name="Right Triangle 631">
            <a:extLst>
              <a:ext uri="{FF2B5EF4-FFF2-40B4-BE49-F238E27FC236}">
                <a16:creationId xmlns:a16="http://schemas.microsoft.com/office/drawing/2014/main" id="{EFEA176B-48A7-4A95-B09A-4B02456802B6}"/>
              </a:ext>
            </a:extLst>
          </p:cNvPr>
          <p:cNvSpPr/>
          <p:nvPr/>
        </p:nvSpPr>
        <p:spPr bwMode="gray">
          <a:xfrm>
            <a:off x="10670951" y="1913743"/>
            <a:ext cx="971203" cy="971203"/>
          </a:xfrm>
          <a:prstGeom prst="rtTriangle">
            <a:avLst/>
          </a:prstGeom>
          <a:solidFill>
            <a:sysClr val="window" lastClr="FFFFFF">
              <a:alpha val="11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633" name="Right Triangle 632">
            <a:extLst>
              <a:ext uri="{FF2B5EF4-FFF2-40B4-BE49-F238E27FC236}">
                <a16:creationId xmlns:a16="http://schemas.microsoft.com/office/drawing/2014/main" id="{ADED2148-7B15-4EFC-AB88-C0CED1BD7797}"/>
              </a:ext>
            </a:extLst>
          </p:cNvPr>
          <p:cNvSpPr/>
          <p:nvPr/>
        </p:nvSpPr>
        <p:spPr bwMode="gray">
          <a:xfrm rot="10800000">
            <a:off x="10670951" y="1913743"/>
            <a:ext cx="971203" cy="971203"/>
          </a:xfrm>
          <a:prstGeom prst="rtTriangle">
            <a:avLst/>
          </a:pr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634" name="Right Triangle 633">
            <a:extLst>
              <a:ext uri="{FF2B5EF4-FFF2-40B4-BE49-F238E27FC236}">
                <a16:creationId xmlns:a16="http://schemas.microsoft.com/office/drawing/2014/main" id="{4ECC73D2-A19A-462D-A54B-86E9BFCCCD4F}"/>
              </a:ext>
            </a:extLst>
          </p:cNvPr>
          <p:cNvSpPr/>
          <p:nvPr/>
        </p:nvSpPr>
        <p:spPr bwMode="gray">
          <a:xfrm>
            <a:off x="10670951" y="-27163"/>
            <a:ext cx="971203" cy="971203"/>
          </a:xfrm>
          <a:prstGeom prst="rtTriangle">
            <a:avLst/>
          </a:prstGeom>
          <a:solidFill>
            <a:sysClr val="window" lastClr="FFFFFF">
              <a:alpha val="12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635" name="Right Triangle 634">
            <a:extLst>
              <a:ext uri="{FF2B5EF4-FFF2-40B4-BE49-F238E27FC236}">
                <a16:creationId xmlns:a16="http://schemas.microsoft.com/office/drawing/2014/main" id="{8A39A062-7C83-4669-9226-B79D9454814F}"/>
              </a:ext>
            </a:extLst>
          </p:cNvPr>
          <p:cNvSpPr/>
          <p:nvPr/>
        </p:nvSpPr>
        <p:spPr bwMode="gray">
          <a:xfrm rot="10800000">
            <a:off x="10670951" y="-22208"/>
            <a:ext cx="971203" cy="971203"/>
          </a:xfrm>
          <a:prstGeom prst="rtTriangle">
            <a:avLst/>
          </a:pr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638" name="Right Triangle 637">
            <a:extLst>
              <a:ext uri="{FF2B5EF4-FFF2-40B4-BE49-F238E27FC236}">
                <a16:creationId xmlns:a16="http://schemas.microsoft.com/office/drawing/2014/main" id="{72F437B1-A514-4D17-B127-40A1008E6944}"/>
              </a:ext>
            </a:extLst>
          </p:cNvPr>
          <p:cNvSpPr/>
          <p:nvPr/>
        </p:nvSpPr>
        <p:spPr bwMode="gray">
          <a:xfrm>
            <a:off x="4846200" y="5795355"/>
            <a:ext cx="971203" cy="971203"/>
          </a:xfrm>
          <a:prstGeom prst="rtTriangle">
            <a:avLst/>
          </a:prstGeom>
          <a:solidFill>
            <a:sysClr val="window" lastClr="FFFFFF">
              <a:alpha val="5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639" name="Right Triangle 638">
            <a:extLst>
              <a:ext uri="{FF2B5EF4-FFF2-40B4-BE49-F238E27FC236}">
                <a16:creationId xmlns:a16="http://schemas.microsoft.com/office/drawing/2014/main" id="{BAFE1D2F-C9E7-4490-B98B-E242819B4E88}"/>
              </a:ext>
            </a:extLst>
          </p:cNvPr>
          <p:cNvSpPr/>
          <p:nvPr/>
        </p:nvSpPr>
        <p:spPr bwMode="gray">
          <a:xfrm flipV="1">
            <a:off x="4846200" y="3850989"/>
            <a:ext cx="971203" cy="971203"/>
          </a:xfrm>
          <a:prstGeom prst="rtTriangle">
            <a:avLst/>
          </a:prstGeom>
          <a:solidFill>
            <a:sysClr val="window" lastClr="FFFFFF">
              <a:alpha val="22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640" name="Right Triangle 639">
            <a:extLst>
              <a:ext uri="{FF2B5EF4-FFF2-40B4-BE49-F238E27FC236}">
                <a16:creationId xmlns:a16="http://schemas.microsoft.com/office/drawing/2014/main" id="{3E10EC6E-EC05-4F5F-8706-CD496181FAB9}"/>
              </a:ext>
            </a:extLst>
          </p:cNvPr>
          <p:cNvSpPr/>
          <p:nvPr/>
        </p:nvSpPr>
        <p:spPr bwMode="gray">
          <a:xfrm rot="10800000" flipV="1">
            <a:off x="4846201" y="3850989"/>
            <a:ext cx="971203" cy="971203"/>
          </a:xfrm>
          <a:prstGeom prst="rtTriangle">
            <a:avLst/>
          </a:prstGeom>
          <a:solidFill>
            <a:sysClr val="window" lastClr="FFFFFF">
              <a:alpha val="13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641" name="Right Triangle 640">
            <a:extLst>
              <a:ext uri="{FF2B5EF4-FFF2-40B4-BE49-F238E27FC236}">
                <a16:creationId xmlns:a16="http://schemas.microsoft.com/office/drawing/2014/main" id="{65338E3E-121C-405A-A343-75BE2348336F}"/>
              </a:ext>
            </a:extLst>
          </p:cNvPr>
          <p:cNvSpPr/>
          <p:nvPr/>
        </p:nvSpPr>
        <p:spPr bwMode="gray">
          <a:xfrm>
            <a:off x="4846200" y="4823069"/>
            <a:ext cx="971203" cy="971203"/>
          </a:xfrm>
          <a:prstGeom prst="rtTriangle">
            <a:avLst/>
          </a:prstGeom>
          <a:solidFill>
            <a:sysClr val="window" lastClr="FFFFFF">
              <a:alpha val="13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642" name="Right Triangle 641">
            <a:extLst>
              <a:ext uri="{FF2B5EF4-FFF2-40B4-BE49-F238E27FC236}">
                <a16:creationId xmlns:a16="http://schemas.microsoft.com/office/drawing/2014/main" id="{7B25D828-A849-4581-936F-B83B8C62D7FD}"/>
              </a:ext>
            </a:extLst>
          </p:cNvPr>
          <p:cNvSpPr/>
          <p:nvPr/>
        </p:nvSpPr>
        <p:spPr bwMode="gray">
          <a:xfrm rot="10800000">
            <a:off x="4846201" y="4823069"/>
            <a:ext cx="971203" cy="971203"/>
          </a:xfrm>
          <a:prstGeom prst="rtTriangle">
            <a:avLst/>
          </a:prstGeom>
          <a:solidFill>
            <a:sysClr val="window" lastClr="FFFFFF">
              <a:alpha val="5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643" name="Right Triangle 642">
            <a:extLst>
              <a:ext uri="{FF2B5EF4-FFF2-40B4-BE49-F238E27FC236}">
                <a16:creationId xmlns:a16="http://schemas.microsoft.com/office/drawing/2014/main" id="{6AFF7020-037C-45BB-973B-A869544DAFA3}"/>
              </a:ext>
            </a:extLst>
          </p:cNvPr>
          <p:cNvSpPr/>
          <p:nvPr/>
        </p:nvSpPr>
        <p:spPr bwMode="gray">
          <a:xfrm>
            <a:off x="4846200" y="2882357"/>
            <a:ext cx="971203" cy="971203"/>
          </a:xfrm>
          <a:prstGeom prst="rtTriangle">
            <a:avLst/>
          </a:prstGeom>
          <a:solidFill>
            <a:sysClr val="window" lastClr="FFFFFF">
              <a:alpha val="5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644" name="Right Triangle 643">
            <a:extLst>
              <a:ext uri="{FF2B5EF4-FFF2-40B4-BE49-F238E27FC236}">
                <a16:creationId xmlns:a16="http://schemas.microsoft.com/office/drawing/2014/main" id="{93CC3375-7EE1-4993-A427-3BDBF9554C7E}"/>
              </a:ext>
            </a:extLst>
          </p:cNvPr>
          <p:cNvSpPr/>
          <p:nvPr/>
        </p:nvSpPr>
        <p:spPr bwMode="gray">
          <a:xfrm rot="10800000">
            <a:off x="4846201" y="2882357"/>
            <a:ext cx="971203" cy="971203"/>
          </a:xfrm>
          <a:prstGeom prst="rtTriangle">
            <a:avLst/>
          </a:prstGeom>
          <a:solidFill>
            <a:sysClr val="window" lastClr="FFFFFF">
              <a:alpha val="11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645" name="Right Triangle 644">
            <a:extLst>
              <a:ext uri="{FF2B5EF4-FFF2-40B4-BE49-F238E27FC236}">
                <a16:creationId xmlns:a16="http://schemas.microsoft.com/office/drawing/2014/main" id="{73360317-2D5C-42CA-9E6C-6AE0275B244D}"/>
              </a:ext>
            </a:extLst>
          </p:cNvPr>
          <p:cNvSpPr/>
          <p:nvPr/>
        </p:nvSpPr>
        <p:spPr bwMode="gray">
          <a:xfrm flipV="1">
            <a:off x="4846200" y="941662"/>
            <a:ext cx="971203" cy="971203"/>
          </a:xfrm>
          <a:prstGeom prst="rtTriangle">
            <a:avLst/>
          </a:prstGeom>
          <a:solidFill>
            <a:sysClr val="window" lastClr="FFFFFF">
              <a:alpha val="22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646" name="Right Triangle 645">
            <a:extLst>
              <a:ext uri="{FF2B5EF4-FFF2-40B4-BE49-F238E27FC236}">
                <a16:creationId xmlns:a16="http://schemas.microsoft.com/office/drawing/2014/main" id="{0F6D717C-C3A4-4884-B059-962B2F6A2412}"/>
              </a:ext>
            </a:extLst>
          </p:cNvPr>
          <p:cNvSpPr/>
          <p:nvPr/>
        </p:nvSpPr>
        <p:spPr bwMode="gray">
          <a:xfrm rot="10800000" flipV="1">
            <a:off x="4846201" y="941662"/>
            <a:ext cx="971203" cy="971203"/>
          </a:xfrm>
          <a:prstGeom prst="rtTriangle">
            <a:avLst/>
          </a:prstGeom>
          <a:solidFill>
            <a:sysClr val="window" lastClr="FFFFFF">
              <a:alpha val="13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647" name="Right Triangle 646">
            <a:extLst>
              <a:ext uri="{FF2B5EF4-FFF2-40B4-BE49-F238E27FC236}">
                <a16:creationId xmlns:a16="http://schemas.microsoft.com/office/drawing/2014/main" id="{29ED4F58-E0F8-45D3-92C8-DE4BFA539A27}"/>
              </a:ext>
            </a:extLst>
          </p:cNvPr>
          <p:cNvSpPr/>
          <p:nvPr/>
        </p:nvSpPr>
        <p:spPr bwMode="gray">
          <a:xfrm>
            <a:off x="4846200" y="1906998"/>
            <a:ext cx="971203" cy="971203"/>
          </a:xfrm>
          <a:prstGeom prst="rtTriangle">
            <a:avLst/>
          </a:prstGeom>
          <a:solidFill>
            <a:sysClr val="window" lastClr="FFFFFF">
              <a:alpha val="7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648" name="Right Triangle 647">
            <a:extLst>
              <a:ext uri="{FF2B5EF4-FFF2-40B4-BE49-F238E27FC236}">
                <a16:creationId xmlns:a16="http://schemas.microsoft.com/office/drawing/2014/main" id="{EF0EF565-B25C-4643-8A60-5DC726700987}"/>
              </a:ext>
            </a:extLst>
          </p:cNvPr>
          <p:cNvSpPr/>
          <p:nvPr/>
        </p:nvSpPr>
        <p:spPr bwMode="gray">
          <a:xfrm rot="10800000">
            <a:off x="4846201" y="1913743"/>
            <a:ext cx="971203" cy="971203"/>
          </a:xfrm>
          <a:prstGeom prst="rtTriangle">
            <a:avLst/>
          </a:prstGeom>
          <a:solidFill>
            <a:sysClr val="window" lastClr="FFFFFF">
              <a:alpha val="5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649" name="Right Triangle 648">
            <a:extLst>
              <a:ext uri="{FF2B5EF4-FFF2-40B4-BE49-F238E27FC236}">
                <a16:creationId xmlns:a16="http://schemas.microsoft.com/office/drawing/2014/main" id="{59E2DBCC-6CB4-49B1-B2E1-46BB3BAD1FC8}"/>
              </a:ext>
            </a:extLst>
          </p:cNvPr>
          <p:cNvSpPr/>
          <p:nvPr/>
        </p:nvSpPr>
        <p:spPr bwMode="gray">
          <a:xfrm>
            <a:off x="4846200" y="-27163"/>
            <a:ext cx="971203" cy="971203"/>
          </a:xfrm>
          <a:prstGeom prst="rtTriangle">
            <a:avLst/>
          </a:prstGeom>
          <a:solidFill>
            <a:sysClr val="window" lastClr="FFFFFF">
              <a:alpha val="13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650" name="Right Triangle 649">
            <a:extLst>
              <a:ext uri="{FF2B5EF4-FFF2-40B4-BE49-F238E27FC236}">
                <a16:creationId xmlns:a16="http://schemas.microsoft.com/office/drawing/2014/main" id="{E1AEC6AA-86AB-461B-974D-E4D852A68BF9}"/>
              </a:ext>
            </a:extLst>
          </p:cNvPr>
          <p:cNvSpPr/>
          <p:nvPr/>
        </p:nvSpPr>
        <p:spPr bwMode="gray">
          <a:xfrm rot="10800000">
            <a:off x="4846201" y="-22208"/>
            <a:ext cx="971203" cy="971203"/>
          </a:xfrm>
          <a:prstGeom prst="rtTriangle">
            <a:avLst/>
          </a:pr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652" name="Right Triangle 651">
            <a:extLst>
              <a:ext uri="{FF2B5EF4-FFF2-40B4-BE49-F238E27FC236}">
                <a16:creationId xmlns:a16="http://schemas.microsoft.com/office/drawing/2014/main" id="{3FFE64C0-FEBD-4FC2-92D7-8B830CB41491}"/>
              </a:ext>
            </a:extLst>
          </p:cNvPr>
          <p:cNvSpPr/>
          <p:nvPr/>
        </p:nvSpPr>
        <p:spPr bwMode="gray">
          <a:xfrm flipH="1">
            <a:off x="5814360" y="5795355"/>
            <a:ext cx="971203" cy="971203"/>
          </a:xfrm>
          <a:prstGeom prst="rtTriangle">
            <a:avLst/>
          </a:prstGeom>
          <a:solidFill>
            <a:sysClr val="window" lastClr="FFFFFF">
              <a:alpha val="1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653" name="Right Triangle 652">
            <a:extLst>
              <a:ext uri="{FF2B5EF4-FFF2-40B4-BE49-F238E27FC236}">
                <a16:creationId xmlns:a16="http://schemas.microsoft.com/office/drawing/2014/main" id="{BA3ED428-0457-4134-98E9-2701F05B7D4D}"/>
              </a:ext>
            </a:extLst>
          </p:cNvPr>
          <p:cNvSpPr/>
          <p:nvPr/>
        </p:nvSpPr>
        <p:spPr bwMode="gray">
          <a:xfrm rot="10800000" flipH="1">
            <a:off x="5814360" y="5795355"/>
            <a:ext cx="971203" cy="971203"/>
          </a:xfrm>
          <a:prstGeom prst="rtTriangle">
            <a:avLst/>
          </a:prstGeom>
          <a:solidFill>
            <a:sysClr val="window" lastClr="FFFFFF">
              <a:alpha val="12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654" name="Right Triangle 653">
            <a:extLst>
              <a:ext uri="{FF2B5EF4-FFF2-40B4-BE49-F238E27FC236}">
                <a16:creationId xmlns:a16="http://schemas.microsoft.com/office/drawing/2014/main" id="{E5A94D6A-F77C-40AE-B299-3AAAB1B39A88}"/>
              </a:ext>
            </a:extLst>
          </p:cNvPr>
          <p:cNvSpPr/>
          <p:nvPr/>
        </p:nvSpPr>
        <p:spPr bwMode="gray">
          <a:xfrm flipH="1" flipV="1">
            <a:off x="5814360" y="3850989"/>
            <a:ext cx="971203" cy="971203"/>
          </a:xfrm>
          <a:prstGeom prst="rtTriangle">
            <a:avLst/>
          </a:prstGeom>
          <a:solidFill>
            <a:sysClr val="window" lastClr="FFFFFF">
              <a:alpha val="5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655" name="Right Triangle 654">
            <a:extLst>
              <a:ext uri="{FF2B5EF4-FFF2-40B4-BE49-F238E27FC236}">
                <a16:creationId xmlns:a16="http://schemas.microsoft.com/office/drawing/2014/main" id="{7AE041BD-6F07-45D1-929E-03EE78ECDC36}"/>
              </a:ext>
            </a:extLst>
          </p:cNvPr>
          <p:cNvSpPr/>
          <p:nvPr/>
        </p:nvSpPr>
        <p:spPr bwMode="gray">
          <a:xfrm rot="10800000" flipH="1">
            <a:off x="5814360" y="4823069"/>
            <a:ext cx="971203" cy="971203"/>
          </a:xfrm>
          <a:prstGeom prst="rtTriangle">
            <a:avLst/>
          </a:prstGeom>
          <a:solidFill>
            <a:sysClr val="window" lastClr="FFFFFF">
              <a:alpha val="13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656" name="Right Triangle 655">
            <a:extLst>
              <a:ext uri="{FF2B5EF4-FFF2-40B4-BE49-F238E27FC236}">
                <a16:creationId xmlns:a16="http://schemas.microsoft.com/office/drawing/2014/main" id="{3E161EBE-EC1C-4907-8136-1E8A9F813450}"/>
              </a:ext>
            </a:extLst>
          </p:cNvPr>
          <p:cNvSpPr/>
          <p:nvPr/>
        </p:nvSpPr>
        <p:spPr bwMode="gray">
          <a:xfrm flipH="1">
            <a:off x="5814360" y="2882357"/>
            <a:ext cx="971203" cy="971203"/>
          </a:xfrm>
          <a:prstGeom prst="rtTriangle">
            <a:avLst/>
          </a:prstGeom>
          <a:solidFill>
            <a:sysClr val="window" lastClr="FFFFFF">
              <a:alpha val="1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657" name="Right Triangle 656">
            <a:extLst>
              <a:ext uri="{FF2B5EF4-FFF2-40B4-BE49-F238E27FC236}">
                <a16:creationId xmlns:a16="http://schemas.microsoft.com/office/drawing/2014/main" id="{21E9AD26-26BD-43C4-9A92-63BEF2BC3C31}"/>
              </a:ext>
            </a:extLst>
          </p:cNvPr>
          <p:cNvSpPr/>
          <p:nvPr/>
        </p:nvSpPr>
        <p:spPr bwMode="gray">
          <a:xfrm rot="10800000" flipH="1">
            <a:off x="5814360" y="2882357"/>
            <a:ext cx="971203" cy="971203"/>
          </a:xfrm>
          <a:prstGeom prst="rtTriangle">
            <a:avLst/>
          </a:pr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658" name="Right Triangle 657">
            <a:extLst>
              <a:ext uri="{FF2B5EF4-FFF2-40B4-BE49-F238E27FC236}">
                <a16:creationId xmlns:a16="http://schemas.microsoft.com/office/drawing/2014/main" id="{BE7402AB-16E0-4435-AD9F-5FC8744C54EA}"/>
              </a:ext>
            </a:extLst>
          </p:cNvPr>
          <p:cNvSpPr/>
          <p:nvPr/>
        </p:nvSpPr>
        <p:spPr bwMode="gray">
          <a:xfrm flipH="1" flipV="1">
            <a:off x="5814360" y="941662"/>
            <a:ext cx="971203" cy="971203"/>
          </a:xfrm>
          <a:prstGeom prst="rtTriangle">
            <a:avLst/>
          </a:prstGeom>
          <a:solidFill>
            <a:sysClr val="window" lastClr="FFFFFF">
              <a:alpha val="8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659" name="Right Triangle 658">
            <a:extLst>
              <a:ext uri="{FF2B5EF4-FFF2-40B4-BE49-F238E27FC236}">
                <a16:creationId xmlns:a16="http://schemas.microsoft.com/office/drawing/2014/main" id="{E0555B24-989B-442B-AE5F-75CD46CF5F01}"/>
              </a:ext>
            </a:extLst>
          </p:cNvPr>
          <p:cNvSpPr/>
          <p:nvPr/>
        </p:nvSpPr>
        <p:spPr bwMode="gray">
          <a:xfrm flipH="1">
            <a:off x="5814360" y="1913743"/>
            <a:ext cx="971203" cy="971203"/>
          </a:xfrm>
          <a:prstGeom prst="rtTriangle">
            <a:avLst/>
          </a:prstGeom>
          <a:solidFill>
            <a:sysClr val="window" lastClr="FFFFFF">
              <a:alpha val="2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660" name="Right Triangle 659">
            <a:extLst>
              <a:ext uri="{FF2B5EF4-FFF2-40B4-BE49-F238E27FC236}">
                <a16:creationId xmlns:a16="http://schemas.microsoft.com/office/drawing/2014/main" id="{145F9134-A35E-478C-8716-3A569DA90807}"/>
              </a:ext>
            </a:extLst>
          </p:cNvPr>
          <p:cNvSpPr/>
          <p:nvPr/>
        </p:nvSpPr>
        <p:spPr bwMode="gray">
          <a:xfrm rot="10800000" flipH="1">
            <a:off x="5814361" y="1913743"/>
            <a:ext cx="971203" cy="971203"/>
          </a:xfrm>
          <a:prstGeom prst="rtTriangle">
            <a:avLst/>
          </a:prstGeom>
          <a:solidFill>
            <a:sysClr val="window" lastClr="FFFFFF">
              <a:alpha val="13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661" name="Right Triangle 660">
            <a:extLst>
              <a:ext uri="{FF2B5EF4-FFF2-40B4-BE49-F238E27FC236}">
                <a16:creationId xmlns:a16="http://schemas.microsoft.com/office/drawing/2014/main" id="{A20D862C-EB68-4AA6-864F-4D8538E8FF6B}"/>
              </a:ext>
            </a:extLst>
          </p:cNvPr>
          <p:cNvSpPr/>
          <p:nvPr/>
        </p:nvSpPr>
        <p:spPr bwMode="gray">
          <a:xfrm flipH="1">
            <a:off x="5814360" y="-27163"/>
            <a:ext cx="971203" cy="971203"/>
          </a:xfrm>
          <a:prstGeom prst="rtTriangle">
            <a:avLst/>
          </a:prstGeom>
          <a:solidFill>
            <a:sysClr val="window" lastClr="FFFFFF">
              <a:alpha val="1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662" name="Right Triangle 661">
            <a:extLst>
              <a:ext uri="{FF2B5EF4-FFF2-40B4-BE49-F238E27FC236}">
                <a16:creationId xmlns:a16="http://schemas.microsoft.com/office/drawing/2014/main" id="{EB19E814-72CA-47E4-B527-7685D8128EF9}"/>
              </a:ext>
            </a:extLst>
          </p:cNvPr>
          <p:cNvSpPr/>
          <p:nvPr/>
        </p:nvSpPr>
        <p:spPr bwMode="gray">
          <a:xfrm rot="10800000" flipH="1">
            <a:off x="5814360" y="-22208"/>
            <a:ext cx="971203" cy="971203"/>
          </a:xfrm>
          <a:prstGeom prst="rtTriangle">
            <a:avLst/>
          </a:prstGeom>
          <a:solidFill>
            <a:sysClr val="window" lastClr="FFFFFF">
              <a:alpha val="12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466" name="Right Triangle 465">
            <a:extLst>
              <a:ext uri="{FF2B5EF4-FFF2-40B4-BE49-F238E27FC236}">
                <a16:creationId xmlns:a16="http://schemas.microsoft.com/office/drawing/2014/main" id="{9D036190-EC9A-4840-852D-0BC2A23BEA38}"/>
              </a:ext>
            </a:extLst>
          </p:cNvPr>
          <p:cNvSpPr/>
          <p:nvPr/>
        </p:nvSpPr>
        <p:spPr bwMode="gray">
          <a:xfrm>
            <a:off x="6785686" y="5795355"/>
            <a:ext cx="971203" cy="971203"/>
          </a:xfrm>
          <a:prstGeom prst="rtTriangle">
            <a:avLst/>
          </a:pr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467" name="Right Triangle 466">
            <a:extLst>
              <a:ext uri="{FF2B5EF4-FFF2-40B4-BE49-F238E27FC236}">
                <a16:creationId xmlns:a16="http://schemas.microsoft.com/office/drawing/2014/main" id="{C17CDE12-8EE2-4013-8ED1-101BB4623B1D}"/>
              </a:ext>
            </a:extLst>
          </p:cNvPr>
          <p:cNvSpPr/>
          <p:nvPr/>
        </p:nvSpPr>
        <p:spPr bwMode="gray">
          <a:xfrm rot="10800000">
            <a:off x="6785686" y="5795355"/>
            <a:ext cx="971203" cy="971203"/>
          </a:xfrm>
          <a:prstGeom prst="rtTriangle">
            <a:avLst/>
          </a:prstGeom>
          <a:solidFill>
            <a:sysClr val="window" lastClr="FFFFFF">
              <a:alpha val="13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468" name="Right Triangle 467">
            <a:extLst>
              <a:ext uri="{FF2B5EF4-FFF2-40B4-BE49-F238E27FC236}">
                <a16:creationId xmlns:a16="http://schemas.microsoft.com/office/drawing/2014/main" id="{5A27562C-3468-4E72-B14F-2E407B9845E9}"/>
              </a:ext>
            </a:extLst>
          </p:cNvPr>
          <p:cNvSpPr/>
          <p:nvPr/>
        </p:nvSpPr>
        <p:spPr bwMode="gray">
          <a:xfrm flipV="1">
            <a:off x="6785686" y="3850989"/>
            <a:ext cx="971203" cy="971203"/>
          </a:xfrm>
          <a:prstGeom prst="rtTriangle">
            <a:avLst/>
          </a:prstGeom>
          <a:solidFill>
            <a:sysClr val="window" lastClr="FFFFFF">
              <a:alpha val="13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469" name="Right Triangle 468">
            <a:extLst>
              <a:ext uri="{FF2B5EF4-FFF2-40B4-BE49-F238E27FC236}">
                <a16:creationId xmlns:a16="http://schemas.microsoft.com/office/drawing/2014/main" id="{9686A891-3AED-4911-B7B9-B9617BDE0702}"/>
              </a:ext>
            </a:extLst>
          </p:cNvPr>
          <p:cNvSpPr/>
          <p:nvPr/>
        </p:nvSpPr>
        <p:spPr bwMode="gray">
          <a:xfrm>
            <a:off x="6785686" y="4823069"/>
            <a:ext cx="971203" cy="971203"/>
          </a:xfrm>
          <a:prstGeom prst="rtTriangle">
            <a:avLst/>
          </a:pr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470" name="Right Triangle 469">
            <a:extLst>
              <a:ext uri="{FF2B5EF4-FFF2-40B4-BE49-F238E27FC236}">
                <a16:creationId xmlns:a16="http://schemas.microsoft.com/office/drawing/2014/main" id="{DE40A533-1471-49E8-8B6B-A959B2DDA663}"/>
              </a:ext>
            </a:extLst>
          </p:cNvPr>
          <p:cNvSpPr/>
          <p:nvPr/>
        </p:nvSpPr>
        <p:spPr bwMode="gray">
          <a:xfrm rot="10800000">
            <a:off x="6785686" y="4823069"/>
            <a:ext cx="971203" cy="971203"/>
          </a:xfrm>
          <a:prstGeom prst="rtTriangle">
            <a:avLst/>
          </a:prstGeom>
          <a:solidFill>
            <a:sysClr val="window" lastClr="FFFFFF">
              <a:alpha val="10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471" name="Right Triangle 470">
            <a:extLst>
              <a:ext uri="{FF2B5EF4-FFF2-40B4-BE49-F238E27FC236}">
                <a16:creationId xmlns:a16="http://schemas.microsoft.com/office/drawing/2014/main" id="{DB32AA39-EB38-4306-9195-841B647BAD5C}"/>
              </a:ext>
            </a:extLst>
          </p:cNvPr>
          <p:cNvSpPr/>
          <p:nvPr/>
        </p:nvSpPr>
        <p:spPr bwMode="gray">
          <a:xfrm>
            <a:off x="6785686" y="2882357"/>
            <a:ext cx="971203" cy="971203"/>
          </a:xfrm>
          <a:prstGeom prst="rtTriangle">
            <a:avLst/>
          </a:prstGeom>
          <a:solidFill>
            <a:sysClr val="window" lastClr="FFFFFF">
              <a:alpha val="8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472" name="Right Triangle 471">
            <a:extLst>
              <a:ext uri="{FF2B5EF4-FFF2-40B4-BE49-F238E27FC236}">
                <a16:creationId xmlns:a16="http://schemas.microsoft.com/office/drawing/2014/main" id="{CA409C7F-AA0D-4E1C-B891-C436EE6C1C30}"/>
              </a:ext>
            </a:extLst>
          </p:cNvPr>
          <p:cNvSpPr/>
          <p:nvPr/>
        </p:nvSpPr>
        <p:spPr bwMode="gray">
          <a:xfrm flipV="1">
            <a:off x="6785686" y="941662"/>
            <a:ext cx="971203" cy="971203"/>
          </a:xfrm>
          <a:prstGeom prst="rtTriangle">
            <a:avLst/>
          </a:pr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473" name="Right Triangle 472">
            <a:extLst>
              <a:ext uri="{FF2B5EF4-FFF2-40B4-BE49-F238E27FC236}">
                <a16:creationId xmlns:a16="http://schemas.microsoft.com/office/drawing/2014/main" id="{FB146815-B2F1-46AB-87F7-711A9254586A}"/>
              </a:ext>
            </a:extLst>
          </p:cNvPr>
          <p:cNvSpPr/>
          <p:nvPr/>
        </p:nvSpPr>
        <p:spPr bwMode="gray">
          <a:xfrm>
            <a:off x="6785686" y="1913743"/>
            <a:ext cx="971203" cy="971203"/>
          </a:xfrm>
          <a:prstGeom prst="rtTriangle">
            <a:avLst/>
          </a:pr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474" name="Right Triangle 473">
            <a:extLst>
              <a:ext uri="{FF2B5EF4-FFF2-40B4-BE49-F238E27FC236}">
                <a16:creationId xmlns:a16="http://schemas.microsoft.com/office/drawing/2014/main" id="{D31C6409-E63A-4DD4-96F5-56CFCE038A2A}"/>
              </a:ext>
            </a:extLst>
          </p:cNvPr>
          <p:cNvSpPr/>
          <p:nvPr/>
        </p:nvSpPr>
        <p:spPr bwMode="gray">
          <a:xfrm rot="10800000">
            <a:off x="6785687" y="1913743"/>
            <a:ext cx="971203" cy="971203"/>
          </a:xfrm>
          <a:prstGeom prst="rtTriangle">
            <a:avLst/>
          </a:prstGeom>
          <a:solidFill>
            <a:sysClr val="window" lastClr="FFFFFF">
              <a:alpha val="11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475" name="Right Triangle 474">
            <a:extLst>
              <a:ext uri="{FF2B5EF4-FFF2-40B4-BE49-F238E27FC236}">
                <a16:creationId xmlns:a16="http://schemas.microsoft.com/office/drawing/2014/main" id="{FDF7B0C4-6C78-48FA-A7AE-C266ED8F4F63}"/>
              </a:ext>
            </a:extLst>
          </p:cNvPr>
          <p:cNvSpPr/>
          <p:nvPr/>
        </p:nvSpPr>
        <p:spPr bwMode="gray">
          <a:xfrm>
            <a:off x="6785686" y="-27163"/>
            <a:ext cx="971203" cy="971203"/>
          </a:xfrm>
          <a:prstGeom prst="rtTriangle">
            <a:avLst/>
          </a:pr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476" name="Right Triangle 475">
            <a:extLst>
              <a:ext uri="{FF2B5EF4-FFF2-40B4-BE49-F238E27FC236}">
                <a16:creationId xmlns:a16="http://schemas.microsoft.com/office/drawing/2014/main" id="{B65282C9-A8EC-4391-A520-F8D6DFCB6FAD}"/>
              </a:ext>
            </a:extLst>
          </p:cNvPr>
          <p:cNvSpPr/>
          <p:nvPr/>
        </p:nvSpPr>
        <p:spPr bwMode="gray">
          <a:xfrm rot="10800000">
            <a:off x="6785686" y="-22209"/>
            <a:ext cx="971203" cy="971203"/>
          </a:xfrm>
          <a:prstGeom prst="rtTriangle">
            <a:avLst/>
          </a:prstGeom>
          <a:solidFill>
            <a:sysClr val="window" lastClr="FFFFFF">
              <a:alpha val="1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478" name="Right Triangle 477">
            <a:extLst>
              <a:ext uri="{FF2B5EF4-FFF2-40B4-BE49-F238E27FC236}">
                <a16:creationId xmlns:a16="http://schemas.microsoft.com/office/drawing/2014/main" id="{D18ED821-4CC1-48D7-9D13-F74299966B2F}"/>
              </a:ext>
            </a:extLst>
          </p:cNvPr>
          <p:cNvSpPr/>
          <p:nvPr/>
        </p:nvSpPr>
        <p:spPr bwMode="gray">
          <a:xfrm flipH="1">
            <a:off x="7756889" y="5795355"/>
            <a:ext cx="971203" cy="971203"/>
          </a:xfrm>
          <a:prstGeom prst="rtTriangle">
            <a:avLst/>
          </a:prstGeom>
          <a:solidFill>
            <a:sysClr val="window" lastClr="FFFFFF">
              <a:alpha val="3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479" name="Right Triangle 478">
            <a:extLst>
              <a:ext uri="{FF2B5EF4-FFF2-40B4-BE49-F238E27FC236}">
                <a16:creationId xmlns:a16="http://schemas.microsoft.com/office/drawing/2014/main" id="{6F5AC38F-5EC9-465D-B0C7-2267CA284F61}"/>
              </a:ext>
            </a:extLst>
          </p:cNvPr>
          <p:cNvSpPr/>
          <p:nvPr/>
        </p:nvSpPr>
        <p:spPr bwMode="gray">
          <a:xfrm flipH="1" flipV="1">
            <a:off x="7756889" y="3850989"/>
            <a:ext cx="971203" cy="971203"/>
          </a:xfrm>
          <a:prstGeom prst="rtTriangle">
            <a:avLst/>
          </a:prstGeom>
          <a:solidFill>
            <a:sysClr val="window" lastClr="FFFFFF">
              <a:alpha val="5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480" name="Right Triangle 479">
            <a:extLst>
              <a:ext uri="{FF2B5EF4-FFF2-40B4-BE49-F238E27FC236}">
                <a16:creationId xmlns:a16="http://schemas.microsoft.com/office/drawing/2014/main" id="{5E1430A1-84F0-4F77-99F3-ECA368425298}"/>
              </a:ext>
            </a:extLst>
          </p:cNvPr>
          <p:cNvSpPr/>
          <p:nvPr/>
        </p:nvSpPr>
        <p:spPr bwMode="gray">
          <a:xfrm rot="10800000" flipH="1" flipV="1">
            <a:off x="7756890" y="3850989"/>
            <a:ext cx="971203" cy="971203"/>
          </a:xfrm>
          <a:prstGeom prst="rtTriangle">
            <a:avLst/>
          </a:prstGeom>
          <a:solidFill>
            <a:sysClr val="window" lastClr="FFFFFF">
              <a:alpha val="13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481" name="Right Triangle 480">
            <a:extLst>
              <a:ext uri="{FF2B5EF4-FFF2-40B4-BE49-F238E27FC236}">
                <a16:creationId xmlns:a16="http://schemas.microsoft.com/office/drawing/2014/main" id="{5E5019BA-9FCC-4C2F-8754-6196BD95997F}"/>
              </a:ext>
            </a:extLst>
          </p:cNvPr>
          <p:cNvSpPr/>
          <p:nvPr/>
        </p:nvSpPr>
        <p:spPr bwMode="gray">
          <a:xfrm flipH="1">
            <a:off x="7756889" y="4823069"/>
            <a:ext cx="971203" cy="971203"/>
          </a:xfrm>
          <a:prstGeom prst="rtTriangle">
            <a:avLst/>
          </a:pr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482" name="Right Triangle 481">
            <a:extLst>
              <a:ext uri="{FF2B5EF4-FFF2-40B4-BE49-F238E27FC236}">
                <a16:creationId xmlns:a16="http://schemas.microsoft.com/office/drawing/2014/main" id="{C3F5F68C-A0C5-4E20-AE37-C80BCCB2FEC3}"/>
              </a:ext>
            </a:extLst>
          </p:cNvPr>
          <p:cNvSpPr/>
          <p:nvPr/>
        </p:nvSpPr>
        <p:spPr bwMode="gray">
          <a:xfrm flipH="1">
            <a:off x="7756889" y="2882357"/>
            <a:ext cx="971203" cy="971203"/>
          </a:xfrm>
          <a:prstGeom prst="rtTriangle">
            <a:avLst/>
          </a:prstGeom>
          <a:solidFill>
            <a:sysClr val="window" lastClr="FFFFFF">
              <a:alpha val="13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483" name="Right Triangle 482">
            <a:extLst>
              <a:ext uri="{FF2B5EF4-FFF2-40B4-BE49-F238E27FC236}">
                <a16:creationId xmlns:a16="http://schemas.microsoft.com/office/drawing/2014/main" id="{A493FDDB-C1AD-417F-8CFF-3000FB6BC37E}"/>
              </a:ext>
            </a:extLst>
          </p:cNvPr>
          <p:cNvSpPr/>
          <p:nvPr/>
        </p:nvSpPr>
        <p:spPr bwMode="gray">
          <a:xfrm rot="10800000" flipH="1">
            <a:off x="7756890" y="2882357"/>
            <a:ext cx="971203" cy="971203"/>
          </a:xfrm>
          <a:prstGeom prst="rtTriangle">
            <a:avLst/>
          </a:pr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484" name="Right Triangle 483">
            <a:extLst>
              <a:ext uri="{FF2B5EF4-FFF2-40B4-BE49-F238E27FC236}">
                <a16:creationId xmlns:a16="http://schemas.microsoft.com/office/drawing/2014/main" id="{AD32C4F5-7244-44EE-AC85-87542D44C7E3}"/>
              </a:ext>
            </a:extLst>
          </p:cNvPr>
          <p:cNvSpPr/>
          <p:nvPr/>
        </p:nvSpPr>
        <p:spPr bwMode="gray">
          <a:xfrm flipH="1" flipV="1">
            <a:off x="7756889" y="941662"/>
            <a:ext cx="971203" cy="971203"/>
          </a:xfrm>
          <a:prstGeom prst="rtTriangle">
            <a:avLst/>
          </a:prstGeom>
          <a:solidFill>
            <a:sysClr val="window" lastClr="FFFFFF">
              <a:alpha val="12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485" name="Right Triangle 484">
            <a:extLst>
              <a:ext uri="{FF2B5EF4-FFF2-40B4-BE49-F238E27FC236}">
                <a16:creationId xmlns:a16="http://schemas.microsoft.com/office/drawing/2014/main" id="{62D211CD-72BE-4103-8828-3D09CAF071F3}"/>
              </a:ext>
            </a:extLst>
          </p:cNvPr>
          <p:cNvSpPr/>
          <p:nvPr/>
        </p:nvSpPr>
        <p:spPr bwMode="gray">
          <a:xfrm rot="10800000" flipH="1" flipV="1">
            <a:off x="7756889" y="941663"/>
            <a:ext cx="971203" cy="971203"/>
          </a:xfrm>
          <a:prstGeom prst="rtTriangle">
            <a:avLst/>
          </a:pr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486" name="Right Triangle 485">
            <a:extLst>
              <a:ext uri="{FF2B5EF4-FFF2-40B4-BE49-F238E27FC236}">
                <a16:creationId xmlns:a16="http://schemas.microsoft.com/office/drawing/2014/main" id="{E1548013-0BBF-42F9-B6A6-F8A390F676CB}"/>
              </a:ext>
            </a:extLst>
          </p:cNvPr>
          <p:cNvSpPr/>
          <p:nvPr/>
        </p:nvSpPr>
        <p:spPr bwMode="gray">
          <a:xfrm flipH="1">
            <a:off x="7756889" y="1913743"/>
            <a:ext cx="971203" cy="971203"/>
          </a:xfrm>
          <a:prstGeom prst="rtTriangle">
            <a:avLst/>
          </a:prstGeom>
          <a:solidFill>
            <a:sysClr val="window" lastClr="FFFFFF">
              <a:alpha val="13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487" name="Right Triangle 486">
            <a:extLst>
              <a:ext uri="{FF2B5EF4-FFF2-40B4-BE49-F238E27FC236}">
                <a16:creationId xmlns:a16="http://schemas.microsoft.com/office/drawing/2014/main" id="{0CE4FFC6-CB2F-4F51-A0AE-DE64B5C975B2}"/>
              </a:ext>
            </a:extLst>
          </p:cNvPr>
          <p:cNvSpPr/>
          <p:nvPr/>
        </p:nvSpPr>
        <p:spPr bwMode="gray">
          <a:xfrm rot="10800000" flipH="1">
            <a:off x="7756890" y="1913743"/>
            <a:ext cx="971203" cy="971203"/>
          </a:xfrm>
          <a:prstGeom prst="rtTriangle">
            <a:avLst/>
          </a:prstGeom>
          <a:solidFill>
            <a:sysClr val="window" lastClr="FFFFFF">
              <a:alpha val="5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488" name="Right Triangle 487">
            <a:extLst>
              <a:ext uri="{FF2B5EF4-FFF2-40B4-BE49-F238E27FC236}">
                <a16:creationId xmlns:a16="http://schemas.microsoft.com/office/drawing/2014/main" id="{369D0442-7DEB-4488-8042-B8E7E70FFA5D}"/>
              </a:ext>
            </a:extLst>
          </p:cNvPr>
          <p:cNvSpPr/>
          <p:nvPr/>
        </p:nvSpPr>
        <p:spPr bwMode="gray">
          <a:xfrm flipH="1">
            <a:off x="7756889" y="-27163"/>
            <a:ext cx="971203" cy="971203"/>
          </a:xfrm>
          <a:prstGeom prst="rtTriangle">
            <a:avLst/>
          </a:prstGeom>
          <a:solidFill>
            <a:sysClr val="window" lastClr="FFFFFF">
              <a:alpha val="5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489" name="Right Triangle 488">
            <a:extLst>
              <a:ext uri="{FF2B5EF4-FFF2-40B4-BE49-F238E27FC236}">
                <a16:creationId xmlns:a16="http://schemas.microsoft.com/office/drawing/2014/main" id="{4943D2F9-551F-4E96-ACE3-96173DC11611}"/>
              </a:ext>
            </a:extLst>
          </p:cNvPr>
          <p:cNvSpPr/>
          <p:nvPr/>
        </p:nvSpPr>
        <p:spPr bwMode="gray">
          <a:xfrm rot="10800000" flipH="1">
            <a:off x="7756889" y="-22209"/>
            <a:ext cx="971203" cy="971203"/>
          </a:xfrm>
          <a:prstGeom prst="rtTriangle">
            <a:avLst/>
          </a:pr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491" name="Right Triangle 490">
            <a:extLst>
              <a:ext uri="{FF2B5EF4-FFF2-40B4-BE49-F238E27FC236}">
                <a16:creationId xmlns:a16="http://schemas.microsoft.com/office/drawing/2014/main" id="{D1EEA76D-EF09-4732-9152-3A8CEE5FD779}"/>
              </a:ext>
            </a:extLst>
          </p:cNvPr>
          <p:cNvSpPr/>
          <p:nvPr/>
        </p:nvSpPr>
        <p:spPr bwMode="gray">
          <a:xfrm>
            <a:off x="8728091" y="5795355"/>
            <a:ext cx="971203" cy="971203"/>
          </a:xfrm>
          <a:prstGeom prst="rtTriangle">
            <a:avLst/>
          </a:prstGeom>
          <a:solidFill>
            <a:sysClr val="window" lastClr="FFFFFF">
              <a:alpha val="10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492" name="Right Triangle 491">
            <a:extLst>
              <a:ext uri="{FF2B5EF4-FFF2-40B4-BE49-F238E27FC236}">
                <a16:creationId xmlns:a16="http://schemas.microsoft.com/office/drawing/2014/main" id="{03BADBBF-37CE-45DC-87B7-4B075CDFB0A0}"/>
              </a:ext>
            </a:extLst>
          </p:cNvPr>
          <p:cNvSpPr/>
          <p:nvPr/>
        </p:nvSpPr>
        <p:spPr bwMode="gray">
          <a:xfrm rot="10800000">
            <a:off x="8728091" y="5795355"/>
            <a:ext cx="971203" cy="971203"/>
          </a:xfrm>
          <a:prstGeom prst="rtTriangle">
            <a:avLst/>
          </a:prstGeom>
          <a:solidFill>
            <a:sysClr val="window" lastClr="FFFFFF">
              <a:alpha val="5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493" name="Right Triangle 492">
            <a:extLst>
              <a:ext uri="{FF2B5EF4-FFF2-40B4-BE49-F238E27FC236}">
                <a16:creationId xmlns:a16="http://schemas.microsoft.com/office/drawing/2014/main" id="{0CE4B2D2-CC16-4CDC-B260-C513C351588E}"/>
              </a:ext>
            </a:extLst>
          </p:cNvPr>
          <p:cNvSpPr/>
          <p:nvPr/>
        </p:nvSpPr>
        <p:spPr bwMode="gray">
          <a:xfrm flipV="1">
            <a:off x="8728091" y="3850989"/>
            <a:ext cx="971203" cy="971203"/>
          </a:xfrm>
          <a:prstGeom prst="rtTriangle">
            <a:avLst/>
          </a:pr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494" name="Right Triangle 493">
            <a:extLst>
              <a:ext uri="{FF2B5EF4-FFF2-40B4-BE49-F238E27FC236}">
                <a16:creationId xmlns:a16="http://schemas.microsoft.com/office/drawing/2014/main" id="{F196A658-B530-40AA-9B08-7330371C1F67}"/>
              </a:ext>
            </a:extLst>
          </p:cNvPr>
          <p:cNvSpPr/>
          <p:nvPr/>
        </p:nvSpPr>
        <p:spPr bwMode="gray">
          <a:xfrm>
            <a:off x="8728091" y="4823069"/>
            <a:ext cx="971203" cy="971203"/>
          </a:xfrm>
          <a:prstGeom prst="rtTriangle">
            <a:avLst/>
          </a:prstGeom>
          <a:solidFill>
            <a:sysClr val="window" lastClr="FFFFFF">
              <a:alpha val="13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495" name="Right Triangle 494">
            <a:extLst>
              <a:ext uri="{FF2B5EF4-FFF2-40B4-BE49-F238E27FC236}">
                <a16:creationId xmlns:a16="http://schemas.microsoft.com/office/drawing/2014/main" id="{8D0A37C8-3C4D-4FF8-A4DE-36AA95A7BBC2}"/>
              </a:ext>
            </a:extLst>
          </p:cNvPr>
          <p:cNvSpPr/>
          <p:nvPr/>
        </p:nvSpPr>
        <p:spPr bwMode="gray">
          <a:xfrm rot="10800000">
            <a:off x="8728092" y="4823069"/>
            <a:ext cx="971203" cy="971203"/>
          </a:xfrm>
          <a:prstGeom prst="rtTriangle">
            <a:avLst/>
          </a:pr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496" name="Right Triangle 495">
            <a:extLst>
              <a:ext uri="{FF2B5EF4-FFF2-40B4-BE49-F238E27FC236}">
                <a16:creationId xmlns:a16="http://schemas.microsoft.com/office/drawing/2014/main" id="{AFBC321F-0A27-4928-875E-0038CD529FEF}"/>
              </a:ext>
            </a:extLst>
          </p:cNvPr>
          <p:cNvSpPr/>
          <p:nvPr/>
        </p:nvSpPr>
        <p:spPr bwMode="gray">
          <a:xfrm>
            <a:off x="8728091" y="2882357"/>
            <a:ext cx="971203" cy="971203"/>
          </a:xfrm>
          <a:prstGeom prst="rtTriangle">
            <a:avLst/>
          </a:prstGeom>
          <a:solidFill>
            <a:sysClr val="window" lastClr="FFFFFF">
              <a:alpha val="5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497" name="Right Triangle 496">
            <a:extLst>
              <a:ext uri="{FF2B5EF4-FFF2-40B4-BE49-F238E27FC236}">
                <a16:creationId xmlns:a16="http://schemas.microsoft.com/office/drawing/2014/main" id="{98D2FA77-B3F2-44F0-8395-8DEA89579ADE}"/>
              </a:ext>
            </a:extLst>
          </p:cNvPr>
          <p:cNvSpPr/>
          <p:nvPr/>
        </p:nvSpPr>
        <p:spPr bwMode="gray">
          <a:xfrm rot="10800000">
            <a:off x="8728091" y="2882357"/>
            <a:ext cx="971203" cy="971203"/>
          </a:xfrm>
          <a:prstGeom prst="rtTriangle">
            <a:avLst/>
          </a:prstGeom>
          <a:solidFill>
            <a:sysClr val="window" lastClr="FFFFFF">
              <a:alpha val="9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498" name="Right Triangle 497">
            <a:extLst>
              <a:ext uri="{FF2B5EF4-FFF2-40B4-BE49-F238E27FC236}">
                <a16:creationId xmlns:a16="http://schemas.microsoft.com/office/drawing/2014/main" id="{A90026DE-8D5D-4E90-A62B-0601F0AA8C54}"/>
              </a:ext>
            </a:extLst>
          </p:cNvPr>
          <p:cNvSpPr/>
          <p:nvPr/>
        </p:nvSpPr>
        <p:spPr bwMode="gray">
          <a:xfrm flipV="1">
            <a:off x="8728091" y="941662"/>
            <a:ext cx="971203" cy="971203"/>
          </a:xfrm>
          <a:prstGeom prst="rtTriangle">
            <a:avLst/>
          </a:pr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499" name="Right Triangle 498">
            <a:extLst>
              <a:ext uri="{FF2B5EF4-FFF2-40B4-BE49-F238E27FC236}">
                <a16:creationId xmlns:a16="http://schemas.microsoft.com/office/drawing/2014/main" id="{0D52872E-7204-45F1-98F0-B0B7099B7A8C}"/>
              </a:ext>
            </a:extLst>
          </p:cNvPr>
          <p:cNvSpPr/>
          <p:nvPr/>
        </p:nvSpPr>
        <p:spPr bwMode="gray">
          <a:xfrm rot="10800000">
            <a:off x="8728091" y="1913743"/>
            <a:ext cx="971203" cy="971203"/>
          </a:xfrm>
          <a:prstGeom prst="rtTriangle">
            <a:avLst/>
          </a:pr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500" name="Right Triangle 499">
            <a:extLst>
              <a:ext uri="{FF2B5EF4-FFF2-40B4-BE49-F238E27FC236}">
                <a16:creationId xmlns:a16="http://schemas.microsoft.com/office/drawing/2014/main" id="{3337BD41-983C-432C-A5F0-68EC85129B53}"/>
              </a:ext>
            </a:extLst>
          </p:cNvPr>
          <p:cNvSpPr/>
          <p:nvPr/>
        </p:nvSpPr>
        <p:spPr bwMode="gray">
          <a:xfrm>
            <a:off x="8728091" y="-27163"/>
            <a:ext cx="971203" cy="971203"/>
          </a:xfrm>
          <a:prstGeom prst="rtTriangle">
            <a:avLst/>
          </a:pr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501" name="Right Triangle 500">
            <a:extLst>
              <a:ext uri="{FF2B5EF4-FFF2-40B4-BE49-F238E27FC236}">
                <a16:creationId xmlns:a16="http://schemas.microsoft.com/office/drawing/2014/main" id="{B32B1C8E-E88D-484F-A139-FDC87FA181EB}"/>
              </a:ext>
            </a:extLst>
          </p:cNvPr>
          <p:cNvSpPr/>
          <p:nvPr/>
        </p:nvSpPr>
        <p:spPr bwMode="gray">
          <a:xfrm rot="10800000">
            <a:off x="8728091" y="-22209"/>
            <a:ext cx="971203" cy="971203"/>
          </a:xfrm>
          <a:prstGeom prst="rtTriangle">
            <a:avLst/>
          </a:prstGeom>
          <a:solidFill>
            <a:sysClr val="window" lastClr="FFFFFF">
              <a:alpha val="15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503" name="Right Triangle 502">
            <a:extLst>
              <a:ext uri="{FF2B5EF4-FFF2-40B4-BE49-F238E27FC236}">
                <a16:creationId xmlns:a16="http://schemas.microsoft.com/office/drawing/2014/main" id="{85233584-A686-4DE8-A0A9-5D98438510E4}"/>
              </a:ext>
            </a:extLst>
          </p:cNvPr>
          <p:cNvSpPr/>
          <p:nvPr/>
        </p:nvSpPr>
        <p:spPr bwMode="gray">
          <a:xfrm flipH="1">
            <a:off x="9699296" y="5795355"/>
            <a:ext cx="971203" cy="971203"/>
          </a:xfrm>
          <a:prstGeom prst="rtTriangle">
            <a:avLst/>
          </a:prstGeom>
          <a:solidFill>
            <a:sysClr val="window" lastClr="FFFFFF">
              <a:alpha val="1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504" name="Right Triangle 503">
            <a:extLst>
              <a:ext uri="{FF2B5EF4-FFF2-40B4-BE49-F238E27FC236}">
                <a16:creationId xmlns:a16="http://schemas.microsoft.com/office/drawing/2014/main" id="{718AEFD1-A4DB-47BD-8051-F4227844127D}"/>
              </a:ext>
            </a:extLst>
          </p:cNvPr>
          <p:cNvSpPr/>
          <p:nvPr/>
        </p:nvSpPr>
        <p:spPr bwMode="gray">
          <a:xfrm rot="10800000" flipH="1">
            <a:off x="9699297" y="5795355"/>
            <a:ext cx="971203" cy="971203"/>
          </a:xfrm>
          <a:prstGeom prst="rtTriangle">
            <a:avLst/>
          </a:prstGeom>
          <a:solidFill>
            <a:sysClr val="window" lastClr="FFFFFF">
              <a:alpha val="11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505" name="Right Triangle 504">
            <a:extLst>
              <a:ext uri="{FF2B5EF4-FFF2-40B4-BE49-F238E27FC236}">
                <a16:creationId xmlns:a16="http://schemas.microsoft.com/office/drawing/2014/main" id="{8C5AECE4-3490-4893-BE9E-D7EA3A1631F1}"/>
              </a:ext>
            </a:extLst>
          </p:cNvPr>
          <p:cNvSpPr/>
          <p:nvPr/>
        </p:nvSpPr>
        <p:spPr bwMode="gray">
          <a:xfrm flipH="1" flipV="1">
            <a:off x="9699296" y="3850989"/>
            <a:ext cx="971203" cy="971203"/>
          </a:xfrm>
          <a:prstGeom prst="rtTriangle">
            <a:avLst/>
          </a:prstGeom>
          <a:solidFill>
            <a:sysClr val="window" lastClr="FFFFFF">
              <a:alpha val="5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506" name="Right Triangle 505">
            <a:extLst>
              <a:ext uri="{FF2B5EF4-FFF2-40B4-BE49-F238E27FC236}">
                <a16:creationId xmlns:a16="http://schemas.microsoft.com/office/drawing/2014/main" id="{3977C785-5133-4646-8D8C-5F83AE5365BD}"/>
              </a:ext>
            </a:extLst>
          </p:cNvPr>
          <p:cNvSpPr/>
          <p:nvPr/>
        </p:nvSpPr>
        <p:spPr bwMode="gray">
          <a:xfrm rot="10800000" flipH="1" flipV="1">
            <a:off x="9699297" y="3850989"/>
            <a:ext cx="971203" cy="971203"/>
          </a:xfrm>
          <a:prstGeom prst="rtTriangle">
            <a:avLst/>
          </a:prstGeom>
          <a:solidFill>
            <a:sysClr val="window" lastClr="FFFFFF">
              <a:alpha val="9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507" name="Right Triangle 506">
            <a:extLst>
              <a:ext uri="{FF2B5EF4-FFF2-40B4-BE49-F238E27FC236}">
                <a16:creationId xmlns:a16="http://schemas.microsoft.com/office/drawing/2014/main" id="{D085CF7B-38E7-4DC1-B92D-AE58F6E90A44}"/>
              </a:ext>
            </a:extLst>
          </p:cNvPr>
          <p:cNvSpPr/>
          <p:nvPr/>
        </p:nvSpPr>
        <p:spPr bwMode="gray">
          <a:xfrm flipH="1">
            <a:off x="9699296" y="4823069"/>
            <a:ext cx="971203" cy="971203"/>
          </a:xfrm>
          <a:prstGeom prst="rtTriangle">
            <a:avLst/>
          </a:pr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508" name="Right Triangle 507">
            <a:extLst>
              <a:ext uri="{FF2B5EF4-FFF2-40B4-BE49-F238E27FC236}">
                <a16:creationId xmlns:a16="http://schemas.microsoft.com/office/drawing/2014/main" id="{E16F5105-C3A3-4C9B-B19D-C0F42159BC22}"/>
              </a:ext>
            </a:extLst>
          </p:cNvPr>
          <p:cNvSpPr/>
          <p:nvPr/>
        </p:nvSpPr>
        <p:spPr bwMode="gray">
          <a:xfrm rot="10800000" flipH="1">
            <a:off x="9699296" y="2882357"/>
            <a:ext cx="971203" cy="971203"/>
          </a:xfrm>
          <a:prstGeom prst="rtTriangle">
            <a:avLst/>
          </a:pr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509" name="Right Triangle 508">
            <a:extLst>
              <a:ext uri="{FF2B5EF4-FFF2-40B4-BE49-F238E27FC236}">
                <a16:creationId xmlns:a16="http://schemas.microsoft.com/office/drawing/2014/main" id="{7D3BEC77-902F-470C-A6BB-511DE99DC7B9}"/>
              </a:ext>
            </a:extLst>
          </p:cNvPr>
          <p:cNvSpPr/>
          <p:nvPr/>
        </p:nvSpPr>
        <p:spPr bwMode="gray">
          <a:xfrm flipH="1" flipV="1">
            <a:off x="9699296" y="941662"/>
            <a:ext cx="971203" cy="971203"/>
          </a:xfrm>
          <a:prstGeom prst="rtTriangle">
            <a:avLst/>
          </a:prstGeom>
          <a:solidFill>
            <a:sysClr val="window" lastClr="FFFFFF">
              <a:alpha val="9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510" name="Right Triangle 509">
            <a:extLst>
              <a:ext uri="{FF2B5EF4-FFF2-40B4-BE49-F238E27FC236}">
                <a16:creationId xmlns:a16="http://schemas.microsoft.com/office/drawing/2014/main" id="{10556604-5E02-42B8-AAAE-2F74EE41B568}"/>
              </a:ext>
            </a:extLst>
          </p:cNvPr>
          <p:cNvSpPr/>
          <p:nvPr/>
        </p:nvSpPr>
        <p:spPr bwMode="gray">
          <a:xfrm rot="10800000" flipH="1" flipV="1">
            <a:off x="9699296" y="941662"/>
            <a:ext cx="971203" cy="971203"/>
          </a:xfrm>
          <a:prstGeom prst="rtTriangle">
            <a:avLst/>
          </a:pr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511" name="Right Triangle 510">
            <a:extLst>
              <a:ext uri="{FF2B5EF4-FFF2-40B4-BE49-F238E27FC236}">
                <a16:creationId xmlns:a16="http://schemas.microsoft.com/office/drawing/2014/main" id="{51C49778-A679-45B6-AEF1-4197C4A6298B}"/>
              </a:ext>
            </a:extLst>
          </p:cNvPr>
          <p:cNvSpPr/>
          <p:nvPr/>
        </p:nvSpPr>
        <p:spPr bwMode="gray">
          <a:xfrm flipH="1">
            <a:off x="9699296" y="1913743"/>
            <a:ext cx="971203" cy="971203"/>
          </a:xfrm>
          <a:prstGeom prst="rtTriangle">
            <a:avLst/>
          </a:prstGeom>
          <a:solidFill>
            <a:sysClr val="window" lastClr="FFFFFF">
              <a:alpha val="3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512" name="Right Triangle 511">
            <a:extLst>
              <a:ext uri="{FF2B5EF4-FFF2-40B4-BE49-F238E27FC236}">
                <a16:creationId xmlns:a16="http://schemas.microsoft.com/office/drawing/2014/main" id="{E3465415-18F7-41F4-A4FB-EC38C5651A27}"/>
              </a:ext>
            </a:extLst>
          </p:cNvPr>
          <p:cNvSpPr/>
          <p:nvPr/>
        </p:nvSpPr>
        <p:spPr bwMode="gray">
          <a:xfrm rot="10800000" flipH="1">
            <a:off x="9699296" y="1913743"/>
            <a:ext cx="971203" cy="971203"/>
          </a:xfrm>
          <a:prstGeom prst="rtTriangle">
            <a:avLst/>
          </a:prstGeom>
          <a:solidFill>
            <a:sysClr val="window" lastClr="FFFFFF">
              <a:alpha val="12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513" name="Right Triangle 512">
            <a:extLst>
              <a:ext uri="{FF2B5EF4-FFF2-40B4-BE49-F238E27FC236}">
                <a16:creationId xmlns:a16="http://schemas.microsoft.com/office/drawing/2014/main" id="{EB4244E3-9048-429D-92A5-2A742CD6FB00}"/>
              </a:ext>
            </a:extLst>
          </p:cNvPr>
          <p:cNvSpPr/>
          <p:nvPr/>
        </p:nvSpPr>
        <p:spPr bwMode="gray">
          <a:xfrm flipH="1">
            <a:off x="9699296" y="-27163"/>
            <a:ext cx="971203" cy="971203"/>
          </a:xfrm>
          <a:prstGeom prst="rtTriangle">
            <a:avLst/>
          </a:prstGeom>
          <a:solidFill>
            <a:sysClr val="window" lastClr="FFFFFF">
              <a:alpha val="1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514" name="Right Triangle 513">
            <a:extLst>
              <a:ext uri="{FF2B5EF4-FFF2-40B4-BE49-F238E27FC236}">
                <a16:creationId xmlns:a16="http://schemas.microsoft.com/office/drawing/2014/main" id="{64B212AA-0CC4-4ED4-897F-0B36BD05C02B}"/>
              </a:ext>
            </a:extLst>
          </p:cNvPr>
          <p:cNvSpPr/>
          <p:nvPr/>
        </p:nvSpPr>
        <p:spPr bwMode="gray">
          <a:xfrm rot="10800000" flipH="1">
            <a:off x="9699296" y="-22209"/>
            <a:ext cx="971203" cy="971203"/>
          </a:xfrm>
          <a:prstGeom prst="rtTriangle">
            <a:avLst/>
          </a:pr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722" name="Freeform: Shape 721">
            <a:extLst>
              <a:ext uri="{FF2B5EF4-FFF2-40B4-BE49-F238E27FC236}">
                <a16:creationId xmlns:a16="http://schemas.microsoft.com/office/drawing/2014/main" id="{4198A3AE-B4AF-4107-AF2C-FFF36D289601}"/>
              </a:ext>
            </a:extLst>
          </p:cNvPr>
          <p:cNvSpPr/>
          <p:nvPr/>
        </p:nvSpPr>
        <p:spPr bwMode="gray">
          <a:xfrm flipH="1">
            <a:off x="11642605" y="942852"/>
            <a:ext cx="2377" cy="1188"/>
          </a:xfrm>
          <a:custGeom>
            <a:avLst/>
            <a:gdLst>
              <a:gd name="connsiteX0" fmla="*/ 1188 w 2377"/>
              <a:gd name="connsiteY0" fmla="*/ 0 h 1188"/>
              <a:gd name="connsiteX1" fmla="*/ 0 w 2377"/>
              <a:gd name="connsiteY1" fmla="*/ 1188 h 1188"/>
              <a:gd name="connsiteX2" fmla="*/ 2377 w 2377"/>
              <a:gd name="connsiteY2" fmla="*/ 1188 h 1188"/>
              <a:gd name="connsiteX3" fmla="*/ 1188 w 2377"/>
              <a:gd name="connsiteY3" fmla="*/ 0 h 1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77" h="1188">
                <a:moveTo>
                  <a:pt x="1188" y="0"/>
                </a:moveTo>
                <a:lnTo>
                  <a:pt x="0" y="1188"/>
                </a:lnTo>
                <a:lnTo>
                  <a:pt x="2377" y="1188"/>
                </a:lnTo>
                <a:lnTo>
                  <a:pt x="1188" y="0"/>
                </a:lnTo>
                <a:close/>
              </a:path>
            </a:pathLst>
          </a:custGeom>
          <a:solidFill>
            <a:sysClr val="window" lastClr="FFFFFF">
              <a:alpha val="3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713" name="Freeform: Shape 712">
            <a:extLst>
              <a:ext uri="{FF2B5EF4-FFF2-40B4-BE49-F238E27FC236}">
                <a16:creationId xmlns:a16="http://schemas.microsoft.com/office/drawing/2014/main" id="{716868FE-718E-49A7-B810-29C70CC03FED}"/>
              </a:ext>
            </a:extLst>
          </p:cNvPr>
          <p:cNvSpPr/>
          <p:nvPr/>
        </p:nvSpPr>
        <p:spPr bwMode="gray">
          <a:xfrm flipH="1">
            <a:off x="11644982" y="944040"/>
            <a:ext cx="550193" cy="550193"/>
          </a:xfrm>
          <a:custGeom>
            <a:avLst/>
            <a:gdLst>
              <a:gd name="connsiteX0" fmla="*/ 550193 w 550193"/>
              <a:gd name="connsiteY0" fmla="*/ 0 h 550193"/>
              <a:gd name="connsiteX1" fmla="*/ 0 w 550193"/>
              <a:gd name="connsiteY1" fmla="*/ 0 h 550193"/>
              <a:gd name="connsiteX2" fmla="*/ 0 w 550193"/>
              <a:gd name="connsiteY2" fmla="*/ 550193 h 550193"/>
              <a:gd name="connsiteX3" fmla="*/ 550193 w 550193"/>
              <a:gd name="connsiteY3" fmla="*/ 0 h 550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0193" h="550193">
                <a:moveTo>
                  <a:pt x="550193" y="0"/>
                </a:moveTo>
                <a:lnTo>
                  <a:pt x="0" y="0"/>
                </a:lnTo>
                <a:lnTo>
                  <a:pt x="0" y="550193"/>
                </a:lnTo>
                <a:lnTo>
                  <a:pt x="550193" y="0"/>
                </a:lnTo>
                <a:close/>
              </a:path>
            </a:pathLst>
          </a:custGeom>
          <a:solidFill>
            <a:sysClr val="window" lastClr="FFFFFF">
              <a:alpha val="3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663" name="Freeform: Shape 662">
            <a:extLst>
              <a:ext uri="{FF2B5EF4-FFF2-40B4-BE49-F238E27FC236}">
                <a16:creationId xmlns:a16="http://schemas.microsoft.com/office/drawing/2014/main" id="{F9B80112-4219-4A1E-BFEE-722CE3FBED53}"/>
              </a:ext>
            </a:extLst>
          </p:cNvPr>
          <p:cNvSpPr/>
          <p:nvPr/>
        </p:nvSpPr>
        <p:spPr bwMode="gray">
          <a:xfrm flipH="1">
            <a:off x="11642606" y="3852274"/>
            <a:ext cx="2571" cy="1286"/>
          </a:xfrm>
          <a:custGeom>
            <a:avLst/>
            <a:gdLst>
              <a:gd name="connsiteX0" fmla="*/ 1286 w 2571"/>
              <a:gd name="connsiteY0" fmla="*/ 0 h 1286"/>
              <a:gd name="connsiteX1" fmla="*/ 0 w 2571"/>
              <a:gd name="connsiteY1" fmla="*/ 1286 h 1286"/>
              <a:gd name="connsiteX2" fmla="*/ 2571 w 2571"/>
              <a:gd name="connsiteY2" fmla="*/ 1286 h 1286"/>
              <a:gd name="connsiteX3" fmla="*/ 2571 w 2571"/>
              <a:gd name="connsiteY3" fmla="*/ 1285 h 1286"/>
              <a:gd name="connsiteX4" fmla="*/ 1286 w 2571"/>
              <a:gd name="connsiteY4" fmla="*/ 0 h 1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71" h="1286">
                <a:moveTo>
                  <a:pt x="1286" y="0"/>
                </a:moveTo>
                <a:lnTo>
                  <a:pt x="0" y="1286"/>
                </a:lnTo>
                <a:lnTo>
                  <a:pt x="2571" y="1286"/>
                </a:lnTo>
                <a:lnTo>
                  <a:pt x="2571" y="1285"/>
                </a:lnTo>
                <a:lnTo>
                  <a:pt x="1286" y="0"/>
                </a:lnTo>
                <a:close/>
              </a:path>
            </a:pathLst>
          </a:custGeom>
          <a:solidFill>
            <a:sysClr val="window" lastClr="FFFFFF">
              <a:alpha val="3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651" name="Freeform: Shape 650">
            <a:extLst>
              <a:ext uri="{FF2B5EF4-FFF2-40B4-BE49-F238E27FC236}">
                <a16:creationId xmlns:a16="http://schemas.microsoft.com/office/drawing/2014/main" id="{5B2FB309-968E-427E-B41F-D2F8E9A0A206}"/>
              </a:ext>
            </a:extLst>
          </p:cNvPr>
          <p:cNvSpPr/>
          <p:nvPr/>
        </p:nvSpPr>
        <p:spPr bwMode="gray">
          <a:xfrm flipH="1">
            <a:off x="11645177" y="3853560"/>
            <a:ext cx="549998" cy="549998"/>
          </a:xfrm>
          <a:custGeom>
            <a:avLst/>
            <a:gdLst>
              <a:gd name="connsiteX0" fmla="*/ 549998 w 549998"/>
              <a:gd name="connsiteY0" fmla="*/ 0 h 549998"/>
              <a:gd name="connsiteX1" fmla="*/ 0 w 549998"/>
              <a:gd name="connsiteY1" fmla="*/ 0 h 549998"/>
              <a:gd name="connsiteX2" fmla="*/ 0 w 549998"/>
              <a:gd name="connsiteY2" fmla="*/ 549998 h 549998"/>
              <a:gd name="connsiteX3" fmla="*/ 549998 w 549998"/>
              <a:gd name="connsiteY3" fmla="*/ 0 h 549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9998" h="549998">
                <a:moveTo>
                  <a:pt x="549998" y="0"/>
                </a:moveTo>
                <a:lnTo>
                  <a:pt x="0" y="0"/>
                </a:lnTo>
                <a:lnTo>
                  <a:pt x="0" y="549998"/>
                </a:lnTo>
                <a:lnTo>
                  <a:pt x="549998" y="0"/>
                </a:lnTo>
                <a:close/>
              </a:path>
            </a:pathLst>
          </a:custGeom>
          <a:solidFill>
            <a:sysClr val="window" lastClr="FFFFFF">
              <a:alpha val="3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601" name="Freeform: Shape 600">
            <a:extLst>
              <a:ext uri="{FF2B5EF4-FFF2-40B4-BE49-F238E27FC236}">
                <a16:creationId xmlns:a16="http://schemas.microsoft.com/office/drawing/2014/main" id="{8237A2FE-B049-43D0-A73A-EF754A18E06D}"/>
              </a:ext>
            </a:extLst>
          </p:cNvPr>
          <p:cNvSpPr/>
          <p:nvPr/>
        </p:nvSpPr>
        <p:spPr bwMode="gray">
          <a:xfrm flipH="1">
            <a:off x="11643794" y="391470"/>
            <a:ext cx="551381" cy="552570"/>
          </a:xfrm>
          <a:custGeom>
            <a:avLst/>
            <a:gdLst>
              <a:gd name="connsiteX0" fmla="*/ 0 w 551381"/>
              <a:gd name="connsiteY0" fmla="*/ 0 h 552570"/>
              <a:gd name="connsiteX1" fmla="*/ 0 w 551381"/>
              <a:gd name="connsiteY1" fmla="*/ 552570 h 552570"/>
              <a:gd name="connsiteX2" fmla="*/ 550193 w 551381"/>
              <a:gd name="connsiteY2" fmla="*/ 552570 h 552570"/>
              <a:gd name="connsiteX3" fmla="*/ 551381 w 551381"/>
              <a:gd name="connsiteY3" fmla="*/ 551382 h 552570"/>
              <a:gd name="connsiteX4" fmla="*/ 0 w 551381"/>
              <a:gd name="connsiteY4" fmla="*/ 0 h 552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381" h="552570">
                <a:moveTo>
                  <a:pt x="0" y="0"/>
                </a:moveTo>
                <a:lnTo>
                  <a:pt x="0" y="552570"/>
                </a:lnTo>
                <a:lnTo>
                  <a:pt x="550193" y="552570"/>
                </a:lnTo>
                <a:lnTo>
                  <a:pt x="551381" y="551382"/>
                </a:lnTo>
                <a:lnTo>
                  <a:pt x="0" y="0"/>
                </a:lnTo>
                <a:close/>
              </a:path>
            </a:pathLst>
          </a:custGeom>
          <a:solidFill>
            <a:sysClr val="window" lastClr="FFFFFF">
              <a:alpha val="3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589" name="Freeform: Shape 588">
            <a:extLst>
              <a:ext uri="{FF2B5EF4-FFF2-40B4-BE49-F238E27FC236}">
                <a16:creationId xmlns:a16="http://schemas.microsoft.com/office/drawing/2014/main" id="{58F9A3E8-2445-4760-A551-C57A3F8ECCB5}"/>
              </a:ext>
            </a:extLst>
          </p:cNvPr>
          <p:cNvSpPr/>
          <p:nvPr/>
        </p:nvSpPr>
        <p:spPr bwMode="gray">
          <a:xfrm flipH="1">
            <a:off x="11642605" y="941663"/>
            <a:ext cx="1189" cy="2377"/>
          </a:xfrm>
          <a:custGeom>
            <a:avLst/>
            <a:gdLst>
              <a:gd name="connsiteX0" fmla="*/ 1189 w 1189"/>
              <a:gd name="connsiteY0" fmla="*/ 0 h 2377"/>
              <a:gd name="connsiteX1" fmla="*/ 0 w 1189"/>
              <a:gd name="connsiteY1" fmla="*/ 1189 h 2377"/>
              <a:gd name="connsiteX2" fmla="*/ 1189 w 1189"/>
              <a:gd name="connsiteY2" fmla="*/ 2377 h 2377"/>
              <a:gd name="connsiteX3" fmla="*/ 1189 w 1189"/>
              <a:gd name="connsiteY3" fmla="*/ 0 h 2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89" h="2377">
                <a:moveTo>
                  <a:pt x="1189" y="0"/>
                </a:moveTo>
                <a:lnTo>
                  <a:pt x="0" y="1189"/>
                </a:lnTo>
                <a:lnTo>
                  <a:pt x="1189" y="2377"/>
                </a:lnTo>
                <a:lnTo>
                  <a:pt x="1189" y="0"/>
                </a:lnTo>
                <a:close/>
              </a:path>
            </a:pathLst>
          </a:custGeom>
          <a:solidFill>
            <a:sysClr val="window" lastClr="FFFFFF">
              <a:alpha val="3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576" name="Freeform: Shape 575">
            <a:extLst>
              <a:ext uri="{FF2B5EF4-FFF2-40B4-BE49-F238E27FC236}">
                <a16:creationId xmlns:a16="http://schemas.microsoft.com/office/drawing/2014/main" id="{B1A19561-228C-49C5-9A36-376AFDEF6933}"/>
              </a:ext>
            </a:extLst>
          </p:cNvPr>
          <p:cNvSpPr/>
          <p:nvPr/>
        </p:nvSpPr>
        <p:spPr bwMode="gray">
          <a:xfrm flipH="1">
            <a:off x="11642605" y="944040"/>
            <a:ext cx="552570" cy="968826"/>
          </a:xfrm>
          <a:custGeom>
            <a:avLst/>
            <a:gdLst>
              <a:gd name="connsiteX0" fmla="*/ 552570 w 552570"/>
              <a:gd name="connsiteY0" fmla="*/ 0 h 968826"/>
              <a:gd name="connsiteX1" fmla="*/ 550193 w 552570"/>
              <a:gd name="connsiteY1" fmla="*/ 0 h 968826"/>
              <a:gd name="connsiteX2" fmla="*/ 0 w 552570"/>
              <a:gd name="connsiteY2" fmla="*/ 550193 h 968826"/>
              <a:gd name="connsiteX3" fmla="*/ 0 w 552570"/>
              <a:gd name="connsiteY3" fmla="*/ 968826 h 968826"/>
              <a:gd name="connsiteX4" fmla="*/ 552570 w 552570"/>
              <a:gd name="connsiteY4" fmla="*/ 968826 h 968826"/>
              <a:gd name="connsiteX5" fmla="*/ 552570 w 552570"/>
              <a:gd name="connsiteY5" fmla="*/ 0 h 968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52570" h="968826">
                <a:moveTo>
                  <a:pt x="552570" y="0"/>
                </a:moveTo>
                <a:lnTo>
                  <a:pt x="550193" y="0"/>
                </a:lnTo>
                <a:lnTo>
                  <a:pt x="0" y="550193"/>
                </a:lnTo>
                <a:lnTo>
                  <a:pt x="0" y="968826"/>
                </a:lnTo>
                <a:lnTo>
                  <a:pt x="552570" y="968826"/>
                </a:lnTo>
                <a:lnTo>
                  <a:pt x="552570" y="0"/>
                </a:lnTo>
                <a:close/>
              </a:path>
            </a:pathLst>
          </a:custGeom>
          <a:solidFill>
            <a:sysClr val="window" lastClr="FFFFFF">
              <a:alpha val="3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564" name="Freeform: Shape 563">
            <a:extLst>
              <a:ext uri="{FF2B5EF4-FFF2-40B4-BE49-F238E27FC236}">
                <a16:creationId xmlns:a16="http://schemas.microsoft.com/office/drawing/2014/main" id="{6457F61D-ECFA-47EC-9078-D1AC74C3D650}"/>
              </a:ext>
            </a:extLst>
          </p:cNvPr>
          <p:cNvSpPr/>
          <p:nvPr/>
        </p:nvSpPr>
        <p:spPr bwMode="gray">
          <a:xfrm flipH="1">
            <a:off x="11642605" y="1913743"/>
            <a:ext cx="552570" cy="971203"/>
          </a:xfrm>
          <a:custGeom>
            <a:avLst/>
            <a:gdLst>
              <a:gd name="connsiteX0" fmla="*/ 552570 w 552570"/>
              <a:gd name="connsiteY0" fmla="*/ 0 h 971203"/>
              <a:gd name="connsiteX1" fmla="*/ 0 w 552570"/>
              <a:gd name="connsiteY1" fmla="*/ 0 h 971203"/>
              <a:gd name="connsiteX2" fmla="*/ 0 w 552570"/>
              <a:gd name="connsiteY2" fmla="*/ 418633 h 971203"/>
              <a:gd name="connsiteX3" fmla="*/ 0 w 552570"/>
              <a:gd name="connsiteY3" fmla="*/ 971203 h 971203"/>
              <a:gd name="connsiteX4" fmla="*/ 552570 w 552570"/>
              <a:gd name="connsiteY4" fmla="*/ 971203 h 971203"/>
              <a:gd name="connsiteX5" fmla="*/ 552570 w 552570"/>
              <a:gd name="connsiteY5" fmla="*/ 0 h 9712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52570" h="971203">
                <a:moveTo>
                  <a:pt x="552570" y="0"/>
                </a:moveTo>
                <a:lnTo>
                  <a:pt x="0" y="0"/>
                </a:lnTo>
                <a:lnTo>
                  <a:pt x="0" y="418633"/>
                </a:lnTo>
                <a:lnTo>
                  <a:pt x="0" y="971203"/>
                </a:lnTo>
                <a:lnTo>
                  <a:pt x="552570" y="971203"/>
                </a:lnTo>
                <a:lnTo>
                  <a:pt x="552570" y="0"/>
                </a:lnTo>
                <a:close/>
              </a:path>
            </a:pathLst>
          </a:custGeom>
          <a:solidFill>
            <a:sysClr val="window" lastClr="FFFFFF">
              <a:alpha val="3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538" name="Freeform: Shape 537">
            <a:extLst>
              <a:ext uri="{FF2B5EF4-FFF2-40B4-BE49-F238E27FC236}">
                <a16:creationId xmlns:a16="http://schemas.microsoft.com/office/drawing/2014/main" id="{EAA3E5FD-FDC6-46D5-BAAC-FD56A339878F}"/>
              </a:ext>
            </a:extLst>
          </p:cNvPr>
          <p:cNvSpPr/>
          <p:nvPr/>
        </p:nvSpPr>
        <p:spPr bwMode="gray">
          <a:xfrm flipH="1">
            <a:off x="11643891" y="3300990"/>
            <a:ext cx="551284" cy="552570"/>
          </a:xfrm>
          <a:custGeom>
            <a:avLst/>
            <a:gdLst>
              <a:gd name="connsiteX0" fmla="*/ 0 w 551284"/>
              <a:gd name="connsiteY0" fmla="*/ 0 h 552570"/>
              <a:gd name="connsiteX1" fmla="*/ 0 w 551284"/>
              <a:gd name="connsiteY1" fmla="*/ 552570 h 552570"/>
              <a:gd name="connsiteX2" fmla="*/ 549998 w 551284"/>
              <a:gd name="connsiteY2" fmla="*/ 552570 h 552570"/>
              <a:gd name="connsiteX3" fmla="*/ 551284 w 551284"/>
              <a:gd name="connsiteY3" fmla="*/ 551284 h 552570"/>
              <a:gd name="connsiteX4" fmla="*/ 0 w 551284"/>
              <a:gd name="connsiteY4" fmla="*/ 0 h 552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284" h="552570">
                <a:moveTo>
                  <a:pt x="0" y="0"/>
                </a:moveTo>
                <a:lnTo>
                  <a:pt x="0" y="552570"/>
                </a:lnTo>
                <a:lnTo>
                  <a:pt x="549998" y="552570"/>
                </a:lnTo>
                <a:lnTo>
                  <a:pt x="551284" y="551284"/>
                </a:lnTo>
                <a:lnTo>
                  <a:pt x="0" y="0"/>
                </a:lnTo>
                <a:close/>
              </a:path>
            </a:pathLst>
          </a:custGeom>
          <a:solidFill>
            <a:sysClr val="window" lastClr="FFFFFF">
              <a:alpha val="3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537" name="Freeform: Shape 536">
            <a:extLst>
              <a:ext uri="{FF2B5EF4-FFF2-40B4-BE49-F238E27FC236}">
                <a16:creationId xmlns:a16="http://schemas.microsoft.com/office/drawing/2014/main" id="{59D1B1CD-6EAC-4FD4-9230-BF3F51F91A7D}"/>
              </a:ext>
            </a:extLst>
          </p:cNvPr>
          <p:cNvSpPr/>
          <p:nvPr/>
        </p:nvSpPr>
        <p:spPr bwMode="gray">
          <a:xfrm flipH="1">
            <a:off x="11642606" y="3850989"/>
            <a:ext cx="1285" cy="2570"/>
          </a:xfrm>
          <a:custGeom>
            <a:avLst/>
            <a:gdLst>
              <a:gd name="connsiteX0" fmla="*/ 1285 w 1285"/>
              <a:gd name="connsiteY0" fmla="*/ 0 h 2570"/>
              <a:gd name="connsiteX1" fmla="*/ 0 w 1285"/>
              <a:gd name="connsiteY1" fmla="*/ 1285 h 2570"/>
              <a:gd name="connsiteX2" fmla="*/ 1285 w 1285"/>
              <a:gd name="connsiteY2" fmla="*/ 2570 h 2570"/>
              <a:gd name="connsiteX3" fmla="*/ 1285 w 1285"/>
              <a:gd name="connsiteY3" fmla="*/ 0 h 2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85" h="2570">
                <a:moveTo>
                  <a:pt x="1285" y="0"/>
                </a:moveTo>
                <a:lnTo>
                  <a:pt x="0" y="1285"/>
                </a:lnTo>
                <a:lnTo>
                  <a:pt x="1285" y="2570"/>
                </a:lnTo>
                <a:lnTo>
                  <a:pt x="1285" y="0"/>
                </a:lnTo>
                <a:close/>
              </a:path>
            </a:pathLst>
          </a:custGeom>
          <a:solidFill>
            <a:sysClr val="window" lastClr="FFFFFF">
              <a:alpha val="3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524" name="Freeform: Shape 523">
            <a:extLst>
              <a:ext uri="{FF2B5EF4-FFF2-40B4-BE49-F238E27FC236}">
                <a16:creationId xmlns:a16="http://schemas.microsoft.com/office/drawing/2014/main" id="{7C426D97-31BF-491E-94FC-8AB334C51E92}"/>
              </a:ext>
            </a:extLst>
          </p:cNvPr>
          <p:cNvSpPr/>
          <p:nvPr/>
        </p:nvSpPr>
        <p:spPr bwMode="gray">
          <a:xfrm flipH="1">
            <a:off x="11642606" y="3853560"/>
            <a:ext cx="552569" cy="968632"/>
          </a:xfrm>
          <a:custGeom>
            <a:avLst/>
            <a:gdLst>
              <a:gd name="connsiteX0" fmla="*/ 552569 w 552569"/>
              <a:gd name="connsiteY0" fmla="*/ 0 h 968632"/>
              <a:gd name="connsiteX1" fmla="*/ 549998 w 552569"/>
              <a:gd name="connsiteY1" fmla="*/ 0 h 968632"/>
              <a:gd name="connsiteX2" fmla="*/ 0 w 552569"/>
              <a:gd name="connsiteY2" fmla="*/ 549998 h 968632"/>
              <a:gd name="connsiteX3" fmla="*/ 0 w 552569"/>
              <a:gd name="connsiteY3" fmla="*/ 968632 h 968632"/>
              <a:gd name="connsiteX4" fmla="*/ 552569 w 552569"/>
              <a:gd name="connsiteY4" fmla="*/ 968632 h 968632"/>
              <a:gd name="connsiteX5" fmla="*/ 552569 w 552569"/>
              <a:gd name="connsiteY5" fmla="*/ 0 h 968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52569" h="968632">
                <a:moveTo>
                  <a:pt x="552569" y="0"/>
                </a:moveTo>
                <a:lnTo>
                  <a:pt x="549998" y="0"/>
                </a:lnTo>
                <a:lnTo>
                  <a:pt x="0" y="549998"/>
                </a:lnTo>
                <a:lnTo>
                  <a:pt x="0" y="968632"/>
                </a:lnTo>
                <a:lnTo>
                  <a:pt x="552569" y="968632"/>
                </a:lnTo>
                <a:lnTo>
                  <a:pt x="552569" y="0"/>
                </a:lnTo>
                <a:close/>
              </a:path>
            </a:pathLst>
          </a:custGeom>
          <a:solidFill>
            <a:sysClr val="window" lastClr="FFFFFF">
              <a:alpha val="3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515" name="Freeform: Shape 514">
            <a:extLst>
              <a:ext uri="{FF2B5EF4-FFF2-40B4-BE49-F238E27FC236}">
                <a16:creationId xmlns:a16="http://schemas.microsoft.com/office/drawing/2014/main" id="{4466C993-368E-4400-A803-75E54B3BFB7A}"/>
              </a:ext>
            </a:extLst>
          </p:cNvPr>
          <p:cNvSpPr/>
          <p:nvPr/>
        </p:nvSpPr>
        <p:spPr bwMode="gray">
          <a:xfrm flipH="1">
            <a:off x="11642606" y="4823069"/>
            <a:ext cx="552569" cy="971203"/>
          </a:xfrm>
          <a:custGeom>
            <a:avLst/>
            <a:gdLst>
              <a:gd name="connsiteX0" fmla="*/ 552569 w 552569"/>
              <a:gd name="connsiteY0" fmla="*/ 0 h 971203"/>
              <a:gd name="connsiteX1" fmla="*/ 0 w 552569"/>
              <a:gd name="connsiteY1" fmla="*/ 0 h 971203"/>
              <a:gd name="connsiteX2" fmla="*/ 0 w 552569"/>
              <a:gd name="connsiteY2" fmla="*/ 418634 h 971203"/>
              <a:gd name="connsiteX3" fmla="*/ 552569 w 552569"/>
              <a:gd name="connsiteY3" fmla="*/ 971203 h 971203"/>
              <a:gd name="connsiteX4" fmla="*/ 552569 w 552569"/>
              <a:gd name="connsiteY4" fmla="*/ 0 h 9712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2569" h="971203">
                <a:moveTo>
                  <a:pt x="552569" y="0"/>
                </a:moveTo>
                <a:lnTo>
                  <a:pt x="0" y="0"/>
                </a:lnTo>
                <a:lnTo>
                  <a:pt x="0" y="418634"/>
                </a:lnTo>
                <a:lnTo>
                  <a:pt x="552569" y="971203"/>
                </a:lnTo>
                <a:lnTo>
                  <a:pt x="552569" y="0"/>
                </a:lnTo>
                <a:close/>
              </a:path>
            </a:pathLst>
          </a:custGeom>
          <a:solidFill>
            <a:sysClr val="window" lastClr="FFFFFF">
              <a:alpha val="3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502" name="Freeform: Shape 501">
            <a:extLst>
              <a:ext uri="{FF2B5EF4-FFF2-40B4-BE49-F238E27FC236}">
                <a16:creationId xmlns:a16="http://schemas.microsoft.com/office/drawing/2014/main" id="{70C8C964-4B18-46FA-9C52-7AB75F871639}"/>
              </a:ext>
            </a:extLst>
          </p:cNvPr>
          <p:cNvSpPr/>
          <p:nvPr/>
        </p:nvSpPr>
        <p:spPr bwMode="gray">
          <a:xfrm flipH="1">
            <a:off x="11642605" y="6213988"/>
            <a:ext cx="552570" cy="552570"/>
          </a:xfrm>
          <a:custGeom>
            <a:avLst/>
            <a:gdLst>
              <a:gd name="connsiteX0" fmla="*/ 0 w 552570"/>
              <a:gd name="connsiteY0" fmla="*/ 0 h 552570"/>
              <a:gd name="connsiteX1" fmla="*/ 0 w 552570"/>
              <a:gd name="connsiteY1" fmla="*/ 552570 h 552570"/>
              <a:gd name="connsiteX2" fmla="*/ 552570 w 552570"/>
              <a:gd name="connsiteY2" fmla="*/ 552570 h 552570"/>
              <a:gd name="connsiteX3" fmla="*/ 0 w 552570"/>
              <a:gd name="connsiteY3" fmla="*/ 0 h 552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2570" h="552570">
                <a:moveTo>
                  <a:pt x="0" y="0"/>
                </a:moveTo>
                <a:lnTo>
                  <a:pt x="0" y="552570"/>
                </a:lnTo>
                <a:lnTo>
                  <a:pt x="552570" y="552570"/>
                </a:lnTo>
                <a:lnTo>
                  <a:pt x="0" y="0"/>
                </a:lnTo>
                <a:close/>
              </a:path>
            </a:pathLst>
          </a:custGeom>
          <a:solidFill>
            <a:sysClr val="window" lastClr="FFFFFF">
              <a:alpha val="3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525" name="Right Triangle 524">
            <a:extLst>
              <a:ext uri="{FF2B5EF4-FFF2-40B4-BE49-F238E27FC236}">
                <a16:creationId xmlns:a16="http://schemas.microsoft.com/office/drawing/2014/main" id="{B6620512-2BCB-4E20-891F-C9907E9E1946}"/>
              </a:ext>
            </a:extLst>
          </p:cNvPr>
          <p:cNvSpPr/>
          <p:nvPr/>
        </p:nvSpPr>
        <p:spPr bwMode="gray">
          <a:xfrm>
            <a:off x="10670951" y="5795355"/>
            <a:ext cx="971203" cy="971203"/>
          </a:xfrm>
          <a:prstGeom prst="rtTriangle">
            <a:avLst/>
          </a:prstGeom>
          <a:solidFill>
            <a:sysClr val="window" lastClr="FFFFFF">
              <a:alpha val="9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526" name="Right Triangle 525">
            <a:extLst>
              <a:ext uri="{FF2B5EF4-FFF2-40B4-BE49-F238E27FC236}">
                <a16:creationId xmlns:a16="http://schemas.microsoft.com/office/drawing/2014/main" id="{A012AC6A-9433-4824-8E8E-1B603638892F}"/>
              </a:ext>
            </a:extLst>
          </p:cNvPr>
          <p:cNvSpPr/>
          <p:nvPr/>
        </p:nvSpPr>
        <p:spPr bwMode="gray">
          <a:xfrm rot="10800000">
            <a:off x="10670952" y="5795355"/>
            <a:ext cx="971203" cy="971203"/>
          </a:xfrm>
          <a:prstGeom prst="rtTriangle">
            <a:avLst/>
          </a:prstGeom>
          <a:solidFill>
            <a:sysClr val="window" lastClr="FFFFFF">
              <a:alpha val="3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527" name="Right Triangle 526">
            <a:extLst>
              <a:ext uri="{FF2B5EF4-FFF2-40B4-BE49-F238E27FC236}">
                <a16:creationId xmlns:a16="http://schemas.microsoft.com/office/drawing/2014/main" id="{40FF546B-BA7B-4A8E-8AE5-18F13B013291}"/>
              </a:ext>
            </a:extLst>
          </p:cNvPr>
          <p:cNvSpPr/>
          <p:nvPr/>
        </p:nvSpPr>
        <p:spPr bwMode="gray">
          <a:xfrm flipV="1">
            <a:off x="10670951" y="3850989"/>
            <a:ext cx="971203" cy="971203"/>
          </a:xfrm>
          <a:prstGeom prst="rtTriangle">
            <a:avLst/>
          </a:prstGeom>
          <a:solidFill>
            <a:sysClr val="window" lastClr="FFFFFF">
              <a:alpha val="13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528" name="Right Triangle 527">
            <a:extLst>
              <a:ext uri="{FF2B5EF4-FFF2-40B4-BE49-F238E27FC236}">
                <a16:creationId xmlns:a16="http://schemas.microsoft.com/office/drawing/2014/main" id="{CE924BDC-E38E-4B30-B7A3-02BFEDECC3B3}"/>
              </a:ext>
            </a:extLst>
          </p:cNvPr>
          <p:cNvSpPr/>
          <p:nvPr/>
        </p:nvSpPr>
        <p:spPr bwMode="gray">
          <a:xfrm rot="10800000" flipV="1">
            <a:off x="10670952" y="3850989"/>
            <a:ext cx="971203" cy="971203"/>
          </a:xfrm>
          <a:prstGeom prst="rtTriangle">
            <a:avLst/>
          </a:prstGeom>
          <a:solidFill>
            <a:sysClr val="window" lastClr="FFFFFF">
              <a:alpha val="5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529" name="Right Triangle 528">
            <a:extLst>
              <a:ext uri="{FF2B5EF4-FFF2-40B4-BE49-F238E27FC236}">
                <a16:creationId xmlns:a16="http://schemas.microsoft.com/office/drawing/2014/main" id="{777383AD-908E-42F6-BFA6-4D3B2301EE9B}"/>
              </a:ext>
            </a:extLst>
          </p:cNvPr>
          <p:cNvSpPr/>
          <p:nvPr/>
        </p:nvSpPr>
        <p:spPr bwMode="gray">
          <a:xfrm rot="10800000">
            <a:off x="10670952" y="4823069"/>
            <a:ext cx="971203" cy="971203"/>
          </a:xfrm>
          <a:prstGeom prst="rtTriangle">
            <a:avLst/>
          </a:prstGeom>
          <a:solidFill>
            <a:sysClr val="window" lastClr="FFFFFF">
              <a:alpha val="10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530" name="Right Triangle 529">
            <a:extLst>
              <a:ext uri="{FF2B5EF4-FFF2-40B4-BE49-F238E27FC236}">
                <a16:creationId xmlns:a16="http://schemas.microsoft.com/office/drawing/2014/main" id="{18B008A2-CF87-4142-9403-6B2B96B3CEEF}"/>
              </a:ext>
            </a:extLst>
          </p:cNvPr>
          <p:cNvSpPr/>
          <p:nvPr/>
        </p:nvSpPr>
        <p:spPr bwMode="gray">
          <a:xfrm>
            <a:off x="10670951" y="2882357"/>
            <a:ext cx="971203" cy="971203"/>
          </a:xfrm>
          <a:prstGeom prst="rtTriangle">
            <a:avLst/>
          </a:prstGeom>
          <a:solidFill>
            <a:sysClr val="window" lastClr="FFFFFF">
              <a:alpha val="3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531" name="Right Triangle 530">
            <a:extLst>
              <a:ext uri="{FF2B5EF4-FFF2-40B4-BE49-F238E27FC236}">
                <a16:creationId xmlns:a16="http://schemas.microsoft.com/office/drawing/2014/main" id="{6A87CC79-EE70-44CB-BD7E-026447E65CED}"/>
              </a:ext>
            </a:extLst>
          </p:cNvPr>
          <p:cNvSpPr/>
          <p:nvPr/>
        </p:nvSpPr>
        <p:spPr bwMode="gray">
          <a:xfrm rot="10800000">
            <a:off x="10670951" y="2882357"/>
            <a:ext cx="971203" cy="971203"/>
          </a:xfrm>
          <a:prstGeom prst="rtTriangle">
            <a:avLst/>
          </a:pr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532" name="Right Triangle 531">
            <a:extLst>
              <a:ext uri="{FF2B5EF4-FFF2-40B4-BE49-F238E27FC236}">
                <a16:creationId xmlns:a16="http://schemas.microsoft.com/office/drawing/2014/main" id="{E234508A-DB70-4FE8-8858-28589D5D7400}"/>
              </a:ext>
            </a:extLst>
          </p:cNvPr>
          <p:cNvSpPr/>
          <p:nvPr/>
        </p:nvSpPr>
        <p:spPr bwMode="gray">
          <a:xfrm flipV="1">
            <a:off x="10670951" y="941662"/>
            <a:ext cx="971203" cy="971203"/>
          </a:xfrm>
          <a:prstGeom prst="rtTriangle">
            <a:avLst/>
          </a:pr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533" name="Right Triangle 532">
            <a:extLst>
              <a:ext uri="{FF2B5EF4-FFF2-40B4-BE49-F238E27FC236}">
                <a16:creationId xmlns:a16="http://schemas.microsoft.com/office/drawing/2014/main" id="{6357B95D-1753-430E-BEA2-71E04D00BFC1}"/>
              </a:ext>
            </a:extLst>
          </p:cNvPr>
          <p:cNvSpPr/>
          <p:nvPr/>
        </p:nvSpPr>
        <p:spPr bwMode="gray">
          <a:xfrm>
            <a:off x="10670951" y="1913743"/>
            <a:ext cx="971203" cy="971203"/>
          </a:xfrm>
          <a:prstGeom prst="rtTriangle">
            <a:avLst/>
          </a:prstGeom>
          <a:solidFill>
            <a:sysClr val="window" lastClr="FFFFFF">
              <a:alpha val="11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534" name="Right Triangle 533">
            <a:extLst>
              <a:ext uri="{FF2B5EF4-FFF2-40B4-BE49-F238E27FC236}">
                <a16:creationId xmlns:a16="http://schemas.microsoft.com/office/drawing/2014/main" id="{1FCD377A-9174-4DCC-A0BF-82D34D69D4D3}"/>
              </a:ext>
            </a:extLst>
          </p:cNvPr>
          <p:cNvSpPr/>
          <p:nvPr/>
        </p:nvSpPr>
        <p:spPr bwMode="gray">
          <a:xfrm rot="10800000">
            <a:off x="10670951" y="1913743"/>
            <a:ext cx="971203" cy="971203"/>
          </a:xfrm>
          <a:prstGeom prst="rtTriangle">
            <a:avLst/>
          </a:pr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535" name="Right Triangle 534">
            <a:extLst>
              <a:ext uri="{FF2B5EF4-FFF2-40B4-BE49-F238E27FC236}">
                <a16:creationId xmlns:a16="http://schemas.microsoft.com/office/drawing/2014/main" id="{1EBB0642-6003-4B43-B2E4-73D4C88923FA}"/>
              </a:ext>
            </a:extLst>
          </p:cNvPr>
          <p:cNvSpPr/>
          <p:nvPr/>
        </p:nvSpPr>
        <p:spPr bwMode="gray">
          <a:xfrm>
            <a:off x="10670951" y="-27163"/>
            <a:ext cx="971203" cy="971203"/>
          </a:xfrm>
          <a:prstGeom prst="rtTriangle">
            <a:avLst/>
          </a:prstGeom>
          <a:solidFill>
            <a:sysClr val="window" lastClr="FFFFFF">
              <a:alpha val="12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536" name="Right Triangle 535">
            <a:extLst>
              <a:ext uri="{FF2B5EF4-FFF2-40B4-BE49-F238E27FC236}">
                <a16:creationId xmlns:a16="http://schemas.microsoft.com/office/drawing/2014/main" id="{83060F22-D7BF-463B-8DED-BBFF768599C3}"/>
              </a:ext>
            </a:extLst>
          </p:cNvPr>
          <p:cNvSpPr/>
          <p:nvPr/>
        </p:nvSpPr>
        <p:spPr bwMode="gray">
          <a:xfrm rot="10800000">
            <a:off x="10670951" y="-22209"/>
            <a:ext cx="971203" cy="971203"/>
          </a:xfrm>
          <a:prstGeom prst="rtTriangle">
            <a:avLst/>
          </a:pr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539" name="Right Triangle 538">
            <a:extLst>
              <a:ext uri="{FF2B5EF4-FFF2-40B4-BE49-F238E27FC236}">
                <a16:creationId xmlns:a16="http://schemas.microsoft.com/office/drawing/2014/main" id="{B4F3987E-40F1-43C8-91C1-0A431325DE97}"/>
              </a:ext>
            </a:extLst>
          </p:cNvPr>
          <p:cNvSpPr/>
          <p:nvPr/>
        </p:nvSpPr>
        <p:spPr bwMode="gray">
          <a:xfrm>
            <a:off x="4846200" y="5795355"/>
            <a:ext cx="971203" cy="971203"/>
          </a:xfrm>
          <a:prstGeom prst="rtTriangle">
            <a:avLst/>
          </a:prstGeom>
          <a:solidFill>
            <a:sysClr val="window" lastClr="FFFFFF">
              <a:alpha val="5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540" name="Right Triangle 539">
            <a:extLst>
              <a:ext uri="{FF2B5EF4-FFF2-40B4-BE49-F238E27FC236}">
                <a16:creationId xmlns:a16="http://schemas.microsoft.com/office/drawing/2014/main" id="{44A4DDE2-61A7-4ECB-B84D-BB8EC2599C6B}"/>
              </a:ext>
            </a:extLst>
          </p:cNvPr>
          <p:cNvSpPr/>
          <p:nvPr/>
        </p:nvSpPr>
        <p:spPr bwMode="gray">
          <a:xfrm flipV="1">
            <a:off x="4846200" y="3850989"/>
            <a:ext cx="971203" cy="971203"/>
          </a:xfrm>
          <a:prstGeom prst="rtTriangle">
            <a:avLst/>
          </a:prstGeom>
          <a:solidFill>
            <a:sysClr val="window" lastClr="FFFFFF">
              <a:alpha val="22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541" name="Right Triangle 540">
            <a:extLst>
              <a:ext uri="{FF2B5EF4-FFF2-40B4-BE49-F238E27FC236}">
                <a16:creationId xmlns:a16="http://schemas.microsoft.com/office/drawing/2014/main" id="{5A5944EC-0E36-4B20-9145-03AB1262C24B}"/>
              </a:ext>
            </a:extLst>
          </p:cNvPr>
          <p:cNvSpPr/>
          <p:nvPr/>
        </p:nvSpPr>
        <p:spPr bwMode="gray">
          <a:xfrm rot="10800000" flipV="1">
            <a:off x="4846201" y="3850989"/>
            <a:ext cx="971203" cy="971203"/>
          </a:xfrm>
          <a:prstGeom prst="rtTriangle">
            <a:avLst/>
          </a:prstGeom>
          <a:solidFill>
            <a:sysClr val="window" lastClr="FFFFFF">
              <a:alpha val="13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542" name="Right Triangle 541">
            <a:extLst>
              <a:ext uri="{FF2B5EF4-FFF2-40B4-BE49-F238E27FC236}">
                <a16:creationId xmlns:a16="http://schemas.microsoft.com/office/drawing/2014/main" id="{14F919F6-9749-4190-BD94-172E318BAE57}"/>
              </a:ext>
            </a:extLst>
          </p:cNvPr>
          <p:cNvSpPr/>
          <p:nvPr/>
        </p:nvSpPr>
        <p:spPr bwMode="gray">
          <a:xfrm>
            <a:off x="4846200" y="4823069"/>
            <a:ext cx="971203" cy="971203"/>
          </a:xfrm>
          <a:prstGeom prst="rtTriangle">
            <a:avLst/>
          </a:prstGeom>
          <a:solidFill>
            <a:sysClr val="window" lastClr="FFFFFF">
              <a:alpha val="13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543" name="Right Triangle 542">
            <a:extLst>
              <a:ext uri="{FF2B5EF4-FFF2-40B4-BE49-F238E27FC236}">
                <a16:creationId xmlns:a16="http://schemas.microsoft.com/office/drawing/2014/main" id="{6B041464-16DD-478E-B6A0-457EFDB27D77}"/>
              </a:ext>
            </a:extLst>
          </p:cNvPr>
          <p:cNvSpPr/>
          <p:nvPr/>
        </p:nvSpPr>
        <p:spPr bwMode="gray">
          <a:xfrm rot="10800000">
            <a:off x="4846201" y="4823069"/>
            <a:ext cx="971203" cy="971203"/>
          </a:xfrm>
          <a:prstGeom prst="rtTriangle">
            <a:avLst/>
          </a:prstGeom>
          <a:solidFill>
            <a:sysClr val="window" lastClr="FFFFFF">
              <a:alpha val="5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544" name="Right Triangle 543">
            <a:extLst>
              <a:ext uri="{FF2B5EF4-FFF2-40B4-BE49-F238E27FC236}">
                <a16:creationId xmlns:a16="http://schemas.microsoft.com/office/drawing/2014/main" id="{16E7482D-F785-4580-982C-2C43DB268B85}"/>
              </a:ext>
            </a:extLst>
          </p:cNvPr>
          <p:cNvSpPr/>
          <p:nvPr/>
        </p:nvSpPr>
        <p:spPr bwMode="gray">
          <a:xfrm>
            <a:off x="4846200" y="2882357"/>
            <a:ext cx="971203" cy="971203"/>
          </a:xfrm>
          <a:prstGeom prst="rtTriangle">
            <a:avLst/>
          </a:prstGeom>
          <a:solidFill>
            <a:sysClr val="window" lastClr="FFFFFF">
              <a:alpha val="5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545" name="Right Triangle 544">
            <a:extLst>
              <a:ext uri="{FF2B5EF4-FFF2-40B4-BE49-F238E27FC236}">
                <a16:creationId xmlns:a16="http://schemas.microsoft.com/office/drawing/2014/main" id="{B454F76B-5582-46C7-9260-65CBA29F3B66}"/>
              </a:ext>
            </a:extLst>
          </p:cNvPr>
          <p:cNvSpPr/>
          <p:nvPr/>
        </p:nvSpPr>
        <p:spPr bwMode="gray">
          <a:xfrm rot="10800000">
            <a:off x="4846201" y="2882357"/>
            <a:ext cx="971203" cy="971203"/>
          </a:xfrm>
          <a:prstGeom prst="rtTriangle">
            <a:avLst/>
          </a:prstGeom>
          <a:solidFill>
            <a:sysClr val="window" lastClr="FFFFFF">
              <a:alpha val="11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546" name="Right Triangle 545">
            <a:extLst>
              <a:ext uri="{FF2B5EF4-FFF2-40B4-BE49-F238E27FC236}">
                <a16:creationId xmlns:a16="http://schemas.microsoft.com/office/drawing/2014/main" id="{0451B3DF-4DE3-4127-B0D5-CBACC86E9FE6}"/>
              </a:ext>
            </a:extLst>
          </p:cNvPr>
          <p:cNvSpPr/>
          <p:nvPr/>
        </p:nvSpPr>
        <p:spPr bwMode="gray">
          <a:xfrm flipV="1">
            <a:off x="4846200" y="941662"/>
            <a:ext cx="971203" cy="971203"/>
          </a:xfrm>
          <a:prstGeom prst="rtTriangle">
            <a:avLst/>
          </a:prstGeom>
          <a:solidFill>
            <a:sysClr val="window" lastClr="FFFFFF">
              <a:alpha val="22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547" name="Right Triangle 546">
            <a:extLst>
              <a:ext uri="{FF2B5EF4-FFF2-40B4-BE49-F238E27FC236}">
                <a16:creationId xmlns:a16="http://schemas.microsoft.com/office/drawing/2014/main" id="{9814AABB-D62D-43F2-B62B-9D8299577F1D}"/>
              </a:ext>
            </a:extLst>
          </p:cNvPr>
          <p:cNvSpPr/>
          <p:nvPr/>
        </p:nvSpPr>
        <p:spPr bwMode="gray">
          <a:xfrm rot="10800000" flipV="1">
            <a:off x="4846201" y="941662"/>
            <a:ext cx="971203" cy="971203"/>
          </a:xfrm>
          <a:prstGeom prst="rtTriangle">
            <a:avLst/>
          </a:prstGeom>
          <a:solidFill>
            <a:sysClr val="window" lastClr="FFFFFF">
              <a:alpha val="13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548" name="Right Triangle 547">
            <a:extLst>
              <a:ext uri="{FF2B5EF4-FFF2-40B4-BE49-F238E27FC236}">
                <a16:creationId xmlns:a16="http://schemas.microsoft.com/office/drawing/2014/main" id="{C0F26E7D-842A-4758-AF09-B3535D5C4E57}"/>
              </a:ext>
            </a:extLst>
          </p:cNvPr>
          <p:cNvSpPr/>
          <p:nvPr/>
        </p:nvSpPr>
        <p:spPr bwMode="gray">
          <a:xfrm>
            <a:off x="4846200" y="1906999"/>
            <a:ext cx="971203" cy="971203"/>
          </a:xfrm>
          <a:prstGeom prst="rtTriangle">
            <a:avLst/>
          </a:prstGeom>
          <a:solidFill>
            <a:sysClr val="window" lastClr="FFFFFF">
              <a:alpha val="7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549" name="Right Triangle 548">
            <a:extLst>
              <a:ext uri="{FF2B5EF4-FFF2-40B4-BE49-F238E27FC236}">
                <a16:creationId xmlns:a16="http://schemas.microsoft.com/office/drawing/2014/main" id="{FBBAE2A0-E190-4C5B-AC32-70007FA583CF}"/>
              </a:ext>
            </a:extLst>
          </p:cNvPr>
          <p:cNvSpPr/>
          <p:nvPr/>
        </p:nvSpPr>
        <p:spPr bwMode="gray">
          <a:xfrm rot="10800000">
            <a:off x="4846201" y="1913743"/>
            <a:ext cx="971203" cy="971203"/>
          </a:xfrm>
          <a:prstGeom prst="rtTriangle">
            <a:avLst/>
          </a:prstGeom>
          <a:solidFill>
            <a:sysClr val="window" lastClr="FFFFFF">
              <a:alpha val="5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550" name="Right Triangle 549">
            <a:extLst>
              <a:ext uri="{FF2B5EF4-FFF2-40B4-BE49-F238E27FC236}">
                <a16:creationId xmlns:a16="http://schemas.microsoft.com/office/drawing/2014/main" id="{9029E3F4-5C62-44CC-9F4E-31D517074C6E}"/>
              </a:ext>
            </a:extLst>
          </p:cNvPr>
          <p:cNvSpPr/>
          <p:nvPr/>
        </p:nvSpPr>
        <p:spPr bwMode="gray">
          <a:xfrm>
            <a:off x="4846200" y="-27163"/>
            <a:ext cx="971203" cy="971203"/>
          </a:xfrm>
          <a:prstGeom prst="rtTriangle">
            <a:avLst/>
          </a:prstGeom>
          <a:solidFill>
            <a:sysClr val="window" lastClr="FFFFFF">
              <a:alpha val="13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551" name="Right Triangle 550">
            <a:extLst>
              <a:ext uri="{FF2B5EF4-FFF2-40B4-BE49-F238E27FC236}">
                <a16:creationId xmlns:a16="http://schemas.microsoft.com/office/drawing/2014/main" id="{1EA23F27-E928-42DC-BADF-AED4C3A1A29A}"/>
              </a:ext>
            </a:extLst>
          </p:cNvPr>
          <p:cNvSpPr/>
          <p:nvPr/>
        </p:nvSpPr>
        <p:spPr bwMode="gray">
          <a:xfrm rot="10800000">
            <a:off x="4846201" y="-22209"/>
            <a:ext cx="971203" cy="971203"/>
          </a:xfrm>
          <a:prstGeom prst="rtTriangle">
            <a:avLst/>
          </a:pr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553" name="Right Triangle 552">
            <a:extLst>
              <a:ext uri="{FF2B5EF4-FFF2-40B4-BE49-F238E27FC236}">
                <a16:creationId xmlns:a16="http://schemas.microsoft.com/office/drawing/2014/main" id="{98EA0DC9-F2D4-4D19-BF32-DA27A3CED788}"/>
              </a:ext>
            </a:extLst>
          </p:cNvPr>
          <p:cNvSpPr/>
          <p:nvPr/>
        </p:nvSpPr>
        <p:spPr bwMode="gray">
          <a:xfrm flipH="1">
            <a:off x="5814360" y="5795355"/>
            <a:ext cx="971203" cy="971203"/>
          </a:xfrm>
          <a:prstGeom prst="rtTriangle">
            <a:avLst/>
          </a:prstGeom>
          <a:solidFill>
            <a:sysClr val="window" lastClr="FFFFFF">
              <a:alpha val="1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554" name="Right Triangle 553">
            <a:extLst>
              <a:ext uri="{FF2B5EF4-FFF2-40B4-BE49-F238E27FC236}">
                <a16:creationId xmlns:a16="http://schemas.microsoft.com/office/drawing/2014/main" id="{98B2CDE4-1470-46DF-9906-211305577582}"/>
              </a:ext>
            </a:extLst>
          </p:cNvPr>
          <p:cNvSpPr/>
          <p:nvPr/>
        </p:nvSpPr>
        <p:spPr bwMode="gray">
          <a:xfrm rot="10800000" flipH="1">
            <a:off x="5814360" y="5795355"/>
            <a:ext cx="971203" cy="971203"/>
          </a:xfrm>
          <a:prstGeom prst="rtTriangle">
            <a:avLst/>
          </a:prstGeom>
          <a:solidFill>
            <a:sysClr val="window" lastClr="FFFFFF">
              <a:alpha val="12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555" name="Right Triangle 554">
            <a:extLst>
              <a:ext uri="{FF2B5EF4-FFF2-40B4-BE49-F238E27FC236}">
                <a16:creationId xmlns:a16="http://schemas.microsoft.com/office/drawing/2014/main" id="{37D99863-BF06-49E9-B2C4-1715D089A6C2}"/>
              </a:ext>
            </a:extLst>
          </p:cNvPr>
          <p:cNvSpPr/>
          <p:nvPr/>
        </p:nvSpPr>
        <p:spPr bwMode="gray">
          <a:xfrm flipH="1" flipV="1">
            <a:off x="5814360" y="3850989"/>
            <a:ext cx="971203" cy="971203"/>
          </a:xfrm>
          <a:prstGeom prst="rtTriangle">
            <a:avLst/>
          </a:prstGeom>
          <a:solidFill>
            <a:sysClr val="window" lastClr="FFFFFF">
              <a:alpha val="5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556" name="Right Triangle 555">
            <a:extLst>
              <a:ext uri="{FF2B5EF4-FFF2-40B4-BE49-F238E27FC236}">
                <a16:creationId xmlns:a16="http://schemas.microsoft.com/office/drawing/2014/main" id="{959DBA3D-AAAF-4536-9050-A6E1CD545108}"/>
              </a:ext>
            </a:extLst>
          </p:cNvPr>
          <p:cNvSpPr/>
          <p:nvPr/>
        </p:nvSpPr>
        <p:spPr bwMode="gray">
          <a:xfrm rot="10800000" flipH="1">
            <a:off x="5814360" y="4823069"/>
            <a:ext cx="971203" cy="971203"/>
          </a:xfrm>
          <a:prstGeom prst="rtTriangle">
            <a:avLst/>
          </a:prstGeom>
          <a:solidFill>
            <a:sysClr val="window" lastClr="FFFFFF">
              <a:alpha val="13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557" name="Right Triangle 556">
            <a:extLst>
              <a:ext uri="{FF2B5EF4-FFF2-40B4-BE49-F238E27FC236}">
                <a16:creationId xmlns:a16="http://schemas.microsoft.com/office/drawing/2014/main" id="{F918A8A7-80D2-4A89-8F54-AAC37DCEA708}"/>
              </a:ext>
            </a:extLst>
          </p:cNvPr>
          <p:cNvSpPr/>
          <p:nvPr/>
        </p:nvSpPr>
        <p:spPr bwMode="gray">
          <a:xfrm flipH="1">
            <a:off x="5814360" y="2882358"/>
            <a:ext cx="971203" cy="971203"/>
          </a:xfrm>
          <a:prstGeom prst="rtTriangle">
            <a:avLst/>
          </a:prstGeom>
          <a:solidFill>
            <a:sysClr val="window" lastClr="FFFFFF">
              <a:alpha val="1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558" name="Right Triangle 557">
            <a:extLst>
              <a:ext uri="{FF2B5EF4-FFF2-40B4-BE49-F238E27FC236}">
                <a16:creationId xmlns:a16="http://schemas.microsoft.com/office/drawing/2014/main" id="{0A29EE74-35DF-4683-A64B-133BE09522BA}"/>
              </a:ext>
            </a:extLst>
          </p:cNvPr>
          <p:cNvSpPr/>
          <p:nvPr/>
        </p:nvSpPr>
        <p:spPr bwMode="gray">
          <a:xfrm rot="10800000" flipH="1">
            <a:off x="5814360" y="2882358"/>
            <a:ext cx="971203" cy="971203"/>
          </a:xfrm>
          <a:prstGeom prst="rtTriangle">
            <a:avLst/>
          </a:pr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559" name="Right Triangle 558">
            <a:extLst>
              <a:ext uri="{FF2B5EF4-FFF2-40B4-BE49-F238E27FC236}">
                <a16:creationId xmlns:a16="http://schemas.microsoft.com/office/drawing/2014/main" id="{F2F7CEBE-CA18-4F7A-B0F8-F63A3FA8619D}"/>
              </a:ext>
            </a:extLst>
          </p:cNvPr>
          <p:cNvSpPr/>
          <p:nvPr/>
        </p:nvSpPr>
        <p:spPr bwMode="gray">
          <a:xfrm flipH="1" flipV="1">
            <a:off x="5814360" y="941662"/>
            <a:ext cx="971203" cy="971203"/>
          </a:xfrm>
          <a:prstGeom prst="rtTriangle">
            <a:avLst/>
          </a:prstGeom>
          <a:solidFill>
            <a:sysClr val="window" lastClr="FFFFFF">
              <a:alpha val="8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560" name="Right Triangle 559">
            <a:extLst>
              <a:ext uri="{FF2B5EF4-FFF2-40B4-BE49-F238E27FC236}">
                <a16:creationId xmlns:a16="http://schemas.microsoft.com/office/drawing/2014/main" id="{C397ABCF-E232-4895-94A7-F7D927F450D7}"/>
              </a:ext>
            </a:extLst>
          </p:cNvPr>
          <p:cNvSpPr/>
          <p:nvPr/>
        </p:nvSpPr>
        <p:spPr bwMode="gray">
          <a:xfrm flipH="1">
            <a:off x="5814360" y="1913743"/>
            <a:ext cx="971203" cy="971203"/>
          </a:xfrm>
          <a:prstGeom prst="rtTriangle">
            <a:avLst/>
          </a:prstGeom>
          <a:solidFill>
            <a:sysClr val="window" lastClr="FFFFFF">
              <a:alpha val="2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561" name="Right Triangle 560">
            <a:extLst>
              <a:ext uri="{FF2B5EF4-FFF2-40B4-BE49-F238E27FC236}">
                <a16:creationId xmlns:a16="http://schemas.microsoft.com/office/drawing/2014/main" id="{9468DB3A-D6ED-4F4F-BB9C-CFED3E2CC767}"/>
              </a:ext>
            </a:extLst>
          </p:cNvPr>
          <p:cNvSpPr/>
          <p:nvPr/>
        </p:nvSpPr>
        <p:spPr bwMode="gray">
          <a:xfrm rot="10800000" flipH="1">
            <a:off x="5814361" y="1913742"/>
            <a:ext cx="971203" cy="971203"/>
          </a:xfrm>
          <a:prstGeom prst="rtTriangle">
            <a:avLst/>
          </a:prstGeom>
          <a:solidFill>
            <a:sysClr val="window" lastClr="FFFFFF">
              <a:alpha val="13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562" name="Right Triangle 561">
            <a:extLst>
              <a:ext uri="{FF2B5EF4-FFF2-40B4-BE49-F238E27FC236}">
                <a16:creationId xmlns:a16="http://schemas.microsoft.com/office/drawing/2014/main" id="{9833B8B8-4775-4E3D-AA8F-E32380255A91}"/>
              </a:ext>
            </a:extLst>
          </p:cNvPr>
          <p:cNvSpPr/>
          <p:nvPr/>
        </p:nvSpPr>
        <p:spPr bwMode="gray">
          <a:xfrm flipH="1">
            <a:off x="5814360" y="-27162"/>
            <a:ext cx="971203" cy="971203"/>
          </a:xfrm>
          <a:prstGeom prst="rtTriangle">
            <a:avLst/>
          </a:prstGeom>
          <a:solidFill>
            <a:sysClr val="window" lastClr="FFFFFF">
              <a:alpha val="1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563" name="Right Triangle 562">
            <a:extLst>
              <a:ext uri="{FF2B5EF4-FFF2-40B4-BE49-F238E27FC236}">
                <a16:creationId xmlns:a16="http://schemas.microsoft.com/office/drawing/2014/main" id="{AC5ECF8C-9B24-49F9-B65F-6F51E3F39278}"/>
              </a:ext>
            </a:extLst>
          </p:cNvPr>
          <p:cNvSpPr/>
          <p:nvPr/>
        </p:nvSpPr>
        <p:spPr bwMode="gray">
          <a:xfrm rot="10800000" flipH="1">
            <a:off x="5814361" y="-22206"/>
            <a:ext cx="971203" cy="971203"/>
          </a:xfrm>
          <a:prstGeom prst="rtTriangle">
            <a:avLst/>
          </a:prstGeom>
          <a:solidFill>
            <a:sysClr val="window" lastClr="FFFFFF">
              <a:alpha val="12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4347E7D-814B-4F6A-80AE-8FBAB8EDF7E8}"/>
              </a:ext>
            </a:extLst>
          </p:cNvPr>
          <p:cNvGrpSpPr/>
          <p:nvPr/>
        </p:nvGrpSpPr>
        <p:grpSpPr bwMode="gray">
          <a:xfrm>
            <a:off x="213727" y="-27163"/>
            <a:ext cx="4853096" cy="6793723"/>
            <a:chOff x="7741661" y="0"/>
            <a:chExt cx="4839035" cy="6774040"/>
          </a:xfrm>
        </p:grpSpPr>
        <p:sp>
          <p:nvSpPr>
            <p:cNvPr id="866" name="TextBox 865">
              <a:extLst>
                <a:ext uri="{FF2B5EF4-FFF2-40B4-BE49-F238E27FC236}">
                  <a16:creationId xmlns:a16="http://schemas.microsoft.com/office/drawing/2014/main" id="{87C0DC83-7BAF-4C9A-8EDC-2DF72A735BB3}"/>
                </a:ext>
              </a:extLst>
            </p:cNvPr>
            <p:cNvSpPr txBox="1"/>
            <p:nvPr/>
          </p:nvSpPr>
          <p:spPr bwMode="gray">
            <a:xfrm>
              <a:off x="11490946" y="6388101"/>
              <a:ext cx="437990" cy="36512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r">
                <a:lnSpc>
                  <a:spcPct val="90000"/>
                </a:lnSpc>
              </a:pPr>
              <a:fld id="{7A51DB15-7364-4F0B-A3A0-1309F8830053}" type="slidenum">
                <a:rPr lang="en-US" sz="800" smtClean="0">
                  <a:latin typeface="+mj-lt"/>
                </a:rPr>
                <a:pPr algn="r">
                  <a:lnSpc>
                    <a:spcPct val="90000"/>
                  </a:lnSpc>
                </a:pPr>
                <a:t>‹#›</a:t>
              </a:fld>
              <a:endParaRPr lang="en-US" dirty="0">
                <a:latin typeface="+mj-lt"/>
              </a:endParaRPr>
            </a:p>
          </p:txBody>
        </p:sp>
        <p:sp>
          <p:nvSpPr>
            <p:cNvPr id="868" name="Rectangle 867">
              <a:extLst>
                <a:ext uri="{FF2B5EF4-FFF2-40B4-BE49-F238E27FC236}">
                  <a16:creationId xmlns:a16="http://schemas.microsoft.com/office/drawing/2014/main" id="{963BBEA6-DD00-4E5F-926C-66B2E7C8A43A}"/>
                </a:ext>
              </a:extLst>
            </p:cNvPr>
            <p:cNvSpPr/>
            <p:nvPr userDrawn="1"/>
          </p:nvSpPr>
          <p:spPr bwMode="gray">
            <a:xfrm>
              <a:off x="7741661" y="1"/>
              <a:ext cx="4835592" cy="6774039"/>
            </a:xfrm>
            <a:prstGeom prst="rect">
              <a:avLst/>
            </a:prstGeom>
            <a:solidFill>
              <a:srgbClr val="C6C6C8">
                <a:lumMod val="40000"/>
                <a:lumOff val="60000"/>
              </a:srgb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b="0" i="0" u="none" strike="noStrike" kern="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</a:endParaRPr>
            </a:p>
          </p:txBody>
        </p:sp>
        <p:sp>
          <p:nvSpPr>
            <p:cNvPr id="1052" name="Right Triangle 1051">
              <a:extLst>
                <a:ext uri="{FF2B5EF4-FFF2-40B4-BE49-F238E27FC236}">
                  <a16:creationId xmlns:a16="http://schemas.microsoft.com/office/drawing/2014/main" id="{99B9FA28-142B-4847-B52A-323D38F882D0}"/>
                </a:ext>
              </a:extLst>
            </p:cNvPr>
            <p:cNvSpPr/>
            <p:nvPr/>
          </p:nvSpPr>
          <p:spPr bwMode="gray">
            <a:xfrm>
              <a:off x="9675528" y="5805649"/>
              <a:ext cx="968389" cy="968389"/>
            </a:xfrm>
            <a:prstGeom prst="rtTriangle">
              <a:avLst/>
            </a:prstGeom>
            <a:solidFill>
              <a:sysClr val="window" lastClr="FFFFFF">
                <a:alpha val="6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053" name="Right Triangle 1052">
              <a:extLst>
                <a:ext uri="{FF2B5EF4-FFF2-40B4-BE49-F238E27FC236}">
                  <a16:creationId xmlns:a16="http://schemas.microsoft.com/office/drawing/2014/main" id="{1354937D-15BF-4005-AEF7-56A563022FE9}"/>
                </a:ext>
              </a:extLst>
            </p:cNvPr>
            <p:cNvSpPr/>
            <p:nvPr/>
          </p:nvSpPr>
          <p:spPr bwMode="gray">
            <a:xfrm rot="10800000">
              <a:off x="9675528" y="5805649"/>
              <a:ext cx="968389" cy="968389"/>
            </a:xfrm>
            <a:prstGeom prst="rtTriangle">
              <a:avLst/>
            </a:prstGeom>
            <a:solidFill>
              <a:sysClr val="window" lastClr="FFFFFF">
                <a:alpha val="13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054" name="Right Triangle 1053">
              <a:extLst>
                <a:ext uri="{FF2B5EF4-FFF2-40B4-BE49-F238E27FC236}">
                  <a16:creationId xmlns:a16="http://schemas.microsoft.com/office/drawing/2014/main" id="{BCD4330E-45E3-4AC0-999D-0C597F0F7045}"/>
                </a:ext>
              </a:extLst>
            </p:cNvPr>
            <p:cNvSpPr/>
            <p:nvPr/>
          </p:nvSpPr>
          <p:spPr bwMode="gray">
            <a:xfrm flipV="1">
              <a:off x="9675528" y="3866916"/>
              <a:ext cx="968389" cy="968389"/>
            </a:xfrm>
            <a:prstGeom prst="rtTriangle">
              <a:avLst/>
            </a:prstGeom>
            <a:solidFill>
              <a:sysClr val="window" lastClr="FFFFFF">
                <a:alpha val="13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055" name="Right Triangle 1054">
              <a:extLst>
                <a:ext uri="{FF2B5EF4-FFF2-40B4-BE49-F238E27FC236}">
                  <a16:creationId xmlns:a16="http://schemas.microsoft.com/office/drawing/2014/main" id="{FCA12FFA-1CE4-40DA-9702-65B0539E57B7}"/>
                </a:ext>
              </a:extLst>
            </p:cNvPr>
            <p:cNvSpPr/>
            <p:nvPr/>
          </p:nvSpPr>
          <p:spPr bwMode="gray">
            <a:xfrm>
              <a:off x="9675528" y="4836180"/>
              <a:ext cx="968389" cy="968389"/>
            </a:xfrm>
            <a:prstGeom prst="rtTriangle">
              <a:avLst/>
            </a:prstGeom>
            <a:solidFill>
              <a:sysClr val="window" lastClr="FFFFFF">
                <a:alpha val="6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056" name="Right Triangle 1055">
              <a:extLst>
                <a:ext uri="{FF2B5EF4-FFF2-40B4-BE49-F238E27FC236}">
                  <a16:creationId xmlns:a16="http://schemas.microsoft.com/office/drawing/2014/main" id="{A8A33F77-9127-406B-A44E-DB1988AC61DB}"/>
                </a:ext>
              </a:extLst>
            </p:cNvPr>
            <p:cNvSpPr/>
            <p:nvPr/>
          </p:nvSpPr>
          <p:spPr bwMode="gray">
            <a:xfrm rot="10800000">
              <a:off x="9675528" y="4836180"/>
              <a:ext cx="968389" cy="968389"/>
            </a:xfrm>
            <a:prstGeom prst="rtTriangle">
              <a:avLst/>
            </a:prstGeom>
            <a:solidFill>
              <a:sysClr val="window" lastClr="FFFFFF">
                <a:alpha val="10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057" name="Right Triangle 1056">
              <a:extLst>
                <a:ext uri="{FF2B5EF4-FFF2-40B4-BE49-F238E27FC236}">
                  <a16:creationId xmlns:a16="http://schemas.microsoft.com/office/drawing/2014/main" id="{BB37D275-8E2F-490D-9494-290B09043EFE}"/>
                </a:ext>
              </a:extLst>
            </p:cNvPr>
            <p:cNvSpPr/>
            <p:nvPr/>
          </p:nvSpPr>
          <p:spPr bwMode="gray">
            <a:xfrm>
              <a:off x="9675528" y="2901090"/>
              <a:ext cx="968389" cy="968389"/>
            </a:xfrm>
            <a:prstGeom prst="rtTriangle">
              <a:avLst/>
            </a:prstGeom>
            <a:solidFill>
              <a:sysClr val="window" lastClr="FFFFFF">
                <a:alpha val="8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058" name="Right Triangle 1057">
              <a:extLst>
                <a:ext uri="{FF2B5EF4-FFF2-40B4-BE49-F238E27FC236}">
                  <a16:creationId xmlns:a16="http://schemas.microsoft.com/office/drawing/2014/main" id="{D9815E55-15E3-4658-B475-0F7A7939BA52}"/>
                </a:ext>
              </a:extLst>
            </p:cNvPr>
            <p:cNvSpPr/>
            <p:nvPr/>
          </p:nvSpPr>
          <p:spPr bwMode="gray">
            <a:xfrm flipV="1">
              <a:off x="9675528" y="966018"/>
              <a:ext cx="968389" cy="968389"/>
            </a:xfrm>
            <a:prstGeom prst="rtTriangle">
              <a:avLst/>
            </a:prstGeom>
            <a:solidFill>
              <a:sysClr val="window" lastClr="FFFFFF">
                <a:alpha val="6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059" name="Right Triangle 1058">
              <a:extLst>
                <a:ext uri="{FF2B5EF4-FFF2-40B4-BE49-F238E27FC236}">
                  <a16:creationId xmlns:a16="http://schemas.microsoft.com/office/drawing/2014/main" id="{09C0B678-541B-45EA-AD37-9D8EA45A17B5}"/>
                </a:ext>
              </a:extLst>
            </p:cNvPr>
            <p:cNvSpPr/>
            <p:nvPr/>
          </p:nvSpPr>
          <p:spPr bwMode="gray">
            <a:xfrm>
              <a:off x="9675528" y="1935283"/>
              <a:ext cx="968389" cy="968389"/>
            </a:xfrm>
            <a:prstGeom prst="rtTriangle">
              <a:avLst/>
            </a:prstGeom>
            <a:solidFill>
              <a:sysClr val="window" lastClr="FFFFFF">
                <a:alpha val="6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060" name="Right Triangle 1059">
              <a:extLst>
                <a:ext uri="{FF2B5EF4-FFF2-40B4-BE49-F238E27FC236}">
                  <a16:creationId xmlns:a16="http://schemas.microsoft.com/office/drawing/2014/main" id="{ACB1ACCF-D32E-447F-90BC-68E3BAF1D535}"/>
                </a:ext>
              </a:extLst>
            </p:cNvPr>
            <p:cNvSpPr/>
            <p:nvPr/>
          </p:nvSpPr>
          <p:spPr bwMode="gray">
            <a:xfrm rot="10800000">
              <a:off x="9675529" y="1935283"/>
              <a:ext cx="968389" cy="968389"/>
            </a:xfrm>
            <a:prstGeom prst="rtTriangle">
              <a:avLst/>
            </a:prstGeom>
            <a:solidFill>
              <a:sysClr val="window" lastClr="FFFFFF">
                <a:alpha val="11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061" name="Right Triangle 1060">
              <a:extLst>
                <a:ext uri="{FF2B5EF4-FFF2-40B4-BE49-F238E27FC236}">
                  <a16:creationId xmlns:a16="http://schemas.microsoft.com/office/drawing/2014/main" id="{2333CF33-F379-4DEE-9448-AEF8DD179A8E}"/>
                </a:ext>
              </a:extLst>
            </p:cNvPr>
            <p:cNvSpPr/>
            <p:nvPr/>
          </p:nvSpPr>
          <p:spPr bwMode="gray">
            <a:xfrm>
              <a:off x="9675528" y="0"/>
              <a:ext cx="968389" cy="968389"/>
            </a:xfrm>
            <a:prstGeom prst="rtTriangle">
              <a:avLst/>
            </a:prstGeom>
            <a:solidFill>
              <a:sysClr val="window" lastClr="FFFFFF">
                <a:alpha val="6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062" name="Right Triangle 1061">
              <a:extLst>
                <a:ext uri="{FF2B5EF4-FFF2-40B4-BE49-F238E27FC236}">
                  <a16:creationId xmlns:a16="http://schemas.microsoft.com/office/drawing/2014/main" id="{A3F6ED1C-8381-4DAE-938E-B38F5285DA82}"/>
                </a:ext>
              </a:extLst>
            </p:cNvPr>
            <p:cNvSpPr/>
            <p:nvPr/>
          </p:nvSpPr>
          <p:spPr bwMode="gray">
            <a:xfrm rot="10800000">
              <a:off x="9675528" y="4940"/>
              <a:ext cx="968389" cy="968389"/>
            </a:xfrm>
            <a:prstGeom prst="rtTriangle">
              <a:avLst/>
            </a:prstGeom>
            <a:solidFill>
              <a:sysClr val="window" lastClr="FFFFFF">
                <a:alpha val="16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063" name="Right Triangle 1062">
              <a:extLst>
                <a:ext uri="{FF2B5EF4-FFF2-40B4-BE49-F238E27FC236}">
                  <a16:creationId xmlns:a16="http://schemas.microsoft.com/office/drawing/2014/main" id="{371B440E-30A0-4BC1-B553-A344609D37BF}"/>
                </a:ext>
              </a:extLst>
            </p:cNvPr>
            <p:cNvSpPr/>
            <p:nvPr/>
          </p:nvSpPr>
          <p:spPr bwMode="gray">
            <a:xfrm flipH="1">
              <a:off x="10643917" y="5805649"/>
              <a:ext cx="968389" cy="968389"/>
            </a:xfrm>
            <a:prstGeom prst="rtTriangle">
              <a:avLst/>
            </a:prstGeom>
            <a:solidFill>
              <a:sysClr val="window" lastClr="FFFFFF">
                <a:alpha val="3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064" name="Right Triangle 1063">
              <a:extLst>
                <a:ext uri="{FF2B5EF4-FFF2-40B4-BE49-F238E27FC236}">
                  <a16:creationId xmlns:a16="http://schemas.microsoft.com/office/drawing/2014/main" id="{F9BBEFBF-1973-44FA-82D8-A240B7D5EEC9}"/>
                </a:ext>
              </a:extLst>
            </p:cNvPr>
            <p:cNvSpPr/>
            <p:nvPr/>
          </p:nvSpPr>
          <p:spPr bwMode="gray">
            <a:xfrm flipH="1" flipV="1">
              <a:off x="10643917" y="3866916"/>
              <a:ext cx="968389" cy="968389"/>
            </a:xfrm>
            <a:prstGeom prst="rtTriangle">
              <a:avLst/>
            </a:prstGeom>
            <a:solidFill>
              <a:sysClr val="window" lastClr="FFFFFF">
                <a:alpha val="5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065" name="Right Triangle 1064">
              <a:extLst>
                <a:ext uri="{FF2B5EF4-FFF2-40B4-BE49-F238E27FC236}">
                  <a16:creationId xmlns:a16="http://schemas.microsoft.com/office/drawing/2014/main" id="{7F06F92E-0E60-4D71-972C-A652244AD6F5}"/>
                </a:ext>
              </a:extLst>
            </p:cNvPr>
            <p:cNvSpPr/>
            <p:nvPr/>
          </p:nvSpPr>
          <p:spPr bwMode="gray">
            <a:xfrm rot="10800000" flipH="1" flipV="1">
              <a:off x="10643918" y="3866916"/>
              <a:ext cx="968389" cy="968389"/>
            </a:xfrm>
            <a:prstGeom prst="rtTriangle">
              <a:avLst/>
            </a:prstGeom>
            <a:solidFill>
              <a:sysClr val="window" lastClr="FFFFFF">
                <a:alpha val="13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066" name="Right Triangle 1065">
              <a:extLst>
                <a:ext uri="{FF2B5EF4-FFF2-40B4-BE49-F238E27FC236}">
                  <a16:creationId xmlns:a16="http://schemas.microsoft.com/office/drawing/2014/main" id="{AFF33036-B1EC-4235-B2BC-33917195D735}"/>
                </a:ext>
              </a:extLst>
            </p:cNvPr>
            <p:cNvSpPr/>
            <p:nvPr/>
          </p:nvSpPr>
          <p:spPr bwMode="gray">
            <a:xfrm flipH="1">
              <a:off x="10643917" y="4836180"/>
              <a:ext cx="968389" cy="968389"/>
            </a:xfrm>
            <a:prstGeom prst="rtTriangle">
              <a:avLst/>
            </a:prstGeom>
            <a:solidFill>
              <a:sysClr val="window" lastClr="FFFFFF">
                <a:alpha val="6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067" name="Right Triangle 1066">
              <a:extLst>
                <a:ext uri="{FF2B5EF4-FFF2-40B4-BE49-F238E27FC236}">
                  <a16:creationId xmlns:a16="http://schemas.microsoft.com/office/drawing/2014/main" id="{80F46166-E605-4128-935E-EAC4DBC79757}"/>
                </a:ext>
              </a:extLst>
            </p:cNvPr>
            <p:cNvSpPr/>
            <p:nvPr/>
          </p:nvSpPr>
          <p:spPr bwMode="gray">
            <a:xfrm flipH="1">
              <a:off x="10643917" y="2901090"/>
              <a:ext cx="968389" cy="968389"/>
            </a:xfrm>
            <a:prstGeom prst="rtTriangle">
              <a:avLst/>
            </a:prstGeom>
            <a:solidFill>
              <a:sysClr val="window" lastClr="FFFFFF">
                <a:alpha val="13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068" name="Right Triangle 1067">
              <a:extLst>
                <a:ext uri="{FF2B5EF4-FFF2-40B4-BE49-F238E27FC236}">
                  <a16:creationId xmlns:a16="http://schemas.microsoft.com/office/drawing/2014/main" id="{5D61B3B7-E95F-4489-8936-1C99732B5225}"/>
                </a:ext>
              </a:extLst>
            </p:cNvPr>
            <p:cNvSpPr/>
            <p:nvPr/>
          </p:nvSpPr>
          <p:spPr bwMode="gray">
            <a:xfrm rot="10800000" flipH="1">
              <a:off x="10643918" y="2901090"/>
              <a:ext cx="968389" cy="968389"/>
            </a:xfrm>
            <a:prstGeom prst="rtTriangle">
              <a:avLst/>
            </a:prstGeom>
            <a:solidFill>
              <a:sysClr val="window" lastClr="FFFFFF">
                <a:alpha val="6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069" name="Right Triangle 1068">
              <a:extLst>
                <a:ext uri="{FF2B5EF4-FFF2-40B4-BE49-F238E27FC236}">
                  <a16:creationId xmlns:a16="http://schemas.microsoft.com/office/drawing/2014/main" id="{554F3E41-487B-48DB-ADBE-139A24343798}"/>
                </a:ext>
              </a:extLst>
            </p:cNvPr>
            <p:cNvSpPr/>
            <p:nvPr/>
          </p:nvSpPr>
          <p:spPr bwMode="gray">
            <a:xfrm flipH="1" flipV="1">
              <a:off x="10643917" y="966018"/>
              <a:ext cx="968389" cy="968389"/>
            </a:xfrm>
            <a:prstGeom prst="rtTriangle">
              <a:avLst/>
            </a:prstGeom>
            <a:solidFill>
              <a:sysClr val="window" lastClr="FFFFFF">
                <a:alpha val="12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070" name="Right Triangle 1069">
              <a:extLst>
                <a:ext uri="{FF2B5EF4-FFF2-40B4-BE49-F238E27FC236}">
                  <a16:creationId xmlns:a16="http://schemas.microsoft.com/office/drawing/2014/main" id="{07715328-2F8F-48F6-A71C-50CC6861805C}"/>
                </a:ext>
              </a:extLst>
            </p:cNvPr>
            <p:cNvSpPr/>
            <p:nvPr/>
          </p:nvSpPr>
          <p:spPr bwMode="gray">
            <a:xfrm rot="10800000" flipH="1" flipV="1">
              <a:off x="10643917" y="966019"/>
              <a:ext cx="968389" cy="968389"/>
            </a:xfrm>
            <a:prstGeom prst="rtTriangle">
              <a:avLst/>
            </a:prstGeom>
            <a:solidFill>
              <a:sysClr val="window" lastClr="FFFFFF">
                <a:alpha val="6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071" name="Right Triangle 1070">
              <a:extLst>
                <a:ext uri="{FF2B5EF4-FFF2-40B4-BE49-F238E27FC236}">
                  <a16:creationId xmlns:a16="http://schemas.microsoft.com/office/drawing/2014/main" id="{91E4C002-5BA6-464D-842B-F4033240BE4C}"/>
                </a:ext>
              </a:extLst>
            </p:cNvPr>
            <p:cNvSpPr/>
            <p:nvPr/>
          </p:nvSpPr>
          <p:spPr bwMode="gray">
            <a:xfrm flipH="1">
              <a:off x="10643917" y="1935283"/>
              <a:ext cx="968389" cy="968389"/>
            </a:xfrm>
            <a:prstGeom prst="rtTriangle">
              <a:avLst/>
            </a:prstGeom>
            <a:solidFill>
              <a:sysClr val="window" lastClr="FFFFFF">
                <a:alpha val="13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072" name="Right Triangle 1071">
              <a:extLst>
                <a:ext uri="{FF2B5EF4-FFF2-40B4-BE49-F238E27FC236}">
                  <a16:creationId xmlns:a16="http://schemas.microsoft.com/office/drawing/2014/main" id="{FA536DAB-C673-4B2D-A57A-D8800A0E01B8}"/>
                </a:ext>
              </a:extLst>
            </p:cNvPr>
            <p:cNvSpPr/>
            <p:nvPr/>
          </p:nvSpPr>
          <p:spPr bwMode="gray">
            <a:xfrm rot="10800000" flipH="1">
              <a:off x="10643918" y="1935283"/>
              <a:ext cx="968389" cy="968389"/>
            </a:xfrm>
            <a:prstGeom prst="rtTriangle">
              <a:avLst/>
            </a:prstGeom>
            <a:solidFill>
              <a:sysClr val="window" lastClr="FFFFFF">
                <a:alpha val="5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073" name="Right Triangle 1072">
              <a:extLst>
                <a:ext uri="{FF2B5EF4-FFF2-40B4-BE49-F238E27FC236}">
                  <a16:creationId xmlns:a16="http://schemas.microsoft.com/office/drawing/2014/main" id="{D03201BF-89B9-4837-96A7-5C236E389846}"/>
                </a:ext>
              </a:extLst>
            </p:cNvPr>
            <p:cNvSpPr/>
            <p:nvPr/>
          </p:nvSpPr>
          <p:spPr bwMode="gray">
            <a:xfrm flipH="1">
              <a:off x="10643917" y="0"/>
              <a:ext cx="968389" cy="968389"/>
            </a:xfrm>
            <a:prstGeom prst="rtTriangle">
              <a:avLst/>
            </a:prstGeom>
            <a:solidFill>
              <a:sysClr val="window" lastClr="FFFFFF">
                <a:alpha val="5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074" name="Right Triangle 1073">
              <a:extLst>
                <a:ext uri="{FF2B5EF4-FFF2-40B4-BE49-F238E27FC236}">
                  <a16:creationId xmlns:a16="http://schemas.microsoft.com/office/drawing/2014/main" id="{BA20C66E-AE72-4AE3-84D3-29FBC8DE7E4C}"/>
                </a:ext>
              </a:extLst>
            </p:cNvPr>
            <p:cNvSpPr/>
            <p:nvPr/>
          </p:nvSpPr>
          <p:spPr bwMode="gray">
            <a:xfrm rot="10800000" flipH="1">
              <a:off x="10643917" y="4940"/>
              <a:ext cx="968389" cy="968389"/>
            </a:xfrm>
            <a:prstGeom prst="rtTriangle">
              <a:avLst/>
            </a:prstGeom>
            <a:solidFill>
              <a:sysClr val="window" lastClr="FFFFFF">
                <a:alpha val="6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075" name="Right Triangle 1074">
              <a:extLst>
                <a:ext uri="{FF2B5EF4-FFF2-40B4-BE49-F238E27FC236}">
                  <a16:creationId xmlns:a16="http://schemas.microsoft.com/office/drawing/2014/main" id="{5F985BE5-F962-4173-97FC-90E98A33F1B2}"/>
                </a:ext>
              </a:extLst>
            </p:cNvPr>
            <p:cNvSpPr/>
            <p:nvPr/>
          </p:nvSpPr>
          <p:spPr bwMode="gray">
            <a:xfrm>
              <a:off x="11612306" y="5805649"/>
              <a:ext cx="968389" cy="968389"/>
            </a:xfrm>
            <a:prstGeom prst="rtTriangle">
              <a:avLst/>
            </a:prstGeom>
            <a:solidFill>
              <a:sysClr val="window" lastClr="FFFFFF">
                <a:alpha val="10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076" name="Right Triangle 1075">
              <a:extLst>
                <a:ext uri="{FF2B5EF4-FFF2-40B4-BE49-F238E27FC236}">
                  <a16:creationId xmlns:a16="http://schemas.microsoft.com/office/drawing/2014/main" id="{874C9752-CA8F-4840-A168-C7819B2195C1}"/>
                </a:ext>
              </a:extLst>
            </p:cNvPr>
            <p:cNvSpPr/>
            <p:nvPr/>
          </p:nvSpPr>
          <p:spPr bwMode="gray">
            <a:xfrm rot="10800000">
              <a:off x="11612306" y="5805649"/>
              <a:ext cx="968389" cy="968389"/>
            </a:xfrm>
            <a:prstGeom prst="rtTriangle">
              <a:avLst/>
            </a:prstGeom>
            <a:solidFill>
              <a:sysClr val="window" lastClr="FFFFFF">
                <a:alpha val="5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077" name="Right Triangle 1076">
              <a:extLst>
                <a:ext uri="{FF2B5EF4-FFF2-40B4-BE49-F238E27FC236}">
                  <a16:creationId xmlns:a16="http://schemas.microsoft.com/office/drawing/2014/main" id="{D804885B-9BA0-4FA4-B5EC-6CB7B7C41B03}"/>
                </a:ext>
              </a:extLst>
            </p:cNvPr>
            <p:cNvSpPr/>
            <p:nvPr/>
          </p:nvSpPr>
          <p:spPr bwMode="gray">
            <a:xfrm flipV="1">
              <a:off x="11612306" y="3866916"/>
              <a:ext cx="968389" cy="968389"/>
            </a:xfrm>
            <a:prstGeom prst="rtTriangle">
              <a:avLst/>
            </a:prstGeom>
            <a:solidFill>
              <a:sysClr val="window" lastClr="FFFFFF">
                <a:alpha val="6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078" name="Right Triangle 1077">
              <a:extLst>
                <a:ext uri="{FF2B5EF4-FFF2-40B4-BE49-F238E27FC236}">
                  <a16:creationId xmlns:a16="http://schemas.microsoft.com/office/drawing/2014/main" id="{67E8C846-A585-4049-B64A-116A445000AC}"/>
                </a:ext>
              </a:extLst>
            </p:cNvPr>
            <p:cNvSpPr/>
            <p:nvPr/>
          </p:nvSpPr>
          <p:spPr bwMode="gray">
            <a:xfrm>
              <a:off x="11612306" y="4836180"/>
              <a:ext cx="968389" cy="968389"/>
            </a:xfrm>
            <a:prstGeom prst="rtTriangle">
              <a:avLst/>
            </a:prstGeom>
            <a:solidFill>
              <a:sysClr val="window" lastClr="FFFFFF">
                <a:alpha val="13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079" name="Right Triangle 1078">
              <a:extLst>
                <a:ext uri="{FF2B5EF4-FFF2-40B4-BE49-F238E27FC236}">
                  <a16:creationId xmlns:a16="http://schemas.microsoft.com/office/drawing/2014/main" id="{B31BC6B9-E4E1-42C1-B174-A785EC60994F}"/>
                </a:ext>
              </a:extLst>
            </p:cNvPr>
            <p:cNvSpPr/>
            <p:nvPr/>
          </p:nvSpPr>
          <p:spPr bwMode="gray">
            <a:xfrm rot="10800000">
              <a:off x="11612307" y="4836180"/>
              <a:ext cx="968389" cy="968389"/>
            </a:xfrm>
            <a:prstGeom prst="rtTriangle">
              <a:avLst/>
            </a:prstGeom>
            <a:solidFill>
              <a:sysClr val="window" lastClr="FFFFFF">
                <a:alpha val="6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080" name="Right Triangle 1079">
              <a:extLst>
                <a:ext uri="{FF2B5EF4-FFF2-40B4-BE49-F238E27FC236}">
                  <a16:creationId xmlns:a16="http://schemas.microsoft.com/office/drawing/2014/main" id="{26743BFF-A1A9-48E5-BFDF-6149673BF9E8}"/>
                </a:ext>
              </a:extLst>
            </p:cNvPr>
            <p:cNvSpPr/>
            <p:nvPr/>
          </p:nvSpPr>
          <p:spPr bwMode="gray">
            <a:xfrm>
              <a:off x="11612306" y="2901090"/>
              <a:ext cx="968389" cy="968389"/>
            </a:xfrm>
            <a:prstGeom prst="rtTriangle">
              <a:avLst/>
            </a:prstGeom>
            <a:solidFill>
              <a:sysClr val="window" lastClr="FFFFFF">
                <a:alpha val="5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081" name="Right Triangle 1080">
              <a:extLst>
                <a:ext uri="{FF2B5EF4-FFF2-40B4-BE49-F238E27FC236}">
                  <a16:creationId xmlns:a16="http://schemas.microsoft.com/office/drawing/2014/main" id="{DFA78F95-3834-4FB4-B269-7F1119FA4E7B}"/>
                </a:ext>
              </a:extLst>
            </p:cNvPr>
            <p:cNvSpPr/>
            <p:nvPr/>
          </p:nvSpPr>
          <p:spPr bwMode="gray">
            <a:xfrm rot="10800000">
              <a:off x="11612306" y="2901090"/>
              <a:ext cx="968389" cy="968389"/>
            </a:xfrm>
            <a:prstGeom prst="rtTriangle">
              <a:avLst/>
            </a:prstGeom>
            <a:solidFill>
              <a:sysClr val="window" lastClr="FFFFFF">
                <a:alpha val="9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082" name="Right Triangle 1081">
              <a:extLst>
                <a:ext uri="{FF2B5EF4-FFF2-40B4-BE49-F238E27FC236}">
                  <a16:creationId xmlns:a16="http://schemas.microsoft.com/office/drawing/2014/main" id="{D17D724D-16D8-4E0B-9025-C8DCDF3B539E}"/>
                </a:ext>
              </a:extLst>
            </p:cNvPr>
            <p:cNvSpPr/>
            <p:nvPr/>
          </p:nvSpPr>
          <p:spPr bwMode="gray">
            <a:xfrm flipV="1">
              <a:off x="11612306" y="966018"/>
              <a:ext cx="968389" cy="968389"/>
            </a:xfrm>
            <a:prstGeom prst="rtTriangle">
              <a:avLst/>
            </a:prstGeom>
            <a:solidFill>
              <a:sysClr val="window" lastClr="FFFFFF">
                <a:alpha val="6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083" name="Right Triangle 1082">
              <a:extLst>
                <a:ext uri="{FF2B5EF4-FFF2-40B4-BE49-F238E27FC236}">
                  <a16:creationId xmlns:a16="http://schemas.microsoft.com/office/drawing/2014/main" id="{540251A9-D497-4E98-985A-D7168362CA0E}"/>
                </a:ext>
              </a:extLst>
            </p:cNvPr>
            <p:cNvSpPr/>
            <p:nvPr/>
          </p:nvSpPr>
          <p:spPr bwMode="gray">
            <a:xfrm rot="10800000">
              <a:off x="11612306" y="1935283"/>
              <a:ext cx="968389" cy="968389"/>
            </a:xfrm>
            <a:prstGeom prst="rtTriangle">
              <a:avLst/>
            </a:prstGeom>
            <a:solidFill>
              <a:sysClr val="window" lastClr="FFFFFF">
                <a:alpha val="6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084" name="Right Triangle 1083">
              <a:extLst>
                <a:ext uri="{FF2B5EF4-FFF2-40B4-BE49-F238E27FC236}">
                  <a16:creationId xmlns:a16="http://schemas.microsoft.com/office/drawing/2014/main" id="{62575D7D-39DB-4AC5-9374-666C098F7193}"/>
                </a:ext>
              </a:extLst>
            </p:cNvPr>
            <p:cNvSpPr/>
            <p:nvPr/>
          </p:nvSpPr>
          <p:spPr bwMode="gray">
            <a:xfrm>
              <a:off x="11612306" y="0"/>
              <a:ext cx="968389" cy="968389"/>
            </a:xfrm>
            <a:prstGeom prst="rtTriangle">
              <a:avLst/>
            </a:prstGeom>
            <a:solidFill>
              <a:sysClr val="window" lastClr="FFFFFF">
                <a:alpha val="6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085" name="Right Triangle 1084">
              <a:extLst>
                <a:ext uri="{FF2B5EF4-FFF2-40B4-BE49-F238E27FC236}">
                  <a16:creationId xmlns:a16="http://schemas.microsoft.com/office/drawing/2014/main" id="{2FCFF745-4F5F-41FF-9731-E739F0CADF29}"/>
                </a:ext>
              </a:extLst>
            </p:cNvPr>
            <p:cNvSpPr/>
            <p:nvPr/>
          </p:nvSpPr>
          <p:spPr bwMode="gray">
            <a:xfrm rot="10800000">
              <a:off x="11612306" y="4940"/>
              <a:ext cx="968389" cy="968389"/>
            </a:xfrm>
            <a:prstGeom prst="rtTriangle">
              <a:avLst/>
            </a:prstGeom>
            <a:solidFill>
              <a:sysClr val="window" lastClr="FFFFFF">
                <a:alpha val="15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118" name="Right Triangle 1117">
              <a:extLst>
                <a:ext uri="{FF2B5EF4-FFF2-40B4-BE49-F238E27FC236}">
                  <a16:creationId xmlns:a16="http://schemas.microsoft.com/office/drawing/2014/main" id="{391991C9-1E7E-4F2D-B7D6-2444010A6168}"/>
                </a:ext>
              </a:extLst>
            </p:cNvPr>
            <p:cNvSpPr/>
            <p:nvPr/>
          </p:nvSpPr>
          <p:spPr bwMode="gray">
            <a:xfrm>
              <a:off x="7741661" y="5805649"/>
              <a:ext cx="968389" cy="968389"/>
            </a:xfrm>
            <a:prstGeom prst="rtTriangle">
              <a:avLst/>
            </a:prstGeom>
            <a:solidFill>
              <a:sysClr val="window" lastClr="FFFFFF">
                <a:alpha val="5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119" name="Right Triangle 1118">
              <a:extLst>
                <a:ext uri="{FF2B5EF4-FFF2-40B4-BE49-F238E27FC236}">
                  <a16:creationId xmlns:a16="http://schemas.microsoft.com/office/drawing/2014/main" id="{1D0F11D2-3407-4B3F-8BD8-6BDD732C0EAB}"/>
                </a:ext>
              </a:extLst>
            </p:cNvPr>
            <p:cNvSpPr/>
            <p:nvPr/>
          </p:nvSpPr>
          <p:spPr bwMode="gray">
            <a:xfrm flipV="1">
              <a:off x="7741661" y="3866916"/>
              <a:ext cx="968389" cy="968389"/>
            </a:xfrm>
            <a:prstGeom prst="rtTriangle">
              <a:avLst/>
            </a:prstGeom>
            <a:solidFill>
              <a:sysClr val="window" lastClr="FFFFFF">
                <a:alpha val="22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120" name="Right Triangle 1119">
              <a:extLst>
                <a:ext uri="{FF2B5EF4-FFF2-40B4-BE49-F238E27FC236}">
                  <a16:creationId xmlns:a16="http://schemas.microsoft.com/office/drawing/2014/main" id="{3B43FC2B-1382-4A57-AFD5-05E5451F0078}"/>
                </a:ext>
              </a:extLst>
            </p:cNvPr>
            <p:cNvSpPr/>
            <p:nvPr/>
          </p:nvSpPr>
          <p:spPr bwMode="gray">
            <a:xfrm rot="10800000" flipV="1">
              <a:off x="7741662" y="3866916"/>
              <a:ext cx="968389" cy="968389"/>
            </a:xfrm>
            <a:prstGeom prst="rtTriangle">
              <a:avLst/>
            </a:prstGeom>
            <a:solidFill>
              <a:sysClr val="window" lastClr="FFFFFF">
                <a:alpha val="13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121" name="Right Triangle 1120">
              <a:extLst>
                <a:ext uri="{FF2B5EF4-FFF2-40B4-BE49-F238E27FC236}">
                  <a16:creationId xmlns:a16="http://schemas.microsoft.com/office/drawing/2014/main" id="{3D8D9ADC-25B9-4569-8420-A71FCCF98D38}"/>
                </a:ext>
              </a:extLst>
            </p:cNvPr>
            <p:cNvSpPr/>
            <p:nvPr/>
          </p:nvSpPr>
          <p:spPr bwMode="gray">
            <a:xfrm>
              <a:off x="7741661" y="4836180"/>
              <a:ext cx="968389" cy="968389"/>
            </a:xfrm>
            <a:prstGeom prst="rtTriangle">
              <a:avLst/>
            </a:prstGeom>
            <a:solidFill>
              <a:sysClr val="window" lastClr="FFFFFF">
                <a:alpha val="13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122" name="Right Triangle 1121">
              <a:extLst>
                <a:ext uri="{FF2B5EF4-FFF2-40B4-BE49-F238E27FC236}">
                  <a16:creationId xmlns:a16="http://schemas.microsoft.com/office/drawing/2014/main" id="{FF883FA4-E49C-4BE7-B918-05EEAE7BFA2B}"/>
                </a:ext>
              </a:extLst>
            </p:cNvPr>
            <p:cNvSpPr/>
            <p:nvPr/>
          </p:nvSpPr>
          <p:spPr bwMode="gray">
            <a:xfrm rot="10800000">
              <a:off x="7741662" y="4836180"/>
              <a:ext cx="968389" cy="968389"/>
            </a:xfrm>
            <a:prstGeom prst="rtTriangle">
              <a:avLst/>
            </a:prstGeom>
            <a:solidFill>
              <a:sysClr val="window" lastClr="FFFFFF">
                <a:alpha val="5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123" name="Right Triangle 1122">
              <a:extLst>
                <a:ext uri="{FF2B5EF4-FFF2-40B4-BE49-F238E27FC236}">
                  <a16:creationId xmlns:a16="http://schemas.microsoft.com/office/drawing/2014/main" id="{0F3A87B8-8FE6-4A47-BEF7-A8D0664D02E8}"/>
                </a:ext>
              </a:extLst>
            </p:cNvPr>
            <p:cNvSpPr/>
            <p:nvPr/>
          </p:nvSpPr>
          <p:spPr bwMode="gray">
            <a:xfrm>
              <a:off x="7741661" y="2901090"/>
              <a:ext cx="968389" cy="968389"/>
            </a:xfrm>
            <a:prstGeom prst="rtTriangle">
              <a:avLst/>
            </a:prstGeom>
            <a:solidFill>
              <a:sysClr val="window" lastClr="FFFFFF">
                <a:alpha val="5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124" name="Right Triangle 1123">
              <a:extLst>
                <a:ext uri="{FF2B5EF4-FFF2-40B4-BE49-F238E27FC236}">
                  <a16:creationId xmlns:a16="http://schemas.microsoft.com/office/drawing/2014/main" id="{13DF8434-3AEA-4EBD-9DB1-31E01A361E53}"/>
                </a:ext>
              </a:extLst>
            </p:cNvPr>
            <p:cNvSpPr/>
            <p:nvPr/>
          </p:nvSpPr>
          <p:spPr bwMode="gray">
            <a:xfrm rot="10800000">
              <a:off x="7741662" y="2901090"/>
              <a:ext cx="968389" cy="968389"/>
            </a:xfrm>
            <a:prstGeom prst="rtTriangle">
              <a:avLst/>
            </a:prstGeom>
            <a:solidFill>
              <a:sysClr val="window" lastClr="FFFFFF">
                <a:alpha val="11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125" name="Right Triangle 1124">
              <a:extLst>
                <a:ext uri="{FF2B5EF4-FFF2-40B4-BE49-F238E27FC236}">
                  <a16:creationId xmlns:a16="http://schemas.microsoft.com/office/drawing/2014/main" id="{303A3036-0D75-4576-995F-127F3FCAB699}"/>
                </a:ext>
              </a:extLst>
            </p:cNvPr>
            <p:cNvSpPr/>
            <p:nvPr/>
          </p:nvSpPr>
          <p:spPr bwMode="gray">
            <a:xfrm flipV="1">
              <a:off x="7741661" y="966018"/>
              <a:ext cx="968389" cy="968389"/>
            </a:xfrm>
            <a:prstGeom prst="rtTriangle">
              <a:avLst/>
            </a:prstGeom>
            <a:solidFill>
              <a:sysClr val="window" lastClr="FFFFFF">
                <a:alpha val="22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126" name="Right Triangle 1125">
              <a:extLst>
                <a:ext uri="{FF2B5EF4-FFF2-40B4-BE49-F238E27FC236}">
                  <a16:creationId xmlns:a16="http://schemas.microsoft.com/office/drawing/2014/main" id="{609D1630-7C11-40BD-A0DC-BCB7C7FA4CFF}"/>
                </a:ext>
              </a:extLst>
            </p:cNvPr>
            <p:cNvSpPr/>
            <p:nvPr/>
          </p:nvSpPr>
          <p:spPr bwMode="gray">
            <a:xfrm rot="10800000" flipV="1">
              <a:off x="7741662" y="966018"/>
              <a:ext cx="968389" cy="968389"/>
            </a:xfrm>
            <a:prstGeom prst="rtTriangle">
              <a:avLst/>
            </a:prstGeom>
            <a:solidFill>
              <a:sysClr val="window" lastClr="FFFFFF">
                <a:alpha val="13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127" name="Right Triangle 1126">
              <a:extLst>
                <a:ext uri="{FF2B5EF4-FFF2-40B4-BE49-F238E27FC236}">
                  <a16:creationId xmlns:a16="http://schemas.microsoft.com/office/drawing/2014/main" id="{BA51F249-FFEB-4211-944D-E0DB113A0DAF}"/>
                </a:ext>
              </a:extLst>
            </p:cNvPr>
            <p:cNvSpPr/>
            <p:nvPr/>
          </p:nvSpPr>
          <p:spPr bwMode="gray">
            <a:xfrm>
              <a:off x="7741661" y="1928558"/>
              <a:ext cx="968389" cy="968389"/>
            </a:xfrm>
            <a:prstGeom prst="rtTriangle">
              <a:avLst/>
            </a:prstGeom>
            <a:solidFill>
              <a:sysClr val="window" lastClr="FFFFFF">
                <a:alpha val="7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128" name="Right Triangle 1127">
              <a:extLst>
                <a:ext uri="{FF2B5EF4-FFF2-40B4-BE49-F238E27FC236}">
                  <a16:creationId xmlns:a16="http://schemas.microsoft.com/office/drawing/2014/main" id="{8D1FDEE5-109B-45B9-A514-9C1EDD3D010C}"/>
                </a:ext>
              </a:extLst>
            </p:cNvPr>
            <p:cNvSpPr/>
            <p:nvPr/>
          </p:nvSpPr>
          <p:spPr bwMode="gray">
            <a:xfrm rot="10800000">
              <a:off x="7741662" y="1935283"/>
              <a:ext cx="968389" cy="968389"/>
            </a:xfrm>
            <a:prstGeom prst="rtTriangle">
              <a:avLst/>
            </a:prstGeom>
            <a:solidFill>
              <a:sysClr val="window" lastClr="FFFFFF">
                <a:alpha val="5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129" name="Right Triangle 1128">
              <a:extLst>
                <a:ext uri="{FF2B5EF4-FFF2-40B4-BE49-F238E27FC236}">
                  <a16:creationId xmlns:a16="http://schemas.microsoft.com/office/drawing/2014/main" id="{B638A5A1-893B-4056-A03C-32B95D7F6123}"/>
                </a:ext>
              </a:extLst>
            </p:cNvPr>
            <p:cNvSpPr/>
            <p:nvPr/>
          </p:nvSpPr>
          <p:spPr bwMode="gray">
            <a:xfrm>
              <a:off x="7741661" y="0"/>
              <a:ext cx="968389" cy="968389"/>
            </a:xfrm>
            <a:prstGeom prst="rtTriangle">
              <a:avLst/>
            </a:prstGeom>
            <a:solidFill>
              <a:sysClr val="window" lastClr="FFFFFF">
                <a:alpha val="13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498" name="Right Triangle 1497">
              <a:extLst>
                <a:ext uri="{FF2B5EF4-FFF2-40B4-BE49-F238E27FC236}">
                  <a16:creationId xmlns:a16="http://schemas.microsoft.com/office/drawing/2014/main" id="{197E7D03-A91C-4064-8518-615EC259FDC5}"/>
                </a:ext>
              </a:extLst>
            </p:cNvPr>
            <p:cNvSpPr/>
            <p:nvPr/>
          </p:nvSpPr>
          <p:spPr bwMode="gray">
            <a:xfrm rot="10800000">
              <a:off x="7741662" y="4940"/>
              <a:ext cx="968389" cy="968389"/>
            </a:xfrm>
            <a:prstGeom prst="rtTriangle">
              <a:avLst/>
            </a:prstGeom>
            <a:solidFill>
              <a:sysClr val="window" lastClr="FFFFFF">
                <a:alpha val="6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500" name="Right Triangle 1499">
              <a:extLst>
                <a:ext uri="{FF2B5EF4-FFF2-40B4-BE49-F238E27FC236}">
                  <a16:creationId xmlns:a16="http://schemas.microsoft.com/office/drawing/2014/main" id="{1590782B-2EE9-4C46-90E0-96DC5113EF3B}"/>
                </a:ext>
              </a:extLst>
            </p:cNvPr>
            <p:cNvSpPr/>
            <p:nvPr/>
          </p:nvSpPr>
          <p:spPr bwMode="gray">
            <a:xfrm flipH="1">
              <a:off x="8707016" y="5805649"/>
              <a:ext cx="968389" cy="968389"/>
            </a:xfrm>
            <a:prstGeom prst="rtTriangle">
              <a:avLst/>
            </a:prstGeom>
            <a:solidFill>
              <a:sysClr val="window" lastClr="FFFFFF">
                <a:alpha val="1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501" name="Right Triangle 1500">
              <a:extLst>
                <a:ext uri="{FF2B5EF4-FFF2-40B4-BE49-F238E27FC236}">
                  <a16:creationId xmlns:a16="http://schemas.microsoft.com/office/drawing/2014/main" id="{DBC44D05-3580-4FB4-9EE0-30D404D888BD}"/>
                </a:ext>
              </a:extLst>
            </p:cNvPr>
            <p:cNvSpPr/>
            <p:nvPr/>
          </p:nvSpPr>
          <p:spPr bwMode="gray">
            <a:xfrm rot="10800000" flipH="1">
              <a:off x="8707016" y="5805649"/>
              <a:ext cx="968389" cy="968389"/>
            </a:xfrm>
            <a:prstGeom prst="rtTriangle">
              <a:avLst/>
            </a:prstGeom>
            <a:solidFill>
              <a:sysClr val="window" lastClr="FFFFFF">
                <a:alpha val="12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503" name="Right Triangle 1502">
              <a:extLst>
                <a:ext uri="{FF2B5EF4-FFF2-40B4-BE49-F238E27FC236}">
                  <a16:creationId xmlns:a16="http://schemas.microsoft.com/office/drawing/2014/main" id="{D50831AD-6E81-4BEC-B0A5-614661D3A6B2}"/>
                </a:ext>
              </a:extLst>
            </p:cNvPr>
            <p:cNvSpPr/>
            <p:nvPr/>
          </p:nvSpPr>
          <p:spPr bwMode="gray">
            <a:xfrm flipH="1" flipV="1">
              <a:off x="8707016" y="3866916"/>
              <a:ext cx="968389" cy="968389"/>
            </a:xfrm>
            <a:prstGeom prst="rtTriangle">
              <a:avLst/>
            </a:prstGeom>
            <a:solidFill>
              <a:sysClr val="window" lastClr="FFFFFF">
                <a:alpha val="5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504" name="Right Triangle 1503">
              <a:extLst>
                <a:ext uri="{FF2B5EF4-FFF2-40B4-BE49-F238E27FC236}">
                  <a16:creationId xmlns:a16="http://schemas.microsoft.com/office/drawing/2014/main" id="{9E46E14E-8065-443C-B22B-6809C242265D}"/>
                </a:ext>
              </a:extLst>
            </p:cNvPr>
            <p:cNvSpPr/>
            <p:nvPr/>
          </p:nvSpPr>
          <p:spPr bwMode="gray">
            <a:xfrm rot="10800000" flipH="1">
              <a:off x="8707016" y="4836180"/>
              <a:ext cx="968389" cy="968389"/>
            </a:xfrm>
            <a:prstGeom prst="rtTriangle">
              <a:avLst/>
            </a:prstGeom>
            <a:solidFill>
              <a:sysClr val="window" lastClr="FFFFFF">
                <a:alpha val="13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505" name="Right Triangle 1504">
              <a:extLst>
                <a:ext uri="{FF2B5EF4-FFF2-40B4-BE49-F238E27FC236}">
                  <a16:creationId xmlns:a16="http://schemas.microsoft.com/office/drawing/2014/main" id="{CD8DD3DD-C642-4C5D-B18A-67BCF54E913C}"/>
                </a:ext>
              </a:extLst>
            </p:cNvPr>
            <p:cNvSpPr/>
            <p:nvPr/>
          </p:nvSpPr>
          <p:spPr bwMode="gray">
            <a:xfrm flipH="1">
              <a:off x="8707016" y="2901090"/>
              <a:ext cx="968389" cy="968389"/>
            </a:xfrm>
            <a:prstGeom prst="rtTriangle">
              <a:avLst/>
            </a:prstGeom>
            <a:solidFill>
              <a:sysClr val="window" lastClr="FFFFFF">
                <a:alpha val="1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506" name="Right Triangle 1505">
              <a:extLst>
                <a:ext uri="{FF2B5EF4-FFF2-40B4-BE49-F238E27FC236}">
                  <a16:creationId xmlns:a16="http://schemas.microsoft.com/office/drawing/2014/main" id="{79AD7784-7EC5-456F-835D-505EE8397B3D}"/>
                </a:ext>
              </a:extLst>
            </p:cNvPr>
            <p:cNvSpPr/>
            <p:nvPr/>
          </p:nvSpPr>
          <p:spPr bwMode="gray">
            <a:xfrm rot="10800000" flipH="1">
              <a:off x="8707016" y="2901090"/>
              <a:ext cx="968389" cy="968389"/>
            </a:xfrm>
            <a:prstGeom prst="rtTriangle">
              <a:avLst/>
            </a:prstGeom>
            <a:solidFill>
              <a:sysClr val="window" lastClr="FFFFFF">
                <a:alpha val="6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507" name="Right Triangle 1506">
              <a:extLst>
                <a:ext uri="{FF2B5EF4-FFF2-40B4-BE49-F238E27FC236}">
                  <a16:creationId xmlns:a16="http://schemas.microsoft.com/office/drawing/2014/main" id="{D4530316-0B1C-461F-9F7A-71A37985F7F1}"/>
                </a:ext>
              </a:extLst>
            </p:cNvPr>
            <p:cNvSpPr/>
            <p:nvPr/>
          </p:nvSpPr>
          <p:spPr bwMode="gray">
            <a:xfrm flipH="1" flipV="1">
              <a:off x="8707016" y="966018"/>
              <a:ext cx="968389" cy="968389"/>
            </a:xfrm>
            <a:prstGeom prst="rtTriangle">
              <a:avLst/>
            </a:prstGeom>
            <a:solidFill>
              <a:sysClr val="window" lastClr="FFFFFF">
                <a:alpha val="8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508" name="Right Triangle 1507">
              <a:extLst>
                <a:ext uri="{FF2B5EF4-FFF2-40B4-BE49-F238E27FC236}">
                  <a16:creationId xmlns:a16="http://schemas.microsoft.com/office/drawing/2014/main" id="{68A62814-3040-4439-B166-C59DACFAAED0}"/>
                </a:ext>
              </a:extLst>
            </p:cNvPr>
            <p:cNvSpPr/>
            <p:nvPr/>
          </p:nvSpPr>
          <p:spPr bwMode="gray">
            <a:xfrm flipH="1">
              <a:off x="8707016" y="1935283"/>
              <a:ext cx="968389" cy="968389"/>
            </a:xfrm>
            <a:prstGeom prst="rtTriangle">
              <a:avLst/>
            </a:prstGeom>
            <a:solidFill>
              <a:sysClr val="window" lastClr="FFFFFF">
                <a:alpha val="2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509" name="Right Triangle 1508">
              <a:extLst>
                <a:ext uri="{FF2B5EF4-FFF2-40B4-BE49-F238E27FC236}">
                  <a16:creationId xmlns:a16="http://schemas.microsoft.com/office/drawing/2014/main" id="{BBA7467A-57A2-42C1-A37C-EEACC75714B9}"/>
                </a:ext>
              </a:extLst>
            </p:cNvPr>
            <p:cNvSpPr/>
            <p:nvPr/>
          </p:nvSpPr>
          <p:spPr bwMode="gray">
            <a:xfrm rot="10800000" flipH="1">
              <a:off x="8707017" y="1935283"/>
              <a:ext cx="968389" cy="968389"/>
            </a:xfrm>
            <a:prstGeom prst="rtTriangle">
              <a:avLst/>
            </a:prstGeom>
            <a:solidFill>
              <a:sysClr val="window" lastClr="FFFFFF">
                <a:alpha val="13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510" name="Right Triangle 1509">
              <a:extLst>
                <a:ext uri="{FF2B5EF4-FFF2-40B4-BE49-F238E27FC236}">
                  <a16:creationId xmlns:a16="http://schemas.microsoft.com/office/drawing/2014/main" id="{F19E3A3A-6F48-44F1-A74D-9B4AA960662C}"/>
                </a:ext>
              </a:extLst>
            </p:cNvPr>
            <p:cNvSpPr/>
            <p:nvPr/>
          </p:nvSpPr>
          <p:spPr bwMode="gray">
            <a:xfrm flipH="1">
              <a:off x="8707016" y="0"/>
              <a:ext cx="968389" cy="968389"/>
            </a:xfrm>
            <a:prstGeom prst="rtTriangle">
              <a:avLst/>
            </a:prstGeom>
            <a:solidFill>
              <a:sysClr val="window" lastClr="FFFFFF">
                <a:alpha val="1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511" name="Right Triangle 1510">
              <a:extLst>
                <a:ext uri="{FF2B5EF4-FFF2-40B4-BE49-F238E27FC236}">
                  <a16:creationId xmlns:a16="http://schemas.microsoft.com/office/drawing/2014/main" id="{1B28AF76-1893-4D93-9AF1-E83E1839BE12}"/>
                </a:ext>
              </a:extLst>
            </p:cNvPr>
            <p:cNvSpPr/>
            <p:nvPr/>
          </p:nvSpPr>
          <p:spPr bwMode="gray">
            <a:xfrm rot="10800000" flipH="1">
              <a:off x="8707016" y="4940"/>
              <a:ext cx="968389" cy="968389"/>
            </a:xfrm>
            <a:prstGeom prst="rtTriangle">
              <a:avLst/>
            </a:prstGeom>
            <a:solidFill>
              <a:sysClr val="window" lastClr="FFFFFF">
                <a:alpha val="12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62" name="Right Triangle 961">
              <a:extLst>
                <a:ext uri="{FF2B5EF4-FFF2-40B4-BE49-F238E27FC236}">
                  <a16:creationId xmlns:a16="http://schemas.microsoft.com/office/drawing/2014/main" id="{B2449F2E-8F37-481D-BB88-2F28308A4DFA}"/>
                </a:ext>
              </a:extLst>
            </p:cNvPr>
            <p:cNvSpPr/>
            <p:nvPr/>
          </p:nvSpPr>
          <p:spPr bwMode="gray">
            <a:xfrm>
              <a:off x="9675528" y="5805649"/>
              <a:ext cx="968389" cy="968389"/>
            </a:xfrm>
            <a:prstGeom prst="rtTriangle">
              <a:avLst/>
            </a:prstGeom>
            <a:solidFill>
              <a:sysClr val="window" lastClr="FFFFFF">
                <a:alpha val="6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63" name="Right Triangle 962">
              <a:extLst>
                <a:ext uri="{FF2B5EF4-FFF2-40B4-BE49-F238E27FC236}">
                  <a16:creationId xmlns:a16="http://schemas.microsoft.com/office/drawing/2014/main" id="{B00A7C79-89D2-4F88-8D93-E597D62A6D42}"/>
                </a:ext>
              </a:extLst>
            </p:cNvPr>
            <p:cNvSpPr/>
            <p:nvPr/>
          </p:nvSpPr>
          <p:spPr bwMode="gray">
            <a:xfrm rot="10800000">
              <a:off x="9675528" y="5805649"/>
              <a:ext cx="968389" cy="968389"/>
            </a:xfrm>
            <a:prstGeom prst="rtTriangle">
              <a:avLst/>
            </a:prstGeom>
            <a:solidFill>
              <a:sysClr val="window" lastClr="FFFFFF">
                <a:alpha val="13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64" name="Right Triangle 963">
              <a:extLst>
                <a:ext uri="{FF2B5EF4-FFF2-40B4-BE49-F238E27FC236}">
                  <a16:creationId xmlns:a16="http://schemas.microsoft.com/office/drawing/2014/main" id="{605265F3-D4BC-4974-A954-752B4C91C7C2}"/>
                </a:ext>
              </a:extLst>
            </p:cNvPr>
            <p:cNvSpPr/>
            <p:nvPr/>
          </p:nvSpPr>
          <p:spPr bwMode="gray">
            <a:xfrm flipV="1">
              <a:off x="9675528" y="3866916"/>
              <a:ext cx="968389" cy="968389"/>
            </a:xfrm>
            <a:prstGeom prst="rtTriangle">
              <a:avLst/>
            </a:prstGeom>
            <a:solidFill>
              <a:sysClr val="window" lastClr="FFFFFF">
                <a:alpha val="13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65" name="Right Triangle 964">
              <a:extLst>
                <a:ext uri="{FF2B5EF4-FFF2-40B4-BE49-F238E27FC236}">
                  <a16:creationId xmlns:a16="http://schemas.microsoft.com/office/drawing/2014/main" id="{94C84C27-6874-4411-9C7F-02936D50AF4A}"/>
                </a:ext>
              </a:extLst>
            </p:cNvPr>
            <p:cNvSpPr/>
            <p:nvPr/>
          </p:nvSpPr>
          <p:spPr bwMode="gray">
            <a:xfrm>
              <a:off x="9675528" y="4836180"/>
              <a:ext cx="968389" cy="968389"/>
            </a:xfrm>
            <a:prstGeom prst="rtTriangle">
              <a:avLst/>
            </a:prstGeom>
            <a:solidFill>
              <a:sysClr val="window" lastClr="FFFFFF">
                <a:alpha val="6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66" name="Right Triangle 965">
              <a:extLst>
                <a:ext uri="{FF2B5EF4-FFF2-40B4-BE49-F238E27FC236}">
                  <a16:creationId xmlns:a16="http://schemas.microsoft.com/office/drawing/2014/main" id="{6E207F7B-6A82-486C-96FA-F7A768683B92}"/>
                </a:ext>
              </a:extLst>
            </p:cNvPr>
            <p:cNvSpPr/>
            <p:nvPr/>
          </p:nvSpPr>
          <p:spPr bwMode="gray">
            <a:xfrm rot="10800000">
              <a:off x="9675528" y="4836180"/>
              <a:ext cx="968389" cy="968389"/>
            </a:xfrm>
            <a:prstGeom prst="rtTriangle">
              <a:avLst/>
            </a:prstGeom>
            <a:solidFill>
              <a:sysClr val="window" lastClr="FFFFFF">
                <a:alpha val="10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67" name="Right Triangle 966">
              <a:extLst>
                <a:ext uri="{FF2B5EF4-FFF2-40B4-BE49-F238E27FC236}">
                  <a16:creationId xmlns:a16="http://schemas.microsoft.com/office/drawing/2014/main" id="{4B163831-FC95-4563-B910-E469A0C826CB}"/>
                </a:ext>
              </a:extLst>
            </p:cNvPr>
            <p:cNvSpPr/>
            <p:nvPr/>
          </p:nvSpPr>
          <p:spPr bwMode="gray">
            <a:xfrm>
              <a:off x="9675528" y="2901090"/>
              <a:ext cx="968389" cy="968389"/>
            </a:xfrm>
            <a:prstGeom prst="rtTriangle">
              <a:avLst/>
            </a:prstGeom>
            <a:solidFill>
              <a:sysClr val="window" lastClr="FFFFFF">
                <a:alpha val="8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68" name="Right Triangle 967">
              <a:extLst>
                <a:ext uri="{FF2B5EF4-FFF2-40B4-BE49-F238E27FC236}">
                  <a16:creationId xmlns:a16="http://schemas.microsoft.com/office/drawing/2014/main" id="{395DBB35-C9DB-42DB-933C-680B6F6ECB75}"/>
                </a:ext>
              </a:extLst>
            </p:cNvPr>
            <p:cNvSpPr/>
            <p:nvPr/>
          </p:nvSpPr>
          <p:spPr bwMode="gray">
            <a:xfrm flipV="1">
              <a:off x="9675528" y="966018"/>
              <a:ext cx="968389" cy="968389"/>
            </a:xfrm>
            <a:prstGeom prst="rtTriangle">
              <a:avLst/>
            </a:prstGeom>
            <a:solidFill>
              <a:sysClr val="window" lastClr="FFFFFF">
                <a:alpha val="6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69" name="Right Triangle 968">
              <a:extLst>
                <a:ext uri="{FF2B5EF4-FFF2-40B4-BE49-F238E27FC236}">
                  <a16:creationId xmlns:a16="http://schemas.microsoft.com/office/drawing/2014/main" id="{1B68C691-E783-4FBF-9CC0-62860B57946D}"/>
                </a:ext>
              </a:extLst>
            </p:cNvPr>
            <p:cNvSpPr/>
            <p:nvPr/>
          </p:nvSpPr>
          <p:spPr bwMode="gray">
            <a:xfrm>
              <a:off x="9675528" y="1935283"/>
              <a:ext cx="968389" cy="968389"/>
            </a:xfrm>
            <a:prstGeom prst="rtTriangle">
              <a:avLst/>
            </a:prstGeom>
            <a:solidFill>
              <a:sysClr val="window" lastClr="FFFFFF">
                <a:alpha val="6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70" name="Right Triangle 969">
              <a:extLst>
                <a:ext uri="{FF2B5EF4-FFF2-40B4-BE49-F238E27FC236}">
                  <a16:creationId xmlns:a16="http://schemas.microsoft.com/office/drawing/2014/main" id="{E9DB106F-430C-4E25-ACDC-E6335E6E56A7}"/>
                </a:ext>
              </a:extLst>
            </p:cNvPr>
            <p:cNvSpPr/>
            <p:nvPr/>
          </p:nvSpPr>
          <p:spPr bwMode="gray">
            <a:xfrm rot="10800000">
              <a:off x="9675529" y="1935283"/>
              <a:ext cx="968389" cy="968389"/>
            </a:xfrm>
            <a:prstGeom prst="rtTriangle">
              <a:avLst/>
            </a:prstGeom>
            <a:solidFill>
              <a:sysClr val="window" lastClr="FFFFFF">
                <a:alpha val="11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71" name="Right Triangle 970">
              <a:extLst>
                <a:ext uri="{FF2B5EF4-FFF2-40B4-BE49-F238E27FC236}">
                  <a16:creationId xmlns:a16="http://schemas.microsoft.com/office/drawing/2014/main" id="{C21409A8-9C34-4525-95D7-F1F5C0203E20}"/>
                </a:ext>
              </a:extLst>
            </p:cNvPr>
            <p:cNvSpPr/>
            <p:nvPr/>
          </p:nvSpPr>
          <p:spPr bwMode="gray">
            <a:xfrm>
              <a:off x="9675528" y="0"/>
              <a:ext cx="968389" cy="968389"/>
            </a:xfrm>
            <a:prstGeom prst="rtTriangle">
              <a:avLst/>
            </a:prstGeom>
            <a:solidFill>
              <a:sysClr val="window" lastClr="FFFFFF">
                <a:alpha val="6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72" name="Right Triangle 971">
              <a:extLst>
                <a:ext uri="{FF2B5EF4-FFF2-40B4-BE49-F238E27FC236}">
                  <a16:creationId xmlns:a16="http://schemas.microsoft.com/office/drawing/2014/main" id="{72615CD1-451C-4A72-A0D1-8D2483C4E9B3}"/>
                </a:ext>
              </a:extLst>
            </p:cNvPr>
            <p:cNvSpPr/>
            <p:nvPr/>
          </p:nvSpPr>
          <p:spPr bwMode="gray">
            <a:xfrm rot="10800000">
              <a:off x="9675528" y="4940"/>
              <a:ext cx="968389" cy="968389"/>
            </a:xfrm>
            <a:prstGeom prst="rtTriangle">
              <a:avLst/>
            </a:prstGeom>
            <a:solidFill>
              <a:sysClr val="window" lastClr="FFFFFF">
                <a:alpha val="16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73" name="Right Triangle 972">
              <a:extLst>
                <a:ext uri="{FF2B5EF4-FFF2-40B4-BE49-F238E27FC236}">
                  <a16:creationId xmlns:a16="http://schemas.microsoft.com/office/drawing/2014/main" id="{86A00D32-1B82-45D6-9FAB-E31B1EB032F9}"/>
                </a:ext>
              </a:extLst>
            </p:cNvPr>
            <p:cNvSpPr/>
            <p:nvPr/>
          </p:nvSpPr>
          <p:spPr bwMode="gray">
            <a:xfrm flipH="1">
              <a:off x="10643917" y="5805649"/>
              <a:ext cx="968389" cy="968389"/>
            </a:xfrm>
            <a:prstGeom prst="rtTriangle">
              <a:avLst/>
            </a:prstGeom>
            <a:solidFill>
              <a:sysClr val="window" lastClr="FFFFFF">
                <a:alpha val="3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74" name="Right Triangle 973">
              <a:extLst>
                <a:ext uri="{FF2B5EF4-FFF2-40B4-BE49-F238E27FC236}">
                  <a16:creationId xmlns:a16="http://schemas.microsoft.com/office/drawing/2014/main" id="{51045A92-2683-4A3C-A6A7-3402D5986F93}"/>
                </a:ext>
              </a:extLst>
            </p:cNvPr>
            <p:cNvSpPr/>
            <p:nvPr/>
          </p:nvSpPr>
          <p:spPr bwMode="gray">
            <a:xfrm flipH="1" flipV="1">
              <a:off x="10643917" y="3866916"/>
              <a:ext cx="968389" cy="968389"/>
            </a:xfrm>
            <a:prstGeom prst="rtTriangle">
              <a:avLst/>
            </a:prstGeom>
            <a:solidFill>
              <a:sysClr val="window" lastClr="FFFFFF">
                <a:alpha val="5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75" name="Right Triangle 974">
              <a:extLst>
                <a:ext uri="{FF2B5EF4-FFF2-40B4-BE49-F238E27FC236}">
                  <a16:creationId xmlns:a16="http://schemas.microsoft.com/office/drawing/2014/main" id="{72C282E8-F1FF-4345-BE6C-82AC3AAB0760}"/>
                </a:ext>
              </a:extLst>
            </p:cNvPr>
            <p:cNvSpPr/>
            <p:nvPr/>
          </p:nvSpPr>
          <p:spPr bwMode="gray">
            <a:xfrm rot="10800000" flipH="1" flipV="1">
              <a:off x="10643918" y="3866916"/>
              <a:ext cx="968389" cy="968389"/>
            </a:xfrm>
            <a:prstGeom prst="rtTriangle">
              <a:avLst/>
            </a:prstGeom>
            <a:solidFill>
              <a:sysClr val="window" lastClr="FFFFFF">
                <a:alpha val="13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76" name="Right Triangle 975">
              <a:extLst>
                <a:ext uri="{FF2B5EF4-FFF2-40B4-BE49-F238E27FC236}">
                  <a16:creationId xmlns:a16="http://schemas.microsoft.com/office/drawing/2014/main" id="{19E57E69-C5B8-4758-96AF-8090AEBE6C4B}"/>
                </a:ext>
              </a:extLst>
            </p:cNvPr>
            <p:cNvSpPr/>
            <p:nvPr/>
          </p:nvSpPr>
          <p:spPr bwMode="gray">
            <a:xfrm flipH="1">
              <a:off x="10643917" y="4836180"/>
              <a:ext cx="968389" cy="968389"/>
            </a:xfrm>
            <a:prstGeom prst="rtTriangle">
              <a:avLst/>
            </a:prstGeom>
            <a:solidFill>
              <a:sysClr val="window" lastClr="FFFFFF">
                <a:alpha val="6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77" name="Right Triangle 976">
              <a:extLst>
                <a:ext uri="{FF2B5EF4-FFF2-40B4-BE49-F238E27FC236}">
                  <a16:creationId xmlns:a16="http://schemas.microsoft.com/office/drawing/2014/main" id="{97C1E025-E7D3-450D-B3A2-341E0CF1FBBC}"/>
                </a:ext>
              </a:extLst>
            </p:cNvPr>
            <p:cNvSpPr/>
            <p:nvPr/>
          </p:nvSpPr>
          <p:spPr bwMode="gray">
            <a:xfrm flipH="1">
              <a:off x="10643917" y="2901090"/>
              <a:ext cx="968389" cy="968389"/>
            </a:xfrm>
            <a:prstGeom prst="rtTriangle">
              <a:avLst/>
            </a:prstGeom>
            <a:solidFill>
              <a:sysClr val="window" lastClr="FFFFFF">
                <a:alpha val="13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78" name="Right Triangle 977">
              <a:extLst>
                <a:ext uri="{FF2B5EF4-FFF2-40B4-BE49-F238E27FC236}">
                  <a16:creationId xmlns:a16="http://schemas.microsoft.com/office/drawing/2014/main" id="{5C5FA75B-57C5-4996-B210-AB2E78DB6D93}"/>
                </a:ext>
              </a:extLst>
            </p:cNvPr>
            <p:cNvSpPr/>
            <p:nvPr/>
          </p:nvSpPr>
          <p:spPr bwMode="gray">
            <a:xfrm rot="10800000" flipH="1">
              <a:off x="10643918" y="2901090"/>
              <a:ext cx="968389" cy="968389"/>
            </a:xfrm>
            <a:prstGeom prst="rtTriangle">
              <a:avLst/>
            </a:prstGeom>
            <a:solidFill>
              <a:sysClr val="window" lastClr="FFFFFF">
                <a:alpha val="6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79" name="Right Triangle 978">
              <a:extLst>
                <a:ext uri="{FF2B5EF4-FFF2-40B4-BE49-F238E27FC236}">
                  <a16:creationId xmlns:a16="http://schemas.microsoft.com/office/drawing/2014/main" id="{66D09697-524C-4A22-9E7E-1B43B9D6D54E}"/>
                </a:ext>
              </a:extLst>
            </p:cNvPr>
            <p:cNvSpPr/>
            <p:nvPr/>
          </p:nvSpPr>
          <p:spPr bwMode="gray">
            <a:xfrm flipH="1" flipV="1">
              <a:off x="10643917" y="966018"/>
              <a:ext cx="968389" cy="968389"/>
            </a:xfrm>
            <a:prstGeom prst="rtTriangle">
              <a:avLst/>
            </a:prstGeom>
            <a:solidFill>
              <a:sysClr val="window" lastClr="FFFFFF">
                <a:alpha val="12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80" name="Right Triangle 979">
              <a:extLst>
                <a:ext uri="{FF2B5EF4-FFF2-40B4-BE49-F238E27FC236}">
                  <a16:creationId xmlns:a16="http://schemas.microsoft.com/office/drawing/2014/main" id="{56AAD721-F841-4471-8202-D4B79A7D6151}"/>
                </a:ext>
              </a:extLst>
            </p:cNvPr>
            <p:cNvSpPr/>
            <p:nvPr/>
          </p:nvSpPr>
          <p:spPr bwMode="gray">
            <a:xfrm rot="10800000" flipH="1" flipV="1">
              <a:off x="10643917" y="966019"/>
              <a:ext cx="968389" cy="968389"/>
            </a:xfrm>
            <a:prstGeom prst="rtTriangle">
              <a:avLst/>
            </a:prstGeom>
            <a:solidFill>
              <a:sysClr val="window" lastClr="FFFFFF">
                <a:alpha val="6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81" name="Right Triangle 980">
              <a:extLst>
                <a:ext uri="{FF2B5EF4-FFF2-40B4-BE49-F238E27FC236}">
                  <a16:creationId xmlns:a16="http://schemas.microsoft.com/office/drawing/2014/main" id="{D85FDA18-BF84-4556-9985-FA7D64B01EAC}"/>
                </a:ext>
              </a:extLst>
            </p:cNvPr>
            <p:cNvSpPr/>
            <p:nvPr/>
          </p:nvSpPr>
          <p:spPr bwMode="gray">
            <a:xfrm flipH="1">
              <a:off x="10643917" y="1935283"/>
              <a:ext cx="968389" cy="968389"/>
            </a:xfrm>
            <a:prstGeom prst="rtTriangle">
              <a:avLst/>
            </a:prstGeom>
            <a:solidFill>
              <a:sysClr val="window" lastClr="FFFFFF">
                <a:alpha val="13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82" name="Right Triangle 981">
              <a:extLst>
                <a:ext uri="{FF2B5EF4-FFF2-40B4-BE49-F238E27FC236}">
                  <a16:creationId xmlns:a16="http://schemas.microsoft.com/office/drawing/2014/main" id="{228DAC65-C3E0-4BAC-A173-2E7D5650FA0A}"/>
                </a:ext>
              </a:extLst>
            </p:cNvPr>
            <p:cNvSpPr/>
            <p:nvPr/>
          </p:nvSpPr>
          <p:spPr bwMode="gray">
            <a:xfrm rot="10800000" flipH="1">
              <a:off x="10643918" y="1935283"/>
              <a:ext cx="968389" cy="968389"/>
            </a:xfrm>
            <a:prstGeom prst="rtTriangle">
              <a:avLst/>
            </a:prstGeom>
            <a:solidFill>
              <a:sysClr val="window" lastClr="FFFFFF">
                <a:alpha val="5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83" name="Right Triangle 982">
              <a:extLst>
                <a:ext uri="{FF2B5EF4-FFF2-40B4-BE49-F238E27FC236}">
                  <a16:creationId xmlns:a16="http://schemas.microsoft.com/office/drawing/2014/main" id="{95E6C0B2-3570-4F49-8FBF-92A17DE00E03}"/>
                </a:ext>
              </a:extLst>
            </p:cNvPr>
            <p:cNvSpPr/>
            <p:nvPr/>
          </p:nvSpPr>
          <p:spPr bwMode="gray">
            <a:xfrm flipH="1">
              <a:off x="10643917" y="0"/>
              <a:ext cx="968389" cy="968389"/>
            </a:xfrm>
            <a:prstGeom prst="rtTriangle">
              <a:avLst/>
            </a:prstGeom>
            <a:solidFill>
              <a:sysClr val="window" lastClr="FFFFFF">
                <a:alpha val="5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84" name="Right Triangle 983">
              <a:extLst>
                <a:ext uri="{FF2B5EF4-FFF2-40B4-BE49-F238E27FC236}">
                  <a16:creationId xmlns:a16="http://schemas.microsoft.com/office/drawing/2014/main" id="{19A1FB0C-2F2C-4252-B0B6-16BE19DB0CDF}"/>
                </a:ext>
              </a:extLst>
            </p:cNvPr>
            <p:cNvSpPr/>
            <p:nvPr/>
          </p:nvSpPr>
          <p:spPr bwMode="gray">
            <a:xfrm rot="10800000" flipH="1">
              <a:off x="10643917" y="4940"/>
              <a:ext cx="968389" cy="968389"/>
            </a:xfrm>
            <a:prstGeom prst="rtTriangle">
              <a:avLst/>
            </a:prstGeom>
            <a:solidFill>
              <a:sysClr val="window" lastClr="FFFFFF">
                <a:alpha val="6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85" name="Right Triangle 984">
              <a:extLst>
                <a:ext uri="{FF2B5EF4-FFF2-40B4-BE49-F238E27FC236}">
                  <a16:creationId xmlns:a16="http://schemas.microsoft.com/office/drawing/2014/main" id="{DCEBFEEA-04F8-4EEF-8604-A70CA0778962}"/>
                </a:ext>
              </a:extLst>
            </p:cNvPr>
            <p:cNvSpPr/>
            <p:nvPr/>
          </p:nvSpPr>
          <p:spPr bwMode="gray">
            <a:xfrm>
              <a:off x="11612306" y="5805649"/>
              <a:ext cx="968389" cy="968389"/>
            </a:xfrm>
            <a:prstGeom prst="rtTriangle">
              <a:avLst/>
            </a:prstGeom>
            <a:solidFill>
              <a:sysClr val="window" lastClr="FFFFFF">
                <a:alpha val="10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86" name="Right Triangle 985">
              <a:extLst>
                <a:ext uri="{FF2B5EF4-FFF2-40B4-BE49-F238E27FC236}">
                  <a16:creationId xmlns:a16="http://schemas.microsoft.com/office/drawing/2014/main" id="{854CB75C-6A98-4F37-BAC4-CE4650500E72}"/>
                </a:ext>
              </a:extLst>
            </p:cNvPr>
            <p:cNvSpPr/>
            <p:nvPr/>
          </p:nvSpPr>
          <p:spPr bwMode="gray">
            <a:xfrm rot="10800000">
              <a:off x="11612306" y="5805649"/>
              <a:ext cx="968389" cy="968389"/>
            </a:xfrm>
            <a:prstGeom prst="rtTriangle">
              <a:avLst/>
            </a:prstGeom>
            <a:solidFill>
              <a:sysClr val="window" lastClr="FFFFFF">
                <a:alpha val="5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87" name="Right Triangle 986">
              <a:extLst>
                <a:ext uri="{FF2B5EF4-FFF2-40B4-BE49-F238E27FC236}">
                  <a16:creationId xmlns:a16="http://schemas.microsoft.com/office/drawing/2014/main" id="{4BC70ECB-B001-4D30-A83C-98E42DB88364}"/>
                </a:ext>
              </a:extLst>
            </p:cNvPr>
            <p:cNvSpPr/>
            <p:nvPr/>
          </p:nvSpPr>
          <p:spPr bwMode="gray">
            <a:xfrm flipV="1">
              <a:off x="11612306" y="3866916"/>
              <a:ext cx="968389" cy="968389"/>
            </a:xfrm>
            <a:prstGeom prst="rtTriangle">
              <a:avLst/>
            </a:prstGeom>
            <a:solidFill>
              <a:sysClr val="window" lastClr="FFFFFF">
                <a:alpha val="6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88" name="Right Triangle 987">
              <a:extLst>
                <a:ext uri="{FF2B5EF4-FFF2-40B4-BE49-F238E27FC236}">
                  <a16:creationId xmlns:a16="http://schemas.microsoft.com/office/drawing/2014/main" id="{3CFAE869-6B6D-4CEC-8A38-055A716090E4}"/>
                </a:ext>
              </a:extLst>
            </p:cNvPr>
            <p:cNvSpPr/>
            <p:nvPr/>
          </p:nvSpPr>
          <p:spPr bwMode="gray">
            <a:xfrm>
              <a:off x="11612306" y="4836180"/>
              <a:ext cx="968389" cy="968389"/>
            </a:xfrm>
            <a:prstGeom prst="rtTriangle">
              <a:avLst/>
            </a:prstGeom>
            <a:solidFill>
              <a:sysClr val="window" lastClr="FFFFFF">
                <a:alpha val="13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89" name="Right Triangle 988">
              <a:extLst>
                <a:ext uri="{FF2B5EF4-FFF2-40B4-BE49-F238E27FC236}">
                  <a16:creationId xmlns:a16="http://schemas.microsoft.com/office/drawing/2014/main" id="{FDE7EB38-DF88-4E7F-8017-8C3BEDD68EEC}"/>
                </a:ext>
              </a:extLst>
            </p:cNvPr>
            <p:cNvSpPr/>
            <p:nvPr/>
          </p:nvSpPr>
          <p:spPr bwMode="gray">
            <a:xfrm rot="10800000">
              <a:off x="11612307" y="4836180"/>
              <a:ext cx="968389" cy="968389"/>
            </a:xfrm>
            <a:prstGeom prst="rtTriangle">
              <a:avLst/>
            </a:prstGeom>
            <a:solidFill>
              <a:sysClr val="window" lastClr="FFFFFF">
                <a:alpha val="6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90" name="Right Triangle 989">
              <a:extLst>
                <a:ext uri="{FF2B5EF4-FFF2-40B4-BE49-F238E27FC236}">
                  <a16:creationId xmlns:a16="http://schemas.microsoft.com/office/drawing/2014/main" id="{DB9AB48C-3D47-4295-B37B-2321DA84AFA3}"/>
                </a:ext>
              </a:extLst>
            </p:cNvPr>
            <p:cNvSpPr/>
            <p:nvPr/>
          </p:nvSpPr>
          <p:spPr bwMode="gray">
            <a:xfrm>
              <a:off x="11612306" y="2901090"/>
              <a:ext cx="968389" cy="968389"/>
            </a:xfrm>
            <a:prstGeom prst="rtTriangle">
              <a:avLst/>
            </a:prstGeom>
            <a:solidFill>
              <a:sysClr val="window" lastClr="FFFFFF">
                <a:alpha val="5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91" name="Right Triangle 990">
              <a:extLst>
                <a:ext uri="{FF2B5EF4-FFF2-40B4-BE49-F238E27FC236}">
                  <a16:creationId xmlns:a16="http://schemas.microsoft.com/office/drawing/2014/main" id="{632572F9-5ADA-45AE-AB00-1857774A1A07}"/>
                </a:ext>
              </a:extLst>
            </p:cNvPr>
            <p:cNvSpPr/>
            <p:nvPr/>
          </p:nvSpPr>
          <p:spPr bwMode="gray">
            <a:xfrm rot="10800000">
              <a:off x="11612306" y="2901090"/>
              <a:ext cx="968389" cy="968389"/>
            </a:xfrm>
            <a:prstGeom prst="rtTriangle">
              <a:avLst/>
            </a:prstGeom>
            <a:solidFill>
              <a:sysClr val="window" lastClr="FFFFFF">
                <a:alpha val="9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92" name="Right Triangle 991">
              <a:extLst>
                <a:ext uri="{FF2B5EF4-FFF2-40B4-BE49-F238E27FC236}">
                  <a16:creationId xmlns:a16="http://schemas.microsoft.com/office/drawing/2014/main" id="{1A450287-F0E3-48D1-8B24-15646B4D8737}"/>
                </a:ext>
              </a:extLst>
            </p:cNvPr>
            <p:cNvSpPr/>
            <p:nvPr/>
          </p:nvSpPr>
          <p:spPr bwMode="gray">
            <a:xfrm flipV="1">
              <a:off x="11612306" y="966018"/>
              <a:ext cx="968389" cy="968389"/>
            </a:xfrm>
            <a:prstGeom prst="rtTriangle">
              <a:avLst/>
            </a:prstGeom>
            <a:solidFill>
              <a:sysClr val="window" lastClr="FFFFFF">
                <a:alpha val="6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93" name="Right Triangle 992">
              <a:extLst>
                <a:ext uri="{FF2B5EF4-FFF2-40B4-BE49-F238E27FC236}">
                  <a16:creationId xmlns:a16="http://schemas.microsoft.com/office/drawing/2014/main" id="{6A7D5B58-3DE0-48FD-B95B-A27AE491EC5C}"/>
                </a:ext>
              </a:extLst>
            </p:cNvPr>
            <p:cNvSpPr/>
            <p:nvPr/>
          </p:nvSpPr>
          <p:spPr bwMode="gray">
            <a:xfrm rot="10800000">
              <a:off x="11612306" y="1935283"/>
              <a:ext cx="968389" cy="968389"/>
            </a:xfrm>
            <a:prstGeom prst="rtTriangle">
              <a:avLst/>
            </a:prstGeom>
            <a:solidFill>
              <a:sysClr val="window" lastClr="FFFFFF">
                <a:alpha val="6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94" name="Right Triangle 993">
              <a:extLst>
                <a:ext uri="{FF2B5EF4-FFF2-40B4-BE49-F238E27FC236}">
                  <a16:creationId xmlns:a16="http://schemas.microsoft.com/office/drawing/2014/main" id="{04731549-8D32-42F6-9B7C-93718E57319D}"/>
                </a:ext>
              </a:extLst>
            </p:cNvPr>
            <p:cNvSpPr/>
            <p:nvPr/>
          </p:nvSpPr>
          <p:spPr bwMode="gray">
            <a:xfrm>
              <a:off x="11612306" y="0"/>
              <a:ext cx="968389" cy="968389"/>
            </a:xfrm>
            <a:prstGeom prst="rtTriangle">
              <a:avLst/>
            </a:prstGeom>
            <a:solidFill>
              <a:sysClr val="window" lastClr="FFFFFF">
                <a:alpha val="6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95" name="Right Triangle 994">
              <a:extLst>
                <a:ext uri="{FF2B5EF4-FFF2-40B4-BE49-F238E27FC236}">
                  <a16:creationId xmlns:a16="http://schemas.microsoft.com/office/drawing/2014/main" id="{7A407715-9564-4782-8381-4EA68FBE8983}"/>
                </a:ext>
              </a:extLst>
            </p:cNvPr>
            <p:cNvSpPr/>
            <p:nvPr/>
          </p:nvSpPr>
          <p:spPr bwMode="gray">
            <a:xfrm rot="10800000">
              <a:off x="11612306" y="4940"/>
              <a:ext cx="968389" cy="968389"/>
            </a:xfrm>
            <a:prstGeom prst="rtTriangle">
              <a:avLst/>
            </a:prstGeom>
            <a:solidFill>
              <a:sysClr val="window" lastClr="FFFFFF">
                <a:alpha val="15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028" name="Right Triangle 1027">
              <a:extLst>
                <a:ext uri="{FF2B5EF4-FFF2-40B4-BE49-F238E27FC236}">
                  <a16:creationId xmlns:a16="http://schemas.microsoft.com/office/drawing/2014/main" id="{46CE6230-83D8-48D6-B2E2-B9E68C35055E}"/>
                </a:ext>
              </a:extLst>
            </p:cNvPr>
            <p:cNvSpPr/>
            <p:nvPr/>
          </p:nvSpPr>
          <p:spPr bwMode="gray">
            <a:xfrm>
              <a:off x="7741661" y="5805649"/>
              <a:ext cx="968389" cy="968389"/>
            </a:xfrm>
            <a:prstGeom prst="rtTriangle">
              <a:avLst/>
            </a:prstGeom>
            <a:solidFill>
              <a:sysClr val="window" lastClr="FFFFFF">
                <a:alpha val="5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029" name="Right Triangle 1028">
              <a:extLst>
                <a:ext uri="{FF2B5EF4-FFF2-40B4-BE49-F238E27FC236}">
                  <a16:creationId xmlns:a16="http://schemas.microsoft.com/office/drawing/2014/main" id="{0FFBA15E-7D2A-45A7-A081-316C13577FF9}"/>
                </a:ext>
              </a:extLst>
            </p:cNvPr>
            <p:cNvSpPr/>
            <p:nvPr/>
          </p:nvSpPr>
          <p:spPr bwMode="gray">
            <a:xfrm flipV="1">
              <a:off x="7741661" y="3866916"/>
              <a:ext cx="968389" cy="968389"/>
            </a:xfrm>
            <a:prstGeom prst="rtTriangle">
              <a:avLst/>
            </a:prstGeom>
            <a:solidFill>
              <a:sysClr val="window" lastClr="FFFFFF">
                <a:alpha val="22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030" name="Right Triangle 1029">
              <a:extLst>
                <a:ext uri="{FF2B5EF4-FFF2-40B4-BE49-F238E27FC236}">
                  <a16:creationId xmlns:a16="http://schemas.microsoft.com/office/drawing/2014/main" id="{8E87C66C-A3AE-4E2C-B884-14C6C56C4D5F}"/>
                </a:ext>
              </a:extLst>
            </p:cNvPr>
            <p:cNvSpPr/>
            <p:nvPr/>
          </p:nvSpPr>
          <p:spPr bwMode="gray">
            <a:xfrm rot="10800000" flipV="1">
              <a:off x="7741662" y="3866916"/>
              <a:ext cx="968389" cy="968389"/>
            </a:xfrm>
            <a:prstGeom prst="rtTriangle">
              <a:avLst/>
            </a:prstGeom>
            <a:solidFill>
              <a:sysClr val="window" lastClr="FFFFFF">
                <a:alpha val="13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031" name="Right Triangle 1030">
              <a:extLst>
                <a:ext uri="{FF2B5EF4-FFF2-40B4-BE49-F238E27FC236}">
                  <a16:creationId xmlns:a16="http://schemas.microsoft.com/office/drawing/2014/main" id="{95C3C7ED-AC49-4188-8E43-AF0649D9F0F4}"/>
                </a:ext>
              </a:extLst>
            </p:cNvPr>
            <p:cNvSpPr/>
            <p:nvPr/>
          </p:nvSpPr>
          <p:spPr bwMode="gray">
            <a:xfrm>
              <a:off x="7741661" y="4836180"/>
              <a:ext cx="968389" cy="968389"/>
            </a:xfrm>
            <a:prstGeom prst="rtTriangle">
              <a:avLst/>
            </a:prstGeom>
            <a:solidFill>
              <a:sysClr val="window" lastClr="FFFFFF">
                <a:alpha val="13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032" name="Right Triangle 1031">
              <a:extLst>
                <a:ext uri="{FF2B5EF4-FFF2-40B4-BE49-F238E27FC236}">
                  <a16:creationId xmlns:a16="http://schemas.microsoft.com/office/drawing/2014/main" id="{A80D8648-C3B5-4F17-81CD-233D5262ABD5}"/>
                </a:ext>
              </a:extLst>
            </p:cNvPr>
            <p:cNvSpPr/>
            <p:nvPr/>
          </p:nvSpPr>
          <p:spPr bwMode="gray">
            <a:xfrm rot="10800000">
              <a:off x="7741662" y="4836180"/>
              <a:ext cx="968389" cy="968389"/>
            </a:xfrm>
            <a:prstGeom prst="rtTriangle">
              <a:avLst/>
            </a:prstGeom>
            <a:solidFill>
              <a:sysClr val="window" lastClr="FFFFFF">
                <a:alpha val="5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033" name="Right Triangle 1032">
              <a:extLst>
                <a:ext uri="{FF2B5EF4-FFF2-40B4-BE49-F238E27FC236}">
                  <a16:creationId xmlns:a16="http://schemas.microsoft.com/office/drawing/2014/main" id="{6F2413B6-FD74-4542-A7DC-165DEC8EFC78}"/>
                </a:ext>
              </a:extLst>
            </p:cNvPr>
            <p:cNvSpPr/>
            <p:nvPr/>
          </p:nvSpPr>
          <p:spPr bwMode="gray">
            <a:xfrm>
              <a:off x="7741661" y="2901090"/>
              <a:ext cx="968389" cy="968389"/>
            </a:xfrm>
            <a:prstGeom prst="rtTriangle">
              <a:avLst/>
            </a:prstGeom>
            <a:solidFill>
              <a:sysClr val="window" lastClr="FFFFFF">
                <a:alpha val="5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034" name="Right Triangle 1033">
              <a:extLst>
                <a:ext uri="{FF2B5EF4-FFF2-40B4-BE49-F238E27FC236}">
                  <a16:creationId xmlns:a16="http://schemas.microsoft.com/office/drawing/2014/main" id="{1A28D101-AEE0-4114-AF07-2690E3903A82}"/>
                </a:ext>
              </a:extLst>
            </p:cNvPr>
            <p:cNvSpPr/>
            <p:nvPr/>
          </p:nvSpPr>
          <p:spPr bwMode="gray">
            <a:xfrm rot="10800000">
              <a:off x="7741662" y="2901090"/>
              <a:ext cx="968389" cy="968389"/>
            </a:xfrm>
            <a:prstGeom prst="rtTriangle">
              <a:avLst/>
            </a:prstGeom>
            <a:solidFill>
              <a:sysClr val="window" lastClr="FFFFFF">
                <a:alpha val="11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035" name="Right Triangle 1034">
              <a:extLst>
                <a:ext uri="{FF2B5EF4-FFF2-40B4-BE49-F238E27FC236}">
                  <a16:creationId xmlns:a16="http://schemas.microsoft.com/office/drawing/2014/main" id="{624BA62E-854B-4817-8C75-93B3FDA53A16}"/>
                </a:ext>
              </a:extLst>
            </p:cNvPr>
            <p:cNvSpPr/>
            <p:nvPr/>
          </p:nvSpPr>
          <p:spPr bwMode="gray">
            <a:xfrm flipV="1">
              <a:off x="7741661" y="966018"/>
              <a:ext cx="968389" cy="968389"/>
            </a:xfrm>
            <a:prstGeom prst="rtTriangle">
              <a:avLst/>
            </a:prstGeom>
            <a:solidFill>
              <a:sysClr val="window" lastClr="FFFFFF">
                <a:alpha val="22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036" name="Right Triangle 1035">
              <a:extLst>
                <a:ext uri="{FF2B5EF4-FFF2-40B4-BE49-F238E27FC236}">
                  <a16:creationId xmlns:a16="http://schemas.microsoft.com/office/drawing/2014/main" id="{AC6F2C83-5C1D-42EE-B65B-0866E4238006}"/>
                </a:ext>
              </a:extLst>
            </p:cNvPr>
            <p:cNvSpPr/>
            <p:nvPr/>
          </p:nvSpPr>
          <p:spPr bwMode="gray">
            <a:xfrm rot="10800000" flipV="1">
              <a:off x="7741662" y="966018"/>
              <a:ext cx="968389" cy="968389"/>
            </a:xfrm>
            <a:prstGeom prst="rtTriangle">
              <a:avLst/>
            </a:prstGeom>
            <a:solidFill>
              <a:sysClr val="window" lastClr="FFFFFF">
                <a:alpha val="13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037" name="Right Triangle 1036">
              <a:extLst>
                <a:ext uri="{FF2B5EF4-FFF2-40B4-BE49-F238E27FC236}">
                  <a16:creationId xmlns:a16="http://schemas.microsoft.com/office/drawing/2014/main" id="{0936884B-1574-4332-BDB7-63BAD5456B6E}"/>
                </a:ext>
              </a:extLst>
            </p:cNvPr>
            <p:cNvSpPr/>
            <p:nvPr/>
          </p:nvSpPr>
          <p:spPr bwMode="gray">
            <a:xfrm>
              <a:off x="7741661" y="1928558"/>
              <a:ext cx="968389" cy="968389"/>
            </a:xfrm>
            <a:prstGeom prst="rtTriangle">
              <a:avLst/>
            </a:prstGeom>
            <a:solidFill>
              <a:sysClr val="window" lastClr="FFFFFF">
                <a:alpha val="7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038" name="Right Triangle 1037">
              <a:extLst>
                <a:ext uri="{FF2B5EF4-FFF2-40B4-BE49-F238E27FC236}">
                  <a16:creationId xmlns:a16="http://schemas.microsoft.com/office/drawing/2014/main" id="{585D25E4-EF4A-4746-89C1-AD937312FABA}"/>
                </a:ext>
              </a:extLst>
            </p:cNvPr>
            <p:cNvSpPr/>
            <p:nvPr/>
          </p:nvSpPr>
          <p:spPr bwMode="gray">
            <a:xfrm rot="10800000">
              <a:off x="7741662" y="1935283"/>
              <a:ext cx="968389" cy="968389"/>
            </a:xfrm>
            <a:prstGeom prst="rtTriangle">
              <a:avLst/>
            </a:prstGeom>
            <a:solidFill>
              <a:sysClr val="window" lastClr="FFFFFF">
                <a:alpha val="5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039" name="Right Triangle 1038">
              <a:extLst>
                <a:ext uri="{FF2B5EF4-FFF2-40B4-BE49-F238E27FC236}">
                  <a16:creationId xmlns:a16="http://schemas.microsoft.com/office/drawing/2014/main" id="{34A9591E-1FFB-417A-ACB0-5C5F8D34D616}"/>
                </a:ext>
              </a:extLst>
            </p:cNvPr>
            <p:cNvSpPr/>
            <p:nvPr/>
          </p:nvSpPr>
          <p:spPr bwMode="gray">
            <a:xfrm>
              <a:off x="7741661" y="0"/>
              <a:ext cx="968389" cy="968389"/>
            </a:xfrm>
            <a:prstGeom prst="rtTriangle">
              <a:avLst/>
            </a:prstGeom>
            <a:solidFill>
              <a:sysClr val="window" lastClr="FFFFFF">
                <a:alpha val="13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040" name="Right Triangle 1039">
              <a:extLst>
                <a:ext uri="{FF2B5EF4-FFF2-40B4-BE49-F238E27FC236}">
                  <a16:creationId xmlns:a16="http://schemas.microsoft.com/office/drawing/2014/main" id="{5AEB8996-4312-4B89-8EDC-CEE30294F1B1}"/>
                </a:ext>
              </a:extLst>
            </p:cNvPr>
            <p:cNvSpPr/>
            <p:nvPr/>
          </p:nvSpPr>
          <p:spPr bwMode="gray">
            <a:xfrm rot="10800000">
              <a:off x="7741662" y="4940"/>
              <a:ext cx="968389" cy="968389"/>
            </a:xfrm>
            <a:prstGeom prst="rtTriangle">
              <a:avLst/>
            </a:prstGeom>
            <a:solidFill>
              <a:sysClr val="window" lastClr="FFFFFF">
                <a:alpha val="6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041" name="Right Triangle 1040">
              <a:extLst>
                <a:ext uri="{FF2B5EF4-FFF2-40B4-BE49-F238E27FC236}">
                  <a16:creationId xmlns:a16="http://schemas.microsoft.com/office/drawing/2014/main" id="{01288028-371E-42F8-9205-E4A9D63D6456}"/>
                </a:ext>
              </a:extLst>
            </p:cNvPr>
            <p:cNvSpPr/>
            <p:nvPr/>
          </p:nvSpPr>
          <p:spPr bwMode="gray">
            <a:xfrm flipH="1">
              <a:off x="8707016" y="5805649"/>
              <a:ext cx="968389" cy="968389"/>
            </a:xfrm>
            <a:prstGeom prst="rtTriangle">
              <a:avLst/>
            </a:prstGeom>
            <a:solidFill>
              <a:sysClr val="window" lastClr="FFFFFF">
                <a:alpha val="1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042" name="Right Triangle 1041">
              <a:extLst>
                <a:ext uri="{FF2B5EF4-FFF2-40B4-BE49-F238E27FC236}">
                  <a16:creationId xmlns:a16="http://schemas.microsoft.com/office/drawing/2014/main" id="{FF6A65AD-8E3D-471E-8693-79F6BE9516A6}"/>
                </a:ext>
              </a:extLst>
            </p:cNvPr>
            <p:cNvSpPr/>
            <p:nvPr/>
          </p:nvSpPr>
          <p:spPr bwMode="gray">
            <a:xfrm rot="10800000" flipH="1">
              <a:off x="8707016" y="5805649"/>
              <a:ext cx="968389" cy="968389"/>
            </a:xfrm>
            <a:prstGeom prst="rtTriangle">
              <a:avLst/>
            </a:prstGeom>
            <a:solidFill>
              <a:sysClr val="window" lastClr="FFFFFF">
                <a:alpha val="12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043" name="Right Triangle 1042">
              <a:extLst>
                <a:ext uri="{FF2B5EF4-FFF2-40B4-BE49-F238E27FC236}">
                  <a16:creationId xmlns:a16="http://schemas.microsoft.com/office/drawing/2014/main" id="{2E0E005B-AB67-4D12-AD53-E11B5E35B06B}"/>
                </a:ext>
              </a:extLst>
            </p:cNvPr>
            <p:cNvSpPr/>
            <p:nvPr/>
          </p:nvSpPr>
          <p:spPr bwMode="gray">
            <a:xfrm flipH="1" flipV="1">
              <a:off x="8707016" y="3866916"/>
              <a:ext cx="968389" cy="968389"/>
            </a:xfrm>
            <a:prstGeom prst="rtTriangle">
              <a:avLst/>
            </a:prstGeom>
            <a:solidFill>
              <a:sysClr val="window" lastClr="FFFFFF">
                <a:alpha val="5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044" name="Right Triangle 1043">
              <a:extLst>
                <a:ext uri="{FF2B5EF4-FFF2-40B4-BE49-F238E27FC236}">
                  <a16:creationId xmlns:a16="http://schemas.microsoft.com/office/drawing/2014/main" id="{13A26FEC-0768-4B7D-A7A2-6EF9BD21145C}"/>
                </a:ext>
              </a:extLst>
            </p:cNvPr>
            <p:cNvSpPr/>
            <p:nvPr/>
          </p:nvSpPr>
          <p:spPr bwMode="gray">
            <a:xfrm rot="10800000" flipH="1">
              <a:off x="8707016" y="4836180"/>
              <a:ext cx="968389" cy="968389"/>
            </a:xfrm>
            <a:prstGeom prst="rtTriangle">
              <a:avLst/>
            </a:prstGeom>
            <a:solidFill>
              <a:sysClr val="window" lastClr="FFFFFF">
                <a:alpha val="13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045" name="Right Triangle 1044">
              <a:extLst>
                <a:ext uri="{FF2B5EF4-FFF2-40B4-BE49-F238E27FC236}">
                  <a16:creationId xmlns:a16="http://schemas.microsoft.com/office/drawing/2014/main" id="{2928A17D-64C4-408A-8198-1B3550868156}"/>
                </a:ext>
              </a:extLst>
            </p:cNvPr>
            <p:cNvSpPr/>
            <p:nvPr/>
          </p:nvSpPr>
          <p:spPr bwMode="gray">
            <a:xfrm flipH="1">
              <a:off x="8707016" y="2901090"/>
              <a:ext cx="968389" cy="968389"/>
            </a:xfrm>
            <a:prstGeom prst="rtTriangle">
              <a:avLst/>
            </a:prstGeom>
            <a:solidFill>
              <a:sysClr val="window" lastClr="FFFFFF">
                <a:alpha val="1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046" name="Right Triangle 1045">
              <a:extLst>
                <a:ext uri="{FF2B5EF4-FFF2-40B4-BE49-F238E27FC236}">
                  <a16:creationId xmlns:a16="http://schemas.microsoft.com/office/drawing/2014/main" id="{8C4EAA5B-CC02-43D2-A384-9D101EA33E89}"/>
                </a:ext>
              </a:extLst>
            </p:cNvPr>
            <p:cNvSpPr/>
            <p:nvPr/>
          </p:nvSpPr>
          <p:spPr bwMode="gray">
            <a:xfrm rot="10800000" flipH="1">
              <a:off x="8707016" y="2901090"/>
              <a:ext cx="968389" cy="968389"/>
            </a:xfrm>
            <a:prstGeom prst="rtTriangle">
              <a:avLst/>
            </a:prstGeom>
            <a:solidFill>
              <a:sysClr val="window" lastClr="FFFFFF">
                <a:alpha val="6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047" name="Right Triangle 1046">
              <a:extLst>
                <a:ext uri="{FF2B5EF4-FFF2-40B4-BE49-F238E27FC236}">
                  <a16:creationId xmlns:a16="http://schemas.microsoft.com/office/drawing/2014/main" id="{1A1F053D-7194-48D2-B7BF-804E00EB1201}"/>
                </a:ext>
              </a:extLst>
            </p:cNvPr>
            <p:cNvSpPr/>
            <p:nvPr/>
          </p:nvSpPr>
          <p:spPr bwMode="gray">
            <a:xfrm flipH="1" flipV="1">
              <a:off x="8707016" y="966018"/>
              <a:ext cx="968389" cy="968389"/>
            </a:xfrm>
            <a:prstGeom prst="rtTriangle">
              <a:avLst/>
            </a:prstGeom>
            <a:solidFill>
              <a:sysClr val="window" lastClr="FFFFFF">
                <a:alpha val="8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048" name="Right Triangle 1047">
              <a:extLst>
                <a:ext uri="{FF2B5EF4-FFF2-40B4-BE49-F238E27FC236}">
                  <a16:creationId xmlns:a16="http://schemas.microsoft.com/office/drawing/2014/main" id="{F3CA9B1C-067D-48A4-84A0-2915B6EB3FC0}"/>
                </a:ext>
              </a:extLst>
            </p:cNvPr>
            <p:cNvSpPr/>
            <p:nvPr/>
          </p:nvSpPr>
          <p:spPr bwMode="gray">
            <a:xfrm flipH="1">
              <a:off x="8707016" y="1935283"/>
              <a:ext cx="968389" cy="968389"/>
            </a:xfrm>
            <a:prstGeom prst="rtTriangle">
              <a:avLst/>
            </a:prstGeom>
            <a:solidFill>
              <a:sysClr val="window" lastClr="FFFFFF">
                <a:alpha val="2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049" name="Right Triangle 1048">
              <a:extLst>
                <a:ext uri="{FF2B5EF4-FFF2-40B4-BE49-F238E27FC236}">
                  <a16:creationId xmlns:a16="http://schemas.microsoft.com/office/drawing/2014/main" id="{781BEE55-C9A9-4430-9F88-D1FDCACC840B}"/>
                </a:ext>
              </a:extLst>
            </p:cNvPr>
            <p:cNvSpPr/>
            <p:nvPr/>
          </p:nvSpPr>
          <p:spPr bwMode="gray">
            <a:xfrm rot="10800000" flipH="1">
              <a:off x="8707017" y="1935283"/>
              <a:ext cx="968389" cy="968389"/>
            </a:xfrm>
            <a:prstGeom prst="rtTriangle">
              <a:avLst/>
            </a:prstGeom>
            <a:solidFill>
              <a:sysClr val="window" lastClr="FFFFFF">
                <a:alpha val="13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050" name="Right Triangle 1049">
              <a:extLst>
                <a:ext uri="{FF2B5EF4-FFF2-40B4-BE49-F238E27FC236}">
                  <a16:creationId xmlns:a16="http://schemas.microsoft.com/office/drawing/2014/main" id="{D2340110-87F2-4982-8605-9D19EE639E7F}"/>
                </a:ext>
              </a:extLst>
            </p:cNvPr>
            <p:cNvSpPr/>
            <p:nvPr/>
          </p:nvSpPr>
          <p:spPr bwMode="gray">
            <a:xfrm flipH="1">
              <a:off x="8707016" y="0"/>
              <a:ext cx="968389" cy="968389"/>
            </a:xfrm>
            <a:prstGeom prst="rtTriangle">
              <a:avLst/>
            </a:prstGeom>
            <a:solidFill>
              <a:sysClr val="window" lastClr="FFFFFF">
                <a:alpha val="1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051" name="Right Triangle 1050">
              <a:extLst>
                <a:ext uri="{FF2B5EF4-FFF2-40B4-BE49-F238E27FC236}">
                  <a16:creationId xmlns:a16="http://schemas.microsoft.com/office/drawing/2014/main" id="{7CC017E7-8DAF-4941-95EA-E65B74C14CE3}"/>
                </a:ext>
              </a:extLst>
            </p:cNvPr>
            <p:cNvSpPr/>
            <p:nvPr/>
          </p:nvSpPr>
          <p:spPr bwMode="gray">
            <a:xfrm rot="10800000" flipH="1">
              <a:off x="8707016" y="4940"/>
              <a:ext cx="968389" cy="968389"/>
            </a:xfrm>
            <a:prstGeom prst="rtTriangle">
              <a:avLst/>
            </a:prstGeom>
            <a:solidFill>
              <a:sysClr val="window" lastClr="FFFFFF">
                <a:alpha val="12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871" name="Right Triangle 870">
              <a:extLst>
                <a:ext uri="{FF2B5EF4-FFF2-40B4-BE49-F238E27FC236}">
                  <a16:creationId xmlns:a16="http://schemas.microsoft.com/office/drawing/2014/main" id="{4D6A9B6D-0E20-41BF-9035-9B6C72D9474C}"/>
                </a:ext>
              </a:extLst>
            </p:cNvPr>
            <p:cNvSpPr/>
            <p:nvPr/>
          </p:nvSpPr>
          <p:spPr bwMode="gray">
            <a:xfrm>
              <a:off x="9675528" y="5805649"/>
              <a:ext cx="968389" cy="968389"/>
            </a:xfrm>
            <a:prstGeom prst="rtTriangle">
              <a:avLst/>
            </a:prstGeom>
            <a:solidFill>
              <a:sysClr val="window" lastClr="FFFFFF">
                <a:alpha val="6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873" name="Right Triangle 872">
              <a:extLst>
                <a:ext uri="{FF2B5EF4-FFF2-40B4-BE49-F238E27FC236}">
                  <a16:creationId xmlns:a16="http://schemas.microsoft.com/office/drawing/2014/main" id="{1ABA6570-6C6E-4B1D-99BD-C9A1DA40DFDC}"/>
                </a:ext>
              </a:extLst>
            </p:cNvPr>
            <p:cNvSpPr/>
            <p:nvPr/>
          </p:nvSpPr>
          <p:spPr bwMode="gray">
            <a:xfrm rot="10800000">
              <a:off x="9675528" y="5805649"/>
              <a:ext cx="968389" cy="968389"/>
            </a:xfrm>
            <a:prstGeom prst="rtTriangle">
              <a:avLst/>
            </a:prstGeom>
            <a:solidFill>
              <a:sysClr val="window" lastClr="FFFFFF">
                <a:alpha val="13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874" name="Right Triangle 873">
              <a:extLst>
                <a:ext uri="{FF2B5EF4-FFF2-40B4-BE49-F238E27FC236}">
                  <a16:creationId xmlns:a16="http://schemas.microsoft.com/office/drawing/2014/main" id="{4333192B-4E0A-4206-B8F7-C1C5B22A19CC}"/>
                </a:ext>
              </a:extLst>
            </p:cNvPr>
            <p:cNvSpPr/>
            <p:nvPr/>
          </p:nvSpPr>
          <p:spPr bwMode="gray">
            <a:xfrm flipV="1">
              <a:off x="9675528" y="3866916"/>
              <a:ext cx="968389" cy="968389"/>
            </a:xfrm>
            <a:prstGeom prst="rtTriangle">
              <a:avLst/>
            </a:prstGeom>
            <a:solidFill>
              <a:sysClr val="window" lastClr="FFFFFF">
                <a:alpha val="13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875" name="Right Triangle 874">
              <a:extLst>
                <a:ext uri="{FF2B5EF4-FFF2-40B4-BE49-F238E27FC236}">
                  <a16:creationId xmlns:a16="http://schemas.microsoft.com/office/drawing/2014/main" id="{E42B8AE8-AC7A-4F0C-A511-F7D1BAC6827E}"/>
                </a:ext>
              </a:extLst>
            </p:cNvPr>
            <p:cNvSpPr/>
            <p:nvPr/>
          </p:nvSpPr>
          <p:spPr bwMode="gray">
            <a:xfrm>
              <a:off x="9675528" y="4836180"/>
              <a:ext cx="968389" cy="968389"/>
            </a:xfrm>
            <a:prstGeom prst="rtTriangle">
              <a:avLst/>
            </a:prstGeom>
            <a:solidFill>
              <a:sysClr val="window" lastClr="FFFFFF">
                <a:alpha val="6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876" name="Right Triangle 875">
              <a:extLst>
                <a:ext uri="{FF2B5EF4-FFF2-40B4-BE49-F238E27FC236}">
                  <a16:creationId xmlns:a16="http://schemas.microsoft.com/office/drawing/2014/main" id="{B9882E8B-7939-497C-BB49-B63EB6664AE7}"/>
                </a:ext>
              </a:extLst>
            </p:cNvPr>
            <p:cNvSpPr/>
            <p:nvPr/>
          </p:nvSpPr>
          <p:spPr bwMode="gray">
            <a:xfrm rot="10800000">
              <a:off x="9675528" y="4836180"/>
              <a:ext cx="968389" cy="968389"/>
            </a:xfrm>
            <a:prstGeom prst="rtTriangle">
              <a:avLst/>
            </a:prstGeom>
            <a:solidFill>
              <a:sysClr val="window" lastClr="FFFFFF">
                <a:alpha val="10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877" name="Right Triangle 876">
              <a:extLst>
                <a:ext uri="{FF2B5EF4-FFF2-40B4-BE49-F238E27FC236}">
                  <a16:creationId xmlns:a16="http://schemas.microsoft.com/office/drawing/2014/main" id="{91A7D503-1CF5-4414-8228-23A526A48DBA}"/>
                </a:ext>
              </a:extLst>
            </p:cNvPr>
            <p:cNvSpPr/>
            <p:nvPr/>
          </p:nvSpPr>
          <p:spPr bwMode="gray">
            <a:xfrm>
              <a:off x="9675528" y="2901090"/>
              <a:ext cx="968389" cy="968389"/>
            </a:xfrm>
            <a:prstGeom prst="rtTriangle">
              <a:avLst/>
            </a:prstGeom>
            <a:solidFill>
              <a:sysClr val="window" lastClr="FFFFFF">
                <a:alpha val="8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878" name="Right Triangle 877">
              <a:extLst>
                <a:ext uri="{FF2B5EF4-FFF2-40B4-BE49-F238E27FC236}">
                  <a16:creationId xmlns:a16="http://schemas.microsoft.com/office/drawing/2014/main" id="{BBD4F02F-C4E6-460E-8ED5-9C43589A3334}"/>
                </a:ext>
              </a:extLst>
            </p:cNvPr>
            <p:cNvSpPr/>
            <p:nvPr/>
          </p:nvSpPr>
          <p:spPr bwMode="gray">
            <a:xfrm flipV="1">
              <a:off x="9675528" y="966018"/>
              <a:ext cx="968389" cy="968389"/>
            </a:xfrm>
            <a:prstGeom prst="rtTriangle">
              <a:avLst/>
            </a:prstGeom>
            <a:solidFill>
              <a:sysClr val="window" lastClr="FFFFFF">
                <a:alpha val="6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879" name="Right Triangle 878">
              <a:extLst>
                <a:ext uri="{FF2B5EF4-FFF2-40B4-BE49-F238E27FC236}">
                  <a16:creationId xmlns:a16="http://schemas.microsoft.com/office/drawing/2014/main" id="{C9B9D731-70D9-409B-BF44-0D76EF95D0B2}"/>
                </a:ext>
              </a:extLst>
            </p:cNvPr>
            <p:cNvSpPr/>
            <p:nvPr/>
          </p:nvSpPr>
          <p:spPr bwMode="gray">
            <a:xfrm>
              <a:off x="9675528" y="1935283"/>
              <a:ext cx="968389" cy="968389"/>
            </a:xfrm>
            <a:prstGeom prst="rtTriangle">
              <a:avLst/>
            </a:prstGeom>
            <a:solidFill>
              <a:sysClr val="window" lastClr="FFFFFF">
                <a:alpha val="6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880" name="Right Triangle 879">
              <a:extLst>
                <a:ext uri="{FF2B5EF4-FFF2-40B4-BE49-F238E27FC236}">
                  <a16:creationId xmlns:a16="http://schemas.microsoft.com/office/drawing/2014/main" id="{D32E7934-0AE4-4338-B800-BDB7FD57EF50}"/>
                </a:ext>
              </a:extLst>
            </p:cNvPr>
            <p:cNvSpPr/>
            <p:nvPr/>
          </p:nvSpPr>
          <p:spPr bwMode="gray">
            <a:xfrm rot="10800000">
              <a:off x="9675529" y="1935283"/>
              <a:ext cx="968389" cy="968389"/>
            </a:xfrm>
            <a:prstGeom prst="rtTriangle">
              <a:avLst/>
            </a:prstGeom>
            <a:solidFill>
              <a:sysClr val="window" lastClr="FFFFFF">
                <a:alpha val="11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881" name="Right Triangle 880">
              <a:extLst>
                <a:ext uri="{FF2B5EF4-FFF2-40B4-BE49-F238E27FC236}">
                  <a16:creationId xmlns:a16="http://schemas.microsoft.com/office/drawing/2014/main" id="{35C04BA3-A128-412F-98B2-57E9CDA29312}"/>
                </a:ext>
              </a:extLst>
            </p:cNvPr>
            <p:cNvSpPr/>
            <p:nvPr/>
          </p:nvSpPr>
          <p:spPr bwMode="gray">
            <a:xfrm>
              <a:off x="9675528" y="0"/>
              <a:ext cx="968389" cy="968389"/>
            </a:xfrm>
            <a:prstGeom prst="rtTriangle">
              <a:avLst/>
            </a:prstGeom>
            <a:solidFill>
              <a:sysClr val="window" lastClr="FFFFFF">
                <a:alpha val="6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882" name="Right Triangle 881">
              <a:extLst>
                <a:ext uri="{FF2B5EF4-FFF2-40B4-BE49-F238E27FC236}">
                  <a16:creationId xmlns:a16="http://schemas.microsoft.com/office/drawing/2014/main" id="{287174AA-7731-4C40-8FD3-618197C823FF}"/>
                </a:ext>
              </a:extLst>
            </p:cNvPr>
            <p:cNvSpPr/>
            <p:nvPr/>
          </p:nvSpPr>
          <p:spPr bwMode="gray">
            <a:xfrm rot="10800000">
              <a:off x="9675528" y="4940"/>
              <a:ext cx="968389" cy="968389"/>
            </a:xfrm>
            <a:prstGeom prst="rtTriangle">
              <a:avLst/>
            </a:prstGeom>
            <a:solidFill>
              <a:sysClr val="window" lastClr="FFFFFF">
                <a:alpha val="16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883" name="Right Triangle 882">
              <a:extLst>
                <a:ext uri="{FF2B5EF4-FFF2-40B4-BE49-F238E27FC236}">
                  <a16:creationId xmlns:a16="http://schemas.microsoft.com/office/drawing/2014/main" id="{3E6E280A-90EA-430A-94D0-24DFA7EDB8A3}"/>
                </a:ext>
              </a:extLst>
            </p:cNvPr>
            <p:cNvSpPr/>
            <p:nvPr/>
          </p:nvSpPr>
          <p:spPr bwMode="gray">
            <a:xfrm flipH="1">
              <a:off x="10643917" y="5805649"/>
              <a:ext cx="968389" cy="968389"/>
            </a:xfrm>
            <a:prstGeom prst="rtTriangle">
              <a:avLst/>
            </a:prstGeom>
            <a:solidFill>
              <a:sysClr val="window" lastClr="FFFFFF">
                <a:alpha val="3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884" name="Right Triangle 883">
              <a:extLst>
                <a:ext uri="{FF2B5EF4-FFF2-40B4-BE49-F238E27FC236}">
                  <a16:creationId xmlns:a16="http://schemas.microsoft.com/office/drawing/2014/main" id="{F05B590E-5324-4AB6-8581-2912D40B7B60}"/>
                </a:ext>
              </a:extLst>
            </p:cNvPr>
            <p:cNvSpPr/>
            <p:nvPr/>
          </p:nvSpPr>
          <p:spPr bwMode="gray">
            <a:xfrm flipH="1" flipV="1">
              <a:off x="10643917" y="3866916"/>
              <a:ext cx="968389" cy="968389"/>
            </a:xfrm>
            <a:prstGeom prst="rtTriangle">
              <a:avLst/>
            </a:prstGeom>
            <a:solidFill>
              <a:sysClr val="window" lastClr="FFFFFF">
                <a:alpha val="5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885" name="Right Triangle 884">
              <a:extLst>
                <a:ext uri="{FF2B5EF4-FFF2-40B4-BE49-F238E27FC236}">
                  <a16:creationId xmlns:a16="http://schemas.microsoft.com/office/drawing/2014/main" id="{2551CCD0-0238-4C0B-9A43-DAC50B257FF2}"/>
                </a:ext>
              </a:extLst>
            </p:cNvPr>
            <p:cNvSpPr/>
            <p:nvPr/>
          </p:nvSpPr>
          <p:spPr bwMode="gray">
            <a:xfrm rot="10800000" flipH="1" flipV="1">
              <a:off x="10643918" y="3866916"/>
              <a:ext cx="968389" cy="968389"/>
            </a:xfrm>
            <a:prstGeom prst="rtTriangle">
              <a:avLst/>
            </a:prstGeom>
            <a:solidFill>
              <a:sysClr val="window" lastClr="FFFFFF">
                <a:alpha val="13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886" name="Right Triangle 885">
              <a:extLst>
                <a:ext uri="{FF2B5EF4-FFF2-40B4-BE49-F238E27FC236}">
                  <a16:creationId xmlns:a16="http://schemas.microsoft.com/office/drawing/2014/main" id="{5613A871-C056-4B4D-9FF2-E496109012F1}"/>
                </a:ext>
              </a:extLst>
            </p:cNvPr>
            <p:cNvSpPr/>
            <p:nvPr/>
          </p:nvSpPr>
          <p:spPr bwMode="gray">
            <a:xfrm flipH="1">
              <a:off x="10643917" y="4836180"/>
              <a:ext cx="968389" cy="968389"/>
            </a:xfrm>
            <a:prstGeom prst="rtTriangle">
              <a:avLst/>
            </a:prstGeom>
            <a:solidFill>
              <a:sysClr val="window" lastClr="FFFFFF">
                <a:alpha val="6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887" name="Right Triangle 886">
              <a:extLst>
                <a:ext uri="{FF2B5EF4-FFF2-40B4-BE49-F238E27FC236}">
                  <a16:creationId xmlns:a16="http://schemas.microsoft.com/office/drawing/2014/main" id="{000EB0B9-69F7-426F-AC0D-204E34320B07}"/>
                </a:ext>
              </a:extLst>
            </p:cNvPr>
            <p:cNvSpPr/>
            <p:nvPr/>
          </p:nvSpPr>
          <p:spPr bwMode="gray">
            <a:xfrm flipH="1">
              <a:off x="10643917" y="2901090"/>
              <a:ext cx="968389" cy="968389"/>
            </a:xfrm>
            <a:prstGeom prst="rtTriangle">
              <a:avLst/>
            </a:prstGeom>
            <a:solidFill>
              <a:sysClr val="window" lastClr="FFFFFF">
                <a:alpha val="13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888" name="Right Triangle 887">
              <a:extLst>
                <a:ext uri="{FF2B5EF4-FFF2-40B4-BE49-F238E27FC236}">
                  <a16:creationId xmlns:a16="http://schemas.microsoft.com/office/drawing/2014/main" id="{1207D236-3F30-4238-9BD2-5A3F0A2CDE3C}"/>
                </a:ext>
              </a:extLst>
            </p:cNvPr>
            <p:cNvSpPr/>
            <p:nvPr/>
          </p:nvSpPr>
          <p:spPr bwMode="gray">
            <a:xfrm rot="10800000" flipH="1">
              <a:off x="10643918" y="2901090"/>
              <a:ext cx="968389" cy="968389"/>
            </a:xfrm>
            <a:prstGeom prst="rtTriangle">
              <a:avLst/>
            </a:prstGeom>
            <a:solidFill>
              <a:sysClr val="window" lastClr="FFFFFF">
                <a:alpha val="6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889" name="Right Triangle 888">
              <a:extLst>
                <a:ext uri="{FF2B5EF4-FFF2-40B4-BE49-F238E27FC236}">
                  <a16:creationId xmlns:a16="http://schemas.microsoft.com/office/drawing/2014/main" id="{5B045B01-30ED-40AB-BB65-35F50AFFB055}"/>
                </a:ext>
              </a:extLst>
            </p:cNvPr>
            <p:cNvSpPr/>
            <p:nvPr/>
          </p:nvSpPr>
          <p:spPr bwMode="gray">
            <a:xfrm flipH="1" flipV="1">
              <a:off x="10643917" y="966018"/>
              <a:ext cx="968389" cy="968389"/>
            </a:xfrm>
            <a:prstGeom prst="rtTriangle">
              <a:avLst/>
            </a:prstGeom>
            <a:solidFill>
              <a:sysClr val="window" lastClr="FFFFFF">
                <a:alpha val="12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890" name="Right Triangle 889">
              <a:extLst>
                <a:ext uri="{FF2B5EF4-FFF2-40B4-BE49-F238E27FC236}">
                  <a16:creationId xmlns:a16="http://schemas.microsoft.com/office/drawing/2014/main" id="{FA787FB4-2F07-43A6-98AB-1C81FE53E96B}"/>
                </a:ext>
              </a:extLst>
            </p:cNvPr>
            <p:cNvSpPr/>
            <p:nvPr/>
          </p:nvSpPr>
          <p:spPr bwMode="gray">
            <a:xfrm rot="10800000" flipH="1" flipV="1">
              <a:off x="10643917" y="966019"/>
              <a:ext cx="968389" cy="968389"/>
            </a:xfrm>
            <a:prstGeom prst="rtTriangle">
              <a:avLst/>
            </a:prstGeom>
            <a:solidFill>
              <a:sysClr val="window" lastClr="FFFFFF">
                <a:alpha val="6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891" name="Right Triangle 890">
              <a:extLst>
                <a:ext uri="{FF2B5EF4-FFF2-40B4-BE49-F238E27FC236}">
                  <a16:creationId xmlns:a16="http://schemas.microsoft.com/office/drawing/2014/main" id="{543E76E4-47ED-40E3-A88D-B15AB3EE64C4}"/>
                </a:ext>
              </a:extLst>
            </p:cNvPr>
            <p:cNvSpPr/>
            <p:nvPr/>
          </p:nvSpPr>
          <p:spPr bwMode="gray">
            <a:xfrm flipH="1">
              <a:off x="10643917" y="1935283"/>
              <a:ext cx="968389" cy="968389"/>
            </a:xfrm>
            <a:prstGeom prst="rtTriangle">
              <a:avLst/>
            </a:prstGeom>
            <a:solidFill>
              <a:sysClr val="window" lastClr="FFFFFF">
                <a:alpha val="13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892" name="Right Triangle 891">
              <a:extLst>
                <a:ext uri="{FF2B5EF4-FFF2-40B4-BE49-F238E27FC236}">
                  <a16:creationId xmlns:a16="http://schemas.microsoft.com/office/drawing/2014/main" id="{144D858C-20C4-41B5-91A3-61C6B4F47E73}"/>
                </a:ext>
              </a:extLst>
            </p:cNvPr>
            <p:cNvSpPr/>
            <p:nvPr/>
          </p:nvSpPr>
          <p:spPr bwMode="gray">
            <a:xfrm rot="10800000" flipH="1">
              <a:off x="10643918" y="1935283"/>
              <a:ext cx="968389" cy="968389"/>
            </a:xfrm>
            <a:prstGeom prst="rtTriangle">
              <a:avLst/>
            </a:prstGeom>
            <a:solidFill>
              <a:sysClr val="window" lastClr="FFFFFF">
                <a:alpha val="5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893" name="Right Triangle 892">
              <a:extLst>
                <a:ext uri="{FF2B5EF4-FFF2-40B4-BE49-F238E27FC236}">
                  <a16:creationId xmlns:a16="http://schemas.microsoft.com/office/drawing/2014/main" id="{5AA79935-A32A-445C-B88E-AE964A1E1C2D}"/>
                </a:ext>
              </a:extLst>
            </p:cNvPr>
            <p:cNvSpPr/>
            <p:nvPr/>
          </p:nvSpPr>
          <p:spPr bwMode="gray">
            <a:xfrm flipH="1">
              <a:off x="10643917" y="0"/>
              <a:ext cx="968389" cy="968389"/>
            </a:xfrm>
            <a:prstGeom prst="rtTriangle">
              <a:avLst/>
            </a:prstGeom>
            <a:solidFill>
              <a:sysClr val="window" lastClr="FFFFFF">
                <a:alpha val="5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894" name="Right Triangle 893">
              <a:extLst>
                <a:ext uri="{FF2B5EF4-FFF2-40B4-BE49-F238E27FC236}">
                  <a16:creationId xmlns:a16="http://schemas.microsoft.com/office/drawing/2014/main" id="{3583DA40-9CA6-47C4-86CD-65EE3357C690}"/>
                </a:ext>
              </a:extLst>
            </p:cNvPr>
            <p:cNvSpPr/>
            <p:nvPr/>
          </p:nvSpPr>
          <p:spPr bwMode="gray">
            <a:xfrm rot="10800000" flipH="1">
              <a:off x="10643917" y="4940"/>
              <a:ext cx="968389" cy="968389"/>
            </a:xfrm>
            <a:prstGeom prst="rtTriangle">
              <a:avLst/>
            </a:prstGeom>
            <a:solidFill>
              <a:sysClr val="window" lastClr="FFFFFF">
                <a:alpha val="6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895" name="Right Triangle 894">
              <a:extLst>
                <a:ext uri="{FF2B5EF4-FFF2-40B4-BE49-F238E27FC236}">
                  <a16:creationId xmlns:a16="http://schemas.microsoft.com/office/drawing/2014/main" id="{54D155C7-12CF-46E5-B984-7205070B1059}"/>
                </a:ext>
              </a:extLst>
            </p:cNvPr>
            <p:cNvSpPr/>
            <p:nvPr/>
          </p:nvSpPr>
          <p:spPr bwMode="gray">
            <a:xfrm>
              <a:off x="11612306" y="5805649"/>
              <a:ext cx="968389" cy="968389"/>
            </a:xfrm>
            <a:prstGeom prst="rtTriangle">
              <a:avLst/>
            </a:prstGeom>
            <a:solidFill>
              <a:sysClr val="window" lastClr="FFFFFF">
                <a:alpha val="10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896" name="Right Triangle 895">
              <a:extLst>
                <a:ext uri="{FF2B5EF4-FFF2-40B4-BE49-F238E27FC236}">
                  <a16:creationId xmlns:a16="http://schemas.microsoft.com/office/drawing/2014/main" id="{31C009C7-63B7-4585-A6E3-841F76B2FC81}"/>
                </a:ext>
              </a:extLst>
            </p:cNvPr>
            <p:cNvSpPr/>
            <p:nvPr/>
          </p:nvSpPr>
          <p:spPr bwMode="gray">
            <a:xfrm rot="10800000">
              <a:off x="11612306" y="5805649"/>
              <a:ext cx="968389" cy="968389"/>
            </a:xfrm>
            <a:prstGeom prst="rtTriangle">
              <a:avLst/>
            </a:prstGeom>
            <a:solidFill>
              <a:sysClr val="window" lastClr="FFFFFF">
                <a:alpha val="5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897" name="Right Triangle 896">
              <a:extLst>
                <a:ext uri="{FF2B5EF4-FFF2-40B4-BE49-F238E27FC236}">
                  <a16:creationId xmlns:a16="http://schemas.microsoft.com/office/drawing/2014/main" id="{82C1F205-C15D-47E7-BCE1-8A6B270A63D3}"/>
                </a:ext>
              </a:extLst>
            </p:cNvPr>
            <p:cNvSpPr/>
            <p:nvPr/>
          </p:nvSpPr>
          <p:spPr bwMode="gray">
            <a:xfrm flipV="1">
              <a:off x="11612306" y="3866916"/>
              <a:ext cx="968389" cy="968389"/>
            </a:xfrm>
            <a:prstGeom prst="rtTriangle">
              <a:avLst/>
            </a:prstGeom>
            <a:solidFill>
              <a:sysClr val="window" lastClr="FFFFFF">
                <a:alpha val="6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898" name="Right Triangle 897">
              <a:extLst>
                <a:ext uri="{FF2B5EF4-FFF2-40B4-BE49-F238E27FC236}">
                  <a16:creationId xmlns:a16="http://schemas.microsoft.com/office/drawing/2014/main" id="{2F1A46BC-D625-4CD8-98CB-D588C2AA2E70}"/>
                </a:ext>
              </a:extLst>
            </p:cNvPr>
            <p:cNvSpPr/>
            <p:nvPr/>
          </p:nvSpPr>
          <p:spPr bwMode="gray">
            <a:xfrm>
              <a:off x="11612306" y="4836180"/>
              <a:ext cx="968389" cy="968389"/>
            </a:xfrm>
            <a:prstGeom prst="rtTriangle">
              <a:avLst/>
            </a:prstGeom>
            <a:solidFill>
              <a:sysClr val="window" lastClr="FFFFFF">
                <a:alpha val="13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899" name="Right Triangle 898">
              <a:extLst>
                <a:ext uri="{FF2B5EF4-FFF2-40B4-BE49-F238E27FC236}">
                  <a16:creationId xmlns:a16="http://schemas.microsoft.com/office/drawing/2014/main" id="{0299DA08-AB2E-4A3A-8CBA-7A25B3151A4B}"/>
                </a:ext>
              </a:extLst>
            </p:cNvPr>
            <p:cNvSpPr/>
            <p:nvPr/>
          </p:nvSpPr>
          <p:spPr bwMode="gray">
            <a:xfrm rot="10800000">
              <a:off x="11612307" y="4836180"/>
              <a:ext cx="968389" cy="968389"/>
            </a:xfrm>
            <a:prstGeom prst="rtTriangle">
              <a:avLst/>
            </a:prstGeom>
            <a:solidFill>
              <a:sysClr val="window" lastClr="FFFFFF">
                <a:alpha val="6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00" name="Right Triangle 899">
              <a:extLst>
                <a:ext uri="{FF2B5EF4-FFF2-40B4-BE49-F238E27FC236}">
                  <a16:creationId xmlns:a16="http://schemas.microsoft.com/office/drawing/2014/main" id="{E14A7086-E7AA-48CF-86B6-5AD063F6A43E}"/>
                </a:ext>
              </a:extLst>
            </p:cNvPr>
            <p:cNvSpPr/>
            <p:nvPr/>
          </p:nvSpPr>
          <p:spPr bwMode="gray">
            <a:xfrm>
              <a:off x="11612306" y="2901090"/>
              <a:ext cx="968389" cy="968389"/>
            </a:xfrm>
            <a:prstGeom prst="rtTriangle">
              <a:avLst/>
            </a:prstGeom>
            <a:solidFill>
              <a:sysClr val="window" lastClr="FFFFFF">
                <a:alpha val="5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01" name="Right Triangle 900">
              <a:extLst>
                <a:ext uri="{FF2B5EF4-FFF2-40B4-BE49-F238E27FC236}">
                  <a16:creationId xmlns:a16="http://schemas.microsoft.com/office/drawing/2014/main" id="{6BCB5A9D-57B0-43F2-9F76-16884CD34521}"/>
                </a:ext>
              </a:extLst>
            </p:cNvPr>
            <p:cNvSpPr/>
            <p:nvPr/>
          </p:nvSpPr>
          <p:spPr bwMode="gray">
            <a:xfrm rot="10800000">
              <a:off x="11612306" y="2901090"/>
              <a:ext cx="968389" cy="968389"/>
            </a:xfrm>
            <a:prstGeom prst="rtTriangle">
              <a:avLst/>
            </a:prstGeom>
            <a:solidFill>
              <a:sysClr val="window" lastClr="FFFFFF">
                <a:alpha val="9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02" name="Right Triangle 901">
              <a:extLst>
                <a:ext uri="{FF2B5EF4-FFF2-40B4-BE49-F238E27FC236}">
                  <a16:creationId xmlns:a16="http://schemas.microsoft.com/office/drawing/2014/main" id="{3A92171C-0ACF-4266-811F-B37D31B89EA2}"/>
                </a:ext>
              </a:extLst>
            </p:cNvPr>
            <p:cNvSpPr/>
            <p:nvPr/>
          </p:nvSpPr>
          <p:spPr bwMode="gray">
            <a:xfrm flipV="1">
              <a:off x="11612306" y="966018"/>
              <a:ext cx="968389" cy="968389"/>
            </a:xfrm>
            <a:prstGeom prst="rtTriangle">
              <a:avLst/>
            </a:prstGeom>
            <a:solidFill>
              <a:sysClr val="window" lastClr="FFFFFF">
                <a:alpha val="6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03" name="Right Triangle 902">
              <a:extLst>
                <a:ext uri="{FF2B5EF4-FFF2-40B4-BE49-F238E27FC236}">
                  <a16:creationId xmlns:a16="http://schemas.microsoft.com/office/drawing/2014/main" id="{855B45EA-15A3-427D-BDB1-3722402B7854}"/>
                </a:ext>
              </a:extLst>
            </p:cNvPr>
            <p:cNvSpPr/>
            <p:nvPr/>
          </p:nvSpPr>
          <p:spPr bwMode="gray">
            <a:xfrm rot="10800000">
              <a:off x="11612306" y="1935283"/>
              <a:ext cx="968389" cy="968389"/>
            </a:xfrm>
            <a:prstGeom prst="rtTriangle">
              <a:avLst/>
            </a:prstGeom>
            <a:solidFill>
              <a:sysClr val="window" lastClr="FFFFFF">
                <a:alpha val="6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04" name="Right Triangle 903">
              <a:extLst>
                <a:ext uri="{FF2B5EF4-FFF2-40B4-BE49-F238E27FC236}">
                  <a16:creationId xmlns:a16="http://schemas.microsoft.com/office/drawing/2014/main" id="{41C97DD6-A6B6-4EE0-840F-7CB3FB16F75E}"/>
                </a:ext>
              </a:extLst>
            </p:cNvPr>
            <p:cNvSpPr/>
            <p:nvPr/>
          </p:nvSpPr>
          <p:spPr bwMode="gray">
            <a:xfrm>
              <a:off x="11612306" y="0"/>
              <a:ext cx="968389" cy="968389"/>
            </a:xfrm>
            <a:prstGeom prst="rtTriangle">
              <a:avLst/>
            </a:prstGeom>
            <a:solidFill>
              <a:sysClr val="window" lastClr="FFFFFF">
                <a:alpha val="6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05" name="Right Triangle 904">
              <a:extLst>
                <a:ext uri="{FF2B5EF4-FFF2-40B4-BE49-F238E27FC236}">
                  <a16:creationId xmlns:a16="http://schemas.microsoft.com/office/drawing/2014/main" id="{2E37E8AF-F23F-41E0-A506-B7109D38F44A}"/>
                </a:ext>
              </a:extLst>
            </p:cNvPr>
            <p:cNvSpPr/>
            <p:nvPr/>
          </p:nvSpPr>
          <p:spPr bwMode="gray">
            <a:xfrm rot="10800000">
              <a:off x="11612306" y="4940"/>
              <a:ext cx="968389" cy="968389"/>
            </a:xfrm>
            <a:prstGeom prst="rtTriangle">
              <a:avLst/>
            </a:prstGeom>
            <a:solidFill>
              <a:sysClr val="window" lastClr="FFFFFF">
                <a:alpha val="15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38" name="Right Triangle 937">
              <a:extLst>
                <a:ext uri="{FF2B5EF4-FFF2-40B4-BE49-F238E27FC236}">
                  <a16:creationId xmlns:a16="http://schemas.microsoft.com/office/drawing/2014/main" id="{661A6F7D-497A-45A0-AAB5-CA69E168E89D}"/>
                </a:ext>
              </a:extLst>
            </p:cNvPr>
            <p:cNvSpPr/>
            <p:nvPr/>
          </p:nvSpPr>
          <p:spPr bwMode="gray">
            <a:xfrm>
              <a:off x="7741661" y="5805649"/>
              <a:ext cx="968389" cy="968389"/>
            </a:xfrm>
            <a:prstGeom prst="rtTriangle">
              <a:avLst/>
            </a:prstGeom>
            <a:solidFill>
              <a:sysClr val="window" lastClr="FFFFFF">
                <a:alpha val="5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39" name="Right Triangle 938">
              <a:extLst>
                <a:ext uri="{FF2B5EF4-FFF2-40B4-BE49-F238E27FC236}">
                  <a16:creationId xmlns:a16="http://schemas.microsoft.com/office/drawing/2014/main" id="{1208FBEB-4F27-4A10-AC4A-886F152A0AA5}"/>
                </a:ext>
              </a:extLst>
            </p:cNvPr>
            <p:cNvSpPr/>
            <p:nvPr/>
          </p:nvSpPr>
          <p:spPr bwMode="gray">
            <a:xfrm flipV="1">
              <a:off x="7741661" y="3866916"/>
              <a:ext cx="968389" cy="968389"/>
            </a:xfrm>
            <a:prstGeom prst="rtTriangle">
              <a:avLst/>
            </a:prstGeom>
            <a:solidFill>
              <a:sysClr val="window" lastClr="FFFFFF">
                <a:alpha val="22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40" name="Right Triangle 939">
              <a:extLst>
                <a:ext uri="{FF2B5EF4-FFF2-40B4-BE49-F238E27FC236}">
                  <a16:creationId xmlns:a16="http://schemas.microsoft.com/office/drawing/2014/main" id="{68053E3E-377D-4165-819A-9C8490C99232}"/>
                </a:ext>
              </a:extLst>
            </p:cNvPr>
            <p:cNvSpPr/>
            <p:nvPr/>
          </p:nvSpPr>
          <p:spPr bwMode="gray">
            <a:xfrm rot="10800000" flipV="1">
              <a:off x="7741662" y="3866916"/>
              <a:ext cx="968389" cy="968389"/>
            </a:xfrm>
            <a:prstGeom prst="rtTriangle">
              <a:avLst/>
            </a:prstGeom>
            <a:solidFill>
              <a:sysClr val="window" lastClr="FFFFFF">
                <a:alpha val="13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41" name="Right Triangle 940">
              <a:extLst>
                <a:ext uri="{FF2B5EF4-FFF2-40B4-BE49-F238E27FC236}">
                  <a16:creationId xmlns:a16="http://schemas.microsoft.com/office/drawing/2014/main" id="{61281180-7E8A-4FA3-AC18-249EC09B9EBF}"/>
                </a:ext>
              </a:extLst>
            </p:cNvPr>
            <p:cNvSpPr/>
            <p:nvPr/>
          </p:nvSpPr>
          <p:spPr bwMode="gray">
            <a:xfrm>
              <a:off x="7741661" y="4836180"/>
              <a:ext cx="968389" cy="968389"/>
            </a:xfrm>
            <a:prstGeom prst="rtTriangle">
              <a:avLst/>
            </a:prstGeom>
            <a:solidFill>
              <a:sysClr val="window" lastClr="FFFFFF">
                <a:alpha val="13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42" name="Right Triangle 941">
              <a:extLst>
                <a:ext uri="{FF2B5EF4-FFF2-40B4-BE49-F238E27FC236}">
                  <a16:creationId xmlns:a16="http://schemas.microsoft.com/office/drawing/2014/main" id="{963946B7-B073-40D8-8FD6-15CE3C5C2368}"/>
                </a:ext>
              </a:extLst>
            </p:cNvPr>
            <p:cNvSpPr/>
            <p:nvPr/>
          </p:nvSpPr>
          <p:spPr bwMode="gray">
            <a:xfrm rot="10800000">
              <a:off x="7741662" y="4836180"/>
              <a:ext cx="968389" cy="968389"/>
            </a:xfrm>
            <a:prstGeom prst="rtTriangle">
              <a:avLst/>
            </a:prstGeom>
            <a:solidFill>
              <a:sysClr val="window" lastClr="FFFFFF">
                <a:alpha val="5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43" name="Right Triangle 942">
              <a:extLst>
                <a:ext uri="{FF2B5EF4-FFF2-40B4-BE49-F238E27FC236}">
                  <a16:creationId xmlns:a16="http://schemas.microsoft.com/office/drawing/2014/main" id="{CCB831A2-76E0-4B82-BDF6-9A1C7B5AF6E6}"/>
                </a:ext>
              </a:extLst>
            </p:cNvPr>
            <p:cNvSpPr/>
            <p:nvPr/>
          </p:nvSpPr>
          <p:spPr bwMode="gray">
            <a:xfrm>
              <a:off x="7741661" y="2901090"/>
              <a:ext cx="968389" cy="968389"/>
            </a:xfrm>
            <a:prstGeom prst="rtTriangle">
              <a:avLst/>
            </a:prstGeom>
            <a:solidFill>
              <a:sysClr val="window" lastClr="FFFFFF">
                <a:alpha val="5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44" name="Right Triangle 943">
              <a:extLst>
                <a:ext uri="{FF2B5EF4-FFF2-40B4-BE49-F238E27FC236}">
                  <a16:creationId xmlns:a16="http://schemas.microsoft.com/office/drawing/2014/main" id="{1073CF71-79C4-4CE9-ACA1-EA40E6286714}"/>
                </a:ext>
              </a:extLst>
            </p:cNvPr>
            <p:cNvSpPr/>
            <p:nvPr/>
          </p:nvSpPr>
          <p:spPr bwMode="gray">
            <a:xfrm rot="10800000">
              <a:off x="7741662" y="2901090"/>
              <a:ext cx="968389" cy="968389"/>
            </a:xfrm>
            <a:prstGeom prst="rtTriangle">
              <a:avLst/>
            </a:prstGeom>
            <a:solidFill>
              <a:sysClr val="window" lastClr="FFFFFF">
                <a:alpha val="11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45" name="Right Triangle 944">
              <a:extLst>
                <a:ext uri="{FF2B5EF4-FFF2-40B4-BE49-F238E27FC236}">
                  <a16:creationId xmlns:a16="http://schemas.microsoft.com/office/drawing/2014/main" id="{901C8CDE-0DA7-46AA-B275-8353C141FD0E}"/>
                </a:ext>
              </a:extLst>
            </p:cNvPr>
            <p:cNvSpPr/>
            <p:nvPr/>
          </p:nvSpPr>
          <p:spPr bwMode="gray">
            <a:xfrm flipV="1">
              <a:off x="7741661" y="966018"/>
              <a:ext cx="968389" cy="968389"/>
            </a:xfrm>
            <a:prstGeom prst="rtTriangle">
              <a:avLst/>
            </a:prstGeom>
            <a:solidFill>
              <a:sysClr val="window" lastClr="FFFFFF">
                <a:alpha val="22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46" name="Right Triangle 945">
              <a:extLst>
                <a:ext uri="{FF2B5EF4-FFF2-40B4-BE49-F238E27FC236}">
                  <a16:creationId xmlns:a16="http://schemas.microsoft.com/office/drawing/2014/main" id="{0031402C-679F-41D4-86DC-9712D050C62B}"/>
                </a:ext>
              </a:extLst>
            </p:cNvPr>
            <p:cNvSpPr/>
            <p:nvPr/>
          </p:nvSpPr>
          <p:spPr bwMode="gray">
            <a:xfrm rot="10800000" flipV="1">
              <a:off x="7741662" y="966018"/>
              <a:ext cx="968389" cy="968389"/>
            </a:xfrm>
            <a:prstGeom prst="rtTriangle">
              <a:avLst/>
            </a:prstGeom>
            <a:solidFill>
              <a:sysClr val="window" lastClr="FFFFFF">
                <a:alpha val="13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47" name="Right Triangle 946">
              <a:extLst>
                <a:ext uri="{FF2B5EF4-FFF2-40B4-BE49-F238E27FC236}">
                  <a16:creationId xmlns:a16="http://schemas.microsoft.com/office/drawing/2014/main" id="{5070C2C4-1682-4D4F-AFA5-A52163C5966E}"/>
                </a:ext>
              </a:extLst>
            </p:cNvPr>
            <p:cNvSpPr/>
            <p:nvPr/>
          </p:nvSpPr>
          <p:spPr bwMode="gray">
            <a:xfrm>
              <a:off x="7741661" y="1928558"/>
              <a:ext cx="968389" cy="968389"/>
            </a:xfrm>
            <a:prstGeom prst="rtTriangle">
              <a:avLst/>
            </a:prstGeom>
            <a:solidFill>
              <a:sysClr val="window" lastClr="FFFFFF">
                <a:alpha val="7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48" name="Right Triangle 947">
              <a:extLst>
                <a:ext uri="{FF2B5EF4-FFF2-40B4-BE49-F238E27FC236}">
                  <a16:creationId xmlns:a16="http://schemas.microsoft.com/office/drawing/2014/main" id="{7B226566-0D38-4F95-A204-544F17F7035F}"/>
                </a:ext>
              </a:extLst>
            </p:cNvPr>
            <p:cNvSpPr/>
            <p:nvPr/>
          </p:nvSpPr>
          <p:spPr bwMode="gray">
            <a:xfrm rot="10800000">
              <a:off x="7741662" y="1935283"/>
              <a:ext cx="968389" cy="968389"/>
            </a:xfrm>
            <a:prstGeom prst="rtTriangle">
              <a:avLst/>
            </a:prstGeom>
            <a:solidFill>
              <a:sysClr val="window" lastClr="FFFFFF">
                <a:alpha val="5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49" name="Right Triangle 948">
              <a:extLst>
                <a:ext uri="{FF2B5EF4-FFF2-40B4-BE49-F238E27FC236}">
                  <a16:creationId xmlns:a16="http://schemas.microsoft.com/office/drawing/2014/main" id="{4A4FAF25-BE83-495A-A7F3-76734F8DB544}"/>
                </a:ext>
              </a:extLst>
            </p:cNvPr>
            <p:cNvSpPr/>
            <p:nvPr/>
          </p:nvSpPr>
          <p:spPr bwMode="gray">
            <a:xfrm>
              <a:off x="7741661" y="0"/>
              <a:ext cx="968389" cy="968389"/>
            </a:xfrm>
            <a:prstGeom prst="rtTriangle">
              <a:avLst/>
            </a:prstGeom>
            <a:solidFill>
              <a:sysClr val="window" lastClr="FFFFFF">
                <a:alpha val="13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50" name="Right Triangle 949">
              <a:extLst>
                <a:ext uri="{FF2B5EF4-FFF2-40B4-BE49-F238E27FC236}">
                  <a16:creationId xmlns:a16="http://schemas.microsoft.com/office/drawing/2014/main" id="{294F316F-D198-4A9D-BD2E-1A48F62E7B9A}"/>
                </a:ext>
              </a:extLst>
            </p:cNvPr>
            <p:cNvSpPr/>
            <p:nvPr/>
          </p:nvSpPr>
          <p:spPr bwMode="gray">
            <a:xfrm rot="10800000">
              <a:off x="7741661" y="4940"/>
              <a:ext cx="968389" cy="968389"/>
            </a:xfrm>
            <a:prstGeom prst="rtTriangle">
              <a:avLst/>
            </a:prstGeom>
            <a:solidFill>
              <a:sysClr val="window" lastClr="FFFFFF">
                <a:alpha val="6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51" name="Right Triangle 950">
              <a:extLst>
                <a:ext uri="{FF2B5EF4-FFF2-40B4-BE49-F238E27FC236}">
                  <a16:creationId xmlns:a16="http://schemas.microsoft.com/office/drawing/2014/main" id="{F0496BC9-79BB-4F0C-AD42-6CB2E6894B61}"/>
                </a:ext>
              </a:extLst>
            </p:cNvPr>
            <p:cNvSpPr/>
            <p:nvPr/>
          </p:nvSpPr>
          <p:spPr bwMode="gray">
            <a:xfrm flipH="1">
              <a:off x="8707015" y="5805649"/>
              <a:ext cx="968389" cy="968389"/>
            </a:xfrm>
            <a:prstGeom prst="rtTriangle">
              <a:avLst/>
            </a:prstGeom>
            <a:solidFill>
              <a:sysClr val="window" lastClr="FFFFFF">
                <a:alpha val="1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52" name="Right Triangle 951">
              <a:extLst>
                <a:ext uri="{FF2B5EF4-FFF2-40B4-BE49-F238E27FC236}">
                  <a16:creationId xmlns:a16="http://schemas.microsoft.com/office/drawing/2014/main" id="{F321D19A-8D12-41AC-8A5C-05FE4CB26EE6}"/>
                </a:ext>
              </a:extLst>
            </p:cNvPr>
            <p:cNvSpPr/>
            <p:nvPr/>
          </p:nvSpPr>
          <p:spPr bwMode="gray">
            <a:xfrm rot="10800000" flipH="1">
              <a:off x="8707015" y="5805649"/>
              <a:ext cx="968389" cy="968389"/>
            </a:xfrm>
            <a:prstGeom prst="rtTriangle">
              <a:avLst/>
            </a:prstGeom>
            <a:solidFill>
              <a:sysClr val="window" lastClr="FFFFFF">
                <a:alpha val="12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53" name="Right Triangle 952">
              <a:extLst>
                <a:ext uri="{FF2B5EF4-FFF2-40B4-BE49-F238E27FC236}">
                  <a16:creationId xmlns:a16="http://schemas.microsoft.com/office/drawing/2014/main" id="{6A891121-ADC4-49DD-9A09-5F506249A681}"/>
                </a:ext>
              </a:extLst>
            </p:cNvPr>
            <p:cNvSpPr/>
            <p:nvPr/>
          </p:nvSpPr>
          <p:spPr bwMode="gray">
            <a:xfrm flipH="1" flipV="1">
              <a:off x="8707015" y="3866916"/>
              <a:ext cx="968389" cy="968389"/>
            </a:xfrm>
            <a:prstGeom prst="rtTriangle">
              <a:avLst/>
            </a:prstGeom>
            <a:solidFill>
              <a:sysClr val="window" lastClr="FFFFFF">
                <a:alpha val="5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54" name="Right Triangle 953">
              <a:extLst>
                <a:ext uri="{FF2B5EF4-FFF2-40B4-BE49-F238E27FC236}">
                  <a16:creationId xmlns:a16="http://schemas.microsoft.com/office/drawing/2014/main" id="{12E2AC39-045E-4F96-8546-9C5AE9D5C235}"/>
                </a:ext>
              </a:extLst>
            </p:cNvPr>
            <p:cNvSpPr/>
            <p:nvPr/>
          </p:nvSpPr>
          <p:spPr bwMode="gray">
            <a:xfrm rot="10800000" flipH="1">
              <a:off x="8707015" y="4836180"/>
              <a:ext cx="968389" cy="968389"/>
            </a:xfrm>
            <a:prstGeom prst="rtTriangle">
              <a:avLst/>
            </a:prstGeom>
            <a:solidFill>
              <a:sysClr val="window" lastClr="FFFFFF">
                <a:alpha val="13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55" name="Right Triangle 954">
              <a:extLst>
                <a:ext uri="{FF2B5EF4-FFF2-40B4-BE49-F238E27FC236}">
                  <a16:creationId xmlns:a16="http://schemas.microsoft.com/office/drawing/2014/main" id="{345A6B27-F9EB-48B7-8657-96CE6C23246A}"/>
                </a:ext>
              </a:extLst>
            </p:cNvPr>
            <p:cNvSpPr/>
            <p:nvPr/>
          </p:nvSpPr>
          <p:spPr bwMode="gray">
            <a:xfrm flipH="1">
              <a:off x="8707015" y="2901091"/>
              <a:ext cx="968389" cy="968389"/>
            </a:xfrm>
            <a:prstGeom prst="rtTriangle">
              <a:avLst/>
            </a:prstGeom>
            <a:solidFill>
              <a:sysClr val="window" lastClr="FFFFFF">
                <a:alpha val="1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56" name="Right Triangle 955">
              <a:extLst>
                <a:ext uri="{FF2B5EF4-FFF2-40B4-BE49-F238E27FC236}">
                  <a16:creationId xmlns:a16="http://schemas.microsoft.com/office/drawing/2014/main" id="{70CC867F-A8D9-4F89-86C2-1B8F4C0351A6}"/>
                </a:ext>
              </a:extLst>
            </p:cNvPr>
            <p:cNvSpPr/>
            <p:nvPr/>
          </p:nvSpPr>
          <p:spPr bwMode="gray">
            <a:xfrm rot="10800000" flipH="1">
              <a:off x="8707015" y="2901091"/>
              <a:ext cx="968389" cy="968389"/>
            </a:xfrm>
            <a:prstGeom prst="rtTriangle">
              <a:avLst/>
            </a:prstGeom>
            <a:solidFill>
              <a:sysClr val="window" lastClr="FFFFFF">
                <a:alpha val="6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57" name="Right Triangle 956">
              <a:extLst>
                <a:ext uri="{FF2B5EF4-FFF2-40B4-BE49-F238E27FC236}">
                  <a16:creationId xmlns:a16="http://schemas.microsoft.com/office/drawing/2014/main" id="{F92F6F7C-4307-4536-9BAC-811F1E06BFC6}"/>
                </a:ext>
              </a:extLst>
            </p:cNvPr>
            <p:cNvSpPr/>
            <p:nvPr/>
          </p:nvSpPr>
          <p:spPr bwMode="gray">
            <a:xfrm flipH="1" flipV="1">
              <a:off x="8707015" y="966018"/>
              <a:ext cx="968389" cy="968389"/>
            </a:xfrm>
            <a:prstGeom prst="rtTriangle">
              <a:avLst/>
            </a:prstGeom>
            <a:solidFill>
              <a:sysClr val="window" lastClr="FFFFFF">
                <a:alpha val="8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58" name="Right Triangle 957">
              <a:extLst>
                <a:ext uri="{FF2B5EF4-FFF2-40B4-BE49-F238E27FC236}">
                  <a16:creationId xmlns:a16="http://schemas.microsoft.com/office/drawing/2014/main" id="{375EF2B2-4DED-4A1E-A262-9D415648FD5E}"/>
                </a:ext>
              </a:extLst>
            </p:cNvPr>
            <p:cNvSpPr/>
            <p:nvPr/>
          </p:nvSpPr>
          <p:spPr bwMode="gray">
            <a:xfrm flipH="1">
              <a:off x="8707015" y="1935283"/>
              <a:ext cx="968389" cy="968389"/>
            </a:xfrm>
            <a:prstGeom prst="rtTriangle">
              <a:avLst/>
            </a:prstGeom>
            <a:solidFill>
              <a:sysClr val="window" lastClr="FFFFFF">
                <a:alpha val="2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59" name="Right Triangle 958">
              <a:extLst>
                <a:ext uri="{FF2B5EF4-FFF2-40B4-BE49-F238E27FC236}">
                  <a16:creationId xmlns:a16="http://schemas.microsoft.com/office/drawing/2014/main" id="{2EBB13D5-C982-4FDA-88A9-041D13A7A831}"/>
                </a:ext>
              </a:extLst>
            </p:cNvPr>
            <p:cNvSpPr/>
            <p:nvPr/>
          </p:nvSpPr>
          <p:spPr bwMode="gray">
            <a:xfrm rot="10800000" flipH="1">
              <a:off x="8707016" y="1935283"/>
              <a:ext cx="968389" cy="968389"/>
            </a:xfrm>
            <a:prstGeom prst="rtTriangle">
              <a:avLst/>
            </a:prstGeom>
            <a:solidFill>
              <a:sysClr val="window" lastClr="FFFFFF">
                <a:alpha val="13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60" name="Right Triangle 959">
              <a:extLst>
                <a:ext uri="{FF2B5EF4-FFF2-40B4-BE49-F238E27FC236}">
                  <a16:creationId xmlns:a16="http://schemas.microsoft.com/office/drawing/2014/main" id="{C778D36C-433D-4B6B-A7B9-4BBB46C07E53}"/>
                </a:ext>
              </a:extLst>
            </p:cNvPr>
            <p:cNvSpPr/>
            <p:nvPr/>
          </p:nvSpPr>
          <p:spPr bwMode="gray">
            <a:xfrm flipH="1">
              <a:off x="8707015" y="0"/>
              <a:ext cx="968389" cy="968389"/>
            </a:xfrm>
            <a:prstGeom prst="rtTriangle">
              <a:avLst/>
            </a:prstGeom>
            <a:solidFill>
              <a:sysClr val="window" lastClr="FFFFFF">
                <a:alpha val="1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61" name="Right Triangle 960">
              <a:extLst>
                <a:ext uri="{FF2B5EF4-FFF2-40B4-BE49-F238E27FC236}">
                  <a16:creationId xmlns:a16="http://schemas.microsoft.com/office/drawing/2014/main" id="{66DCF699-8FD3-4097-A1BC-B42ADAFB3AD2}"/>
                </a:ext>
              </a:extLst>
            </p:cNvPr>
            <p:cNvSpPr/>
            <p:nvPr/>
          </p:nvSpPr>
          <p:spPr bwMode="gray">
            <a:xfrm rot="10800000" flipH="1">
              <a:off x="8707013" y="4940"/>
              <a:ext cx="968389" cy="968389"/>
            </a:xfrm>
            <a:prstGeom prst="rtTriangle">
              <a:avLst/>
            </a:prstGeom>
            <a:solidFill>
              <a:sysClr val="window" lastClr="FFFFFF">
                <a:alpha val="12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</p:grpSp>
      <p:sp>
        <p:nvSpPr>
          <p:cNvPr id="863" name="Text Placeholder 862">
            <a:extLst>
              <a:ext uri="{FF2B5EF4-FFF2-40B4-BE49-F238E27FC236}">
                <a16:creationId xmlns:a16="http://schemas.microsoft.com/office/drawing/2014/main" id="{806A8161-3A3C-4E8C-98F0-AD01607CDAE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49086" y="2628217"/>
            <a:ext cx="5244771" cy="1500187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defRPr sz="3600"/>
            </a:lvl1pPr>
            <a:lvl2pPr marL="273050" indent="0">
              <a:buNone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872" name="Rectangle 871">
            <a:extLst>
              <a:ext uri="{FF2B5EF4-FFF2-40B4-BE49-F238E27FC236}">
                <a16:creationId xmlns:a16="http://schemas.microsoft.com/office/drawing/2014/main" id="{6471A44C-0240-4D32-A1C2-B7E58448C427}"/>
              </a:ext>
            </a:extLst>
          </p:cNvPr>
          <p:cNvSpPr/>
          <p:nvPr/>
        </p:nvSpPr>
        <p:spPr bwMode="ltGray">
          <a:xfrm>
            <a:off x="-3443" y="6766560"/>
            <a:ext cx="12192265" cy="91440"/>
          </a:xfrm>
          <a:prstGeom prst="rect">
            <a:avLst/>
          </a:prstGeom>
          <a:gradFill flip="none" rotWithShape="1">
            <a:gsLst>
              <a:gs pos="0">
                <a:srgbClr val="AADB1E"/>
              </a:gs>
              <a:gs pos="25000">
                <a:schemeClr val="accent4"/>
              </a:gs>
              <a:gs pos="100000">
                <a:srgbClr val="003D79"/>
              </a:gs>
              <a:gs pos="50000">
                <a:schemeClr val="accent1"/>
              </a:gs>
              <a:gs pos="75000">
                <a:schemeClr val="accent3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762" name="Group 761">
            <a:extLst>
              <a:ext uri="{FF2B5EF4-FFF2-40B4-BE49-F238E27FC236}">
                <a16:creationId xmlns:a16="http://schemas.microsoft.com/office/drawing/2014/main" id="{96955FCA-8B11-477A-9A36-9D9A120498A2}"/>
              </a:ext>
            </a:extLst>
          </p:cNvPr>
          <p:cNvGrpSpPr/>
          <p:nvPr/>
        </p:nvGrpSpPr>
        <p:grpSpPr bwMode="black">
          <a:xfrm>
            <a:off x="617878" y="6446044"/>
            <a:ext cx="1099793" cy="173355"/>
            <a:chOff x="-84138" y="5622925"/>
            <a:chExt cx="4330701" cy="682626"/>
          </a:xfrm>
        </p:grpSpPr>
        <p:sp>
          <p:nvSpPr>
            <p:cNvPr id="774" name="Freeform 6">
              <a:extLst>
                <a:ext uri="{FF2B5EF4-FFF2-40B4-BE49-F238E27FC236}">
                  <a16:creationId xmlns:a16="http://schemas.microsoft.com/office/drawing/2014/main" id="{8119CEA8-7D2F-44AF-B42B-37924DB314A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1589088" y="5649913"/>
              <a:ext cx="914400" cy="647700"/>
            </a:xfrm>
            <a:custGeom>
              <a:avLst/>
              <a:gdLst>
                <a:gd name="T0" fmla="*/ 52 w 243"/>
                <a:gd name="T1" fmla="*/ 159 h 170"/>
                <a:gd name="T2" fmla="*/ 2 w 243"/>
                <a:gd name="T3" fmla="*/ 19 h 170"/>
                <a:gd name="T4" fmla="*/ 0 w 243"/>
                <a:gd name="T5" fmla="*/ 12 h 170"/>
                <a:gd name="T6" fmla="*/ 13 w 243"/>
                <a:gd name="T7" fmla="*/ 0 h 170"/>
                <a:gd name="T8" fmla="*/ 25 w 243"/>
                <a:gd name="T9" fmla="*/ 11 h 170"/>
                <a:gd name="T10" fmla="*/ 67 w 243"/>
                <a:gd name="T11" fmla="*/ 131 h 170"/>
                <a:gd name="T12" fmla="*/ 109 w 243"/>
                <a:gd name="T13" fmla="*/ 10 h 170"/>
                <a:gd name="T14" fmla="*/ 121 w 243"/>
                <a:gd name="T15" fmla="*/ 0 h 170"/>
                <a:gd name="T16" fmla="*/ 122 w 243"/>
                <a:gd name="T17" fmla="*/ 0 h 170"/>
                <a:gd name="T18" fmla="*/ 135 w 243"/>
                <a:gd name="T19" fmla="*/ 10 h 170"/>
                <a:gd name="T20" fmla="*/ 177 w 243"/>
                <a:gd name="T21" fmla="*/ 131 h 170"/>
                <a:gd name="T22" fmla="*/ 219 w 243"/>
                <a:gd name="T23" fmla="*/ 10 h 170"/>
                <a:gd name="T24" fmla="*/ 231 w 243"/>
                <a:gd name="T25" fmla="*/ 0 h 170"/>
                <a:gd name="T26" fmla="*/ 243 w 243"/>
                <a:gd name="T27" fmla="*/ 12 h 170"/>
                <a:gd name="T28" fmla="*/ 241 w 243"/>
                <a:gd name="T29" fmla="*/ 19 h 170"/>
                <a:gd name="T30" fmla="*/ 191 w 243"/>
                <a:gd name="T31" fmla="*/ 159 h 170"/>
                <a:gd name="T32" fmla="*/ 177 w 243"/>
                <a:gd name="T33" fmla="*/ 170 h 170"/>
                <a:gd name="T34" fmla="*/ 176 w 243"/>
                <a:gd name="T35" fmla="*/ 170 h 170"/>
                <a:gd name="T36" fmla="*/ 163 w 243"/>
                <a:gd name="T37" fmla="*/ 159 h 170"/>
                <a:gd name="T38" fmla="*/ 122 w 243"/>
                <a:gd name="T39" fmla="*/ 40 h 170"/>
                <a:gd name="T40" fmla="*/ 80 w 243"/>
                <a:gd name="T41" fmla="*/ 159 h 170"/>
                <a:gd name="T42" fmla="*/ 66 w 243"/>
                <a:gd name="T43" fmla="*/ 170 h 170"/>
                <a:gd name="T44" fmla="*/ 66 w 243"/>
                <a:gd name="T45" fmla="*/ 170 h 170"/>
                <a:gd name="T46" fmla="*/ 52 w 243"/>
                <a:gd name="T47" fmla="*/ 159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43" h="170">
                  <a:moveTo>
                    <a:pt x="52" y="159"/>
                  </a:moveTo>
                  <a:cubicBezTo>
                    <a:pt x="2" y="19"/>
                    <a:pt x="2" y="19"/>
                    <a:pt x="2" y="19"/>
                  </a:cubicBezTo>
                  <a:cubicBezTo>
                    <a:pt x="1" y="17"/>
                    <a:pt x="0" y="14"/>
                    <a:pt x="0" y="12"/>
                  </a:cubicBezTo>
                  <a:cubicBezTo>
                    <a:pt x="0" y="6"/>
                    <a:pt x="5" y="0"/>
                    <a:pt x="13" y="0"/>
                  </a:cubicBezTo>
                  <a:cubicBezTo>
                    <a:pt x="19" y="0"/>
                    <a:pt x="23" y="4"/>
                    <a:pt x="25" y="11"/>
                  </a:cubicBezTo>
                  <a:cubicBezTo>
                    <a:pt x="67" y="131"/>
                    <a:pt x="67" y="131"/>
                    <a:pt x="67" y="131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11" y="4"/>
                    <a:pt x="114" y="0"/>
                    <a:pt x="121" y="0"/>
                  </a:cubicBezTo>
                  <a:cubicBezTo>
                    <a:pt x="122" y="0"/>
                    <a:pt x="122" y="0"/>
                    <a:pt x="122" y="0"/>
                  </a:cubicBezTo>
                  <a:cubicBezTo>
                    <a:pt x="129" y="0"/>
                    <a:pt x="133" y="4"/>
                    <a:pt x="135" y="10"/>
                  </a:cubicBezTo>
                  <a:cubicBezTo>
                    <a:pt x="177" y="131"/>
                    <a:pt x="177" y="131"/>
                    <a:pt x="177" y="131"/>
                  </a:cubicBezTo>
                  <a:cubicBezTo>
                    <a:pt x="219" y="10"/>
                    <a:pt x="219" y="10"/>
                    <a:pt x="219" y="10"/>
                  </a:cubicBezTo>
                  <a:cubicBezTo>
                    <a:pt x="221" y="5"/>
                    <a:pt x="224" y="0"/>
                    <a:pt x="231" y="0"/>
                  </a:cubicBezTo>
                  <a:cubicBezTo>
                    <a:pt x="238" y="0"/>
                    <a:pt x="243" y="6"/>
                    <a:pt x="243" y="12"/>
                  </a:cubicBezTo>
                  <a:cubicBezTo>
                    <a:pt x="243" y="14"/>
                    <a:pt x="242" y="17"/>
                    <a:pt x="241" y="19"/>
                  </a:cubicBezTo>
                  <a:cubicBezTo>
                    <a:pt x="191" y="159"/>
                    <a:pt x="191" y="159"/>
                    <a:pt x="191" y="159"/>
                  </a:cubicBezTo>
                  <a:cubicBezTo>
                    <a:pt x="188" y="166"/>
                    <a:pt x="183" y="170"/>
                    <a:pt x="177" y="170"/>
                  </a:cubicBezTo>
                  <a:cubicBezTo>
                    <a:pt x="176" y="170"/>
                    <a:pt x="176" y="170"/>
                    <a:pt x="176" y="170"/>
                  </a:cubicBezTo>
                  <a:cubicBezTo>
                    <a:pt x="170" y="170"/>
                    <a:pt x="165" y="166"/>
                    <a:pt x="163" y="159"/>
                  </a:cubicBezTo>
                  <a:cubicBezTo>
                    <a:pt x="122" y="40"/>
                    <a:pt x="122" y="40"/>
                    <a:pt x="122" y="40"/>
                  </a:cubicBezTo>
                  <a:cubicBezTo>
                    <a:pt x="80" y="159"/>
                    <a:pt x="80" y="159"/>
                    <a:pt x="80" y="159"/>
                  </a:cubicBezTo>
                  <a:cubicBezTo>
                    <a:pt x="78" y="166"/>
                    <a:pt x="73" y="170"/>
                    <a:pt x="66" y="170"/>
                  </a:cubicBezTo>
                  <a:cubicBezTo>
                    <a:pt x="66" y="170"/>
                    <a:pt x="66" y="170"/>
                    <a:pt x="66" y="170"/>
                  </a:cubicBezTo>
                  <a:cubicBezTo>
                    <a:pt x="60" y="170"/>
                    <a:pt x="55" y="166"/>
                    <a:pt x="52" y="159"/>
                  </a:cubicBezTo>
                </a:path>
              </a:pathLst>
            </a:custGeom>
            <a:solidFill>
              <a:srgbClr val="717073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aseline="0" dirty="0"/>
            </a:p>
          </p:txBody>
        </p:sp>
        <p:sp>
          <p:nvSpPr>
            <p:cNvPr id="787" name="Freeform 7">
              <a:extLst>
                <a:ext uri="{FF2B5EF4-FFF2-40B4-BE49-F238E27FC236}">
                  <a16:creationId xmlns:a16="http://schemas.microsoft.com/office/drawing/2014/main" id="{7E1EA447-080C-4747-801E-7AA70CCE913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3163888" y="5649913"/>
              <a:ext cx="354013" cy="647700"/>
            </a:xfrm>
            <a:custGeom>
              <a:avLst/>
              <a:gdLst>
                <a:gd name="T0" fmla="*/ 0 w 94"/>
                <a:gd name="T1" fmla="*/ 13 h 170"/>
                <a:gd name="T2" fmla="*/ 12 w 94"/>
                <a:gd name="T3" fmla="*/ 0 h 170"/>
                <a:gd name="T4" fmla="*/ 24 w 94"/>
                <a:gd name="T5" fmla="*/ 13 h 170"/>
                <a:gd name="T6" fmla="*/ 24 w 94"/>
                <a:gd name="T7" fmla="*/ 41 h 170"/>
                <a:gd name="T8" fmla="*/ 82 w 94"/>
                <a:gd name="T9" fmla="*/ 0 h 170"/>
                <a:gd name="T10" fmla="*/ 94 w 94"/>
                <a:gd name="T11" fmla="*/ 13 h 170"/>
                <a:gd name="T12" fmla="*/ 83 w 94"/>
                <a:gd name="T13" fmla="*/ 25 h 170"/>
                <a:gd name="T14" fmla="*/ 24 w 94"/>
                <a:gd name="T15" fmla="*/ 101 h 170"/>
                <a:gd name="T16" fmla="*/ 24 w 94"/>
                <a:gd name="T17" fmla="*/ 157 h 170"/>
                <a:gd name="T18" fmla="*/ 12 w 94"/>
                <a:gd name="T19" fmla="*/ 170 h 170"/>
                <a:gd name="T20" fmla="*/ 0 w 94"/>
                <a:gd name="T21" fmla="*/ 157 h 170"/>
                <a:gd name="T22" fmla="*/ 0 w 94"/>
                <a:gd name="T23" fmla="*/ 13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4" h="170">
                  <a:moveTo>
                    <a:pt x="0" y="13"/>
                  </a:moveTo>
                  <a:cubicBezTo>
                    <a:pt x="0" y="6"/>
                    <a:pt x="5" y="0"/>
                    <a:pt x="12" y="0"/>
                  </a:cubicBezTo>
                  <a:cubicBezTo>
                    <a:pt x="19" y="0"/>
                    <a:pt x="24" y="5"/>
                    <a:pt x="24" y="13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37" y="13"/>
                    <a:pt x="64" y="0"/>
                    <a:pt x="82" y="0"/>
                  </a:cubicBezTo>
                  <a:cubicBezTo>
                    <a:pt x="89" y="0"/>
                    <a:pt x="94" y="6"/>
                    <a:pt x="94" y="13"/>
                  </a:cubicBezTo>
                  <a:cubicBezTo>
                    <a:pt x="94" y="20"/>
                    <a:pt x="89" y="24"/>
                    <a:pt x="83" y="25"/>
                  </a:cubicBezTo>
                  <a:cubicBezTo>
                    <a:pt x="51" y="29"/>
                    <a:pt x="24" y="53"/>
                    <a:pt x="24" y="101"/>
                  </a:cubicBezTo>
                  <a:cubicBezTo>
                    <a:pt x="24" y="157"/>
                    <a:pt x="24" y="157"/>
                    <a:pt x="24" y="157"/>
                  </a:cubicBezTo>
                  <a:cubicBezTo>
                    <a:pt x="24" y="164"/>
                    <a:pt x="19" y="170"/>
                    <a:pt x="12" y="170"/>
                  </a:cubicBezTo>
                  <a:cubicBezTo>
                    <a:pt x="5" y="170"/>
                    <a:pt x="0" y="164"/>
                    <a:pt x="0" y="157"/>
                  </a:cubicBezTo>
                  <a:lnTo>
                    <a:pt x="0" y="13"/>
                  </a:lnTo>
                  <a:close/>
                </a:path>
              </a:pathLst>
            </a:custGeom>
            <a:solidFill>
              <a:srgbClr val="717073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aseline="0" dirty="0"/>
            </a:p>
          </p:txBody>
        </p:sp>
        <p:sp>
          <p:nvSpPr>
            <p:cNvPr id="799" name="Freeform 8">
              <a:extLst>
                <a:ext uri="{FF2B5EF4-FFF2-40B4-BE49-F238E27FC236}">
                  <a16:creationId xmlns:a16="http://schemas.microsoft.com/office/drawing/2014/main" id="{6372DABB-C0FD-41BC-B584-95F58B0393A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3509963" y="5649913"/>
              <a:ext cx="579438" cy="655638"/>
            </a:xfrm>
            <a:custGeom>
              <a:avLst/>
              <a:gdLst>
                <a:gd name="T0" fmla="*/ 129 w 154"/>
                <a:gd name="T1" fmla="*/ 76 h 172"/>
                <a:gd name="T2" fmla="*/ 77 w 154"/>
                <a:gd name="T3" fmla="*/ 21 h 172"/>
                <a:gd name="T4" fmla="*/ 25 w 154"/>
                <a:gd name="T5" fmla="*/ 76 h 172"/>
                <a:gd name="T6" fmla="*/ 129 w 154"/>
                <a:gd name="T7" fmla="*/ 76 h 172"/>
                <a:gd name="T8" fmla="*/ 81 w 154"/>
                <a:gd name="T9" fmla="*/ 172 h 172"/>
                <a:gd name="T10" fmla="*/ 0 w 154"/>
                <a:gd name="T11" fmla="*/ 86 h 172"/>
                <a:gd name="T12" fmla="*/ 0 w 154"/>
                <a:gd name="T13" fmla="*/ 85 h 172"/>
                <a:gd name="T14" fmla="*/ 78 w 154"/>
                <a:gd name="T15" fmla="*/ 0 h 172"/>
                <a:gd name="T16" fmla="*/ 154 w 154"/>
                <a:gd name="T17" fmla="*/ 83 h 172"/>
                <a:gd name="T18" fmla="*/ 142 w 154"/>
                <a:gd name="T19" fmla="*/ 95 h 172"/>
                <a:gd name="T20" fmla="*/ 25 w 154"/>
                <a:gd name="T21" fmla="*/ 95 h 172"/>
                <a:gd name="T22" fmla="*/ 82 w 154"/>
                <a:gd name="T23" fmla="*/ 150 h 172"/>
                <a:gd name="T24" fmla="*/ 129 w 154"/>
                <a:gd name="T25" fmla="*/ 131 h 172"/>
                <a:gd name="T26" fmla="*/ 136 w 154"/>
                <a:gd name="T27" fmla="*/ 128 h 172"/>
                <a:gd name="T28" fmla="*/ 146 w 154"/>
                <a:gd name="T29" fmla="*/ 139 h 172"/>
                <a:gd name="T30" fmla="*/ 142 w 154"/>
                <a:gd name="T31" fmla="*/ 147 h 172"/>
                <a:gd name="T32" fmla="*/ 81 w 154"/>
                <a:gd name="T33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54" h="172">
                  <a:moveTo>
                    <a:pt x="129" y="76"/>
                  </a:moveTo>
                  <a:cubicBezTo>
                    <a:pt x="127" y="47"/>
                    <a:pt x="110" y="21"/>
                    <a:pt x="77" y="21"/>
                  </a:cubicBezTo>
                  <a:cubicBezTo>
                    <a:pt x="49" y="21"/>
                    <a:pt x="28" y="44"/>
                    <a:pt x="25" y="76"/>
                  </a:cubicBezTo>
                  <a:lnTo>
                    <a:pt x="129" y="76"/>
                  </a:lnTo>
                  <a:close/>
                  <a:moveTo>
                    <a:pt x="81" y="172"/>
                  </a:moveTo>
                  <a:cubicBezTo>
                    <a:pt x="36" y="172"/>
                    <a:pt x="0" y="137"/>
                    <a:pt x="0" y="86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38"/>
                    <a:pt x="33" y="0"/>
                    <a:pt x="78" y="0"/>
                  </a:cubicBezTo>
                  <a:cubicBezTo>
                    <a:pt x="126" y="0"/>
                    <a:pt x="154" y="40"/>
                    <a:pt x="154" y="83"/>
                  </a:cubicBezTo>
                  <a:cubicBezTo>
                    <a:pt x="154" y="90"/>
                    <a:pt x="148" y="95"/>
                    <a:pt x="142" y="95"/>
                  </a:cubicBezTo>
                  <a:cubicBezTo>
                    <a:pt x="25" y="95"/>
                    <a:pt x="25" y="95"/>
                    <a:pt x="25" y="95"/>
                  </a:cubicBezTo>
                  <a:cubicBezTo>
                    <a:pt x="28" y="130"/>
                    <a:pt x="53" y="150"/>
                    <a:pt x="82" y="150"/>
                  </a:cubicBezTo>
                  <a:cubicBezTo>
                    <a:pt x="102" y="150"/>
                    <a:pt x="117" y="142"/>
                    <a:pt x="129" y="131"/>
                  </a:cubicBezTo>
                  <a:cubicBezTo>
                    <a:pt x="131" y="130"/>
                    <a:pt x="133" y="128"/>
                    <a:pt x="136" y="128"/>
                  </a:cubicBezTo>
                  <a:cubicBezTo>
                    <a:pt x="142" y="128"/>
                    <a:pt x="146" y="133"/>
                    <a:pt x="146" y="139"/>
                  </a:cubicBezTo>
                  <a:cubicBezTo>
                    <a:pt x="146" y="142"/>
                    <a:pt x="145" y="145"/>
                    <a:pt x="142" y="147"/>
                  </a:cubicBezTo>
                  <a:cubicBezTo>
                    <a:pt x="127" y="162"/>
                    <a:pt x="109" y="172"/>
                    <a:pt x="81" y="172"/>
                  </a:cubicBezTo>
                </a:path>
              </a:pathLst>
            </a:custGeom>
            <a:solidFill>
              <a:srgbClr val="717073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aseline="0" dirty="0"/>
            </a:p>
          </p:txBody>
        </p:sp>
        <p:sp>
          <p:nvSpPr>
            <p:cNvPr id="812" name="Freeform 9">
              <a:extLst>
                <a:ext uri="{FF2B5EF4-FFF2-40B4-BE49-F238E27FC236}">
                  <a16:creationId xmlns:a16="http://schemas.microsoft.com/office/drawing/2014/main" id="{69673DE0-9CCC-4A63-9A87-940CB560CBC3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2503488" y="5649913"/>
              <a:ext cx="547688" cy="655638"/>
            </a:xfrm>
            <a:custGeom>
              <a:avLst/>
              <a:gdLst>
                <a:gd name="T0" fmla="*/ 122 w 146"/>
                <a:gd name="T1" fmla="*/ 107 h 172"/>
                <a:gd name="T2" fmla="*/ 122 w 146"/>
                <a:gd name="T3" fmla="*/ 91 h 172"/>
                <a:gd name="T4" fmla="*/ 74 w 146"/>
                <a:gd name="T5" fmla="*/ 84 h 172"/>
                <a:gd name="T6" fmla="*/ 25 w 146"/>
                <a:gd name="T7" fmla="*/ 118 h 172"/>
                <a:gd name="T8" fmla="*/ 25 w 146"/>
                <a:gd name="T9" fmla="*/ 119 h 172"/>
                <a:gd name="T10" fmla="*/ 67 w 146"/>
                <a:gd name="T11" fmla="*/ 152 h 172"/>
                <a:gd name="T12" fmla="*/ 122 w 146"/>
                <a:gd name="T13" fmla="*/ 107 h 172"/>
                <a:gd name="T14" fmla="*/ 0 w 146"/>
                <a:gd name="T15" fmla="*/ 120 h 172"/>
                <a:gd name="T16" fmla="*/ 0 w 146"/>
                <a:gd name="T17" fmla="*/ 119 h 172"/>
                <a:gd name="T18" fmla="*/ 71 w 146"/>
                <a:gd name="T19" fmla="*/ 66 h 172"/>
                <a:gd name="T20" fmla="*/ 122 w 146"/>
                <a:gd name="T21" fmla="*/ 73 h 172"/>
                <a:gd name="T22" fmla="*/ 122 w 146"/>
                <a:gd name="T23" fmla="*/ 67 h 172"/>
                <a:gd name="T24" fmla="*/ 73 w 146"/>
                <a:gd name="T25" fmla="*/ 22 h 172"/>
                <a:gd name="T26" fmla="*/ 34 w 146"/>
                <a:gd name="T27" fmla="*/ 30 h 172"/>
                <a:gd name="T28" fmla="*/ 30 w 146"/>
                <a:gd name="T29" fmla="*/ 31 h 172"/>
                <a:gd name="T30" fmla="*/ 19 w 146"/>
                <a:gd name="T31" fmla="*/ 20 h 172"/>
                <a:gd name="T32" fmla="*/ 26 w 146"/>
                <a:gd name="T33" fmla="*/ 10 h 172"/>
                <a:gd name="T34" fmla="*/ 75 w 146"/>
                <a:gd name="T35" fmla="*/ 0 h 172"/>
                <a:gd name="T36" fmla="*/ 129 w 146"/>
                <a:gd name="T37" fmla="*/ 19 h 172"/>
                <a:gd name="T38" fmla="*/ 146 w 146"/>
                <a:gd name="T39" fmla="*/ 67 h 172"/>
                <a:gd name="T40" fmla="*/ 146 w 146"/>
                <a:gd name="T41" fmla="*/ 158 h 172"/>
                <a:gd name="T42" fmla="*/ 134 w 146"/>
                <a:gd name="T43" fmla="*/ 170 h 172"/>
                <a:gd name="T44" fmla="*/ 122 w 146"/>
                <a:gd name="T45" fmla="*/ 159 h 172"/>
                <a:gd name="T46" fmla="*/ 122 w 146"/>
                <a:gd name="T47" fmla="*/ 143 h 172"/>
                <a:gd name="T48" fmla="*/ 62 w 146"/>
                <a:gd name="T49" fmla="*/ 172 h 172"/>
                <a:gd name="T50" fmla="*/ 0 w 146"/>
                <a:gd name="T51" fmla="*/ 120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46" h="172">
                  <a:moveTo>
                    <a:pt x="122" y="107"/>
                  </a:moveTo>
                  <a:cubicBezTo>
                    <a:pt x="122" y="91"/>
                    <a:pt x="122" y="91"/>
                    <a:pt x="122" y="91"/>
                  </a:cubicBezTo>
                  <a:cubicBezTo>
                    <a:pt x="110" y="88"/>
                    <a:pt x="94" y="84"/>
                    <a:pt x="74" y="84"/>
                  </a:cubicBezTo>
                  <a:cubicBezTo>
                    <a:pt x="43" y="84"/>
                    <a:pt x="25" y="98"/>
                    <a:pt x="25" y="118"/>
                  </a:cubicBezTo>
                  <a:cubicBezTo>
                    <a:pt x="25" y="119"/>
                    <a:pt x="25" y="119"/>
                    <a:pt x="25" y="119"/>
                  </a:cubicBezTo>
                  <a:cubicBezTo>
                    <a:pt x="25" y="140"/>
                    <a:pt x="45" y="152"/>
                    <a:pt x="67" y="152"/>
                  </a:cubicBezTo>
                  <a:cubicBezTo>
                    <a:pt x="97" y="152"/>
                    <a:pt x="122" y="133"/>
                    <a:pt x="122" y="107"/>
                  </a:cubicBezTo>
                  <a:moveTo>
                    <a:pt x="0" y="120"/>
                  </a:moveTo>
                  <a:cubicBezTo>
                    <a:pt x="0" y="119"/>
                    <a:pt x="0" y="119"/>
                    <a:pt x="0" y="119"/>
                  </a:cubicBezTo>
                  <a:cubicBezTo>
                    <a:pt x="0" y="85"/>
                    <a:pt x="29" y="66"/>
                    <a:pt x="71" y="66"/>
                  </a:cubicBezTo>
                  <a:cubicBezTo>
                    <a:pt x="92" y="66"/>
                    <a:pt x="107" y="69"/>
                    <a:pt x="122" y="73"/>
                  </a:cubicBezTo>
                  <a:cubicBezTo>
                    <a:pt x="122" y="67"/>
                    <a:pt x="122" y="67"/>
                    <a:pt x="122" y="67"/>
                  </a:cubicBezTo>
                  <a:cubicBezTo>
                    <a:pt x="122" y="37"/>
                    <a:pt x="104" y="22"/>
                    <a:pt x="73" y="22"/>
                  </a:cubicBezTo>
                  <a:cubicBezTo>
                    <a:pt x="56" y="22"/>
                    <a:pt x="46" y="24"/>
                    <a:pt x="34" y="30"/>
                  </a:cubicBezTo>
                  <a:cubicBezTo>
                    <a:pt x="33" y="30"/>
                    <a:pt x="31" y="31"/>
                    <a:pt x="30" y="31"/>
                  </a:cubicBezTo>
                  <a:cubicBezTo>
                    <a:pt x="24" y="31"/>
                    <a:pt x="19" y="26"/>
                    <a:pt x="19" y="20"/>
                  </a:cubicBezTo>
                  <a:cubicBezTo>
                    <a:pt x="19" y="15"/>
                    <a:pt x="21" y="12"/>
                    <a:pt x="26" y="10"/>
                  </a:cubicBezTo>
                  <a:cubicBezTo>
                    <a:pt x="42" y="3"/>
                    <a:pt x="54" y="0"/>
                    <a:pt x="75" y="0"/>
                  </a:cubicBezTo>
                  <a:cubicBezTo>
                    <a:pt x="99" y="0"/>
                    <a:pt x="117" y="6"/>
                    <a:pt x="129" y="19"/>
                  </a:cubicBezTo>
                  <a:cubicBezTo>
                    <a:pt x="140" y="30"/>
                    <a:pt x="146" y="46"/>
                    <a:pt x="146" y="67"/>
                  </a:cubicBezTo>
                  <a:cubicBezTo>
                    <a:pt x="146" y="158"/>
                    <a:pt x="146" y="158"/>
                    <a:pt x="146" y="158"/>
                  </a:cubicBezTo>
                  <a:cubicBezTo>
                    <a:pt x="146" y="165"/>
                    <a:pt x="141" y="170"/>
                    <a:pt x="134" y="170"/>
                  </a:cubicBezTo>
                  <a:cubicBezTo>
                    <a:pt x="127" y="170"/>
                    <a:pt x="122" y="165"/>
                    <a:pt x="122" y="159"/>
                  </a:cubicBezTo>
                  <a:cubicBezTo>
                    <a:pt x="122" y="143"/>
                    <a:pt x="122" y="143"/>
                    <a:pt x="122" y="143"/>
                  </a:cubicBezTo>
                  <a:cubicBezTo>
                    <a:pt x="111" y="158"/>
                    <a:pt x="91" y="172"/>
                    <a:pt x="62" y="172"/>
                  </a:cubicBezTo>
                  <a:cubicBezTo>
                    <a:pt x="32" y="172"/>
                    <a:pt x="0" y="154"/>
                    <a:pt x="0" y="120"/>
                  </a:cubicBezTo>
                </a:path>
              </a:pathLst>
            </a:custGeom>
            <a:solidFill>
              <a:srgbClr val="717073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aseline="0" dirty="0"/>
            </a:p>
          </p:txBody>
        </p:sp>
        <p:sp>
          <p:nvSpPr>
            <p:cNvPr id="834" name="Freeform 10">
              <a:extLst>
                <a:ext uri="{FF2B5EF4-FFF2-40B4-BE49-F238E27FC236}">
                  <a16:creationId xmlns:a16="http://schemas.microsoft.com/office/drawing/2014/main" id="{ABAD9A92-A0D4-4804-B114-CF0DA29A147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4138" y="5622925"/>
              <a:ext cx="1635125" cy="682625"/>
            </a:xfrm>
            <a:custGeom>
              <a:avLst/>
              <a:gdLst>
                <a:gd name="T0" fmla="*/ 49 w 435"/>
                <a:gd name="T1" fmla="*/ 18 h 179"/>
                <a:gd name="T2" fmla="*/ 17 w 435"/>
                <a:gd name="T3" fmla="*/ 6 h 179"/>
                <a:gd name="T4" fmla="*/ 6 w 435"/>
                <a:gd name="T5" fmla="*/ 37 h 179"/>
                <a:gd name="T6" fmla="*/ 58 w 435"/>
                <a:gd name="T7" fmla="*/ 152 h 179"/>
                <a:gd name="T8" fmla="*/ 92 w 435"/>
                <a:gd name="T9" fmla="*/ 179 h 179"/>
                <a:gd name="T10" fmla="*/ 125 w 435"/>
                <a:gd name="T11" fmla="*/ 152 h 179"/>
                <a:gd name="T12" fmla="*/ 171 w 435"/>
                <a:gd name="T13" fmla="*/ 51 h 179"/>
                <a:gd name="T14" fmla="*/ 178 w 435"/>
                <a:gd name="T15" fmla="*/ 46 h 179"/>
                <a:gd name="T16" fmla="*/ 185 w 435"/>
                <a:gd name="T17" fmla="*/ 54 h 179"/>
                <a:gd name="T18" fmla="*/ 185 w 435"/>
                <a:gd name="T19" fmla="*/ 151 h 179"/>
                <a:gd name="T20" fmla="*/ 209 w 435"/>
                <a:gd name="T21" fmla="*/ 179 h 179"/>
                <a:gd name="T22" fmla="*/ 234 w 435"/>
                <a:gd name="T23" fmla="*/ 151 h 179"/>
                <a:gd name="T24" fmla="*/ 234 w 435"/>
                <a:gd name="T25" fmla="*/ 72 h 179"/>
                <a:gd name="T26" fmla="*/ 260 w 435"/>
                <a:gd name="T27" fmla="*/ 46 h 179"/>
                <a:gd name="T28" fmla="*/ 285 w 435"/>
                <a:gd name="T29" fmla="*/ 72 h 179"/>
                <a:gd name="T30" fmla="*/ 285 w 435"/>
                <a:gd name="T31" fmla="*/ 151 h 179"/>
                <a:gd name="T32" fmla="*/ 310 w 435"/>
                <a:gd name="T33" fmla="*/ 179 h 179"/>
                <a:gd name="T34" fmla="*/ 334 w 435"/>
                <a:gd name="T35" fmla="*/ 151 h 179"/>
                <a:gd name="T36" fmla="*/ 334 w 435"/>
                <a:gd name="T37" fmla="*/ 72 h 179"/>
                <a:gd name="T38" fmla="*/ 360 w 435"/>
                <a:gd name="T39" fmla="*/ 46 h 179"/>
                <a:gd name="T40" fmla="*/ 385 w 435"/>
                <a:gd name="T41" fmla="*/ 72 h 179"/>
                <a:gd name="T42" fmla="*/ 385 w 435"/>
                <a:gd name="T43" fmla="*/ 151 h 179"/>
                <a:gd name="T44" fmla="*/ 410 w 435"/>
                <a:gd name="T45" fmla="*/ 179 h 179"/>
                <a:gd name="T46" fmla="*/ 435 w 435"/>
                <a:gd name="T47" fmla="*/ 151 h 179"/>
                <a:gd name="T48" fmla="*/ 435 w 435"/>
                <a:gd name="T49" fmla="*/ 61 h 179"/>
                <a:gd name="T50" fmla="*/ 375 w 435"/>
                <a:gd name="T51" fmla="*/ 4 h 179"/>
                <a:gd name="T52" fmla="*/ 323 w 435"/>
                <a:gd name="T53" fmla="*/ 26 h 179"/>
                <a:gd name="T54" fmla="*/ 272 w 435"/>
                <a:gd name="T55" fmla="*/ 4 h 179"/>
                <a:gd name="T56" fmla="*/ 223 w 435"/>
                <a:gd name="T57" fmla="*/ 26 h 179"/>
                <a:gd name="T58" fmla="*/ 178 w 435"/>
                <a:gd name="T59" fmla="*/ 4 h 179"/>
                <a:gd name="T60" fmla="*/ 125 w 435"/>
                <a:gd name="T61" fmla="*/ 40 h 179"/>
                <a:gd name="T62" fmla="*/ 92 w 435"/>
                <a:gd name="T63" fmla="*/ 119 h 179"/>
                <a:gd name="T64" fmla="*/ 49 w 435"/>
                <a:gd name="T65" fmla="*/ 18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35" h="179">
                  <a:moveTo>
                    <a:pt x="49" y="18"/>
                  </a:moveTo>
                  <a:cubicBezTo>
                    <a:pt x="43" y="6"/>
                    <a:pt x="30" y="0"/>
                    <a:pt x="17" y="6"/>
                  </a:cubicBezTo>
                  <a:cubicBezTo>
                    <a:pt x="5" y="12"/>
                    <a:pt x="0" y="25"/>
                    <a:pt x="6" y="37"/>
                  </a:cubicBezTo>
                  <a:cubicBezTo>
                    <a:pt x="58" y="152"/>
                    <a:pt x="58" y="152"/>
                    <a:pt x="58" y="152"/>
                  </a:cubicBezTo>
                  <a:cubicBezTo>
                    <a:pt x="67" y="169"/>
                    <a:pt x="75" y="179"/>
                    <a:pt x="92" y="179"/>
                  </a:cubicBezTo>
                  <a:cubicBezTo>
                    <a:pt x="109" y="179"/>
                    <a:pt x="117" y="169"/>
                    <a:pt x="125" y="152"/>
                  </a:cubicBezTo>
                  <a:cubicBezTo>
                    <a:pt x="125" y="152"/>
                    <a:pt x="171" y="52"/>
                    <a:pt x="171" y="51"/>
                  </a:cubicBezTo>
                  <a:cubicBezTo>
                    <a:pt x="172" y="50"/>
                    <a:pt x="173" y="46"/>
                    <a:pt x="178" y="46"/>
                  </a:cubicBezTo>
                  <a:cubicBezTo>
                    <a:pt x="182" y="47"/>
                    <a:pt x="185" y="50"/>
                    <a:pt x="185" y="54"/>
                  </a:cubicBezTo>
                  <a:cubicBezTo>
                    <a:pt x="185" y="151"/>
                    <a:pt x="185" y="151"/>
                    <a:pt x="185" y="151"/>
                  </a:cubicBezTo>
                  <a:cubicBezTo>
                    <a:pt x="185" y="166"/>
                    <a:pt x="193" y="179"/>
                    <a:pt x="209" y="179"/>
                  </a:cubicBezTo>
                  <a:cubicBezTo>
                    <a:pt x="225" y="179"/>
                    <a:pt x="234" y="166"/>
                    <a:pt x="234" y="151"/>
                  </a:cubicBezTo>
                  <a:cubicBezTo>
                    <a:pt x="234" y="72"/>
                    <a:pt x="234" y="72"/>
                    <a:pt x="234" y="72"/>
                  </a:cubicBezTo>
                  <a:cubicBezTo>
                    <a:pt x="234" y="56"/>
                    <a:pt x="245" y="46"/>
                    <a:pt x="260" y="46"/>
                  </a:cubicBezTo>
                  <a:cubicBezTo>
                    <a:pt x="275" y="46"/>
                    <a:pt x="285" y="57"/>
                    <a:pt x="285" y="72"/>
                  </a:cubicBezTo>
                  <a:cubicBezTo>
                    <a:pt x="285" y="151"/>
                    <a:pt x="285" y="151"/>
                    <a:pt x="285" y="151"/>
                  </a:cubicBezTo>
                  <a:cubicBezTo>
                    <a:pt x="285" y="166"/>
                    <a:pt x="294" y="179"/>
                    <a:pt x="310" y="179"/>
                  </a:cubicBezTo>
                  <a:cubicBezTo>
                    <a:pt x="326" y="179"/>
                    <a:pt x="334" y="166"/>
                    <a:pt x="334" y="151"/>
                  </a:cubicBezTo>
                  <a:cubicBezTo>
                    <a:pt x="334" y="72"/>
                    <a:pt x="334" y="72"/>
                    <a:pt x="334" y="72"/>
                  </a:cubicBezTo>
                  <a:cubicBezTo>
                    <a:pt x="334" y="56"/>
                    <a:pt x="345" y="46"/>
                    <a:pt x="360" y="46"/>
                  </a:cubicBezTo>
                  <a:cubicBezTo>
                    <a:pt x="375" y="46"/>
                    <a:pt x="385" y="57"/>
                    <a:pt x="385" y="72"/>
                  </a:cubicBezTo>
                  <a:cubicBezTo>
                    <a:pt x="385" y="151"/>
                    <a:pt x="385" y="151"/>
                    <a:pt x="385" y="151"/>
                  </a:cubicBezTo>
                  <a:cubicBezTo>
                    <a:pt x="385" y="166"/>
                    <a:pt x="394" y="179"/>
                    <a:pt x="410" y="179"/>
                  </a:cubicBezTo>
                  <a:cubicBezTo>
                    <a:pt x="426" y="179"/>
                    <a:pt x="435" y="166"/>
                    <a:pt x="435" y="151"/>
                  </a:cubicBezTo>
                  <a:cubicBezTo>
                    <a:pt x="435" y="61"/>
                    <a:pt x="435" y="61"/>
                    <a:pt x="435" y="61"/>
                  </a:cubicBezTo>
                  <a:cubicBezTo>
                    <a:pt x="435" y="27"/>
                    <a:pt x="408" y="4"/>
                    <a:pt x="375" y="4"/>
                  </a:cubicBezTo>
                  <a:cubicBezTo>
                    <a:pt x="343" y="4"/>
                    <a:pt x="323" y="26"/>
                    <a:pt x="323" y="26"/>
                  </a:cubicBezTo>
                  <a:cubicBezTo>
                    <a:pt x="312" y="12"/>
                    <a:pt x="297" y="4"/>
                    <a:pt x="272" y="4"/>
                  </a:cubicBezTo>
                  <a:cubicBezTo>
                    <a:pt x="246" y="4"/>
                    <a:pt x="223" y="26"/>
                    <a:pt x="223" y="26"/>
                  </a:cubicBezTo>
                  <a:cubicBezTo>
                    <a:pt x="212" y="12"/>
                    <a:pt x="194" y="4"/>
                    <a:pt x="178" y="4"/>
                  </a:cubicBezTo>
                  <a:cubicBezTo>
                    <a:pt x="155" y="4"/>
                    <a:pt x="136" y="14"/>
                    <a:pt x="125" y="40"/>
                  </a:cubicBezTo>
                  <a:cubicBezTo>
                    <a:pt x="92" y="119"/>
                    <a:pt x="92" y="119"/>
                    <a:pt x="92" y="119"/>
                  </a:cubicBezTo>
                  <a:lnTo>
                    <a:pt x="49" y="18"/>
                  </a:lnTo>
                  <a:close/>
                </a:path>
              </a:pathLst>
            </a:custGeom>
            <a:solidFill>
              <a:srgbClr val="717073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aseline="0" dirty="0"/>
            </a:p>
          </p:txBody>
        </p:sp>
        <p:sp>
          <p:nvSpPr>
            <p:cNvPr id="835" name="Freeform 11">
              <a:extLst>
                <a:ext uri="{FF2B5EF4-FFF2-40B4-BE49-F238E27FC236}">
                  <a16:creationId xmlns:a16="http://schemas.microsoft.com/office/drawing/2014/main" id="{160007E3-2542-4058-B0C8-17A6B1D181E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4097338" y="5649913"/>
              <a:ext cx="149225" cy="157163"/>
            </a:xfrm>
            <a:custGeom>
              <a:avLst/>
              <a:gdLst>
                <a:gd name="T0" fmla="*/ 37 w 40"/>
                <a:gd name="T1" fmla="*/ 20 h 41"/>
                <a:gd name="T2" fmla="*/ 37 w 40"/>
                <a:gd name="T3" fmla="*/ 20 h 41"/>
                <a:gd name="T4" fmla="*/ 20 w 40"/>
                <a:gd name="T5" fmla="*/ 4 h 41"/>
                <a:gd name="T6" fmla="*/ 3 w 40"/>
                <a:gd name="T7" fmla="*/ 20 h 41"/>
                <a:gd name="T8" fmla="*/ 3 w 40"/>
                <a:gd name="T9" fmla="*/ 21 h 41"/>
                <a:gd name="T10" fmla="*/ 20 w 40"/>
                <a:gd name="T11" fmla="*/ 37 h 41"/>
                <a:gd name="T12" fmla="*/ 37 w 40"/>
                <a:gd name="T13" fmla="*/ 20 h 41"/>
                <a:gd name="T14" fmla="*/ 0 w 40"/>
                <a:gd name="T15" fmla="*/ 21 h 41"/>
                <a:gd name="T16" fmla="*/ 0 w 40"/>
                <a:gd name="T17" fmla="*/ 20 h 41"/>
                <a:gd name="T18" fmla="*/ 20 w 40"/>
                <a:gd name="T19" fmla="*/ 0 h 41"/>
                <a:gd name="T20" fmla="*/ 40 w 40"/>
                <a:gd name="T21" fmla="*/ 20 h 41"/>
                <a:gd name="T22" fmla="*/ 40 w 40"/>
                <a:gd name="T23" fmla="*/ 20 h 41"/>
                <a:gd name="T24" fmla="*/ 20 w 40"/>
                <a:gd name="T25" fmla="*/ 41 h 41"/>
                <a:gd name="T26" fmla="*/ 0 w 40"/>
                <a:gd name="T27" fmla="*/ 21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0" h="41">
                  <a:moveTo>
                    <a:pt x="37" y="20"/>
                  </a:moveTo>
                  <a:cubicBezTo>
                    <a:pt x="37" y="20"/>
                    <a:pt x="37" y="20"/>
                    <a:pt x="37" y="20"/>
                  </a:cubicBezTo>
                  <a:cubicBezTo>
                    <a:pt x="37" y="11"/>
                    <a:pt x="29" y="4"/>
                    <a:pt x="20" y="4"/>
                  </a:cubicBezTo>
                  <a:cubicBezTo>
                    <a:pt x="11" y="4"/>
                    <a:pt x="3" y="11"/>
                    <a:pt x="3" y="20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3" y="30"/>
                    <a:pt x="11" y="37"/>
                    <a:pt x="20" y="37"/>
                  </a:cubicBezTo>
                  <a:cubicBezTo>
                    <a:pt x="29" y="37"/>
                    <a:pt x="37" y="30"/>
                    <a:pt x="37" y="20"/>
                  </a:cubicBezTo>
                  <a:moveTo>
                    <a:pt x="0" y="21"/>
                  </a:moveTo>
                  <a:cubicBezTo>
                    <a:pt x="0" y="20"/>
                    <a:pt x="0" y="20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20"/>
                    <a:pt x="40" y="20"/>
                    <a:pt x="40" y="20"/>
                  </a:cubicBezTo>
                  <a:cubicBezTo>
                    <a:pt x="40" y="32"/>
                    <a:pt x="31" y="41"/>
                    <a:pt x="20" y="41"/>
                  </a:cubicBezTo>
                  <a:cubicBezTo>
                    <a:pt x="8" y="41"/>
                    <a:pt x="0" y="32"/>
                    <a:pt x="0" y="21"/>
                  </a:cubicBezTo>
                </a:path>
              </a:pathLst>
            </a:custGeom>
            <a:solidFill>
              <a:srgbClr val="717073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aseline="0" dirty="0"/>
            </a:p>
          </p:txBody>
        </p:sp>
        <p:sp>
          <p:nvSpPr>
            <p:cNvPr id="861" name="Freeform 12">
              <a:extLst>
                <a:ext uri="{FF2B5EF4-FFF2-40B4-BE49-F238E27FC236}">
                  <a16:creationId xmlns:a16="http://schemas.microsoft.com/office/drawing/2014/main" id="{2E0E48D4-9CE0-44CE-8AFF-A45861D2B75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4141788" y="5688013"/>
              <a:ext cx="63500" cy="76200"/>
            </a:xfrm>
            <a:custGeom>
              <a:avLst/>
              <a:gdLst>
                <a:gd name="T0" fmla="*/ 9 w 17"/>
                <a:gd name="T1" fmla="*/ 10 h 20"/>
                <a:gd name="T2" fmla="*/ 12 w 17"/>
                <a:gd name="T3" fmla="*/ 7 h 20"/>
                <a:gd name="T4" fmla="*/ 12 w 17"/>
                <a:gd name="T5" fmla="*/ 7 h 20"/>
                <a:gd name="T6" fmla="*/ 9 w 17"/>
                <a:gd name="T7" fmla="*/ 4 h 20"/>
                <a:gd name="T8" fmla="*/ 5 w 17"/>
                <a:gd name="T9" fmla="*/ 4 h 20"/>
                <a:gd name="T10" fmla="*/ 5 w 17"/>
                <a:gd name="T11" fmla="*/ 10 h 20"/>
                <a:gd name="T12" fmla="*/ 9 w 17"/>
                <a:gd name="T13" fmla="*/ 10 h 20"/>
                <a:gd name="T14" fmla="*/ 0 w 17"/>
                <a:gd name="T15" fmla="*/ 2 h 20"/>
                <a:gd name="T16" fmla="*/ 2 w 17"/>
                <a:gd name="T17" fmla="*/ 0 h 20"/>
                <a:gd name="T18" fmla="*/ 9 w 17"/>
                <a:gd name="T19" fmla="*/ 0 h 20"/>
                <a:gd name="T20" fmla="*/ 15 w 17"/>
                <a:gd name="T21" fmla="*/ 2 h 20"/>
                <a:gd name="T22" fmla="*/ 17 w 17"/>
                <a:gd name="T23" fmla="*/ 7 h 20"/>
                <a:gd name="T24" fmla="*/ 17 w 17"/>
                <a:gd name="T25" fmla="*/ 7 h 20"/>
                <a:gd name="T26" fmla="*/ 13 w 17"/>
                <a:gd name="T27" fmla="*/ 13 h 20"/>
                <a:gd name="T28" fmla="*/ 16 w 17"/>
                <a:gd name="T29" fmla="*/ 17 h 20"/>
                <a:gd name="T30" fmla="*/ 16 w 17"/>
                <a:gd name="T31" fmla="*/ 18 h 20"/>
                <a:gd name="T32" fmla="*/ 14 w 17"/>
                <a:gd name="T33" fmla="*/ 20 h 20"/>
                <a:gd name="T34" fmla="*/ 12 w 17"/>
                <a:gd name="T35" fmla="*/ 19 h 20"/>
                <a:gd name="T36" fmla="*/ 8 w 17"/>
                <a:gd name="T37" fmla="*/ 14 h 20"/>
                <a:gd name="T38" fmla="*/ 5 w 17"/>
                <a:gd name="T39" fmla="*/ 14 h 20"/>
                <a:gd name="T40" fmla="*/ 5 w 17"/>
                <a:gd name="T41" fmla="*/ 18 h 20"/>
                <a:gd name="T42" fmla="*/ 2 w 17"/>
                <a:gd name="T43" fmla="*/ 20 h 20"/>
                <a:gd name="T44" fmla="*/ 0 w 17"/>
                <a:gd name="T45" fmla="*/ 18 h 20"/>
                <a:gd name="T46" fmla="*/ 0 w 17"/>
                <a:gd name="T47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7" h="20">
                  <a:moveTo>
                    <a:pt x="9" y="10"/>
                  </a:moveTo>
                  <a:cubicBezTo>
                    <a:pt x="11" y="10"/>
                    <a:pt x="12" y="9"/>
                    <a:pt x="12" y="7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2" y="5"/>
                    <a:pt x="11" y="4"/>
                    <a:pt x="9" y="4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5" y="10"/>
                    <a:pt x="5" y="10"/>
                    <a:pt x="5" y="10"/>
                  </a:cubicBezTo>
                  <a:lnTo>
                    <a:pt x="9" y="10"/>
                  </a:lnTo>
                  <a:close/>
                  <a:moveTo>
                    <a:pt x="0" y="2"/>
                  </a:moveTo>
                  <a:cubicBezTo>
                    <a:pt x="0" y="1"/>
                    <a:pt x="1" y="0"/>
                    <a:pt x="2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12" y="0"/>
                    <a:pt x="14" y="1"/>
                    <a:pt x="15" y="2"/>
                  </a:cubicBezTo>
                  <a:cubicBezTo>
                    <a:pt x="16" y="3"/>
                    <a:pt x="17" y="5"/>
                    <a:pt x="17" y="7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17" y="10"/>
                    <a:pt x="15" y="12"/>
                    <a:pt x="13" y="13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7"/>
                    <a:pt x="16" y="18"/>
                    <a:pt x="16" y="18"/>
                  </a:cubicBezTo>
                  <a:cubicBezTo>
                    <a:pt x="16" y="19"/>
                    <a:pt x="15" y="20"/>
                    <a:pt x="14" y="20"/>
                  </a:cubicBezTo>
                  <a:cubicBezTo>
                    <a:pt x="13" y="20"/>
                    <a:pt x="13" y="20"/>
                    <a:pt x="12" y="19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9"/>
                    <a:pt x="4" y="20"/>
                    <a:pt x="2" y="20"/>
                  </a:cubicBezTo>
                  <a:cubicBezTo>
                    <a:pt x="1" y="20"/>
                    <a:pt x="0" y="19"/>
                    <a:pt x="0" y="18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717073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aseline="0" dirty="0"/>
            </a:p>
          </p:txBody>
        </p:sp>
      </p:grpSp>
      <p:sp>
        <p:nvSpPr>
          <p:cNvPr id="865" name="Freeform: Shape 864">
            <a:extLst>
              <a:ext uri="{FF2B5EF4-FFF2-40B4-BE49-F238E27FC236}">
                <a16:creationId xmlns:a16="http://schemas.microsoft.com/office/drawing/2014/main" id="{E144BB42-8F82-4E98-A22B-CA1ED09613AE}"/>
              </a:ext>
            </a:extLst>
          </p:cNvPr>
          <p:cNvSpPr/>
          <p:nvPr/>
        </p:nvSpPr>
        <p:spPr bwMode="black">
          <a:xfrm>
            <a:off x="565464" y="2687486"/>
            <a:ext cx="45719" cy="1412491"/>
          </a:xfrm>
          <a:custGeom>
            <a:avLst/>
            <a:gdLst>
              <a:gd name="connsiteX0" fmla="*/ 0 w 45719"/>
              <a:gd name="connsiteY0" fmla="*/ 0 h 1412491"/>
              <a:gd name="connsiteX1" fmla="*/ 45719 w 45719"/>
              <a:gd name="connsiteY1" fmla="*/ 0 h 1412491"/>
              <a:gd name="connsiteX2" fmla="*/ 45719 w 45719"/>
              <a:gd name="connsiteY2" fmla="*/ 45129 h 1412491"/>
              <a:gd name="connsiteX3" fmla="*/ 45719 w 45719"/>
              <a:gd name="connsiteY3" fmla="*/ 1367362 h 1412491"/>
              <a:gd name="connsiteX4" fmla="*/ 45719 w 45719"/>
              <a:gd name="connsiteY4" fmla="*/ 1412491 h 1412491"/>
              <a:gd name="connsiteX5" fmla="*/ 0 w 45719"/>
              <a:gd name="connsiteY5" fmla="*/ 1412491 h 1412491"/>
              <a:gd name="connsiteX6" fmla="*/ 0 w 45719"/>
              <a:gd name="connsiteY6" fmla="*/ 1367362 h 1412491"/>
              <a:gd name="connsiteX7" fmla="*/ 0 w 45719"/>
              <a:gd name="connsiteY7" fmla="*/ 45129 h 141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719" h="1412491">
                <a:moveTo>
                  <a:pt x="0" y="0"/>
                </a:moveTo>
                <a:lnTo>
                  <a:pt x="45719" y="0"/>
                </a:lnTo>
                <a:lnTo>
                  <a:pt x="45719" y="45129"/>
                </a:lnTo>
                <a:lnTo>
                  <a:pt x="45719" y="1367362"/>
                </a:lnTo>
                <a:lnTo>
                  <a:pt x="45719" y="1412491"/>
                </a:lnTo>
                <a:lnTo>
                  <a:pt x="0" y="1412491"/>
                </a:lnTo>
                <a:lnTo>
                  <a:pt x="0" y="1367362"/>
                </a:lnTo>
                <a:lnTo>
                  <a:pt x="0" y="45129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12" name="TextBox 1511">
            <a:extLst>
              <a:ext uri="{FF2B5EF4-FFF2-40B4-BE49-F238E27FC236}">
                <a16:creationId xmlns:a16="http://schemas.microsoft.com/office/drawing/2014/main" id="{6C78DB77-69E8-414D-8309-EC1F1C8DCA8E}"/>
              </a:ext>
            </a:extLst>
          </p:cNvPr>
          <p:cNvSpPr txBox="1"/>
          <p:nvPr/>
        </p:nvSpPr>
        <p:spPr>
          <a:xfrm>
            <a:off x="11490941" y="6388099"/>
            <a:ext cx="437990" cy="3651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90000"/>
              </a:lnSpc>
            </a:pPr>
            <a:fld id="{7A51DB15-7364-4F0B-A3A0-1309F8830053}" type="slidenum">
              <a:rPr lang="en-US" sz="800" smtClean="0">
                <a:latin typeface="+mj-lt"/>
              </a:rPr>
              <a:pPr algn="r">
                <a:lnSpc>
                  <a:spcPct val="90000"/>
                </a:lnSpc>
              </a:pPr>
              <a:t>‹#›</a:t>
            </a:fld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44908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with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0" name="Rectangle 1869">
            <a:extLst>
              <a:ext uri="{FF2B5EF4-FFF2-40B4-BE49-F238E27FC236}">
                <a16:creationId xmlns:a16="http://schemas.microsoft.com/office/drawing/2014/main" id="{87DEB98F-E255-48BD-B862-71B16A67E330}"/>
              </a:ext>
            </a:extLst>
          </p:cNvPr>
          <p:cNvSpPr/>
          <p:nvPr userDrawn="1"/>
        </p:nvSpPr>
        <p:spPr bwMode="gray">
          <a:xfrm>
            <a:off x="4852551" y="1935282"/>
            <a:ext cx="7342623" cy="2915194"/>
          </a:xfrm>
          <a:prstGeom prst="rect">
            <a:avLst/>
          </a:prstGeom>
          <a:solidFill>
            <a:srgbClr val="C6C6C8">
              <a:lumMod val="40000"/>
              <a:lumOff val="60000"/>
            </a:srgb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kern="0" cap="none" spc="0" normalizeH="0" baseline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</a:endParaRPr>
          </a:p>
        </p:txBody>
      </p:sp>
      <p:sp>
        <p:nvSpPr>
          <p:cNvPr id="2055" name="Right Triangle 2054">
            <a:extLst>
              <a:ext uri="{FF2B5EF4-FFF2-40B4-BE49-F238E27FC236}">
                <a16:creationId xmlns:a16="http://schemas.microsoft.com/office/drawing/2014/main" id="{379E0254-E381-429F-8267-B64F0A64F01F}"/>
              </a:ext>
            </a:extLst>
          </p:cNvPr>
          <p:cNvSpPr/>
          <p:nvPr/>
        </p:nvSpPr>
        <p:spPr bwMode="gray">
          <a:xfrm flipV="1">
            <a:off x="6792036" y="3879273"/>
            <a:ext cx="971203" cy="971203"/>
          </a:xfrm>
          <a:prstGeom prst="rtTriangle">
            <a:avLst/>
          </a:prstGeom>
          <a:solidFill>
            <a:sysClr val="window" lastClr="FFFFFF">
              <a:alpha val="13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2058" name="Right Triangle 2057">
            <a:extLst>
              <a:ext uri="{FF2B5EF4-FFF2-40B4-BE49-F238E27FC236}">
                <a16:creationId xmlns:a16="http://schemas.microsoft.com/office/drawing/2014/main" id="{AD309C60-3500-4EAB-B8B3-1C4389B46638}"/>
              </a:ext>
            </a:extLst>
          </p:cNvPr>
          <p:cNvSpPr/>
          <p:nvPr/>
        </p:nvSpPr>
        <p:spPr bwMode="gray">
          <a:xfrm>
            <a:off x="6792036" y="2910641"/>
            <a:ext cx="971203" cy="971203"/>
          </a:xfrm>
          <a:prstGeom prst="rtTriangle">
            <a:avLst/>
          </a:prstGeom>
          <a:solidFill>
            <a:sysClr val="window" lastClr="FFFFFF">
              <a:alpha val="8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2060" name="Right Triangle 2059">
            <a:extLst>
              <a:ext uri="{FF2B5EF4-FFF2-40B4-BE49-F238E27FC236}">
                <a16:creationId xmlns:a16="http://schemas.microsoft.com/office/drawing/2014/main" id="{7ACD5E60-6BFC-44BF-BA51-40FFE210E52F}"/>
              </a:ext>
            </a:extLst>
          </p:cNvPr>
          <p:cNvSpPr/>
          <p:nvPr/>
        </p:nvSpPr>
        <p:spPr bwMode="gray">
          <a:xfrm>
            <a:off x="6792036" y="1942027"/>
            <a:ext cx="971203" cy="971203"/>
          </a:xfrm>
          <a:prstGeom prst="rtTriangle">
            <a:avLst/>
          </a:pr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2061" name="Right Triangle 2060">
            <a:extLst>
              <a:ext uri="{FF2B5EF4-FFF2-40B4-BE49-F238E27FC236}">
                <a16:creationId xmlns:a16="http://schemas.microsoft.com/office/drawing/2014/main" id="{87AD33CD-A516-4CDC-9B49-367540BB4D09}"/>
              </a:ext>
            </a:extLst>
          </p:cNvPr>
          <p:cNvSpPr/>
          <p:nvPr/>
        </p:nvSpPr>
        <p:spPr bwMode="gray">
          <a:xfrm rot="10800000">
            <a:off x="6792037" y="1942027"/>
            <a:ext cx="971203" cy="971203"/>
          </a:xfrm>
          <a:prstGeom prst="rtTriangle">
            <a:avLst/>
          </a:prstGeom>
          <a:solidFill>
            <a:sysClr val="window" lastClr="FFFFFF">
              <a:alpha val="11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2065" name="Right Triangle 2064">
            <a:extLst>
              <a:ext uri="{FF2B5EF4-FFF2-40B4-BE49-F238E27FC236}">
                <a16:creationId xmlns:a16="http://schemas.microsoft.com/office/drawing/2014/main" id="{BE366215-CBD9-4FFA-958F-037586C2A656}"/>
              </a:ext>
            </a:extLst>
          </p:cNvPr>
          <p:cNvSpPr/>
          <p:nvPr/>
        </p:nvSpPr>
        <p:spPr bwMode="gray">
          <a:xfrm flipH="1" flipV="1">
            <a:off x="7763239" y="3879273"/>
            <a:ext cx="971203" cy="971203"/>
          </a:xfrm>
          <a:prstGeom prst="rtTriangle">
            <a:avLst/>
          </a:prstGeom>
          <a:solidFill>
            <a:sysClr val="window" lastClr="FFFFFF">
              <a:alpha val="5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2066" name="Right Triangle 2065">
            <a:extLst>
              <a:ext uri="{FF2B5EF4-FFF2-40B4-BE49-F238E27FC236}">
                <a16:creationId xmlns:a16="http://schemas.microsoft.com/office/drawing/2014/main" id="{FB174B08-BC06-4B26-9CEA-0753BD7F16BC}"/>
              </a:ext>
            </a:extLst>
          </p:cNvPr>
          <p:cNvSpPr/>
          <p:nvPr/>
        </p:nvSpPr>
        <p:spPr bwMode="gray">
          <a:xfrm rot="10800000" flipH="1" flipV="1">
            <a:off x="7763240" y="3879273"/>
            <a:ext cx="971203" cy="971203"/>
          </a:xfrm>
          <a:prstGeom prst="rtTriangle">
            <a:avLst/>
          </a:prstGeom>
          <a:solidFill>
            <a:sysClr val="window" lastClr="FFFFFF">
              <a:alpha val="13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2068" name="Right Triangle 2067">
            <a:extLst>
              <a:ext uri="{FF2B5EF4-FFF2-40B4-BE49-F238E27FC236}">
                <a16:creationId xmlns:a16="http://schemas.microsoft.com/office/drawing/2014/main" id="{944C2EE1-0039-4616-8875-146C1099B1C1}"/>
              </a:ext>
            </a:extLst>
          </p:cNvPr>
          <p:cNvSpPr/>
          <p:nvPr/>
        </p:nvSpPr>
        <p:spPr bwMode="gray">
          <a:xfrm flipH="1">
            <a:off x="7763239" y="2910641"/>
            <a:ext cx="971203" cy="971203"/>
          </a:xfrm>
          <a:prstGeom prst="rtTriangle">
            <a:avLst/>
          </a:prstGeom>
          <a:solidFill>
            <a:sysClr val="window" lastClr="FFFFFF">
              <a:alpha val="13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2069" name="Right Triangle 2068">
            <a:extLst>
              <a:ext uri="{FF2B5EF4-FFF2-40B4-BE49-F238E27FC236}">
                <a16:creationId xmlns:a16="http://schemas.microsoft.com/office/drawing/2014/main" id="{4098F3BA-CE41-4565-8758-F3AE196BADDE}"/>
              </a:ext>
            </a:extLst>
          </p:cNvPr>
          <p:cNvSpPr/>
          <p:nvPr/>
        </p:nvSpPr>
        <p:spPr bwMode="gray">
          <a:xfrm rot="10800000" flipH="1">
            <a:off x="7763240" y="2910641"/>
            <a:ext cx="971203" cy="971203"/>
          </a:xfrm>
          <a:prstGeom prst="rtTriangle">
            <a:avLst/>
          </a:pr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2072" name="Right Triangle 2071">
            <a:extLst>
              <a:ext uri="{FF2B5EF4-FFF2-40B4-BE49-F238E27FC236}">
                <a16:creationId xmlns:a16="http://schemas.microsoft.com/office/drawing/2014/main" id="{32F085F8-0118-4937-B11E-6F4E2A7658C7}"/>
              </a:ext>
            </a:extLst>
          </p:cNvPr>
          <p:cNvSpPr/>
          <p:nvPr/>
        </p:nvSpPr>
        <p:spPr bwMode="gray">
          <a:xfrm flipH="1">
            <a:off x="7763239" y="1942027"/>
            <a:ext cx="971203" cy="971203"/>
          </a:xfrm>
          <a:prstGeom prst="rtTriangle">
            <a:avLst/>
          </a:prstGeom>
          <a:solidFill>
            <a:sysClr val="window" lastClr="FFFFFF">
              <a:alpha val="13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2073" name="Right Triangle 2072">
            <a:extLst>
              <a:ext uri="{FF2B5EF4-FFF2-40B4-BE49-F238E27FC236}">
                <a16:creationId xmlns:a16="http://schemas.microsoft.com/office/drawing/2014/main" id="{848EF73E-43B5-44C6-95BE-899BF79BB098}"/>
              </a:ext>
            </a:extLst>
          </p:cNvPr>
          <p:cNvSpPr/>
          <p:nvPr/>
        </p:nvSpPr>
        <p:spPr bwMode="gray">
          <a:xfrm rot="10800000" flipH="1">
            <a:off x="7763240" y="1942027"/>
            <a:ext cx="971203" cy="971203"/>
          </a:xfrm>
          <a:prstGeom prst="rtTriangle">
            <a:avLst/>
          </a:prstGeom>
          <a:solidFill>
            <a:sysClr val="window" lastClr="FFFFFF">
              <a:alpha val="5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2078" name="Right Triangle 2077">
            <a:extLst>
              <a:ext uri="{FF2B5EF4-FFF2-40B4-BE49-F238E27FC236}">
                <a16:creationId xmlns:a16="http://schemas.microsoft.com/office/drawing/2014/main" id="{07396E72-EB7E-4000-861F-EDA14C0C2066}"/>
              </a:ext>
            </a:extLst>
          </p:cNvPr>
          <p:cNvSpPr/>
          <p:nvPr/>
        </p:nvSpPr>
        <p:spPr bwMode="gray">
          <a:xfrm flipV="1">
            <a:off x="8734441" y="3879273"/>
            <a:ext cx="971203" cy="971203"/>
          </a:xfrm>
          <a:prstGeom prst="rtTriangle">
            <a:avLst/>
          </a:pr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2081" name="Right Triangle 2080">
            <a:extLst>
              <a:ext uri="{FF2B5EF4-FFF2-40B4-BE49-F238E27FC236}">
                <a16:creationId xmlns:a16="http://schemas.microsoft.com/office/drawing/2014/main" id="{C3D017B0-3559-48A4-9DD2-0EB889542971}"/>
              </a:ext>
            </a:extLst>
          </p:cNvPr>
          <p:cNvSpPr/>
          <p:nvPr/>
        </p:nvSpPr>
        <p:spPr bwMode="gray">
          <a:xfrm>
            <a:off x="8734441" y="2910641"/>
            <a:ext cx="971203" cy="971203"/>
          </a:xfrm>
          <a:prstGeom prst="rtTriangle">
            <a:avLst/>
          </a:prstGeom>
          <a:solidFill>
            <a:sysClr val="window" lastClr="FFFFFF">
              <a:alpha val="5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2082" name="Right Triangle 2081">
            <a:extLst>
              <a:ext uri="{FF2B5EF4-FFF2-40B4-BE49-F238E27FC236}">
                <a16:creationId xmlns:a16="http://schemas.microsoft.com/office/drawing/2014/main" id="{B4356A04-9CA5-48A5-AF9D-6AC4D3F0DE08}"/>
              </a:ext>
            </a:extLst>
          </p:cNvPr>
          <p:cNvSpPr/>
          <p:nvPr/>
        </p:nvSpPr>
        <p:spPr bwMode="gray">
          <a:xfrm rot="10800000">
            <a:off x="8734441" y="2910641"/>
            <a:ext cx="971203" cy="971203"/>
          </a:xfrm>
          <a:prstGeom prst="rtTriangle">
            <a:avLst/>
          </a:prstGeom>
          <a:solidFill>
            <a:sysClr val="window" lastClr="FFFFFF">
              <a:alpha val="9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2084" name="Right Triangle 2083">
            <a:extLst>
              <a:ext uri="{FF2B5EF4-FFF2-40B4-BE49-F238E27FC236}">
                <a16:creationId xmlns:a16="http://schemas.microsoft.com/office/drawing/2014/main" id="{1A9FF7BD-AFB6-435E-9C1D-5BFCE9944C30}"/>
              </a:ext>
            </a:extLst>
          </p:cNvPr>
          <p:cNvSpPr/>
          <p:nvPr/>
        </p:nvSpPr>
        <p:spPr bwMode="gray">
          <a:xfrm rot="10800000">
            <a:off x="8734441" y="1942027"/>
            <a:ext cx="971203" cy="971203"/>
          </a:xfrm>
          <a:prstGeom prst="rtTriangle">
            <a:avLst/>
          </a:pr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2089" name="Right Triangle 2088">
            <a:extLst>
              <a:ext uri="{FF2B5EF4-FFF2-40B4-BE49-F238E27FC236}">
                <a16:creationId xmlns:a16="http://schemas.microsoft.com/office/drawing/2014/main" id="{F2A2CBDB-A4CB-4BD2-B67D-738215683181}"/>
              </a:ext>
            </a:extLst>
          </p:cNvPr>
          <p:cNvSpPr/>
          <p:nvPr/>
        </p:nvSpPr>
        <p:spPr bwMode="gray">
          <a:xfrm flipH="1" flipV="1">
            <a:off x="9705645" y="3879273"/>
            <a:ext cx="971203" cy="971203"/>
          </a:xfrm>
          <a:prstGeom prst="rtTriangle">
            <a:avLst/>
          </a:prstGeom>
          <a:solidFill>
            <a:sysClr val="window" lastClr="FFFFFF">
              <a:alpha val="5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2090" name="Right Triangle 2089">
            <a:extLst>
              <a:ext uri="{FF2B5EF4-FFF2-40B4-BE49-F238E27FC236}">
                <a16:creationId xmlns:a16="http://schemas.microsoft.com/office/drawing/2014/main" id="{A1231640-872A-4ABD-9F11-4871F6543FA4}"/>
              </a:ext>
            </a:extLst>
          </p:cNvPr>
          <p:cNvSpPr/>
          <p:nvPr/>
        </p:nvSpPr>
        <p:spPr bwMode="gray">
          <a:xfrm rot="10800000" flipH="1" flipV="1">
            <a:off x="9705646" y="3879273"/>
            <a:ext cx="971203" cy="971203"/>
          </a:xfrm>
          <a:prstGeom prst="rtTriangle">
            <a:avLst/>
          </a:prstGeom>
          <a:solidFill>
            <a:sysClr val="window" lastClr="FFFFFF">
              <a:alpha val="9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2092" name="Right Triangle 2091">
            <a:extLst>
              <a:ext uri="{FF2B5EF4-FFF2-40B4-BE49-F238E27FC236}">
                <a16:creationId xmlns:a16="http://schemas.microsoft.com/office/drawing/2014/main" id="{99CDE09D-1B6D-48DF-84B6-98CD026A4CB4}"/>
              </a:ext>
            </a:extLst>
          </p:cNvPr>
          <p:cNvSpPr/>
          <p:nvPr/>
        </p:nvSpPr>
        <p:spPr bwMode="gray">
          <a:xfrm rot="10800000" flipH="1">
            <a:off x="9705645" y="2910641"/>
            <a:ext cx="971203" cy="971203"/>
          </a:xfrm>
          <a:prstGeom prst="rtTriangle">
            <a:avLst/>
          </a:pr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2095" name="Right Triangle 2094">
            <a:extLst>
              <a:ext uri="{FF2B5EF4-FFF2-40B4-BE49-F238E27FC236}">
                <a16:creationId xmlns:a16="http://schemas.microsoft.com/office/drawing/2014/main" id="{8595FC23-C645-4A52-8E9C-CACA695E7C6F}"/>
              </a:ext>
            </a:extLst>
          </p:cNvPr>
          <p:cNvSpPr/>
          <p:nvPr/>
        </p:nvSpPr>
        <p:spPr bwMode="gray">
          <a:xfrm flipH="1">
            <a:off x="9705645" y="1942027"/>
            <a:ext cx="971203" cy="971203"/>
          </a:xfrm>
          <a:prstGeom prst="rtTriangle">
            <a:avLst/>
          </a:prstGeom>
          <a:solidFill>
            <a:sysClr val="window" lastClr="FFFFFF">
              <a:alpha val="3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2096" name="Right Triangle 2095">
            <a:extLst>
              <a:ext uri="{FF2B5EF4-FFF2-40B4-BE49-F238E27FC236}">
                <a16:creationId xmlns:a16="http://schemas.microsoft.com/office/drawing/2014/main" id="{1AF14238-22B4-4861-9498-73032B272254}"/>
              </a:ext>
            </a:extLst>
          </p:cNvPr>
          <p:cNvSpPr/>
          <p:nvPr/>
        </p:nvSpPr>
        <p:spPr bwMode="gray">
          <a:xfrm rot="10800000" flipH="1">
            <a:off x="9705645" y="1942027"/>
            <a:ext cx="971203" cy="971203"/>
          </a:xfrm>
          <a:prstGeom prst="rtTriangle">
            <a:avLst/>
          </a:prstGeom>
          <a:solidFill>
            <a:sysClr val="window" lastClr="FFFFFF">
              <a:alpha val="12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249" name="Freeform: Shape 248">
            <a:extLst>
              <a:ext uri="{FF2B5EF4-FFF2-40B4-BE49-F238E27FC236}">
                <a16:creationId xmlns:a16="http://schemas.microsoft.com/office/drawing/2014/main" id="{EE1B428B-301B-4A2F-8A22-D4FE335540BF}"/>
              </a:ext>
            </a:extLst>
          </p:cNvPr>
          <p:cNvSpPr/>
          <p:nvPr/>
        </p:nvSpPr>
        <p:spPr bwMode="gray">
          <a:xfrm rot="10800000" flipH="1">
            <a:off x="11648955" y="1942027"/>
            <a:ext cx="546219" cy="971203"/>
          </a:xfrm>
          <a:custGeom>
            <a:avLst/>
            <a:gdLst>
              <a:gd name="connsiteX0" fmla="*/ 0 w 546219"/>
              <a:gd name="connsiteY0" fmla="*/ 971203 h 971203"/>
              <a:gd name="connsiteX1" fmla="*/ 546219 w 546219"/>
              <a:gd name="connsiteY1" fmla="*/ 971203 h 971203"/>
              <a:gd name="connsiteX2" fmla="*/ 546219 w 546219"/>
              <a:gd name="connsiteY2" fmla="*/ 546219 h 971203"/>
              <a:gd name="connsiteX3" fmla="*/ 0 w 546219"/>
              <a:gd name="connsiteY3" fmla="*/ 0 h 971203"/>
              <a:gd name="connsiteX4" fmla="*/ 0 w 546219"/>
              <a:gd name="connsiteY4" fmla="*/ 971203 h 9712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6219" h="971203">
                <a:moveTo>
                  <a:pt x="0" y="971203"/>
                </a:moveTo>
                <a:lnTo>
                  <a:pt x="546219" y="971203"/>
                </a:lnTo>
                <a:lnTo>
                  <a:pt x="546219" y="546219"/>
                </a:lnTo>
                <a:lnTo>
                  <a:pt x="0" y="0"/>
                </a:lnTo>
                <a:lnTo>
                  <a:pt x="0" y="971203"/>
                </a:lnTo>
                <a:close/>
              </a:path>
            </a:pathLst>
          </a:custGeom>
          <a:solidFill>
            <a:sysClr val="window" lastClr="FFFFFF">
              <a:alpha val="11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2109" name="Right Triangle 2108">
            <a:extLst>
              <a:ext uri="{FF2B5EF4-FFF2-40B4-BE49-F238E27FC236}">
                <a16:creationId xmlns:a16="http://schemas.microsoft.com/office/drawing/2014/main" id="{99FEE84E-53E9-4776-8DE8-E47A361BA88B}"/>
              </a:ext>
            </a:extLst>
          </p:cNvPr>
          <p:cNvSpPr/>
          <p:nvPr/>
        </p:nvSpPr>
        <p:spPr bwMode="gray">
          <a:xfrm flipV="1">
            <a:off x="10677301" y="3879273"/>
            <a:ext cx="971203" cy="971203"/>
          </a:xfrm>
          <a:prstGeom prst="rtTriangle">
            <a:avLst/>
          </a:prstGeom>
          <a:solidFill>
            <a:sysClr val="window" lastClr="FFFFFF">
              <a:alpha val="13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2110" name="Right Triangle 2109">
            <a:extLst>
              <a:ext uri="{FF2B5EF4-FFF2-40B4-BE49-F238E27FC236}">
                <a16:creationId xmlns:a16="http://schemas.microsoft.com/office/drawing/2014/main" id="{1DD578AB-11F7-4ABA-B139-6DF21FC62151}"/>
              </a:ext>
            </a:extLst>
          </p:cNvPr>
          <p:cNvSpPr/>
          <p:nvPr/>
        </p:nvSpPr>
        <p:spPr bwMode="gray">
          <a:xfrm rot="10800000" flipV="1">
            <a:off x="10677302" y="3879273"/>
            <a:ext cx="971203" cy="971203"/>
          </a:xfrm>
          <a:prstGeom prst="rtTriangle">
            <a:avLst/>
          </a:prstGeom>
          <a:solidFill>
            <a:sysClr val="window" lastClr="FFFFFF">
              <a:alpha val="5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2112" name="Right Triangle 2111">
            <a:extLst>
              <a:ext uri="{FF2B5EF4-FFF2-40B4-BE49-F238E27FC236}">
                <a16:creationId xmlns:a16="http://schemas.microsoft.com/office/drawing/2014/main" id="{09E3E88F-E68D-4B1C-AF76-ECD20957E3DB}"/>
              </a:ext>
            </a:extLst>
          </p:cNvPr>
          <p:cNvSpPr/>
          <p:nvPr/>
        </p:nvSpPr>
        <p:spPr bwMode="gray">
          <a:xfrm>
            <a:off x="10677301" y="2910641"/>
            <a:ext cx="971203" cy="971203"/>
          </a:xfrm>
          <a:prstGeom prst="rtTriangle">
            <a:avLst/>
          </a:prstGeom>
          <a:solidFill>
            <a:sysClr val="window" lastClr="FFFFFF">
              <a:alpha val="3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2113" name="Right Triangle 2112">
            <a:extLst>
              <a:ext uri="{FF2B5EF4-FFF2-40B4-BE49-F238E27FC236}">
                <a16:creationId xmlns:a16="http://schemas.microsoft.com/office/drawing/2014/main" id="{A05A2D39-0F65-4AD7-BF84-3E6E866C0695}"/>
              </a:ext>
            </a:extLst>
          </p:cNvPr>
          <p:cNvSpPr/>
          <p:nvPr/>
        </p:nvSpPr>
        <p:spPr bwMode="gray">
          <a:xfrm rot="10800000">
            <a:off x="10677301" y="2910641"/>
            <a:ext cx="971203" cy="971203"/>
          </a:xfrm>
          <a:prstGeom prst="rtTriangle">
            <a:avLst/>
          </a:pr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2115" name="Right Triangle 2114">
            <a:extLst>
              <a:ext uri="{FF2B5EF4-FFF2-40B4-BE49-F238E27FC236}">
                <a16:creationId xmlns:a16="http://schemas.microsoft.com/office/drawing/2014/main" id="{206C9E9A-6F8E-4552-B214-16CC537D131E}"/>
              </a:ext>
            </a:extLst>
          </p:cNvPr>
          <p:cNvSpPr/>
          <p:nvPr/>
        </p:nvSpPr>
        <p:spPr bwMode="gray">
          <a:xfrm>
            <a:off x="10677301" y="1942027"/>
            <a:ext cx="971203" cy="971203"/>
          </a:xfrm>
          <a:prstGeom prst="rtTriangle">
            <a:avLst/>
          </a:prstGeom>
          <a:solidFill>
            <a:sysClr val="window" lastClr="FFFFFF">
              <a:alpha val="11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2116" name="Right Triangle 2115">
            <a:extLst>
              <a:ext uri="{FF2B5EF4-FFF2-40B4-BE49-F238E27FC236}">
                <a16:creationId xmlns:a16="http://schemas.microsoft.com/office/drawing/2014/main" id="{3ED89541-3BF3-4D8C-846E-F10D7392E273}"/>
              </a:ext>
            </a:extLst>
          </p:cNvPr>
          <p:cNvSpPr/>
          <p:nvPr/>
        </p:nvSpPr>
        <p:spPr bwMode="gray">
          <a:xfrm rot="10800000">
            <a:off x="10677301" y="1942027"/>
            <a:ext cx="971203" cy="971203"/>
          </a:xfrm>
          <a:prstGeom prst="rtTriangle">
            <a:avLst/>
          </a:pr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2120" name="Right Triangle 2119">
            <a:extLst>
              <a:ext uri="{FF2B5EF4-FFF2-40B4-BE49-F238E27FC236}">
                <a16:creationId xmlns:a16="http://schemas.microsoft.com/office/drawing/2014/main" id="{EC942C2D-CFE2-4BDD-927E-F517B4D27E93}"/>
              </a:ext>
            </a:extLst>
          </p:cNvPr>
          <p:cNvSpPr/>
          <p:nvPr/>
        </p:nvSpPr>
        <p:spPr bwMode="gray">
          <a:xfrm flipV="1">
            <a:off x="4852550" y="3879273"/>
            <a:ext cx="971203" cy="971203"/>
          </a:xfrm>
          <a:prstGeom prst="rtTriangle">
            <a:avLst/>
          </a:prstGeom>
          <a:solidFill>
            <a:sysClr val="window" lastClr="FFFFFF">
              <a:alpha val="22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2121" name="Right Triangle 2120">
            <a:extLst>
              <a:ext uri="{FF2B5EF4-FFF2-40B4-BE49-F238E27FC236}">
                <a16:creationId xmlns:a16="http://schemas.microsoft.com/office/drawing/2014/main" id="{1F991860-0BB4-4313-9CBA-C8252877F9C6}"/>
              </a:ext>
            </a:extLst>
          </p:cNvPr>
          <p:cNvSpPr/>
          <p:nvPr/>
        </p:nvSpPr>
        <p:spPr bwMode="gray">
          <a:xfrm rot="10800000" flipV="1">
            <a:off x="4852551" y="3879273"/>
            <a:ext cx="971203" cy="971203"/>
          </a:xfrm>
          <a:prstGeom prst="rtTriangle">
            <a:avLst/>
          </a:prstGeom>
          <a:solidFill>
            <a:sysClr val="window" lastClr="FFFFFF">
              <a:alpha val="13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2124" name="Right Triangle 2123">
            <a:extLst>
              <a:ext uri="{FF2B5EF4-FFF2-40B4-BE49-F238E27FC236}">
                <a16:creationId xmlns:a16="http://schemas.microsoft.com/office/drawing/2014/main" id="{0F3E436A-1DF3-4950-A2C2-2692D87C4F8B}"/>
              </a:ext>
            </a:extLst>
          </p:cNvPr>
          <p:cNvSpPr/>
          <p:nvPr/>
        </p:nvSpPr>
        <p:spPr bwMode="gray">
          <a:xfrm>
            <a:off x="4852550" y="2910641"/>
            <a:ext cx="971203" cy="971203"/>
          </a:xfrm>
          <a:prstGeom prst="rtTriangle">
            <a:avLst/>
          </a:prstGeom>
          <a:solidFill>
            <a:sysClr val="window" lastClr="FFFFFF">
              <a:alpha val="5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2125" name="Right Triangle 2124">
            <a:extLst>
              <a:ext uri="{FF2B5EF4-FFF2-40B4-BE49-F238E27FC236}">
                <a16:creationId xmlns:a16="http://schemas.microsoft.com/office/drawing/2014/main" id="{611BB566-F2B3-4379-869F-A61ED31FEFD5}"/>
              </a:ext>
            </a:extLst>
          </p:cNvPr>
          <p:cNvSpPr/>
          <p:nvPr/>
        </p:nvSpPr>
        <p:spPr bwMode="gray">
          <a:xfrm rot="10800000">
            <a:off x="4852551" y="2910641"/>
            <a:ext cx="971203" cy="971203"/>
          </a:xfrm>
          <a:prstGeom prst="rtTriangle">
            <a:avLst/>
          </a:prstGeom>
          <a:solidFill>
            <a:sysClr val="window" lastClr="FFFFFF">
              <a:alpha val="11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2128" name="Right Triangle 2127">
            <a:extLst>
              <a:ext uri="{FF2B5EF4-FFF2-40B4-BE49-F238E27FC236}">
                <a16:creationId xmlns:a16="http://schemas.microsoft.com/office/drawing/2014/main" id="{6102792F-5D69-4653-A8F2-82B19B151911}"/>
              </a:ext>
            </a:extLst>
          </p:cNvPr>
          <p:cNvSpPr/>
          <p:nvPr/>
        </p:nvSpPr>
        <p:spPr bwMode="gray">
          <a:xfrm>
            <a:off x="4852550" y="1935282"/>
            <a:ext cx="971203" cy="971203"/>
          </a:xfrm>
          <a:prstGeom prst="rtTriangle">
            <a:avLst/>
          </a:prstGeom>
          <a:solidFill>
            <a:sysClr val="window" lastClr="FFFFFF">
              <a:alpha val="7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2129" name="Right Triangle 2128">
            <a:extLst>
              <a:ext uri="{FF2B5EF4-FFF2-40B4-BE49-F238E27FC236}">
                <a16:creationId xmlns:a16="http://schemas.microsoft.com/office/drawing/2014/main" id="{1D3B37AD-78C0-404C-94A9-CC96B8C52AB4}"/>
              </a:ext>
            </a:extLst>
          </p:cNvPr>
          <p:cNvSpPr/>
          <p:nvPr/>
        </p:nvSpPr>
        <p:spPr bwMode="gray">
          <a:xfrm rot="10800000">
            <a:off x="4852551" y="1942027"/>
            <a:ext cx="971203" cy="971203"/>
          </a:xfrm>
          <a:prstGeom prst="rtTriangle">
            <a:avLst/>
          </a:prstGeom>
          <a:solidFill>
            <a:sysClr val="window" lastClr="FFFFFF">
              <a:alpha val="5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2134" name="Right Triangle 2133">
            <a:extLst>
              <a:ext uri="{FF2B5EF4-FFF2-40B4-BE49-F238E27FC236}">
                <a16:creationId xmlns:a16="http://schemas.microsoft.com/office/drawing/2014/main" id="{7894F63B-153D-4349-9487-44A5034AA3C7}"/>
              </a:ext>
            </a:extLst>
          </p:cNvPr>
          <p:cNvSpPr/>
          <p:nvPr/>
        </p:nvSpPr>
        <p:spPr bwMode="gray">
          <a:xfrm flipH="1" flipV="1">
            <a:off x="5820710" y="3879273"/>
            <a:ext cx="971203" cy="971203"/>
          </a:xfrm>
          <a:prstGeom prst="rtTriangle">
            <a:avLst/>
          </a:prstGeom>
          <a:solidFill>
            <a:sysClr val="window" lastClr="FFFFFF">
              <a:alpha val="5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2136" name="Right Triangle 2135">
            <a:extLst>
              <a:ext uri="{FF2B5EF4-FFF2-40B4-BE49-F238E27FC236}">
                <a16:creationId xmlns:a16="http://schemas.microsoft.com/office/drawing/2014/main" id="{C0C9C94B-1222-4B72-8550-3B115A246D93}"/>
              </a:ext>
            </a:extLst>
          </p:cNvPr>
          <p:cNvSpPr/>
          <p:nvPr/>
        </p:nvSpPr>
        <p:spPr bwMode="gray">
          <a:xfrm flipH="1">
            <a:off x="5820710" y="2910641"/>
            <a:ext cx="971203" cy="971203"/>
          </a:xfrm>
          <a:prstGeom prst="rtTriangle">
            <a:avLst/>
          </a:prstGeom>
          <a:solidFill>
            <a:sysClr val="window" lastClr="FFFFFF">
              <a:alpha val="1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2137" name="Right Triangle 2136">
            <a:extLst>
              <a:ext uri="{FF2B5EF4-FFF2-40B4-BE49-F238E27FC236}">
                <a16:creationId xmlns:a16="http://schemas.microsoft.com/office/drawing/2014/main" id="{206C50EE-8148-4C3D-A8F9-5FE072F38CC6}"/>
              </a:ext>
            </a:extLst>
          </p:cNvPr>
          <p:cNvSpPr/>
          <p:nvPr/>
        </p:nvSpPr>
        <p:spPr bwMode="gray">
          <a:xfrm rot="10800000" flipH="1">
            <a:off x="5820710" y="2910641"/>
            <a:ext cx="971203" cy="971203"/>
          </a:xfrm>
          <a:prstGeom prst="rtTriangle">
            <a:avLst/>
          </a:pr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2139" name="Right Triangle 2138">
            <a:extLst>
              <a:ext uri="{FF2B5EF4-FFF2-40B4-BE49-F238E27FC236}">
                <a16:creationId xmlns:a16="http://schemas.microsoft.com/office/drawing/2014/main" id="{17143BF8-78D1-4C18-A5C4-BAF1917944D5}"/>
              </a:ext>
            </a:extLst>
          </p:cNvPr>
          <p:cNvSpPr/>
          <p:nvPr/>
        </p:nvSpPr>
        <p:spPr bwMode="gray">
          <a:xfrm flipH="1">
            <a:off x="5820710" y="1942027"/>
            <a:ext cx="971203" cy="971203"/>
          </a:xfrm>
          <a:prstGeom prst="rtTriangle">
            <a:avLst/>
          </a:prstGeom>
          <a:solidFill>
            <a:sysClr val="window" lastClr="FFFFFF">
              <a:alpha val="2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2140" name="Right Triangle 2139">
            <a:extLst>
              <a:ext uri="{FF2B5EF4-FFF2-40B4-BE49-F238E27FC236}">
                <a16:creationId xmlns:a16="http://schemas.microsoft.com/office/drawing/2014/main" id="{5A60B454-6649-4014-8D1D-2691C3312F7C}"/>
              </a:ext>
            </a:extLst>
          </p:cNvPr>
          <p:cNvSpPr/>
          <p:nvPr/>
        </p:nvSpPr>
        <p:spPr bwMode="gray">
          <a:xfrm rot="10800000" flipH="1">
            <a:off x="5820711" y="1942027"/>
            <a:ext cx="971203" cy="971203"/>
          </a:xfrm>
          <a:prstGeom prst="rtTriangle">
            <a:avLst/>
          </a:prstGeom>
          <a:solidFill>
            <a:sysClr val="window" lastClr="FFFFFF">
              <a:alpha val="13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965" name="Right Triangle 1964">
            <a:extLst>
              <a:ext uri="{FF2B5EF4-FFF2-40B4-BE49-F238E27FC236}">
                <a16:creationId xmlns:a16="http://schemas.microsoft.com/office/drawing/2014/main" id="{E6E5B286-5BC6-4D27-A967-953C221DDC00}"/>
              </a:ext>
            </a:extLst>
          </p:cNvPr>
          <p:cNvSpPr/>
          <p:nvPr/>
        </p:nvSpPr>
        <p:spPr bwMode="gray">
          <a:xfrm flipV="1">
            <a:off x="6792036" y="3879273"/>
            <a:ext cx="971203" cy="971203"/>
          </a:xfrm>
          <a:prstGeom prst="rtTriangle">
            <a:avLst/>
          </a:prstGeom>
          <a:solidFill>
            <a:sysClr val="window" lastClr="FFFFFF">
              <a:alpha val="13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968" name="Right Triangle 1967">
            <a:extLst>
              <a:ext uri="{FF2B5EF4-FFF2-40B4-BE49-F238E27FC236}">
                <a16:creationId xmlns:a16="http://schemas.microsoft.com/office/drawing/2014/main" id="{2B376ABD-AA7C-4380-8A1C-BB4F59C70ED7}"/>
              </a:ext>
            </a:extLst>
          </p:cNvPr>
          <p:cNvSpPr/>
          <p:nvPr/>
        </p:nvSpPr>
        <p:spPr bwMode="gray">
          <a:xfrm>
            <a:off x="6792036" y="2910641"/>
            <a:ext cx="971203" cy="971203"/>
          </a:xfrm>
          <a:prstGeom prst="rtTriangle">
            <a:avLst/>
          </a:prstGeom>
          <a:solidFill>
            <a:sysClr val="window" lastClr="FFFFFF">
              <a:alpha val="8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970" name="Right Triangle 1969">
            <a:extLst>
              <a:ext uri="{FF2B5EF4-FFF2-40B4-BE49-F238E27FC236}">
                <a16:creationId xmlns:a16="http://schemas.microsoft.com/office/drawing/2014/main" id="{572EB1AB-D7A9-4F0A-A21E-0693157DA579}"/>
              </a:ext>
            </a:extLst>
          </p:cNvPr>
          <p:cNvSpPr/>
          <p:nvPr/>
        </p:nvSpPr>
        <p:spPr bwMode="gray">
          <a:xfrm>
            <a:off x="6792036" y="1942027"/>
            <a:ext cx="971203" cy="971203"/>
          </a:xfrm>
          <a:prstGeom prst="rtTriangle">
            <a:avLst/>
          </a:pr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971" name="Right Triangle 1970">
            <a:extLst>
              <a:ext uri="{FF2B5EF4-FFF2-40B4-BE49-F238E27FC236}">
                <a16:creationId xmlns:a16="http://schemas.microsoft.com/office/drawing/2014/main" id="{D05BA029-292B-4F5B-96F7-82AEBA8518B9}"/>
              </a:ext>
            </a:extLst>
          </p:cNvPr>
          <p:cNvSpPr/>
          <p:nvPr/>
        </p:nvSpPr>
        <p:spPr bwMode="gray">
          <a:xfrm rot="10800000">
            <a:off x="6792037" y="1942027"/>
            <a:ext cx="971203" cy="971203"/>
          </a:xfrm>
          <a:prstGeom prst="rtTriangle">
            <a:avLst/>
          </a:prstGeom>
          <a:solidFill>
            <a:sysClr val="window" lastClr="FFFFFF">
              <a:alpha val="11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975" name="Right Triangle 1974">
            <a:extLst>
              <a:ext uri="{FF2B5EF4-FFF2-40B4-BE49-F238E27FC236}">
                <a16:creationId xmlns:a16="http://schemas.microsoft.com/office/drawing/2014/main" id="{178EC3AD-6FEE-4E45-86D1-E97050157EC9}"/>
              </a:ext>
            </a:extLst>
          </p:cNvPr>
          <p:cNvSpPr/>
          <p:nvPr/>
        </p:nvSpPr>
        <p:spPr bwMode="gray">
          <a:xfrm flipH="1" flipV="1">
            <a:off x="7763239" y="3879273"/>
            <a:ext cx="971203" cy="971203"/>
          </a:xfrm>
          <a:prstGeom prst="rtTriangle">
            <a:avLst/>
          </a:prstGeom>
          <a:solidFill>
            <a:sysClr val="window" lastClr="FFFFFF">
              <a:alpha val="5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976" name="Right Triangle 1975">
            <a:extLst>
              <a:ext uri="{FF2B5EF4-FFF2-40B4-BE49-F238E27FC236}">
                <a16:creationId xmlns:a16="http://schemas.microsoft.com/office/drawing/2014/main" id="{F9AE0C30-1FBA-46DD-A3D6-FD85D546063E}"/>
              </a:ext>
            </a:extLst>
          </p:cNvPr>
          <p:cNvSpPr/>
          <p:nvPr/>
        </p:nvSpPr>
        <p:spPr bwMode="gray">
          <a:xfrm rot="10800000" flipH="1" flipV="1">
            <a:off x="7763240" y="3879273"/>
            <a:ext cx="971203" cy="971203"/>
          </a:xfrm>
          <a:prstGeom prst="rtTriangle">
            <a:avLst/>
          </a:prstGeom>
          <a:solidFill>
            <a:sysClr val="window" lastClr="FFFFFF">
              <a:alpha val="13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978" name="Right Triangle 1977">
            <a:extLst>
              <a:ext uri="{FF2B5EF4-FFF2-40B4-BE49-F238E27FC236}">
                <a16:creationId xmlns:a16="http://schemas.microsoft.com/office/drawing/2014/main" id="{1D359AD2-D340-479B-885A-D5DB9CA0833D}"/>
              </a:ext>
            </a:extLst>
          </p:cNvPr>
          <p:cNvSpPr/>
          <p:nvPr/>
        </p:nvSpPr>
        <p:spPr bwMode="gray">
          <a:xfrm flipH="1">
            <a:off x="7763239" y="2910641"/>
            <a:ext cx="971203" cy="971203"/>
          </a:xfrm>
          <a:prstGeom prst="rtTriangle">
            <a:avLst/>
          </a:prstGeom>
          <a:solidFill>
            <a:sysClr val="window" lastClr="FFFFFF">
              <a:alpha val="13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979" name="Right Triangle 1978">
            <a:extLst>
              <a:ext uri="{FF2B5EF4-FFF2-40B4-BE49-F238E27FC236}">
                <a16:creationId xmlns:a16="http://schemas.microsoft.com/office/drawing/2014/main" id="{8B387BA8-FAAB-4F63-B541-245EA131763B}"/>
              </a:ext>
            </a:extLst>
          </p:cNvPr>
          <p:cNvSpPr/>
          <p:nvPr/>
        </p:nvSpPr>
        <p:spPr bwMode="gray">
          <a:xfrm rot="10800000" flipH="1">
            <a:off x="7763240" y="2910641"/>
            <a:ext cx="971203" cy="971203"/>
          </a:xfrm>
          <a:prstGeom prst="rtTriangle">
            <a:avLst/>
          </a:pr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982" name="Right Triangle 1981">
            <a:extLst>
              <a:ext uri="{FF2B5EF4-FFF2-40B4-BE49-F238E27FC236}">
                <a16:creationId xmlns:a16="http://schemas.microsoft.com/office/drawing/2014/main" id="{BC1D6466-33B3-4083-AFE6-DFCC19025C49}"/>
              </a:ext>
            </a:extLst>
          </p:cNvPr>
          <p:cNvSpPr/>
          <p:nvPr/>
        </p:nvSpPr>
        <p:spPr bwMode="gray">
          <a:xfrm flipH="1">
            <a:off x="7763239" y="1942027"/>
            <a:ext cx="971203" cy="971203"/>
          </a:xfrm>
          <a:prstGeom prst="rtTriangle">
            <a:avLst/>
          </a:prstGeom>
          <a:solidFill>
            <a:sysClr val="window" lastClr="FFFFFF">
              <a:alpha val="13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983" name="Right Triangle 1982">
            <a:extLst>
              <a:ext uri="{FF2B5EF4-FFF2-40B4-BE49-F238E27FC236}">
                <a16:creationId xmlns:a16="http://schemas.microsoft.com/office/drawing/2014/main" id="{77953615-F162-4400-B52C-35B2A7EC55E0}"/>
              </a:ext>
            </a:extLst>
          </p:cNvPr>
          <p:cNvSpPr/>
          <p:nvPr/>
        </p:nvSpPr>
        <p:spPr bwMode="gray">
          <a:xfrm rot="10800000" flipH="1">
            <a:off x="7763240" y="1942027"/>
            <a:ext cx="971203" cy="971203"/>
          </a:xfrm>
          <a:prstGeom prst="rtTriangle">
            <a:avLst/>
          </a:prstGeom>
          <a:solidFill>
            <a:sysClr val="window" lastClr="FFFFFF">
              <a:alpha val="5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988" name="Right Triangle 1987">
            <a:extLst>
              <a:ext uri="{FF2B5EF4-FFF2-40B4-BE49-F238E27FC236}">
                <a16:creationId xmlns:a16="http://schemas.microsoft.com/office/drawing/2014/main" id="{4D4F3A31-B5C2-4590-AE82-E103E9F283D8}"/>
              </a:ext>
            </a:extLst>
          </p:cNvPr>
          <p:cNvSpPr/>
          <p:nvPr/>
        </p:nvSpPr>
        <p:spPr bwMode="gray">
          <a:xfrm flipV="1">
            <a:off x="8734441" y="3879273"/>
            <a:ext cx="971203" cy="971203"/>
          </a:xfrm>
          <a:prstGeom prst="rtTriangle">
            <a:avLst/>
          </a:pr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991" name="Right Triangle 1990">
            <a:extLst>
              <a:ext uri="{FF2B5EF4-FFF2-40B4-BE49-F238E27FC236}">
                <a16:creationId xmlns:a16="http://schemas.microsoft.com/office/drawing/2014/main" id="{4ED8D174-82E8-4892-8F21-835314E781CB}"/>
              </a:ext>
            </a:extLst>
          </p:cNvPr>
          <p:cNvSpPr/>
          <p:nvPr/>
        </p:nvSpPr>
        <p:spPr bwMode="gray">
          <a:xfrm>
            <a:off x="8734441" y="2910641"/>
            <a:ext cx="971203" cy="971203"/>
          </a:xfrm>
          <a:prstGeom prst="rtTriangle">
            <a:avLst/>
          </a:prstGeom>
          <a:solidFill>
            <a:sysClr val="window" lastClr="FFFFFF">
              <a:alpha val="5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992" name="Right Triangle 1991">
            <a:extLst>
              <a:ext uri="{FF2B5EF4-FFF2-40B4-BE49-F238E27FC236}">
                <a16:creationId xmlns:a16="http://schemas.microsoft.com/office/drawing/2014/main" id="{86687566-64E1-457C-89E2-4B9C61932CD3}"/>
              </a:ext>
            </a:extLst>
          </p:cNvPr>
          <p:cNvSpPr/>
          <p:nvPr/>
        </p:nvSpPr>
        <p:spPr bwMode="gray">
          <a:xfrm rot="10800000">
            <a:off x="8734441" y="2910641"/>
            <a:ext cx="971203" cy="971203"/>
          </a:xfrm>
          <a:prstGeom prst="rtTriangle">
            <a:avLst/>
          </a:prstGeom>
          <a:solidFill>
            <a:sysClr val="window" lastClr="FFFFFF">
              <a:alpha val="9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994" name="Right Triangle 1993">
            <a:extLst>
              <a:ext uri="{FF2B5EF4-FFF2-40B4-BE49-F238E27FC236}">
                <a16:creationId xmlns:a16="http://schemas.microsoft.com/office/drawing/2014/main" id="{C22DB837-F708-4639-9065-99A91AACEBD0}"/>
              </a:ext>
            </a:extLst>
          </p:cNvPr>
          <p:cNvSpPr/>
          <p:nvPr/>
        </p:nvSpPr>
        <p:spPr bwMode="gray">
          <a:xfrm rot="10800000">
            <a:off x="8734441" y="1942027"/>
            <a:ext cx="971203" cy="971203"/>
          </a:xfrm>
          <a:prstGeom prst="rtTriangle">
            <a:avLst/>
          </a:pr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999" name="Right Triangle 1998">
            <a:extLst>
              <a:ext uri="{FF2B5EF4-FFF2-40B4-BE49-F238E27FC236}">
                <a16:creationId xmlns:a16="http://schemas.microsoft.com/office/drawing/2014/main" id="{6A788E85-3985-4156-AF64-CA51D0484984}"/>
              </a:ext>
            </a:extLst>
          </p:cNvPr>
          <p:cNvSpPr/>
          <p:nvPr/>
        </p:nvSpPr>
        <p:spPr bwMode="gray">
          <a:xfrm flipH="1" flipV="1">
            <a:off x="9705645" y="3879273"/>
            <a:ext cx="971203" cy="971203"/>
          </a:xfrm>
          <a:prstGeom prst="rtTriangle">
            <a:avLst/>
          </a:prstGeom>
          <a:solidFill>
            <a:sysClr val="window" lastClr="FFFFFF">
              <a:alpha val="5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2000" name="Right Triangle 1999">
            <a:extLst>
              <a:ext uri="{FF2B5EF4-FFF2-40B4-BE49-F238E27FC236}">
                <a16:creationId xmlns:a16="http://schemas.microsoft.com/office/drawing/2014/main" id="{94558083-6AFF-46F6-8E0C-096848D16CAF}"/>
              </a:ext>
            </a:extLst>
          </p:cNvPr>
          <p:cNvSpPr/>
          <p:nvPr/>
        </p:nvSpPr>
        <p:spPr bwMode="gray">
          <a:xfrm rot="10800000" flipH="1" flipV="1">
            <a:off x="9705646" y="3879273"/>
            <a:ext cx="971203" cy="971203"/>
          </a:xfrm>
          <a:prstGeom prst="rtTriangle">
            <a:avLst/>
          </a:prstGeom>
          <a:solidFill>
            <a:sysClr val="window" lastClr="FFFFFF">
              <a:alpha val="9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2002" name="Right Triangle 2001">
            <a:extLst>
              <a:ext uri="{FF2B5EF4-FFF2-40B4-BE49-F238E27FC236}">
                <a16:creationId xmlns:a16="http://schemas.microsoft.com/office/drawing/2014/main" id="{FFDEBEF5-9879-4820-A2E0-1C0E6B9CB80B}"/>
              </a:ext>
            </a:extLst>
          </p:cNvPr>
          <p:cNvSpPr/>
          <p:nvPr/>
        </p:nvSpPr>
        <p:spPr bwMode="gray">
          <a:xfrm rot="10800000" flipH="1">
            <a:off x="9705645" y="2910641"/>
            <a:ext cx="971203" cy="971203"/>
          </a:xfrm>
          <a:prstGeom prst="rtTriangle">
            <a:avLst/>
          </a:pr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2005" name="Right Triangle 2004">
            <a:extLst>
              <a:ext uri="{FF2B5EF4-FFF2-40B4-BE49-F238E27FC236}">
                <a16:creationId xmlns:a16="http://schemas.microsoft.com/office/drawing/2014/main" id="{FAADE3CC-F18A-436E-9FAA-D97A1CEAB0D8}"/>
              </a:ext>
            </a:extLst>
          </p:cNvPr>
          <p:cNvSpPr/>
          <p:nvPr/>
        </p:nvSpPr>
        <p:spPr bwMode="gray">
          <a:xfrm flipH="1">
            <a:off x="9705645" y="1942027"/>
            <a:ext cx="971203" cy="971203"/>
          </a:xfrm>
          <a:prstGeom prst="rtTriangle">
            <a:avLst/>
          </a:prstGeom>
          <a:solidFill>
            <a:sysClr val="window" lastClr="FFFFFF">
              <a:alpha val="3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2006" name="Right Triangle 2005">
            <a:extLst>
              <a:ext uri="{FF2B5EF4-FFF2-40B4-BE49-F238E27FC236}">
                <a16:creationId xmlns:a16="http://schemas.microsoft.com/office/drawing/2014/main" id="{A6DF877E-F512-4272-8411-07AA8F0597FA}"/>
              </a:ext>
            </a:extLst>
          </p:cNvPr>
          <p:cNvSpPr/>
          <p:nvPr/>
        </p:nvSpPr>
        <p:spPr bwMode="gray">
          <a:xfrm rot="10800000" flipH="1">
            <a:off x="9705645" y="1942027"/>
            <a:ext cx="971203" cy="971203"/>
          </a:xfrm>
          <a:prstGeom prst="rtTriangle">
            <a:avLst/>
          </a:prstGeom>
          <a:solidFill>
            <a:sysClr val="window" lastClr="FFFFFF">
              <a:alpha val="12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241" name="Freeform: Shape 240">
            <a:extLst>
              <a:ext uri="{FF2B5EF4-FFF2-40B4-BE49-F238E27FC236}">
                <a16:creationId xmlns:a16="http://schemas.microsoft.com/office/drawing/2014/main" id="{04ED73FD-D665-4D6A-A071-D88CC48E1BD2}"/>
              </a:ext>
            </a:extLst>
          </p:cNvPr>
          <p:cNvSpPr/>
          <p:nvPr/>
        </p:nvSpPr>
        <p:spPr bwMode="gray">
          <a:xfrm flipH="1">
            <a:off x="11648956" y="3880558"/>
            <a:ext cx="2571" cy="1286"/>
          </a:xfrm>
          <a:custGeom>
            <a:avLst/>
            <a:gdLst>
              <a:gd name="connsiteX0" fmla="*/ 1286 w 2571"/>
              <a:gd name="connsiteY0" fmla="*/ 0 h 1286"/>
              <a:gd name="connsiteX1" fmla="*/ 0 w 2571"/>
              <a:gd name="connsiteY1" fmla="*/ 1286 h 1286"/>
              <a:gd name="connsiteX2" fmla="*/ 2571 w 2571"/>
              <a:gd name="connsiteY2" fmla="*/ 1286 h 1286"/>
              <a:gd name="connsiteX3" fmla="*/ 2571 w 2571"/>
              <a:gd name="connsiteY3" fmla="*/ 1285 h 1286"/>
              <a:gd name="connsiteX4" fmla="*/ 1286 w 2571"/>
              <a:gd name="connsiteY4" fmla="*/ 0 h 1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71" h="1286">
                <a:moveTo>
                  <a:pt x="1286" y="0"/>
                </a:moveTo>
                <a:lnTo>
                  <a:pt x="0" y="1286"/>
                </a:lnTo>
                <a:lnTo>
                  <a:pt x="2571" y="1286"/>
                </a:lnTo>
                <a:lnTo>
                  <a:pt x="2571" y="1285"/>
                </a:lnTo>
                <a:lnTo>
                  <a:pt x="1286" y="0"/>
                </a:lnTo>
                <a:close/>
              </a:path>
            </a:pathLst>
          </a:cu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240" name="Freeform: Shape 239">
            <a:extLst>
              <a:ext uri="{FF2B5EF4-FFF2-40B4-BE49-F238E27FC236}">
                <a16:creationId xmlns:a16="http://schemas.microsoft.com/office/drawing/2014/main" id="{DAACB6A8-5FFF-4D01-9B52-D8EE6770B36D}"/>
              </a:ext>
            </a:extLst>
          </p:cNvPr>
          <p:cNvSpPr/>
          <p:nvPr/>
        </p:nvSpPr>
        <p:spPr bwMode="gray">
          <a:xfrm flipH="1">
            <a:off x="11651527" y="3881844"/>
            <a:ext cx="544918" cy="544918"/>
          </a:xfrm>
          <a:custGeom>
            <a:avLst/>
            <a:gdLst>
              <a:gd name="connsiteX0" fmla="*/ 544918 w 544918"/>
              <a:gd name="connsiteY0" fmla="*/ 0 h 544918"/>
              <a:gd name="connsiteX1" fmla="*/ 0 w 544918"/>
              <a:gd name="connsiteY1" fmla="*/ 0 h 544918"/>
              <a:gd name="connsiteX2" fmla="*/ 0 w 544918"/>
              <a:gd name="connsiteY2" fmla="*/ 544918 h 544918"/>
              <a:gd name="connsiteX3" fmla="*/ 544918 w 544918"/>
              <a:gd name="connsiteY3" fmla="*/ 0 h 544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918" h="544918">
                <a:moveTo>
                  <a:pt x="544918" y="0"/>
                </a:moveTo>
                <a:lnTo>
                  <a:pt x="0" y="0"/>
                </a:lnTo>
                <a:lnTo>
                  <a:pt x="0" y="544918"/>
                </a:lnTo>
                <a:lnTo>
                  <a:pt x="544918" y="0"/>
                </a:lnTo>
                <a:close/>
              </a:path>
            </a:pathLst>
          </a:cu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237" name="Freeform: Shape 236">
            <a:extLst>
              <a:ext uri="{FF2B5EF4-FFF2-40B4-BE49-F238E27FC236}">
                <a16:creationId xmlns:a16="http://schemas.microsoft.com/office/drawing/2014/main" id="{D2647969-72F6-4EBD-8F45-8C71144016F7}"/>
              </a:ext>
            </a:extLst>
          </p:cNvPr>
          <p:cNvSpPr/>
          <p:nvPr/>
        </p:nvSpPr>
        <p:spPr bwMode="gray">
          <a:xfrm flipH="1">
            <a:off x="11648955" y="2365740"/>
            <a:ext cx="547490" cy="547490"/>
          </a:xfrm>
          <a:custGeom>
            <a:avLst/>
            <a:gdLst>
              <a:gd name="connsiteX0" fmla="*/ 0 w 547490"/>
              <a:gd name="connsiteY0" fmla="*/ 0 h 547490"/>
              <a:gd name="connsiteX1" fmla="*/ 0 w 547490"/>
              <a:gd name="connsiteY1" fmla="*/ 547490 h 547490"/>
              <a:gd name="connsiteX2" fmla="*/ 547490 w 547490"/>
              <a:gd name="connsiteY2" fmla="*/ 547490 h 547490"/>
              <a:gd name="connsiteX3" fmla="*/ 0 w 547490"/>
              <a:gd name="connsiteY3" fmla="*/ 0 h 5474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7490" h="547490">
                <a:moveTo>
                  <a:pt x="0" y="0"/>
                </a:moveTo>
                <a:lnTo>
                  <a:pt x="0" y="547490"/>
                </a:lnTo>
                <a:lnTo>
                  <a:pt x="547490" y="547490"/>
                </a:lnTo>
                <a:lnTo>
                  <a:pt x="0" y="0"/>
                </a:lnTo>
                <a:close/>
              </a:path>
            </a:pathLst>
          </a:cu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235" name="Freeform: Shape 234">
            <a:extLst>
              <a:ext uri="{FF2B5EF4-FFF2-40B4-BE49-F238E27FC236}">
                <a16:creationId xmlns:a16="http://schemas.microsoft.com/office/drawing/2014/main" id="{38C334F9-394F-4AA2-A4EF-C9F7AD2CB2DA}"/>
              </a:ext>
            </a:extLst>
          </p:cNvPr>
          <p:cNvSpPr/>
          <p:nvPr/>
        </p:nvSpPr>
        <p:spPr bwMode="gray">
          <a:xfrm flipH="1">
            <a:off x="11650241" y="3334354"/>
            <a:ext cx="546204" cy="547490"/>
          </a:xfrm>
          <a:custGeom>
            <a:avLst/>
            <a:gdLst>
              <a:gd name="connsiteX0" fmla="*/ 0 w 546204"/>
              <a:gd name="connsiteY0" fmla="*/ 0 h 547490"/>
              <a:gd name="connsiteX1" fmla="*/ 0 w 546204"/>
              <a:gd name="connsiteY1" fmla="*/ 547490 h 547490"/>
              <a:gd name="connsiteX2" fmla="*/ 544918 w 546204"/>
              <a:gd name="connsiteY2" fmla="*/ 547490 h 547490"/>
              <a:gd name="connsiteX3" fmla="*/ 546204 w 546204"/>
              <a:gd name="connsiteY3" fmla="*/ 546204 h 547490"/>
              <a:gd name="connsiteX4" fmla="*/ 0 w 546204"/>
              <a:gd name="connsiteY4" fmla="*/ 0 h 5474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6204" h="547490">
                <a:moveTo>
                  <a:pt x="0" y="0"/>
                </a:moveTo>
                <a:lnTo>
                  <a:pt x="0" y="547490"/>
                </a:lnTo>
                <a:lnTo>
                  <a:pt x="544918" y="547490"/>
                </a:lnTo>
                <a:lnTo>
                  <a:pt x="546204" y="546204"/>
                </a:lnTo>
                <a:lnTo>
                  <a:pt x="0" y="0"/>
                </a:lnTo>
                <a:close/>
              </a:path>
            </a:pathLst>
          </a:cu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234" name="Freeform: Shape 233">
            <a:extLst>
              <a:ext uri="{FF2B5EF4-FFF2-40B4-BE49-F238E27FC236}">
                <a16:creationId xmlns:a16="http://schemas.microsoft.com/office/drawing/2014/main" id="{3BC84EC7-85CD-4749-8F7D-D48DE50814AB}"/>
              </a:ext>
            </a:extLst>
          </p:cNvPr>
          <p:cNvSpPr/>
          <p:nvPr/>
        </p:nvSpPr>
        <p:spPr bwMode="gray">
          <a:xfrm flipH="1">
            <a:off x="11648956" y="3879273"/>
            <a:ext cx="1285" cy="2570"/>
          </a:xfrm>
          <a:custGeom>
            <a:avLst/>
            <a:gdLst>
              <a:gd name="connsiteX0" fmla="*/ 1285 w 1285"/>
              <a:gd name="connsiteY0" fmla="*/ 0 h 2570"/>
              <a:gd name="connsiteX1" fmla="*/ 0 w 1285"/>
              <a:gd name="connsiteY1" fmla="*/ 1285 h 2570"/>
              <a:gd name="connsiteX2" fmla="*/ 1285 w 1285"/>
              <a:gd name="connsiteY2" fmla="*/ 2570 h 2570"/>
              <a:gd name="connsiteX3" fmla="*/ 1285 w 1285"/>
              <a:gd name="connsiteY3" fmla="*/ 0 h 2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85" h="2570">
                <a:moveTo>
                  <a:pt x="1285" y="0"/>
                </a:moveTo>
                <a:lnTo>
                  <a:pt x="0" y="1285"/>
                </a:lnTo>
                <a:lnTo>
                  <a:pt x="1285" y="2570"/>
                </a:lnTo>
                <a:lnTo>
                  <a:pt x="1285" y="0"/>
                </a:lnTo>
                <a:close/>
              </a:path>
            </a:pathLst>
          </a:cu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233" name="Freeform: Shape 232">
            <a:extLst>
              <a:ext uri="{FF2B5EF4-FFF2-40B4-BE49-F238E27FC236}">
                <a16:creationId xmlns:a16="http://schemas.microsoft.com/office/drawing/2014/main" id="{DF749C73-4E4B-457C-8945-7804E3C387D7}"/>
              </a:ext>
            </a:extLst>
          </p:cNvPr>
          <p:cNvSpPr/>
          <p:nvPr/>
        </p:nvSpPr>
        <p:spPr bwMode="gray">
          <a:xfrm flipH="1">
            <a:off x="11648956" y="3881844"/>
            <a:ext cx="547489" cy="968632"/>
          </a:xfrm>
          <a:custGeom>
            <a:avLst/>
            <a:gdLst>
              <a:gd name="connsiteX0" fmla="*/ 547489 w 547489"/>
              <a:gd name="connsiteY0" fmla="*/ 0 h 968632"/>
              <a:gd name="connsiteX1" fmla="*/ 544918 w 547489"/>
              <a:gd name="connsiteY1" fmla="*/ 0 h 968632"/>
              <a:gd name="connsiteX2" fmla="*/ 0 w 547489"/>
              <a:gd name="connsiteY2" fmla="*/ 544918 h 968632"/>
              <a:gd name="connsiteX3" fmla="*/ 0 w 547489"/>
              <a:gd name="connsiteY3" fmla="*/ 968632 h 968632"/>
              <a:gd name="connsiteX4" fmla="*/ 547489 w 547489"/>
              <a:gd name="connsiteY4" fmla="*/ 968632 h 968632"/>
              <a:gd name="connsiteX5" fmla="*/ 547489 w 547489"/>
              <a:gd name="connsiteY5" fmla="*/ 0 h 968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7489" h="968632">
                <a:moveTo>
                  <a:pt x="547489" y="0"/>
                </a:moveTo>
                <a:lnTo>
                  <a:pt x="544918" y="0"/>
                </a:lnTo>
                <a:lnTo>
                  <a:pt x="0" y="544918"/>
                </a:lnTo>
                <a:lnTo>
                  <a:pt x="0" y="968632"/>
                </a:lnTo>
                <a:lnTo>
                  <a:pt x="547489" y="968632"/>
                </a:lnTo>
                <a:lnTo>
                  <a:pt x="547489" y="0"/>
                </a:lnTo>
                <a:close/>
              </a:path>
            </a:pathLst>
          </a:cu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245" name="Freeform: Shape 244">
            <a:extLst>
              <a:ext uri="{FF2B5EF4-FFF2-40B4-BE49-F238E27FC236}">
                <a16:creationId xmlns:a16="http://schemas.microsoft.com/office/drawing/2014/main" id="{C7CEF2F0-638A-4980-8929-051BBF2C7F2F}"/>
              </a:ext>
            </a:extLst>
          </p:cNvPr>
          <p:cNvSpPr/>
          <p:nvPr/>
        </p:nvSpPr>
        <p:spPr bwMode="gray">
          <a:xfrm rot="10800000" flipH="1">
            <a:off x="11648955" y="1942027"/>
            <a:ext cx="546219" cy="971203"/>
          </a:xfrm>
          <a:custGeom>
            <a:avLst/>
            <a:gdLst>
              <a:gd name="connsiteX0" fmla="*/ 0 w 546219"/>
              <a:gd name="connsiteY0" fmla="*/ 971203 h 971203"/>
              <a:gd name="connsiteX1" fmla="*/ 546219 w 546219"/>
              <a:gd name="connsiteY1" fmla="*/ 971203 h 971203"/>
              <a:gd name="connsiteX2" fmla="*/ 546219 w 546219"/>
              <a:gd name="connsiteY2" fmla="*/ 546219 h 971203"/>
              <a:gd name="connsiteX3" fmla="*/ 546219 w 546219"/>
              <a:gd name="connsiteY3" fmla="*/ 0 h 971203"/>
              <a:gd name="connsiteX4" fmla="*/ 0 w 546219"/>
              <a:gd name="connsiteY4" fmla="*/ 0 h 971203"/>
              <a:gd name="connsiteX5" fmla="*/ 0 w 546219"/>
              <a:gd name="connsiteY5" fmla="*/ 971203 h 9712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6219" h="971203">
                <a:moveTo>
                  <a:pt x="0" y="971203"/>
                </a:moveTo>
                <a:lnTo>
                  <a:pt x="546219" y="971203"/>
                </a:lnTo>
                <a:lnTo>
                  <a:pt x="546219" y="546219"/>
                </a:lnTo>
                <a:lnTo>
                  <a:pt x="546219" y="0"/>
                </a:lnTo>
                <a:lnTo>
                  <a:pt x="0" y="0"/>
                </a:lnTo>
                <a:lnTo>
                  <a:pt x="0" y="971203"/>
                </a:lnTo>
                <a:close/>
              </a:path>
            </a:pathLst>
          </a:custGeom>
          <a:solidFill>
            <a:sysClr val="window" lastClr="FFFFFF">
              <a:alpha val="11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2019" name="Right Triangle 2018">
            <a:extLst>
              <a:ext uri="{FF2B5EF4-FFF2-40B4-BE49-F238E27FC236}">
                <a16:creationId xmlns:a16="http://schemas.microsoft.com/office/drawing/2014/main" id="{1D6819BD-8598-43CF-BFB1-6037AB55C207}"/>
              </a:ext>
            </a:extLst>
          </p:cNvPr>
          <p:cNvSpPr/>
          <p:nvPr/>
        </p:nvSpPr>
        <p:spPr bwMode="gray">
          <a:xfrm flipV="1">
            <a:off x="10677301" y="3879273"/>
            <a:ext cx="971203" cy="971203"/>
          </a:xfrm>
          <a:prstGeom prst="rtTriangle">
            <a:avLst/>
          </a:prstGeom>
          <a:solidFill>
            <a:sysClr val="window" lastClr="FFFFFF">
              <a:alpha val="13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2020" name="Right Triangle 2019">
            <a:extLst>
              <a:ext uri="{FF2B5EF4-FFF2-40B4-BE49-F238E27FC236}">
                <a16:creationId xmlns:a16="http://schemas.microsoft.com/office/drawing/2014/main" id="{8EE356BC-0A71-4CD4-A095-BEC31A67A473}"/>
              </a:ext>
            </a:extLst>
          </p:cNvPr>
          <p:cNvSpPr/>
          <p:nvPr/>
        </p:nvSpPr>
        <p:spPr bwMode="gray">
          <a:xfrm rot="10800000" flipV="1">
            <a:off x="10677302" y="3879273"/>
            <a:ext cx="971203" cy="971203"/>
          </a:xfrm>
          <a:prstGeom prst="rtTriangle">
            <a:avLst/>
          </a:prstGeom>
          <a:solidFill>
            <a:sysClr val="window" lastClr="FFFFFF">
              <a:alpha val="5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2022" name="Right Triangle 2021">
            <a:extLst>
              <a:ext uri="{FF2B5EF4-FFF2-40B4-BE49-F238E27FC236}">
                <a16:creationId xmlns:a16="http://schemas.microsoft.com/office/drawing/2014/main" id="{409710D7-11B3-4620-9802-30238455809B}"/>
              </a:ext>
            </a:extLst>
          </p:cNvPr>
          <p:cNvSpPr/>
          <p:nvPr/>
        </p:nvSpPr>
        <p:spPr bwMode="gray">
          <a:xfrm>
            <a:off x="10677301" y="2910641"/>
            <a:ext cx="971203" cy="971203"/>
          </a:xfrm>
          <a:prstGeom prst="rtTriangle">
            <a:avLst/>
          </a:prstGeom>
          <a:solidFill>
            <a:sysClr val="window" lastClr="FFFFFF">
              <a:alpha val="3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2023" name="Right Triangle 2022">
            <a:extLst>
              <a:ext uri="{FF2B5EF4-FFF2-40B4-BE49-F238E27FC236}">
                <a16:creationId xmlns:a16="http://schemas.microsoft.com/office/drawing/2014/main" id="{8EFDF76A-4616-49AB-ABBD-CEA6DC584EFE}"/>
              </a:ext>
            </a:extLst>
          </p:cNvPr>
          <p:cNvSpPr/>
          <p:nvPr/>
        </p:nvSpPr>
        <p:spPr bwMode="gray">
          <a:xfrm rot="10800000">
            <a:off x="10677301" y="2910641"/>
            <a:ext cx="971203" cy="971203"/>
          </a:xfrm>
          <a:prstGeom prst="rtTriangle">
            <a:avLst/>
          </a:pr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2025" name="Right Triangle 2024">
            <a:extLst>
              <a:ext uri="{FF2B5EF4-FFF2-40B4-BE49-F238E27FC236}">
                <a16:creationId xmlns:a16="http://schemas.microsoft.com/office/drawing/2014/main" id="{EF4EC8A9-B6AF-403E-8785-406CEF3DBC24}"/>
              </a:ext>
            </a:extLst>
          </p:cNvPr>
          <p:cNvSpPr/>
          <p:nvPr/>
        </p:nvSpPr>
        <p:spPr bwMode="gray">
          <a:xfrm>
            <a:off x="10677301" y="1942027"/>
            <a:ext cx="971203" cy="971203"/>
          </a:xfrm>
          <a:prstGeom prst="rtTriangle">
            <a:avLst/>
          </a:prstGeom>
          <a:solidFill>
            <a:sysClr val="window" lastClr="FFFFFF">
              <a:alpha val="11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2026" name="Right Triangle 2025">
            <a:extLst>
              <a:ext uri="{FF2B5EF4-FFF2-40B4-BE49-F238E27FC236}">
                <a16:creationId xmlns:a16="http://schemas.microsoft.com/office/drawing/2014/main" id="{4AF60922-FA1C-4D75-BCA2-347740776023}"/>
              </a:ext>
            </a:extLst>
          </p:cNvPr>
          <p:cNvSpPr/>
          <p:nvPr/>
        </p:nvSpPr>
        <p:spPr bwMode="gray">
          <a:xfrm rot="10800000">
            <a:off x="10677301" y="1942027"/>
            <a:ext cx="971203" cy="971203"/>
          </a:xfrm>
          <a:prstGeom prst="rtTriangle">
            <a:avLst/>
          </a:pr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2030" name="Right Triangle 2029">
            <a:extLst>
              <a:ext uri="{FF2B5EF4-FFF2-40B4-BE49-F238E27FC236}">
                <a16:creationId xmlns:a16="http://schemas.microsoft.com/office/drawing/2014/main" id="{ABDD0D72-0532-41DC-8684-3A10E921B1E6}"/>
              </a:ext>
            </a:extLst>
          </p:cNvPr>
          <p:cNvSpPr/>
          <p:nvPr/>
        </p:nvSpPr>
        <p:spPr bwMode="gray">
          <a:xfrm flipV="1">
            <a:off x="4852550" y="3879273"/>
            <a:ext cx="971203" cy="971203"/>
          </a:xfrm>
          <a:prstGeom prst="rtTriangle">
            <a:avLst/>
          </a:prstGeom>
          <a:solidFill>
            <a:sysClr val="window" lastClr="FFFFFF">
              <a:alpha val="22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2031" name="Right Triangle 2030">
            <a:extLst>
              <a:ext uri="{FF2B5EF4-FFF2-40B4-BE49-F238E27FC236}">
                <a16:creationId xmlns:a16="http://schemas.microsoft.com/office/drawing/2014/main" id="{99917340-BEED-401A-9164-5967390F4436}"/>
              </a:ext>
            </a:extLst>
          </p:cNvPr>
          <p:cNvSpPr/>
          <p:nvPr/>
        </p:nvSpPr>
        <p:spPr bwMode="gray">
          <a:xfrm rot="10800000" flipV="1">
            <a:off x="4852551" y="3879273"/>
            <a:ext cx="971203" cy="971203"/>
          </a:xfrm>
          <a:prstGeom prst="rtTriangle">
            <a:avLst/>
          </a:prstGeom>
          <a:solidFill>
            <a:sysClr val="window" lastClr="FFFFFF">
              <a:alpha val="13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2034" name="Right Triangle 2033">
            <a:extLst>
              <a:ext uri="{FF2B5EF4-FFF2-40B4-BE49-F238E27FC236}">
                <a16:creationId xmlns:a16="http://schemas.microsoft.com/office/drawing/2014/main" id="{F38CA0B6-9FFE-4D40-9D53-D500AD1C1C95}"/>
              </a:ext>
            </a:extLst>
          </p:cNvPr>
          <p:cNvSpPr/>
          <p:nvPr/>
        </p:nvSpPr>
        <p:spPr bwMode="gray">
          <a:xfrm>
            <a:off x="4852550" y="2910641"/>
            <a:ext cx="971203" cy="971203"/>
          </a:xfrm>
          <a:prstGeom prst="rtTriangle">
            <a:avLst/>
          </a:prstGeom>
          <a:solidFill>
            <a:sysClr val="window" lastClr="FFFFFF">
              <a:alpha val="5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2035" name="Right Triangle 2034">
            <a:extLst>
              <a:ext uri="{FF2B5EF4-FFF2-40B4-BE49-F238E27FC236}">
                <a16:creationId xmlns:a16="http://schemas.microsoft.com/office/drawing/2014/main" id="{8DD648D4-B2B7-4343-B218-8F2DFEEDFD90}"/>
              </a:ext>
            </a:extLst>
          </p:cNvPr>
          <p:cNvSpPr/>
          <p:nvPr/>
        </p:nvSpPr>
        <p:spPr bwMode="gray">
          <a:xfrm rot="10800000">
            <a:off x="4852551" y="2910641"/>
            <a:ext cx="971203" cy="971203"/>
          </a:xfrm>
          <a:prstGeom prst="rtTriangle">
            <a:avLst/>
          </a:prstGeom>
          <a:solidFill>
            <a:sysClr val="window" lastClr="FFFFFF">
              <a:alpha val="11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2038" name="Right Triangle 2037">
            <a:extLst>
              <a:ext uri="{FF2B5EF4-FFF2-40B4-BE49-F238E27FC236}">
                <a16:creationId xmlns:a16="http://schemas.microsoft.com/office/drawing/2014/main" id="{7879B82B-73B6-4FB8-8C3F-D741B69008BB}"/>
              </a:ext>
            </a:extLst>
          </p:cNvPr>
          <p:cNvSpPr/>
          <p:nvPr/>
        </p:nvSpPr>
        <p:spPr bwMode="gray">
          <a:xfrm>
            <a:off x="4852550" y="1935282"/>
            <a:ext cx="971203" cy="971203"/>
          </a:xfrm>
          <a:prstGeom prst="rtTriangle">
            <a:avLst/>
          </a:prstGeom>
          <a:solidFill>
            <a:sysClr val="window" lastClr="FFFFFF">
              <a:alpha val="7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2039" name="Right Triangle 2038">
            <a:extLst>
              <a:ext uri="{FF2B5EF4-FFF2-40B4-BE49-F238E27FC236}">
                <a16:creationId xmlns:a16="http://schemas.microsoft.com/office/drawing/2014/main" id="{7EE5363B-53DC-4F89-AAC4-C853D7200D02}"/>
              </a:ext>
            </a:extLst>
          </p:cNvPr>
          <p:cNvSpPr/>
          <p:nvPr/>
        </p:nvSpPr>
        <p:spPr bwMode="gray">
          <a:xfrm rot="10800000">
            <a:off x="4852551" y="1942027"/>
            <a:ext cx="971203" cy="971203"/>
          </a:xfrm>
          <a:prstGeom prst="rtTriangle">
            <a:avLst/>
          </a:prstGeom>
          <a:solidFill>
            <a:sysClr val="window" lastClr="FFFFFF">
              <a:alpha val="5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2044" name="Right Triangle 2043">
            <a:extLst>
              <a:ext uri="{FF2B5EF4-FFF2-40B4-BE49-F238E27FC236}">
                <a16:creationId xmlns:a16="http://schemas.microsoft.com/office/drawing/2014/main" id="{814F1EB6-F00F-4E71-964F-EF0B01663B34}"/>
              </a:ext>
            </a:extLst>
          </p:cNvPr>
          <p:cNvSpPr/>
          <p:nvPr/>
        </p:nvSpPr>
        <p:spPr bwMode="gray">
          <a:xfrm flipH="1" flipV="1">
            <a:off x="5820710" y="3879273"/>
            <a:ext cx="971203" cy="971203"/>
          </a:xfrm>
          <a:prstGeom prst="rtTriangle">
            <a:avLst/>
          </a:prstGeom>
          <a:solidFill>
            <a:sysClr val="window" lastClr="FFFFFF">
              <a:alpha val="5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2046" name="Right Triangle 2045">
            <a:extLst>
              <a:ext uri="{FF2B5EF4-FFF2-40B4-BE49-F238E27FC236}">
                <a16:creationId xmlns:a16="http://schemas.microsoft.com/office/drawing/2014/main" id="{915086CF-7425-481C-86AE-47D5C691F974}"/>
              </a:ext>
            </a:extLst>
          </p:cNvPr>
          <p:cNvSpPr/>
          <p:nvPr/>
        </p:nvSpPr>
        <p:spPr bwMode="gray">
          <a:xfrm flipH="1">
            <a:off x="5820710" y="2910641"/>
            <a:ext cx="971203" cy="971203"/>
          </a:xfrm>
          <a:prstGeom prst="rtTriangle">
            <a:avLst/>
          </a:prstGeom>
          <a:solidFill>
            <a:sysClr val="window" lastClr="FFFFFF">
              <a:alpha val="1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2047" name="Right Triangle 2046">
            <a:extLst>
              <a:ext uri="{FF2B5EF4-FFF2-40B4-BE49-F238E27FC236}">
                <a16:creationId xmlns:a16="http://schemas.microsoft.com/office/drawing/2014/main" id="{16B9ABD7-7982-4680-86D4-36A21D276435}"/>
              </a:ext>
            </a:extLst>
          </p:cNvPr>
          <p:cNvSpPr/>
          <p:nvPr/>
        </p:nvSpPr>
        <p:spPr bwMode="gray">
          <a:xfrm rot="10800000" flipH="1">
            <a:off x="5820710" y="2910641"/>
            <a:ext cx="971203" cy="971203"/>
          </a:xfrm>
          <a:prstGeom prst="rtTriangle">
            <a:avLst/>
          </a:pr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2049" name="Right Triangle 2048">
            <a:extLst>
              <a:ext uri="{FF2B5EF4-FFF2-40B4-BE49-F238E27FC236}">
                <a16:creationId xmlns:a16="http://schemas.microsoft.com/office/drawing/2014/main" id="{D8B89FD3-FA21-4F0F-B055-5B666BAA55D2}"/>
              </a:ext>
            </a:extLst>
          </p:cNvPr>
          <p:cNvSpPr/>
          <p:nvPr/>
        </p:nvSpPr>
        <p:spPr bwMode="gray">
          <a:xfrm flipH="1">
            <a:off x="5820710" y="1942027"/>
            <a:ext cx="971203" cy="971203"/>
          </a:xfrm>
          <a:prstGeom prst="rtTriangle">
            <a:avLst/>
          </a:prstGeom>
          <a:solidFill>
            <a:sysClr val="window" lastClr="FFFFFF">
              <a:alpha val="2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2050" name="Right Triangle 2049">
            <a:extLst>
              <a:ext uri="{FF2B5EF4-FFF2-40B4-BE49-F238E27FC236}">
                <a16:creationId xmlns:a16="http://schemas.microsoft.com/office/drawing/2014/main" id="{6766A0F2-5896-4389-87A6-23AE2C9D2509}"/>
              </a:ext>
            </a:extLst>
          </p:cNvPr>
          <p:cNvSpPr/>
          <p:nvPr/>
        </p:nvSpPr>
        <p:spPr bwMode="gray">
          <a:xfrm rot="10800000" flipH="1">
            <a:off x="5820711" y="1942027"/>
            <a:ext cx="971203" cy="971203"/>
          </a:xfrm>
          <a:prstGeom prst="rtTriangle">
            <a:avLst/>
          </a:prstGeom>
          <a:solidFill>
            <a:sysClr val="window" lastClr="FFFFFF">
              <a:alpha val="13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875" name="Right Triangle 1874">
            <a:extLst>
              <a:ext uri="{FF2B5EF4-FFF2-40B4-BE49-F238E27FC236}">
                <a16:creationId xmlns:a16="http://schemas.microsoft.com/office/drawing/2014/main" id="{5FCC728E-10DD-4481-BA79-219E3F3D4DAC}"/>
              </a:ext>
            </a:extLst>
          </p:cNvPr>
          <p:cNvSpPr/>
          <p:nvPr/>
        </p:nvSpPr>
        <p:spPr bwMode="gray">
          <a:xfrm flipV="1">
            <a:off x="6792036" y="3879273"/>
            <a:ext cx="971203" cy="971203"/>
          </a:xfrm>
          <a:prstGeom prst="rtTriangle">
            <a:avLst/>
          </a:prstGeom>
          <a:solidFill>
            <a:sysClr val="window" lastClr="FFFFFF">
              <a:alpha val="13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878" name="Right Triangle 1877">
            <a:extLst>
              <a:ext uri="{FF2B5EF4-FFF2-40B4-BE49-F238E27FC236}">
                <a16:creationId xmlns:a16="http://schemas.microsoft.com/office/drawing/2014/main" id="{E7CA5C7D-A87F-472A-B875-62495FDEAF5F}"/>
              </a:ext>
            </a:extLst>
          </p:cNvPr>
          <p:cNvSpPr/>
          <p:nvPr/>
        </p:nvSpPr>
        <p:spPr bwMode="gray">
          <a:xfrm>
            <a:off x="6792036" y="2910641"/>
            <a:ext cx="971203" cy="971203"/>
          </a:xfrm>
          <a:prstGeom prst="rtTriangle">
            <a:avLst/>
          </a:prstGeom>
          <a:solidFill>
            <a:sysClr val="window" lastClr="FFFFFF">
              <a:alpha val="8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880" name="Right Triangle 1879">
            <a:extLst>
              <a:ext uri="{FF2B5EF4-FFF2-40B4-BE49-F238E27FC236}">
                <a16:creationId xmlns:a16="http://schemas.microsoft.com/office/drawing/2014/main" id="{04BE22E5-646C-4420-BC1C-E6F9E03F4937}"/>
              </a:ext>
            </a:extLst>
          </p:cNvPr>
          <p:cNvSpPr/>
          <p:nvPr/>
        </p:nvSpPr>
        <p:spPr bwMode="gray">
          <a:xfrm>
            <a:off x="6792036" y="1942027"/>
            <a:ext cx="971203" cy="971203"/>
          </a:xfrm>
          <a:prstGeom prst="rtTriangle">
            <a:avLst/>
          </a:pr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881" name="Right Triangle 1880">
            <a:extLst>
              <a:ext uri="{FF2B5EF4-FFF2-40B4-BE49-F238E27FC236}">
                <a16:creationId xmlns:a16="http://schemas.microsoft.com/office/drawing/2014/main" id="{3CE49CD1-BF2B-4866-AE49-94D6C933631B}"/>
              </a:ext>
            </a:extLst>
          </p:cNvPr>
          <p:cNvSpPr/>
          <p:nvPr/>
        </p:nvSpPr>
        <p:spPr bwMode="gray">
          <a:xfrm rot="10800000">
            <a:off x="6792037" y="1942027"/>
            <a:ext cx="971203" cy="971203"/>
          </a:xfrm>
          <a:prstGeom prst="rtTriangle">
            <a:avLst/>
          </a:prstGeom>
          <a:solidFill>
            <a:sysClr val="window" lastClr="FFFFFF">
              <a:alpha val="11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885" name="Right Triangle 1884">
            <a:extLst>
              <a:ext uri="{FF2B5EF4-FFF2-40B4-BE49-F238E27FC236}">
                <a16:creationId xmlns:a16="http://schemas.microsoft.com/office/drawing/2014/main" id="{30AE22E4-EEFF-494C-84F3-421A9FDBED18}"/>
              </a:ext>
            </a:extLst>
          </p:cNvPr>
          <p:cNvSpPr/>
          <p:nvPr/>
        </p:nvSpPr>
        <p:spPr bwMode="gray">
          <a:xfrm flipH="1" flipV="1">
            <a:off x="7763239" y="3879273"/>
            <a:ext cx="971203" cy="971203"/>
          </a:xfrm>
          <a:prstGeom prst="rtTriangle">
            <a:avLst/>
          </a:prstGeom>
          <a:solidFill>
            <a:sysClr val="window" lastClr="FFFFFF">
              <a:alpha val="5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886" name="Right Triangle 1885">
            <a:extLst>
              <a:ext uri="{FF2B5EF4-FFF2-40B4-BE49-F238E27FC236}">
                <a16:creationId xmlns:a16="http://schemas.microsoft.com/office/drawing/2014/main" id="{8874D617-728D-4640-916C-D31B5FBE6E69}"/>
              </a:ext>
            </a:extLst>
          </p:cNvPr>
          <p:cNvSpPr/>
          <p:nvPr/>
        </p:nvSpPr>
        <p:spPr bwMode="gray">
          <a:xfrm rot="10800000" flipH="1" flipV="1">
            <a:off x="7763240" y="3879273"/>
            <a:ext cx="971203" cy="971203"/>
          </a:xfrm>
          <a:prstGeom prst="rtTriangle">
            <a:avLst/>
          </a:prstGeom>
          <a:solidFill>
            <a:sysClr val="window" lastClr="FFFFFF">
              <a:alpha val="13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888" name="Right Triangle 1887">
            <a:extLst>
              <a:ext uri="{FF2B5EF4-FFF2-40B4-BE49-F238E27FC236}">
                <a16:creationId xmlns:a16="http://schemas.microsoft.com/office/drawing/2014/main" id="{DC72139E-279F-4070-B381-FB773D9FF72E}"/>
              </a:ext>
            </a:extLst>
          </p:cNvPr>
          <p:cNvSpPr/>
          <p:nvPr/>
        </p:nvSpPr>
        <p:spPr bwMode="gray">
          <a:xfrm flipH="1">
            <a:off x="7763239" y="2910641"/>
            <a:ext cx="971203" cy="971203"/>
          </a:xfrm>
          <a:prstGeom prst="rtTriangle">
            <a:avLst/>
          </a:prstGeom>
          <a:solidFill>
            <a:sysClr val="window" lastClr="FFFFFF">
              <a:alpha val="13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889" name="Right Triangle 1888">
            <a:extLst>
              <a:ext uri="{FF2B5EF4-FFF2-40B4-BE49-F238E27FC236}">
                <a16:creationId xmlns:a16="http://schemas.microsoft.com/office/drawing/2014/main" id="{EDCC7912-1A3E-4D24-9D79-DE041A6E4329}"/>
              </a:ext>
            </a:extLst>
          </p:cNvPr>
          <p:cNvSpPr/>
          <p:nvPr/>
        </p:nvSpPr>
        <p:spPr bwMode="gray">
          <a:xfrm rot="10800000" flipH="1">
            <a:off x="7763240" y="2910641"/>
            <a:ext cx="971203" cy="971203"/>
          </a:xfrm>
          <a:prstGeom prst="rtTriangle">
            <a:avLst/>
          </a:pr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892" name="Right Triangle 1891">
            <a:extLst>
              <a:ext uri="{FF2B5EF4-FFF2-40B4-BE49-F238E27FC236}">
                <a16:creationId xmlns:a16="http://schemas.microsoft.com/office/drawing/2014/main" id="{F50CC2E1-0834-451A-AA95-EA8855B125D1}"/>
              </a:ext>
            </a:extLst>
          </p:cNvPr>
          <p:cNvSpPr/>
          <p:nvPr/>
        </p:nvSpPr>
        <p:spPr bwMode="gray">
          <a:xfrm flipH="1">
            <a:off x="7763239" y="1942027"/>
            <a:ext cx="971203" cy="971203"/>
          </a:xfrm>
          <a:prstGeom prst="rtTriangle">
            <a:avLst/>
          </a:prstGeom>
          <a:solidFill>
            <a:sysClr val="window" lastClr="FFFFFF">
              <a:alpha val="13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893" name="Right Triangle 1892">
            <a:extLst>
              <a:ext uri="{FF2B5EF4-FFF2-40B4-BE49-F238E27FC236}">
                <a16:creationId xmlns:a16="http://schemas.microsoft.com/office/drawing/2014/main" id="{3817AF85-24A1-47E4-A8F5-759512F8DAA5}"/>
              </a:ext>
            </a:extLst>
          </p:cNvPr>
          <p:cNvSpPr/>
          <p:nvPr/>
        </p:nvSpPr>
        <p:spPr bwMode="gray">
          <a:xfrm rot="10800000" flipH="1">
            <a:off x="7763240" y="1942027"/>
            <a:ext cx="971203" cy="971203"/>
          </a:xfrm>
          <a:prstGeom prst="rtTriangle">
            <a:avLst/>
          </a:prstGeom>
          <a:solidFill>
            <a:sysClr val="window" lastClr="FFFFFF">
              <a:alpha val="5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898" name="Right Triangle 1897">
            <a:extLst>
              <a:ext uri="{FF2B5EF4-FFF2-40B4-BE49-F238E27FC236}">
                <a16:creationId xmlns:a16="http://schemas.microsoft.com/office/drawing/2014/main" id="{9D72D80E-C41F-4FA8-838C-1E61BAFFA0C5}"/>
              </a:ext>
            </a:extLst>
          </p:cNvPr>
          <p:cNvSpPr/>
          <p:nvPr/>
        </p:nvSpPr>
        <p:spPr bwMode="gray">
          <a:xfrm flipV="1">
            <a:off x="8734441" y="3879273"/>
            <a:ext cx="971203" cy="971203"/>
          </a:xfrm>
          <a:prstGeom prst="rtTriangle">
            <a:avLst/>
          </a:pr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901" name="Right Triangle 1900">
            <a:extLst>
              <a:ext uri="{FF2B5EF4-FFF2-40B4-BE49-F238E27FC236}">
                <a16:creationId xmlns:a16="http://schemas.microsoft.com/office/drawing/2014/main" id="{8C5A9E46-8335-4A0D-A2D7-E2799BA36966}"/>
              </a:ext>
            </a:extLst>
          </p:cNvPr>
          <p:cNvSpPr/>
          <p:nvPr/>
        </p:nvSpPr>
        <p:spPr bwMode="gray">
          <a:xfrm>
            <a:off x="8734441" y="2910641"/>
            <a:ext cx="971203" cy="971203"/>
          </a:xfrm>
          <a:prstGeom prst="rtTriangle">
            <a:avLst/>
          </a:prstGeom>
          <a:solidFill>
            <a:sysClr val="window" lastClr="FFFFFF">
              <a:alpha val="5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902" name="Right Triangle 1901">
            <a:extLst>
              <a:ext uri="{FF2B5EF4-FFF2-40B4-BE49-F238E27FC236}">
                <a16:creationId xmlns:a16="http://schemas.microsoft.com/office/drawing/2014/main" id="{4470B8DC-3790-4FAE-85D2-9FF2BD64A934}"/>
              </a:ext>
            </a:extLst>
          </p:cNvPr>
          <p:cNvSpPr/>
          <p:nvPr/>
        </p:nvSpPr>
        <p:spPr bwMode="gray">
          <a:xfrm rot="10800000">
            <a:off x="8734441" y="2910641"/>
            <a:ext cx="971203" cy="971203"/>
          </a:xfrm>
          <a:prstGeom prst="rtTriangle">
            <a:avLst/>
          </a:prstGeom>
          <a:solidFill>
            <a:sysClr val="window" lastClr="FFFFFF">
              <a:alpha val="9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904" name="Right Triangle 1903">
            <a:extLst>
              <a:ext uri="{FF2B5EF4-FFF2-40B4-BE49-F238E27FC236}">
                <a16:creationId xmlns:a16="http://schemas.microsoft.com/office/drawing/2014/main" id="{65B4272E-5456-426A-A5DE-6493100A48EC}"/>
              </a:ext>
            </a:extLst>
          </p:cNvPr>
          <p:cNvSpPr/>
          <p:nvPr/>
        </p:nvSpPr>
        <p:spPr bwMode="gray">
          <a:xfrm rot="10800000">
            <a:off x="8734441" y="1942027"/>
            <a:ext cx="971203" cy="971203"/>
          </a:xfrm>
          <a:prstGeom prst="rtTriangle">
            <a:avLst/>
          </a:pr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909" name="Right Triangle 1908">
            <a:extLst>
              <a:ext uri="{FF2B5EF4-FFF2-40B4-BE49-F238E27FC236}">
                <a16:creationId xmlns:a16="http://schemas.microsoft.com/office/drawing/2014/main" id="{5EE3B165-4273-4820-9E19-8102CA9E567A}"/>
              </a:ext>
            </a:extLst>
          </p:cNvPr>
          <p:cNvSpPr/>
          <p:nvPr/>
        </p:nvSpPr>
        <p:spPr bwMode="gray">
          <a:xfrm flipH="1" flipV="1">
            <a:off x="9705646" y="3879273"/>
            <a:ext cx="971203" cy="971203"/>
          </a:xfrm>
          <a:prstGeom prst="rtTriangle">
            <a:avLst/>
          </a:prstGeom>
          <a:solidFill>
            <a:sysClr val="window" lastClr="FFFFFF">
              <a:alpha val="5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910" name="Right Triangle 1909">
            <a:extLst>
              <a:ext uri="{FF2B5EF4-FFF2-40B4-BE49-F238E27FC236}">
                <a16:creationId xmlns:a16="http://schemas.microsoft.com/office/drawing/2014/main" id="{F1F9E406-4998-4025-8A7A-BFEB88E3BFE7}"/>
              </a:ext>
            </a:extLst>
          </p:cNvPr>
          <p:cNvSpPr/>
          <p:nvPr/>
        </p:nvSpPr>
        <p:spPr bwMode="gray">
          <a:xfrm rot="10800000" flipH="1" flipV="1">
            <a:off x="9705647" y="3879273"/>
            <a:ext cx="971203" cy="971203"/>
          </a:xfrm>
          <a:prstGeom prst="rtTriangle">
            <a:avLst/>
          </a:prstGeom>
          <a:solidFill>
            <a:sysClr val="window" lastClr="FFFFFF">
              <a:alpha val="9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912" name="Right Triangle 1911">
            <a:extLst>
              <a:ext uri="{FF2B5EF4-FFF2-40B4-BE49-F238E27FC236}">
                <a16:creationId xmlns:a16="http://schemas.microsoft.com/office/drawing/2014/main" id="{C18674EB-E4BE-4A58-AB79-6A9E06C3C4FF}"/>
              </a:ext>
            </a:extLst>
          </p:cNvPr>
          <p:cNvSpPr/>
          <p:nvPr/>
        </p:nvSpPr>
        <p:spPr bwMode="gray">
          <a:xfrm rot="10800000" flipH="1">
            <a:off x="9705646" y="2910641"/>
            <a:ext cx="971203" cy="971203"/>
          </a:xfrm>
          <a:prstGeom prst="rtTriangle">
            <a:avLst/>
          </a:pr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915" name="Right Triangle 1914">
            <a:extLst>
              <a:ext uri="{FF2B5EF4-FFF2-40B4-BE49-F238E27FC236}">
                <a16:creationId xmlns:a16="http://schemas.microsoft.com/office/drawing/2014/main" id="{6D5BE61D-BDBA-4391-99B9-65051A307B70}"/>
              </a:ext>
            </a:extLst>
          </p:cNvPr>
          <p:cNvSpPr/>
          <p:nvPr/>
        </p:nvSpPr>
        <p:spPr bwMode="gray">
          <a:xfrm flipH="1">
            <a:off x="9705646" y="1942027"/>
            <a:ext cx="971203" cy="971203"/>
          </a:xfrm>
          <a:prstGeom prst="rtTriangle">
            <a:avLst/>
          </a:prstGeom>
          <a:solidFill>
            <a:sysClr val="window" lastClr="FFFFFF">
              <a:alpha val="3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916" name="Right Triangle 1915">
            <a:extLst>
              <a:ext uri="{FF2B5EF4-FFF2-40B4-BE49-F238E27FC236}">
                <a16:creationId xmlns:a16="http://schemas.microsoft.com/office/drawing/2014/main" id="{05ED0F0E-8D28-4555-9217-CB6761C745B3}"/>
              </a:ext>
            </a:extLst>
          </p:cNvPr>
          <p:cNvSpPr/>
          <p:nvPr/>
        </p:nvSpPr>
        <p:spPr bwMode="gray">
          <a:xfrm rot="10800000" flipH="1">
            <a:off x="9705646" y="1942027"/>
            <a:ext cx="971203" cy="971203"/>
          </a:xfrm>
          <a:prstGeom prst="rtTriangle">
            <a:avLst/>
          </a:prstGeom>
          <a:solidFill>
            <a:sysClr val="window" lastClr="FFFFFF">
              <a:alpha val="12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229" name="Freeform: Shape 228">
            <a:extLst>
              <a:ext uri="{FF2B5EF4-FFF2-40B4-BE49-F238E27FC236}">
                <a16:creationId xmlns:a16="http://schemas.microsoft.com/office/drawing/2014/main" id="{AC5E1B3C-46B3-4CFA-9D39-CCA736118F51}"/>
              </a:ext>
            </a:extLst>
          </p:cNvPr>
          <p:cNvSpPr/>
          <p:nvPr/>
        </p:nvSpPr>
        <p:spPr bwMode="gray">
          <a:xfrm flipH="1">
            <a:off x="11648956" y="3880558"/>
            <a:ext cx="2571" cy="1286"/>
          </a:xfrm>
          <a:custGeom>
            <a:avLst/>
            <a:gdLst>
              <a:gd name="connsiteX0" fmla="*/ 1286 w 2571"/>
              <a:gd name="connsiteY0" fmla="*/ 0 h 1286"/>
              <a:gd name="connsiteX1" fmla="*/ 0 w 2571"/>
              <a:gd name="connsiteY1" fmla="*/ 1286 h 1286"/>
              <a:gd name="connsiteX2" fmla="*/ 2571 w 2571"/>
              <a:gd name="connsiteY2" fmla="*/ 1286 h 1286"/>
              <a:gd name="connsiteX3" fmla="*/ 2571 w 2571"/>
              <a:gd name="connsiteY3" fmla="*/ 1285 h 1286"/>
              <a:gd name="connsiteX4" fmla="*/ 1286 w 2571"/>
              <a:gd name="connsiteY4" fmla="*/ 0 h 1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71" h="1286">
                <a:moveTo>
                  <a:pt x="1286" y="0"/>
                </a:moveTo>
                <a:lnTo>
                  <a:pt x="0" y="1286"/>
                </a:lnTo>
                <a:lnTo>
                  <a:pt x="2571" y="1286"/>
                </a:lnTo>
                <a:lnTo>
                  <a:pt x="2571" y="1285"/>
                </a:lnTo>
                <a:lnTo>
                  <a:pt x="1286" y="0"/>
                </a:lnTo>
                <a:close/>
              </a:path>
            </a:pathLst>
          </a:cu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228" name="Freeform: Shape 227">
            <a:extLst>
              <a:ext uri="{FF2B5EF4-FFF2-40B4-BE49-F238E27FC236}">
                <a16:creationId xmlns:a16="http://schemas.microsoft.com/office/drawing/2014/main" id="{19FA3AA0-F2EF-437E-ADCE-048194A33E72}"/>
              </a:ext>
            </a:extLst>
          </p:cNvPr>
          <p:cNvSpPr/>
          <p:nvPr/>
        </p:nvSpPr>
        <p:spPr bwMode="gray">
          <a:xfrm flipH="1">
            <a:off x="11651527" y="3881844"/>
            <a:ext cx="544918" cy="544918"/>
          </a:xfrm>
          <a:custGeom>
            <a:avLst/>
            <a:gdLst>
              <a:gd name="connsiteX0" fmla="*/ 544918 w 544918"/>
              <a:gd name="connsiteY0" fmla="*/ 0 h 544918"/>
              <a:gd name="connsiteX1" fmla="*/ 0 w 544918"/>
              <a:gd name="connsiteY1" fmla="*/ 0 h 544918"/>
              <a:gd name="connsiteX2" fmla="*/ 0 w 544918"/>
              <a:gd name="connsiteY2" fmla="*/ 544918 h 544918"/>
              <a:gd name="connsiteX3" fmla="*/ 544918 w 544918"/>
              <a:gd name="connsiteY3" fmla="*/ 0 h 544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918" h="544918">
                <a:moveTo>
                  <a:pt x="544918" y="0"/>
                </a:moveTo>
                <a:lnTo>
                  <a:pt x="0" y="0"/>
                </a:lnTo>
                <a:lnTo>
                  <a:pt x="0" y="544918"/>
                </a:lnTo>
                <a:lnTo>
                  <a:pt x="544918" y="0"/>
                </a:lnTo>
                <a:close/>
              </a:path>
            </a:pathLst>
          </a:cu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225" name="Freeform: Shape 224">
            <a:extLst>
              <a:ext uri="{FF2B5EF4-FFF2-40B4-BE49-F238E27FC236}">
                <a16:creationId xmlns:a16="http://schemas.microsoft.com/office/drawing/2014/main" id="{FDF9BFF8-7F41-48EA-A947-A6BBD48D6F33}"/>
              </a:ext>
            </a:extLst>
          </p:cNvPr>
          <p:cNvSpPr/>
          <p:nvPr/>
        </p:nvSpPr>
        <p:spPr bwMode="gray">
          <a:xfrm flipH="1">
            <a:off x="11648955" y="2365740"/>
            <a:ext cx="547490" cy="547490"/>
          </a:xfrm>
          <a:custGeom>
            <a:avLst/>
            <a:gdLst>
              <a:gd name="connsiteX0" fmla="*/ 0 w 547490"/>
              <a:gd name="connsiteY0" fmla="*/ 0 h 547490"/>
              <a:gd name="connsiteX1" fmla="*/ 0 w 547490"/>
              <a:gd name="connsiteY1" fmla="*/ 547490 h 547490"/>
              <a:gd name="connsiteX2" fmla="*/ 547490 w 547490"/>
              <a:gd name="connsiteY2" fmla="*/ 547490 h 547490"/>
              <a:gd name="connsiteX3" fmla="*/ 0 w 547490"/>
              <a:gd name="connsiteY3" fmla="*/ 0 h 5474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7490" h="547490">
                <a:moveTo>
                  <a:pt x="0" y="0"/>
                </a:moveTo>
                <a:lnTo>
                  <a:pt x="0" y="547490"/>
                </a:lnTo>
                <a:lnTo>
                  <a:pt x="547490" y="547490"/>
                </a:lnTo>
                <a:lnTo>
                  <a:pt x="0" y="0"/>
                </a:lnTo>
                <a:close/>
              </a:path>
            </a:pathLst>
          </a:cu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223" name="Freeform: Shape 222">
            <a:extLst>
              <a:ext uri="{FF2B5EF4-FFF2-40B4-BE49-F238E27FC236}">
                <a16:creationId xmlns:a16="http://schemas.microsoft.com/office/drawing/2014/main" id="{B0AC770F-5A24-4AA8-AF5E-FC8750033853}"/>
              </a:ext>
            </a:extLst>
          </p:cNvPr>
          <p:cNvSpPr/>
          <p:nvPr/>
        </p:nvSpPr>
        <p:spPr bwMode="gray">
          <a:xfrm flipH="1">
            <a:off x="11650241" y="3334354"/>
            <a:ext cx="546204" cy="547490"/>
          </a:xfrm>
          <a:custGeom>
            <a:avLst/>
            <a:gdLst>
              <a:gd name="connsiteX0" fmla="*/ 0 w 546204"/>
              <a:gd name="connsiteY0" fmla="*/ 0 h 547490"/>
              <a:gd name="connsiteX1" fmla="*/ 0 w 546204"/>
              <a:gd name="connsiteY1" fmla="*/ 547490 h 547490"/>
              <a:gd name="connsiteX2" fmla="*/ 544918 w 546204"/>
              <a:gd name="connsiteY2" fmla="*/ 547490 h 547490"/>
              <a:gd name="connsiteX3" fmla="*/ 546204 w 546204"/>
              <a:gd name="connsiteY3" fmla="*/ 546204 h 547490"/>
              <a:gd name="connsiteX4" fmla="*/ 0 w 546204"/>
              <a:gd name="connsiteY4" fmla="*/ 0 h 5474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6204" h="547490">
                <a:moveTo>
                  <a:pt x="0" y="0"/>
                </a:moveTo>
                <a:lnTo>
                  <a:pt x="0" y="547490"/>
                </a:lnTo>
                <a:lnTo>
                  <a:pt x="544918" y="547490"/>
                </a:lnTo>
                <a:lnTo>
                  <a:pt x="546204" y="546204"/>
                </a:lnTo>
                <a:lnTo>
                  <a:pt x="0" y="0"/>
                </a:lnTo>
                <a:close/>
              </a:path>
            </a:pathLst>
          </a:cu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222" name="Freeform: Shape 221">
            <a:extLst>
              <a:ext uri="{FF2B5EF4-FFF2-40B4-BE49-F238E27FC236}">
                <a16:creationId xmlns:a16="http://schemas.microsoft.com/office/drawing/2014/main" id="{DDD7B8D0-1B08-4A21-B557-E83E4BA75602}"/>
              </a:ext>
            </a:extLst>
          </p:cNvPr>
          <p:cNvSpPr/>
          <p:nvPr/>
        </p:nvSpPr>
        <p:spPr bwMode="gray">
          <a:xfrm flipH="1">
            <a:off x="11648956" y="3879273"/>
            <a:ext cx="1285" cy="2570"/>
          </a:xfrm>
          <a:custGeom>
            <a:avLst/>
            <a:gdLst>
              <a:gd name="connsiteX0" fmla="*/ 1285 w 1285"/>
              <a:gd name="connsiteY0" fmla="*/ 0 h 2570"/>
              <a:gd name="connsiteX1" fmla="*/ 0 w 1285"/>
              <a:gd name="connsiteY1" fmla="*/ 1285 h 2570"/>
              <a:gd name="connsiteX2" fmla="*/ 1285 w 1285"/>
              <a:gd name="connsiteY2" fmla="*/ 2570 h 2570"/>
              <a:gd name="connsiteX3" fmla="*/ 1285 w 1285"/>
              <a:gd name="connsiteY3" fmla="*/ 0 h 2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85" h="2570">
                <a:moveTo>
                  <a:pt x="1285" y="0"/>
                </a:moveTo>
                <a:lnTo>
                  <a:pt x="0" y="1285"/>
                </a:lnTo>
                <a:lnTo>
                  <a:pt x="1285" y="2570"/>
                </a:lnTo>
                <a:lnTo>
                  <a:pt x="1285" y="0"/>
                </a:lnTo>
                <a:close/>
              </a:path>
            </a:pathLst>
          </a:cu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221" name="Freeform: Shape 220">
            <a:extLst>
              <a:ext uri="{FF2B5EF4-FFF2-40B4-BE49-F238E27FC236}">
                <a16:creationId xmlns:a16="http://schemas.microsoft.com/office/drawing/2014/main" id="{CB5A6C26-DA04-4828-AA42-EBCEF28748D0}"/>
              </a:ext>
            </a:extLst>
          </p:cNvPr>
          <p:cNvSpPr/>
          <p:nvPr/>
        </p:nvSpPr>
        <p:spPr bwMode="gray">
          <a:xfrm flipH="1">
            <a:off x="11648956" y="3881844"/>
            <a:ext cx="547489" cy="968632"/>
          </a:xfrm>
          <a:custGeom>
            <a:avLst/>
            <a:gdLst>
              <a:gd name="connsiteX0" fmla="*/ 547489 w 547489"/>
              <a:gd name="connsiteY0" fmla="*/ 0 h 968632"/>
              <a:gd name="connsiteX1" fmla="*/ 544918 w 547489"/>
              <a:gd name="connsiteY1" fmla="*/ 0 h 968632"/>
              <a:gd name="connsiteX2" fmla="*/ 0 w 547489"/>
              <a:gd name="connsiteY2" fmla="*/ 544918 h 968632"/>
              <a:gd name="connsiteX3" fmla="*/ 0 w 547489"/>
              <a:gd name="connsiteY3" fmla="*/ 968632 h 968632"/>
              <a:gd name="connsiteX4" fmla="*/ 547489 w 547489"/>
              <a:gd name="connsiteY4" fmla="*/ 968632 h 968632"/>
              <a:gd name="connsiteX5" fmla="*/ 547489 w 547489"/>
              <a:gd name="connsiteY5" fmla="*/ 0 h 968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7489" h="968632">
                <a:moveTo>
                  <a:pt x="547489" y="0"/>
                </a:moveTo>
                <a:lnTo>
                  <a:pt x="544918" y="0"/>
                </a:lnTo>
                <a:lnTo>
                  <a:pt x="0" y="544918"/>
                </a:lnTo>
                <a:lnTo>
                  <a:pt x="0" y="968632"/>
                </a:lnTo>
                <a:lnTo>
                  <a:pt x="547489" y="968632"/>
                </a:lnTo>
                <a:lnTo>
                  <a:pt x="547489" y="0"/>
                </a:lnTo>
                <a:close/>
              </a:path>
            </a:pathLst>
          </a:cu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218" name="Freeform: Shape 217">
            <a:extLst>
              <a:ext uri="{FF2B5EF4-FFF2-40B4-BE49-F238E27FC236}">
                <a16:creationId xmlns:a16="http://schemas.microsoft.com/office/drawing/2014/main" id="{88159924-FDA3-448C-8010-DBEF3EB85746}"/>
              </a:ext>
            </a:extLst>
          </p:cNvPr>
          <p:cNvSpPr/>
          <p:nvPr userDrawn="1"/>
        </p:nvSpPr>
        <p:spPr bwMode="gray">
          <a:xfrm rot="10800000" flipH="1">
            <a:off x="11648956" y="3880557"/>
            <a:ext cx="2571" cy="1286"/>
          </a:xfrm>
          <a:custGeom>
            <a:avLst/>
            <a:gdLst>
              <a:gd name="connsiteX0" fmla="*/ 1285 w 2571"/>
              <a:gd name="connsiteY0" fmla="*/ 1286 h 1286"/>
              <a:gd name="connsiteX1" fmla="*/ 2571 w 2571"/>
              <a:gd name="connsiteY1" fmla="*/ 0 h 1286"/>
              <a:gd name="connsiteX2" fmla="*/ 0 w 2571"/>
              <a:gd name="connsiteY2" fmla="*/ 0 h 1286"/>
              <a:gd name="connsiteX3" fmla="*/ 0 w 2571"/>
              <a:gd name="connsiteY3" fmla="*/ 1 h 1286"/>
              <a:gd name="connsiteX4" fmla="*/ 1285 w 2571"/>
              <a:gd name="connsiteY4" fmla="*/ 1286 h 1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71" h="1286">
                <a:moveTo>
                  <a:pt x="1285" y="1286"/>
                </a:moveTo>
                <a:lnTo>
                  <a:pt x="2571" y="0"/>
                </a:lnTo>
                <a:lnTo>
                  <a:pt x="0" y="0"/>
                </a:lnTo>
                <a:lnTo>
                  <a:pt x="0" y="1"/>
                </a:lnTo>
                <a:lnTo>
                  <a:pt x="1285" y="1286"/>
                </a:lnTo>
                <a:close/>
              </a:path>
            </a:pathLst>
          </a:custGeom>
          <a:solidFill>
            <a:sysClr val="window" lastClr="FFFFFF">
              <a:alpha val="11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217" name="Freeform: Shape 216">
            <a:extLst>
              <a:ext uri="{FF2B5EF4-FFF2-40B4-BE49-F238E27FC236}">
                <a16:creationId xmlns:a16="http://schemas.microsoft.com/office/drawing/2014/main" id="{969C33E1-B136-43CD-AE39-A5CBB8735844}"/>
              </a:ext>
            </a:extLst>
          </p:cNvPr>
          <p:cNvSpPr/>
          <p:nvPr userDrawn="1"/>
        </p:nvSpPr>
        <p:spPr bwMode="gray">
          <a:xfrm rot="10800000" flipH="1">
            <a:off x="11651526" y="3881843"/>
            <a:ext cx="543648" cy="543648"/>
          </a:xfrm>
          <a:custGeom>
            <a:avLst/>
            <a:gdLst>
              <a:gd name="connsiteX0" fmla="*/ 0 w 543648"/>
              <a:gd name="connsiteY0" fmla="*/ 543648 h 543648"/>
              <a:gd name="connsiteX1" fmla="*/ 543648 w 543648"/>
              <a:gd name="connsiteY1" fmla="*/ 543648 h 543648"/>
              <a:gd name="connsiteX2" fmla="*/ 543648 w 543648"/>
              <a:gd name="connsiteY2" fmla="*/ 0 h 543648"/>
              <a:gd name="connsiteX3" fmla="*/ 0 w 543648"/>
              <a:gd name="connsiteY3" fmla="*/ 543648 h 543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3648" h="543648">
                <a:moveTo>
                  <a:pt x="0" y="543648"/>
                </a:moveTo>
                <a:lnTo>
                  <a:pt x="543648" y="543648"/>
                </a:lnTo>
                <a:lnTo>
                  <a:pt x="543648" y="0"/>
                </a:lnTo>
                <a:lnTo>
                  <a:pt x="0" y="543648"/>
                </a:lnTo>
                <a:close/>
              </a:path>
            </a:pathLst>
          </a:custGeom>
          <a:solidFill>
            <a:sysClr val="window" lastClr="FFFFFF">
              <a:alpha val="11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214" name="Freeform: Shape 213">
            <a:extLst>
              <a:ext uri="{FF2B5EF4-FFF2-40B4-BE49-F238E27FC236}">
                <a16:creationId xmlns:a16="http://schemas.microsoft.com/office/drawing/2014/main" id="{C90144CD-CCF9-4EFE-84E7-014729DB2848}"/>
              </a:ext>
            </a:extLst>
          </p:cNvPr>
          <p:cNvSpPr/>
          <p:nvPr userDrawn="1"/>
        </p:nvSpPr>
        <p:spPr bwMode="gray">
          <a:xfrm rot="10800000" flipH="1">
            <a:off x="11648954" y="1942027"/>
            <a:ext cx="546220" cy="971203"/>
          </a:xfrm>
          <a:custGeom>
            <a:avLst/>
            <a:gdLst>
              <a:gd name="connsiteX0" fmla="*/ 0 w 546220"/>
              <a:gd name="connsiteY0" fmla="*/ 971203 h 971203"/>
              <a:gd name="connsiteX1" fmla="*/ 546220 w 546220"/>
              <a:gd name="connsiteY1" fmla="*/ 971203 h 971203"/>
              <a:gd name="connsiteX2" fmla="*/ 546220 w 546220"/>
              <a:gd name="connsiteY2" fmla="*/ 546220 h 971203"/>
              <a:gd name="connsiteX3" fmla="*/ 0 w 546220"/>
              <a:gd name="connsiteY3" fmla="*/ 0 h 971203"/>
              <a:gd name="connsiteX4" fmla="*/ 0 w 546220"/>
              <a:gd name="connsiteY4" fmla="*/ 971203 h 9712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6220" h="971203">
                <a:moveTo>
                  <a:pt x="0" y="971203"/>
                </a:moveTo>
                <a:lnTo>
                  <a:pt x="546220" y="971203"/>
                </a:lnTo>
                <a:lnTo>
                  <a:pt x="546220" y="546220"/>
                </a:lnTo>
                <a:lnTo>
                  <a:pt x="0" y="0"/>
                </a:lnTo>
                <a:lnTo>
                  <a:pt x="0" y="971203"/>
                </a:lnTo>
                <a:close/>
              </a:path>
            </a:pathLst>
          </a:custGeom>
          <a:solidFill>
            <a:sysClr val="window" lastClr="FFFFFF">
              <a:alpha val="11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213" name="Freeform: Shape 212">
            <a:extLst>
              <a:ext uri="{FF2B5EF4-FFF2-40B4-BE49-F238E27FC236}">
                <a16:creationId xmlns:a16="http://schemas.microsoft.com/office/drawing/2014/main" id="{4B31D812-5C48-4B80-8E11-C181C38366FA}"/>
              </a:ext>
            </a:extLst>
          </p:cNvPr>
          <p:cNvSpPr/>
          <p:nvPr userDrawn="1"/>
        </p:nvSpPr>
        <p:spPr bwMode="gray">
          <a:xfrm rot="10800000" flipH="1">
            <a:off x="11650240" y="3335623"/>
            <a:ext cx="544934" cy="546220"/>
          </a:xfrm>
          <a:custGeom>
            <a:avLst/>
            <a:gdLst>
              <a:gd name="connsiteX0" fmla="*/ 544934 w 544934"/>
              <a:gd name="connsiteY0" fmla="*/ 546220 h 546220"/>
              <a:gd name="connsiteX1" fmla="*/ 544934 w 544934"/>
              <a:gd name="connsiteY1" fmla="*/ 0 h 546220"/>
              <a:gd name="connsiteX2" fmla="*/ 1286 w 544934"/>
              <a:gd name="connsiteY2" fmla="*/ 0 h 546220"/>
              <a:gd name="connsiteX3" fmla="*/ 0 w 544934"/>
              <a:gd name="connsiteY3" fmla="*/ 1286 h 546220"/>
              <a:gd name="connsiteX4" fmla="*/ 544934 w 544934"/>
              <a:gd name="connsiteY4" fmla="*/ 546220 h 54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4934" h="546220">
                <a:moveTo>
                  <a:pt x="544934" y="546220"/>
                </a:moveTo>
                <a:lnTo>
                  <a:pt x="544934" y="0"/>
                </a:lnTo>
                <a:lnTo>
                  <a:pt x="1286" y="0"/>
                </a:lnTo>
                <a:lnTo>
                  <a:pt x="0" y="1286"/>
                </a:lnTo>
                <a:lnTo>
                  <a:pt x="544934" y="546220"/>
                </a:lnTo>
                <a:close/>
              </a:path>
            </a:pathLst>
          </a:custGeom>
          <a:solidFill>
            <a:sysClr val="window" lastClr="FFFFFF">
              <a:alpha val="11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212" name="Freeform: Shape 211">
            <a:extLst>
              <a:ext uri="{FF2B5EF4-FFF2-40B4-BE49-F238E27FC236}">
                <a16:creationId xmlns:a16="http://schemas.microsoft.com/office/drawing/2014/main" id="{A9F0B558-8DF2-447D-B052-3931855F11FC}"/>
              </a:ext>
            </a:extLst>
          </p:cNvPr>
          <p:cNvSpPr/>
          <p:nvPr userDrawn="1"/>
        </p:nvSpPr>
        <p:spPr bwMode="gray">
          <a:xfrm rot="10800000" flipH="1">
            <a:off x="11648956" y="3879272"/>
            <a:ext cx="1285" cy="2570"/>
          </a:xfrm>
          <a:custGeom>
            <a:avLst/>
            <a:gdLst>
              <a:gd name="connsiteX0" fmla="*/ 0 w 1285"/>
              <a:gd name="connsiteY0" fmla="*/ 2570 h 2570"/>
              <a:gd name="connsiteX1" fmla="*/ 1285 w 1285"/>
              <a:gd name="connsiteY1" fmla="*/ 1285 h 2570"/>
              <a:gd name="connsiteX2" fmla="*/ 0 w 1285"/>
              <a:gd name="connsiteY2" fmla="*/ 0 h 2570"/>
              <a:gd name="connsiteX3" fmla="*/ 0 w 1285"/>
              <a:gd name="connsiteY3" fmla="*/ 2570 h 2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85" h="2570">
                <a:moveTo>
                  <a:pt x="0" y="2570"/>
                </a:moveTo>
                <a:lnTo>
                  <a:pt x="1285" y="1285"/>
                </a:lnTo>
                <a:lnTo>
                  <a:pt x="0" y="0"/>
                </a:lnTo>
                <a:lnTo>
                  <a:pt x="0" y="2570"/>
                </a:lnTo>
                <a:close/>
              </a:path>
            </a:pathLst>
          </a:custGeom>
          <a:solidFill>
            <a:sysClr val="window" lastClr="FFFFFF">
              <a:alpha val="11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211" name="Freeform: Shape 210">
            <a:extLst>
              <a:ext uri="{FF2B5EF4-FFF2-40B4-BE49-F238E27FC236}">
                <a16:creationId xmlns:a16="http://schemas.microsoft.com/office/drawing/2014/main" id="{DCA9266A-3540-4755-B797-3A415AFFB846}"/>
              </a:ext>
            </a:extLst>
          </p:cNvPr>
          <p:cNvSpPr/>
          <p:nvPr userDrawn="1"/>
        </p:nvSpPr>
        <p:spPr bwMode="gray">
          <a:xfrm rot="10800000" flipH="1">
            <a:off x="11648956" y="3881843"/>
            <a:ext cx="546219" cy="968632"/>
          </a:xfrm>
          <a:custGeom>
            <a:avLst/>
            <a:gdLst>
              <a:gd name="connsiteX0" fmla="*/ 0 w 546219"/>
              <a:gd name="connsiteY0" fmla="*/ 968632 h 968632"/>
              <a:gd name="connsiteX1" fmla="*/ 2571 w 546219"/>
              <a:gd name="connsiteY1" fmla="*/ 968632 h 968632"/>
              <a:gd name="connsiteX2" fmla="*/ 546219 w 546219"/>
              <a:gd name="connsiteY2" fmla="*/ 424984 h 968632"/>
              <a:gd name="connsiteX3" fmla="*/ 546219 w 546219"/>
              <a:gd name="connsiteY3" fmla="*/ 0 h 968632"/>
              <a:gd name="connsiteX4" fmla="*/ 0 w 546219"/>
              <a:gd name="connsiteY4" fmla="*/ 0 h 968632"/>
              <a:gd name="connsiteX5" fmla="*/ 0 w 546219"/>
              <a:gd name="connsiteY5" fmla="*/ 968632 h 968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6219" h="968632">
                <a:moveTo>
                  <a:pt x="0" y="968632"/>
                </a:moveTo>
                <a:lnTo>
                  <a:pt x="2571" y="968632"/>
                </a:lnTo>
                <a:lnTo>
                  <a:pt x="546219" y="424984"/>
                </a:lnTo>
                <a:lnTo>
                  <a:pt x="546219" y="0"/>
                </a:lnTo>
                <a:lnTo>
                  <a:pt x="0" y="0"/>
                </a:lnTo>
                <a:lnTo>
                  <a:pt x="0" y="968632"/>
                </a:lnTo>
                <a:close/>
              </a:path>
            </a:pathLst>
          </a:custGeom>
          <a:solidFill>
            <a:sysClr val="window" lastClr="FFFFFF">
              <a:alpha val="11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929" name="Right Triangle 1928">
            <a:extLst>
              <a:ext uri="{FF2B5EF4-FFF2-40B4-BE49-F238E27FC236}">
                <a16:creationId xmlns:a16="http://schemas.microsoft.com/office/drawing/2014/main" id="{1A17EDC8-CE1B-4CD2-8335-693D7D36208D}"/>
              </a:ext>
            </a:extLst>
          </p:cNvPr>
          <p:cNvSpPr/>
          <p:nvPr/>
        </p:nvSpPr>
        <p:spPr bwMode="gray">
          <a:xfrm flipV="1">
            <a:off x="10677301" y="3879273"/>
            <a:ext cx="971203" cy="971203"/>
          </a:xfrm>
          <a:prstGeom prst="rtTriangle">
            <a:avLst/>
          </a:prstGeom>
          <a:solidFill>
            <a:sysClr val="window" lastClr="FFFFFF">
              <a:alpha val="13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930" name="Right Triangle 1929">
            <a:extLst>
              <a:ext uri="{FF2B5EF4-FFF2-40B4-BE49-F238E27FC236}">
                <a16:creationId xmlns:a16="http://schemas.microsoft.com/office/drawing/2014/main" id="{32211C5B-F93E-46B8-91F9-81B3CC430F4A}"/>
              </a:ext>
            </a:extLst>
          </p:cNvPr>
          <p:cNvSpPr/>
          <p:nvPr/>
        </p:nvSpPr>
        <p:spPr bwMode="gray">
          <a:xfrm rot="10800000" flipV="1">
            <a:off x="10677302" y="3879273"/>
            <a:ext cx="971203" cy="971203"/>
          </a:xfrm>
          <a:prstGeom prst="rtTriangle">
            <a:avLst/>
          </a:prstGeom>
          <a:solidFill>
            <a:sysClr val="window" lastClr="FFFFFF">
              <a:alpha val="5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932" name="Right Triangle 1931">
            <a:extLst>
              <a:ext uri="{FF2B5EF4-FFF2-40B4-BE49-F238E27FC236}">
                <a16:creationId xmlns:a16="http://schemas.microsoft.com/office/drawing/2014/main" id="{C354B561-AC71-4339-9C52-AF1DD5D8E84E}"/>
              </a:ext>
            </a:extLst>
          </p:cNvPr>
          <p:cNvSpPr/>
          <p:nvPr/>
        </p:nvSpPr>
        <p:spPr bwMode="gray">
          <a:xfrm>
            <a:off x="10677301" y="2910641"/>
            <a:ext cx="971203" cy="971203"/>
          </a:xfrm>
          <a:prstGeom prst="rtTriangle">
            <a:avLst/>
          </a:prstGeom>
          <a:solidFill>
            <a:sysClr val="window" lastClr="FFFFFF">
              <a:alpha val="3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933" name="Right Triangle 1932">
            <a:extLst>
              <a:ext uri="{FF2B5EF4-FFF2-40B4-BE49-F238E27FC236}">
                <a16:creationId xmlns:a16="http://schemas.microsoft.com/office/drawing/2014/main" id="{F5BEC7E4-9BF3-4726-9719-B4AD64A02B4E}"/>
              </a:ext>
            </a:extLst>
          </p:cNvPr>
          <p:cNvSpPr/>
          <p:nvPr/>
        </p:nvSpPr>
        <p:spPr bwMode="gray">
          <a:xfrm rot="10800000">
            <a:off x="10677301" y="2910641"/>
            <a:ext cx="971203" cy="971203"/>
          </a:xfrm>
          <a:prstGeom prst="rtTriangle">
            <a:avLst/>
          </a:pr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935" name="Right Triangle 1934">
            <a:extLst>
              <a:ext uri="{FF2B5EF4-FFF2-40B4-BE49-F238E27FC236}">
                <a16:creationId xmlns:a16="http://schemas.microsoft.com/office/drawing/2014/main" id="{DE653FB1-2AF9-4CE6-A301-ED6C510FA426}"/>
              </a:ext>
            </a:extLst>
          </p:cNvPr>
          <p:cNvSpPr/>
          <p:nvPr/>
        </p:nvSpPr>
        <p:spPr bwMode="gray">
          <a:xfrm>
            <a:off x="10677301" y="1942027"/>
            <a:ext cx="971203" cy="971203"/>
          </a:xfrm>
          <a:prstGeom prst="rtTriangle">
            <a:avLst/>
          </a:prstGeom>
          <a:solidFill>
            <a:sysClr val="window" lastClr="FFFFFF">
              <a:alpha val="11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936" name="Right Triangle 1935">
            <a:extLst>
              <a:ext uri="{FF2B5EF4-FFF2-40B4-BE49-F238E27FC236}">
                <a16:creationId xmlns:a16="http://schemas.microsoft.com/office/drawing/2014/main" id="{F1410CEB-F7C1-4F72-A067-D9EA57311881}"/>
              </a:ext>
            </a:extLst>
          </p:cNvPr>
          <p:cNvSpPr/>
          <p:nvPr/>
        </p:nvSpPr>
        <p:spPr bwMode="gray">
          <a:xfrm rot="10800000">
            <a:off x="10677301" y="1942027"/>
            <a:ext cx="971203" cy="971203"/>
          </a:xfrm>
          <a:prstGeom prst="rtTriangle">
            <a:avLst/>
          </a:pr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940" name="Right Triangle 1939">
            <a:extLst>
              <a:ext uri="{FF2B5EF4-FFF2-40B4-BE49-F238E27FC236}">
                <a16:creationId xmlns:a16="http://schemas.microsoft.com/office/drawing/2014/main" id="{7D3E491A-0D22-4238-B3A1-3B24622C460F}"/>
              </a:ext>
            </a:extLst>
          </p:cNvPr>
          <p:cNvSpPr/>
          <p:nvPr/>
        </p:nvSpPr>
        <p:spPr bwMode="gray">
          <a:xfrm flipV="1">
            <a:off x="4852550" y="3879273"/>
            <a:ext cx="971203" cy="971203"/>
          </a:xfrm>
          <a:prstGeom prst="rtTriangle">
            <a:avLst/>
          </a:prstGeom>
          <a:solidFill>
            <a:sysClr val="window" lastClr="FFFFFF">
              <a:alpha val="22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941" name="Right Triangle 1940">
            <a:extLst>
              <a:ext uri="{FF2B5EF4-FFF2-40B4-BE49-F238E27FC236}">
                <a16:creationId xmlns:a16="http://schemas.microsoft.com/office/drawing/2014/main" id="{3375337F-16F5-42A7-9F6E-F6C29C0A1F13}"/>
              </a:ext>
            </a:extLst>
          </p:cNvPr>
          <p:cNvSpPr/>
          <p:nvPr/>
        </p:nvSpPr>
        <p:spPr bwMode="gray">
          <a:xfrm rot="10800000" flipV="1">
            <a:off x="4852551" y="3879273"/>
            <a:ext cx="971203" cy="971203"/>
          </a:xfrm>
          <a:prstGeom prst="rtTriangle">
            <a:avLst/>
          </a:prstGeom>
          <a:solidFill>
            <a:sysClr val="window" lastClr="FFFFFF">
              <a:alpha val="13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944" name="Right Triangle 1943">
            <a:extLst>
              <a:ext uri="{FF2B5EF4-FFF2-40B4-BE49-F238E27FC236}">
                <a16:creationId xmlns:a16="http://schemas.microsoft.com/office/drawing/2014/main" id="{3BF4CE44-35C7-4950-9407-D01B1056BDA9}"/>
              </a:ext>
            </a:extLst>
          </p:cNvPr>
          <p:cNvSpPr/>
          <p:nvPr/>
        </p:nvSpPr>
        <p:spPr bwMode="gray">
          <a:xfrm>
            <a:off x="4852550" y="2910641"/>
            <a:ext cx="971203" cy="971203"/>
          </a:xfrm>
          <a:prstGeom prst="rtTriangle">
            <a:avLst/>
          </a:prstGeom>
          <a:solidFill>
            <a:sysClr val="window" lastClr="FFFFFF">
              <a:alpha val="5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945" name="Right Triangle 1944">
            <a:extLst>
              <a:ext uri="{FF2B5EF4-FFF2-40B4-BE49-F238E27FC236}">
                <a16:creationId xmlns:a16="http://schemas.microsoft.com/office/drawing/2014/main" id="{88C4A149-5042-458D-861D-516DF9C62184}"/>
              </a:ext>
            </a:extLst>
          </p:cNvPr>
          <p:cNvSpPr/>
          <p:nvPr/>
        </p:nvSpPr>
        <p:spPr bwMode="gray">
          <a:xfrm rot="10800000">
            <a:off x="4852551" y="2910641"/>
            <a:ext cx="971203" cy="971203"/>
          </a:xfrm>
          <a:prstGeom prst="rtTriangle">
            <a:avLst/>
          </a:prstGeom>
          <a:solidFill>
            <a:sysClr val="window" lastClr="FFFFFF">
              <a:alpha val="11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948" name="Right Triangle 1947">
            <a:extLst>
              <a:ext uri="{FF2B5EF4-FFF2-40B4-BE49-F238E27FC236}">
                <a16:creationId xmlns:a16="http://schemas.microsoft.com/office/drawing/2014/main" id="{B1E84913-8781-4BF2-A9B8-3F93C2ED5B44}"/>
              </a:ext>
            </a:extLst>
          </p:cNvPr>
          <p:cNvSpPr/>
          <p:nvPr/>
        </p:nvSpPr>
        <p:spPr bwMode="gray">
          <a:xfrm>
            <a:off x="4852550" y="1935283"/>
            <a:ext cx="971203" cy="971203"/>
          </a:xfrm>
          <a:prstGeom prst="rtTriangle">
            <a:avLst/>
          </a:prstGeom>
          <a:solidFill>
            <a:sysClr val="window" lastClr="FFFFFF">
              <a:alpha val="7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949" name="Right Triangle 1948">
            <a:extLst>
              <a:ext uri="{FF2B5EF4-FFF2-40B4-BE49-F238E27FC236}">
                <a16:creationId xmlns:a16="http://schemas.microsoft.com/office/drawing/2014/main" id="{92238CB4-814A-4247-9BA6-25C7C4F20C40}"/>
              </a:ext>
            </a:extLst>
          </p:cNvPr>
          <p:cNvSpPr/>
          <p:nvPr/>
        </p:nvSpPr>
        <p:spPr bwMode="gray">
          <a:xfrm rot="10800000">
            <a:off x="4852551" y="1942027"/>
            <a:ext cx="971203" cy="971203"/>
          </a:xfrm>
          <a:prstGeom prst="rtTriangle">
            <a:avLst/>
          </a:prstGeom>
          <a:solidFill>
            <a:sysClr val="window" lastClr="FFFFFF">
              <a:alpha val="5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954" name="Right Triangle 1953">
            <a:extLst>
              <a:ext uri="{FF2B5EF4-FFF2-40B4-BE49-F238E27FC236}">
                <a16:creationId xmlns:a16="http://schemas.microsoft.com/office/drawing/2014/main" id="{F97D4B2A-624C-4F0B-A240-99FAF3ED0363}"/>
              </a:ext>
            </a:extLst>
          </p:cNvPr>
          <p:cNvSpPr/>
          <p:nvPr/>
        </p:nvSpPr>
        <p:spPr bwMode="gray">
          <a:xfrm flipH="1" flipV="1">
            <a:off x="5820710" y="3879273"/>
            <a:ext cx="971203" cy="971203"/>
          </a:xfrm>
          <a:prstGeom prst="rtTriangle">
            <a:avLst/>
          </a:prstGeom>
          <a:solidFill>
            <a:sysClr val="window" lastClr="FFFFFF">
              <a:alpha val="5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956" name="Right Triangle 1955">
            <a:extLst>
              <a:ext uri="{FF2B5EF4-FFF2-40B4-BE49-F238E27FC236}">
                <a16:creationId xmlns:a16="http://schemas.microsoft.com/office/drawing/2014/main" id="{08471D48-809B-47B7-ADF7-31302F343639}"/>
              </a:ext>
            </a:extLst>
          </p:cNvPr>
          <p:cNvSpPr/>
          <p:nvPr/>
        </p:nvSpPr>
        <p:spPr bwMode="gray">
          <a:xfrm flipH="1">
            <a:off x="5820710" y="2910641"/>
            <a:ext cx="971203" cy="971203"/>
          </a:xfrm>
          <a:prstGeom prst="rtTriangle">
            <a:avLst/>
          </a:prstGeom>
          <a:solidFill>
            <a:sysClr val="window" lastClr="FFFFFF">
              <a:alpha val="1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957" name="Right Triangle 1956">
            <a:extLst>
              <a:ext uri="{FF2B5EF4-FFF2-40B4-BE49-F238E27FC236}">
                <a16:creationId xmlns:a16="http://schemas.microsoft.com/office/drawing/2014/main" id="{5FBBD2AD-7E7A-4AF8-ADE7-5917EB76A144}"/>
              </a:ext>
            </a:extLst>
          </p:cNvPr>
          <p:cNvSpPr/>
          <p:nvPr/>
        </p:nvSpPr>
        <p:spPr bwMode="gray">
          <a:xfrm rot="10800000" flipH="1">
            <a:off x="5820710" y="2910641"/>
            <a:ext cx="971203" cy="971203"/>
          </a:xfrm>
          <a:prstGeom prst="rtTriangle">
            <a:avLst/>
          </a:pr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959" name="Right Triangle 1958">
            <a:extLst>
              <a:ext uri="{FF2B5EF4-FFF2-40B4-BE49-F238E27FC236}">
                <a16:creationId xmlns:a16="http://schemas.microsoft.com/office/drawing/2014/main" id="{221563F9-8BA0-454A-A09A-8E732A94465F}"/>
              </a:ext>
            </a:extLst>
          </p:cNvPr>
          <p:cNvSpPr/>
          <p:nvPr/>
        </p:nvSpPr>
        <p:spPr bwMode="gray">
          <a:xfrm flipH="1">
            <a:off x="5820710" y="1942027"/>
            <a:ext cx="971203" cy="971203"/>
          </a:xfrm>
          <a:prstGeom prst="rtTriangle">
            <a:avLst/>
          </a:prstGeom>
          <a:solidFill>
            <a:sysClr val="window" lastClr="FFFFFF">
              <a:alpha val="2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960" name="Right Triangle 1959">
            <a:extLst>
              <a:ext uri="{FF2B5EF4-FFF2-40B4-BE49-F238E27FC236}">
                <a16:creationId xmlns:a16="http://schemas.microsoft.com/office/drawing/2014/main" id="{8F694D62-B3D5-45BE-8E68-322292921C60}"/>
              </a:ext>
            </a:extLst>
          </p:cNvPr>
          <p:cNvSpPr/>
          <p:nvPr/>
        </p:nvSpPr>
        <p:spPr bwMode="gray">
          <a:xfrm rot="10800000" flipH="1">
            <a:off x="5820711" y="1942027"/>
            <a:ext cx="971203" cy="971203"/>
          </a:xfrm>
          <a:prstGeom prst="rtTriangle">
            <a:avLst/>
          </a:prstGeom>
          <a:solidFill>
            <a:sysClr val="window" lastClr="FFFFFF">
              <a:alpha val="13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695" name="Rectangle 1694">
            <a:extLst>
              <a:ext uri="{FF2B5EF4-FFF2-40B4-BE49-F238E27FC236}">
                <a16:creationId xmlns:a16="http://schemas.microsoft.com/office/drawing/2014/main" id="{CF0B000B-1602-4E1A-8914-3360980A796A}"/>
              </a:ext>
            </a:extLst>
          </p:cNvPr>
          <p:cNvSpPr/>
          <p:nvPr/>
        </p:nvSpPr>
        <p:spPr bwMode="gray">
          <a:xfrm>
            <a:off x="2907" y="1942027"/>
            <a:ext cx="4849643" cy="2908450"/>
          </a:xfrm>
          <a:prstGeom prst="rect">
            <a:avLst/>
          </a:prstGeom>
          <a:solidFill>
            <a:srgbClr val="C6C6C8">
              <a:lumMod val="40000"/>
              <a:lumOff val="60000"/>
            </a:srgb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kern="0" cap="none" spc="0" normalizeH="0" baseline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</a:endParaRPr>
          </a:p>
        </p:txBody>
      </p:sp>
      <p:sp>
        <p:nvSpPr>
          <p:cNvPr id="1698" name="Right Triangle 1697">
            <a:extLst>
              <a:ext uri="{FF2B5EF4-FFF2-40B4-BE49-F238E27FC236}">
                <a16:creationId xmlns:a16="http://schemas.microsoft.com/office/drawing/2014/main" id="{8A967AB6-1A35-4BA9-B02C-1987FF6DF036}"/>
              </a:ext>
            </a:extLst>
          </p:cNvPr>
          <p:cNvSpPr/>
          <p:nvPr/>
        </p:nvSpPr>
        <p:spPr bwMode="gray">
          <a:xfrm flipV="1">
            <a:off x="1942393" y="3879273"/>
            <a:ext cx="971203" cy="971203"/>
          </a:xfrm>
          <a:prstGeom prst="rtTriangle">
            <a:avLst/>
          </a:prstGeom>
          <a:solidFill>
            <a:sysClr val="window" lastClr="FFFFFF">
              <a:alpha val="13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701" name="Right Triangle 1700">
            <a:extLst>
              <a:ext uri="{FF2B5EF4-FFF2-40B4-BE49-F238E27FC236}">
                <a16:creationId xmlns:a16="http://schemas.microsoft.com/office/drawing/2014/main" id="{65BEB17A-3527-47DA-B83A-44D0DE236CCA}"/>
              </a:ext>
            </a:extLst>
          </p:cNvPr>
          <p:cNvSpPr/>
          <p:nvPr/>
        </p:nvSpPr>
        <p:spPr bwMode="gray">
          <a:xfrm>
            <a:off x="1942393" y="2910641"/>
            <a:ext cx="971203" cy="971203"/>
          </a:xfrm>
          <a:prstGeom prst="rtTriangle">
            <a:avLst/>
          </a:prstGeom>
          <a:solidFill>
            <a:sysClr val="window" lastClr="FFFFFF">
              <a:alpha val="8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703" name="Right Triangle 1702">
            <a:extLst>
              <a:ext uri="{FF2B5EF4-FFF2-40B4-BE49-F238E27FC236}">
                <a16:creationId xmlns:a16="http://schemas.microsoft.com/office/drawing/2014/main" id="{075412DE-7A4B-4274-B4F3-F3723B393212}"/>
              </a:ext>
            </a:extLst>
          </p:cNvPr>
          <p:cNvSpPr/>
          <p:nvPr/>
        </p:nvSpPr>
        <p:spPr bwMode="gray">
          <a:xfrm>
            <a:off x="1942393" y="1942027"/>
            <a:ext cx="971203" cy="971203"/>
          </a:xfrm>
          <a:prstGeom prst="rtTriangle">
            <a:avLst/>
          </a:pr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704" name="Right Triangle 1703">
            <a:extLst>
              <a:ext uri="{FF2B5EF4-FFF2-40B4-BE49-F238E27FC236}">
                <a16:creationId xmlns:a16="http://schemas.microsoft.com/office/drawing/2014/main" id="{94D95818-DDBE-4E10-B3B5-517E8DB9AD54}"/>
              </a:ext>
            </a:extLst>
          </p:cNvPr>
          <p:cNvSpPr/>
          <p:nvPr/>
        </p:nvSpPr>
        <p:spPr bwMode="gray">
          <a:xfrm rot="10800000">
            <a:off x="1942394" y="1942027"/>
            <a:ext cx="971203" cy="971203"/>
          </a:xfrm>
          <a:prstGeom prst="rtTriangle">
            <a:avLst/>
          </a:prstGeom>
          <a:solidFill>
            <a:sysClr val="window" lastClr="FFFFFF">
              <a:alpha val="11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708" name="Right Triangle 1707">
            <a:extLst>
              <a:ext uri="{FF2B5EF4-FFF2-40B4-BE49-F238E27FC236}">
                <a16:creationId xmlns:a16="http://schemas.microsoft.com/office/drawing/2014/main" id="{B48F1ECF-5DCA-4DD5-ABA6-B080228C92B6}"/>
              </a:ext>
            </a:extLst>
          </p:cNvPr>
          <p:cNvSpPr/>
          <p:nvPr/>
        </p:nvSpPr>
        <p:spPr bwMode="gray">
          <a:xfrm flipH="1" flipV="1">
            <a:off x="2913596" y="3879273"/>
            <a:ext cx="971203" cy="971203"/>
          </a:xfrm>
          <a:prstGeom prst="rtTriangle">
            <a:avLst/>
          </a:prstGeom>
          <a:solidFill>
            <a:sysClr val="window" lastClr="FFFFFF">
              <a:alpha val="5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709" name="Right Triangle 1708">
            <a:extLst>
              <a:ext uri="{FF2B5EF4-FFF2-40B4-BE49-F238E27FC236}">
                <a16:creationId xmlns:a16="http://schemas.microsoft.com/office/drawing/2014/main" id="{5C85BD51-83F7-4323-B529-4720D347A7F1}"/>
              </a:ext>
            </a:extLst>
          </p:cNvPr>
          <p:cNvSpPr/>
          <p:nvPr/>
        </p:nvSpPr>
        <p:spPr bwMode="gray">
          <a:xfrm rot="10800000" flipH="1" flipV="1">
            <a:off x="2913597" y="3879273"/>
            <a:ext cx="971203" cy="971203"/>
          </a:xfrm>
          <a:prstGeom prst="rtTriangle">
            <a:avLst/>
          </a:prstGeom>
          <a:solidFill>
            <a:sysClr val="window" lastClr="FFFFFF">
              <a:alpha val="13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711" name="Right Triangle 1710">
            <a:extLst>
              <a:ext uri="{FF2B5EF4-FFF2-40B4-BE49-F238E27FC236}">
                <a16:creationId xmlns:a16="http://schemas.microsoft.com/office/drawing/2014/main" id="{8F90C316-3E5C-4804-9F3A-269CB3F78CC7}"/>
              </a:ext>
            </a:extLst>
          </p:cNvPr>
          <p:cNvSpPr/>
          <p:nvPr/>
        </p:nvSpPr>
        <p:spPr bwMode="gray">
          <a:xfrm flipH="1">
            <a:off x="2913596" y="2910641"/>
            <a:ext cx="971203" cy="971203"/>
          </a:xfrm>
          <a:prstGeom prst="rtTriangle">
            <a:avLst/>
          </a:prstGeom>
          <a:solidFill>
            <a:sysClr val="window" lastClr="FFFFFF">
              <a:alpha val="13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712" name="Right Triangle 1711">
            <a:extLst>
              <a:ext uri="{FF2B5EF4-FFF2-40B4-BE49-F238E27FC236}">
                <a16:creationId xmlns:a16="http://schemas.microsoft.com/office/drawing/2014/main" id="{AD24879C-6330-40AC-B990-9E00C001F11C}"/>
              </a:ext>
            </a:extLst>
          </p:cNvPr>
          <p:cNvSpPr/>
          <p:nvPr/>
        </p:nvSpPr>
        <p:spPr bwMode="gray">
          <a:xfrm rot="10800000" flipH="1">
            <a:off x="2913597" y="2910641"/>
            <a:ext cx="971203" cy="971203"/>
          </a:xfrm>
          <a:prstGeom prst="rtTriangle">
            <a:avLst/>
          </a:pr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715" name="Right Triangle 1714">
            <a:extLst>
              <a:ext uri="{FF2B5EF4-FFF2-40B4-BE49-F238E27FC236}">
                <a16:creationId xmlns:a16="http://schemas.microsoft.com/office/drawing/2014/main" id="{B3C2894D-717C-4C61-9CF6-EAA63EBFD4F8}"/>
              </a:ext>
            </a:extLst>
          </p:cNvPr>
          <p:cNvSpPr/>
          <p:nvPr/>
        </p:nvSpPr>
        <p:spPr bwMode="gray">
          <a:xfrm flipH="1">
            <a:off x="2913596" y="1942027"/>
            <a:ext cx="971203" cy="971203"/>
          </a:xfrm>
          <a:prstGeom prst="rtTriangle">
            <a:avLst/>
          </a:prstGeom>
          <a:solidFill>
            <a:sysClr val="window" lastClr="FFFFFF">
              <a:alpha val="13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716" name="Right Triangle 1715">
            <a:extLst>
              <a:ext uri="{FF2B5EF4-FFF2-40B4-BE49-F238E27FC236}">
                <a16:creationId xmlns:a16="http://schemas.microsoft.com/office/drawing/2014/main" id="{F9464778-02DF-4573-9DBF-1E10BCA9673E}"/>
              </a:ext>
            </a:extLst>
          </p:cNvPr>
          <p:cNvSpPr/>
          <p:nvPr/>
        </p:nvSpPr>
        <p:spPr bwMode="gray">
          <a:xfrm rot="10800000" flipH="1">
            <a:off x="2913597" y="1942027"/>
            <a:ext cx="971203" cy="971203"/>
          </a:xfrm>
          <a:prstGeom prst="rtTriangle">
            <a:avLst/>
          </a:prstGeom>
          <a:solidFill>
            <a:sysClr val="window" lastClr="FFFFFF">
              <a:alpha val="5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721" name="Right Triangle 1720">
            <a:extLst>
              <a:ext uri="{FF2B5EF4-FFF2-40B4-BE49-F238E27FC236}">
                <a16:creationId xmlns:a16="http://schemas.microsoft.com/office/drawing/2014/main" id="{C7EA8E37-7EEC-4358-8695-4EC9D0C5BA34}"/>
              </a:ext>
            </a:extLst>
          </p:cNvPr>
          <p:cNvSpPr/>
          <p:nvPr/>
        </p:nvSpPr>
        <p:spPr bwMode="gray">
          <a:xfrm flipV="1">
            <a:off x="3884799" y="3879273"/>
            <a:ext cx="971203" cy="971203"/>
          </a:xfrm>
          <a:prstGeom prst="rtTriangle">
            <a:avLst/>
          </a:pr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724" name="Right Triangle 1723">
            <a:extLst>
              <a:ext uri="{FF2B5EF4-FFF2-40B4-BE49-F238E27FC236}">
                <a16:creationId xmlns:a16="http://schemas.microsoft.com/office/drawing/2014/main" id="{60949105-9A34-4BC1-9978-C6B2FFBF0256}"/>
              </a:ext>
            </a:extLst>
          </p:cNvPr>
          <p:cNvSpPr/>
          <p:nvPr/>
        </p:nvSpPr>
        <p:spPr bwMode="gray">
          <a:xfrm>
            <a:off x="3884799" y="2910641"/>
            <a:ext cx="971203" cy="971203"/>
          </a:xfrm>
          <a:prstGeom prst="rtTriangle">
            <a:avLst/>
          </a:prstGeom>
          <a:solidFill>
            <a:sysClr val="window" lastClr="FFFFFF">
              <a:alpha val="5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725" name="Right Triangle 1724">
            <a:extLst>
              <a:ext uri="{FF2B5EF4-FFF2-40B4-BE49-F238E27FC236}">
                <a16:creationId xmlns:a16="http://schemas.microsoft.com/office/drawing/2014/main" id="{547950FC-DFEB-4A82-9A35-B44D1EE3CE1D}"/>
              </a:ext>
            </a:extLst>
          </p:cNvPr>
          <p:cNvSpPr/>
          <p:nvPr/>
        </p:nvSpPr>
        <p:spPr bwMode="gray">
          <a:xfrm rot="10800000">
            <a:off x="3884799" y="2910641"/>
            <a:ext cx="971203" cy="971203"/>
          </a:xfrm>
          <a:prstGeom prst="rtTriangle">
            <a:avLst/>
          </a:prstGeom>
          <a:solidFill>
            <a:sysClr val="window" lastClr="FFFFFF">
              <a:alpha val="9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727" name="Right Triangle 1726">
            <a:extLst>
              <a:ext uri="{FF2B5EF4-FFF2-40B4-BE49-F238E27FC236}">
                <a16:creationId xmlns:a16="http://schemas.microsoft.com/office/drawing/2014/main" id="{5A9B53D1-7AD2-4A7F-B91E-BCC2DC20EA4F}"/>
              </a:ext>
            </a:extLst>
          </p:cNvPr>
          <p:cNvSpPr/>
          <p:nvPr/>
        </p:nvSpPr>
        <p:spPr bwMode="gray">
          <a:xfrm rot="10800000">
            <a:off x="3884799" y="1942027"/>
            <a:ext cx="971203" cy="971203"/>
          </a:xfrm>
          <a:prstGeom prst="rtTriangle">
            <a:avLst/>
          </a:pr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731" name="Right Triangle 1730">
            <a:extLst>
              <a:ext uri="{FF2B5EF4-FFF2-40B4-BE49-F238E27FC236}">
                <a16:creationId xmlns:a16="http://schemas.microsoft.com/office/drawing/2014/main" id="{01CD94E0-0488-4EC6-A6F3-ADBE8B1F213B}"/>
              </a:ext>
            </a:extLst>
          </p:cNvPr>
          <p:cNvSpPr/>
          <p:nvPr/>
        </p:nvSpPr>
        <p:spPr bwMode="gray">
          <a:xfrm flipV="1">
            <a:off x="2907" y="3879273"/>
            <a:ext cx="971203" cy="971203"/>
          </a:xfrm>
          <a:prstGeom prst="rtTriangle">
            <a:avLst/>
          </a:prstGeom>
          <a:solidFill>
            <a:sysClr val="window" lastClr="FFFFFF">
              <a:alpha val="22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732" name="Right Triangle 1731">
            <a:extLst>
              <a:ext uri="{FF2B5EF4-FFF2-40B4-BE49-F238E27FC236}">
                <a16:creationId xmlns:a16="http://schemas.microsoft.com/office/drawing/2014/main" id="{BFC1ADAC-57C0-402C-9D6C-09B69D1036E0}"/>
              </a:ext>
            </a:extLst>
          </p:cNvPr>
          <p:cNvSpPr/>
          <p:nvPr/>
        </p:nvSpPr>
        <p:spPr bwMode="gray">
          <a:xfrm rot="10800000" flipV="1">
            <a:off x="2908" y="3879273"/>
            <a:ext cx="971203" cy="971203"/>
          </a:xfrm>
          <a:prstGeom prst="rtTriangle">
            <a:avLst/>
          </a:prstGeom>
          <a:solidFill>
            <a:sysClr val="window" lastClr="FFFFFF">
              <a:alpha val="13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735" name="Right Triangle 1734">
            <a:extLst>
              <a:ext uri="{FF2B5EF4-FFF2-40B4-BE49-F238E27FC236}">
                <a16:creationId xmlns:a16="http://schemas.microsoft.com/office/drawing/2014/main" id="{62E7957D-308B-4C70-BC13-C5ECACED85B2}"/>
              </a:ext>
            </a:extLst>
          </p:cNvPr>
          <p:cNvSpPr/>
          <p:nvPr/>
        </p:nvSpPr>
        <p:spPr bwMode="gray">
          <a:xfrm>
            <a:off x="2907" y="2910641"/>
            <a:ext cx="971203" cy="971203"/>
          </a:xfrm>
          <a:prstGeom prst="rtTriangle">
            <a:avLst/>
          </a:prstGeom>
          <a:solidFill>
            <a:sysClr val="window" lastClr="FFFFFF">
              <a:alpha val="5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736" name="Right Triangle 1735">
            <a:extLst>
              <a:ext uri="{FF2B5EF4-FFF2-40B4-BE49-F238E27FC236}">
                <a16:creationId xmlns:a16="http://schemas.microsoft.com/office/drawing/2014/main" id="{616EC3B2-7AE3-4B29-9B6F-09EC1F376CD5}"/>
              </a:ext>
            </a:extLst>
          </p:cNvPr>
          <p:cNvSpPr/>
          <p:nvPr/>
        </p:nvSpPr>
        <p:spPr bwMode="gray">
          <a:xfrm rot="10800000">
            <a:off x="2908" y="2910641"/>
            <a:ext cx="971203" cy="971203"/>
          </a:xfrm>
          <a:prstGeom prst="rtTriangle">
            <a:avLst/>
          </a:prstGeom>
          <a:solidFill>
            <a:sysClr val="window" lastClr="FFFFFF">
              <a:alpha val="11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739" name="Right Triangle 1738">
            <a:extLst>
              <a:ext uri="{FF2B5EF4-FFF2-40B4-BE49-F238E27FC236}">
                <a16:creationId xmlns:a16="http://schemas.microsoft.com/office/drawing/2014/main" id="{B314C31D-AEF2-4F11-9551-DBA6BB14A6F0}"/>
              </a:ext>
            </a:extLst>
          </p:cNvPr>
          <p:cNvSpPr/>
          <p:nvPr/>
        </p:nvSpPr>
        <p:spPr bwMode="gray">
          <a:xfrm>
            <a:off x="2907" y="1935283"/>
            <a:ext cx="971203" cy="971203"/>
          </a:xfrm>
          <a:prstGeom prst="rtTriangle">
            <a:avLst/>
          </a:prstGeom>
          <a:solidFill>
            <a:sysClr val="window" lastClr="FFFFFF">
              <a:alpha val="7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740" name="Right Triangle 1739">
            <a:extLst>
              <a:ext uri="{FF2B5EF4-FFF2-40B4-BE49-F238E27FC236}">
                <a16:creationId xmlns:a16="http://schemas.microsoft.com/office/drawing/2014/main" id="{62D194F1-0E45-4236-BB06-134026EFBB07}"/>
              </a:ext>
            </a:extLst>
          </p:cNvPr>
          <p:cNvSpPr/>
          <p:nvPr/>
        </p:nvSpPr>
        <p:spPr bwMode="gray">
          <a:xfrm rot="10800000">
            <a:off x="2908" y="1942027"/>
            <a:ext cx="971203" cy="971203"/>
          </a:xfrm>
          <a:prstGeom prst="rtTriangle">
            <a:avLst/>
          </a:prstGeom>
          <a:solidFill>
            <a:sysClr val="window" lastClr="FFFFFF">
              <a:alpha val="5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745" name="Right Triangle 1744">
            <a:extLst>
              <a:ext uri="{FF2B5EF4-FFF2-40B4-BE49-F238E27FC236}">
                <a16:creationId xmlns:a16="http://schemas.microsoft.com/office/drawing/2014/main" id="{FEC0DCDF-2BB5-4C71-B14B-D27E85DF2037}"/>
              </a:ext>
            </a:extLst>
          </p:cNvPr>
          <p:cNvSpPr/>
          <p:nvPr/>
        </p:nvSpPr>
        <p:spPr bwMode="gray">
          <a:xfrm flipH="1" flipV="1">
            <a:off x="971067" y="3879273"/>
            <a:ext cx="971203" cy="971203"/>
          </a:xfrm>
          <a:prstGeom prst="rtTriangle">
            <a:avLst/>
          </a:prstGeom>
          <a:solidFill>
            <a:sysClr val="window" lastClr="FFFFFF">
              <a:alpha val="5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747" name="Right Triangle 1746">
            <a:extLst>
              <a:ext uri="{FF2B5EF4-FFF2-40B4-BE49-F238E27FC236}">
                <a16:creationId xmlns:a16="http://schemas.microsoft.com/office/drawing/2014/main" id="{123E3930-5F73-4D7E-9814-DB1AB9CAFE29}"/>
              </a:ext>
            </a:extLst>
          </p:cNvPr>
          <p:cNvSpPr/>
          <p:nvPr/>
        </p:nvSpPr>
        <p:spPr bwMode="gray">
          <a:xfrm flipH="1">
            <a:off x="971067" y="2910641"/>
            <a:ext cx="971203" cy="971203"/>
          </a:xfrm>
          <a:prstGeom prst="rtTriangle">
            <a:avLst/>
          </a:prstGeom>
          <a:solidFill>
            <a:sysClr val="window" lastClr="FFFFFF">
              <a:alpha val="1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748" name="Right Triangle 1747">
            <a:extLst>
              <a:ext uri="{FF2B5EF4-FFF2-40B4-BE49-F238E27FC236}">
                <a16:creationId xmlns:a16="http://schemas.microsoft.com/office/drawing/2014/main" id="{25BBDDF8-B4A2-44F5-9832-686BBCDD8A8A}"/>
              </a:ext>
            </a:extLst>
          </p:cNvPr>
          <p:cNvSpPr/>
          <p:nvPr/>
        </p:nvSpPr>
        <p:spPr bwMode="gray">
          <a:xfrm rot="10800000" flipH="1">
            <a:off x="971067" y="2910641"/>
            <a:ext cx="971203" cy="971203"/>
          </a:xfrm>
          <a:prstGeom prst="rtTriangle">
            <a:avLst/>
          </a:pr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750" name="Right Triangle 1749">
            <a:extLst>
              <a:ext uri="{FF2B5EF4-FFF2-40B4-BE49-F238E27FC236}">
                <a16:creationId xmlns:a16="http://schemas.microsoft.com/office/drawing/2014/main" id="{189C5DF1-553A-43D6-B22E-1A2D2577EBF7}"/>
              </a:ext>
            </a:extLst>
          </p:cNvPr>
          <p:cNvSpPr/>
          <p:nvPr/>
        </p:nvSpPr>
        <p:spPr bwMode="gray">
          <a:xfrm flipH="1">
            <a:off x="971067" y="1942027"/>
            <a:ext cx="971203" cy="971203"/>
          </a:xfrm>
          <a:prstGeom prst="rtTriangle">
            <a:avLst/>
          </a:prstGeom>
          <a:solidFill>
            <a:sysClr val="window" lastClr="FFFFFF">
              <a:alpha val="2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751" name="Right Triangle 1750">
            <a:extLst>
              <a:ext uri="{FF2B5EF4-FFF2-40B4-BE49-F238E27FC236}">
                <a16:creationId xmlns:a16="http://schemas.microsoft.com/office/drawing/2014/main" id="{B9253246-D884-404B-86EE-1D175BF07061}"/>
              </a:ext>
            </a:extLst>
          </p:cNvPr>
          <p:cNvSpPr/>
          <p:nvPr/>
        </p:nvSpPr>
        <p:spPr bwMode="gray">
          <a:xfrm rot="10800000" flipH="1">
            <a:off x="971068" y="1942027"/>
            <a:ext cx="971203" cy="971203"/>
          </a:xfrm>
          <a:prstGeom prst="rtTriangle">
            <a:avLst/>
          </a:prstGeom>
          <a:solidFill>
            <a:sysClr val="window" lastClr="FFFFFF">
              <a:alpha val="13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756" name="Right Triangle 1755">
            <a:extLst>
              <a:ext uri="{FF2B5EF4-FFF2-40B4-BE49-F238E27FC236}">
                <a16:creationId xmlns:a16="http://schemas.microsoft.com/office/drawing/2014/main" id="{F6B5048F-B969-40B2-A297-03F167D9C592}"/>
              </a:ext>
            </a:extLst>
          </p:cNvPr>
          <p:cNvSpPr/>
          <p:nvPr/>
        </p:nvSpPr>
        <p:spPr bwMode="gray">
          <a:xfrm flipV="1">
            <a:off x="1942393" y="3879273"/>
            <a:ext cx="971203" cy="971203"/>
          </a:xfrm>
          <a:prstGeom prst="rtTriangle">
            <a:avLst/>
          </a:prstGeom>
          <a:solidFill>
            <a:sysClr val="window" lastClr="FFFFFF">
              <a:alpha val="13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759" name="Right Triangle 1758">
            <a:extLst>
              <a:ext uri="{FF2B5EF4-FFF2-40B4-BE49-F238E27FC236}">
                <a16:creationId xmlns:a16="http://schemas.microsoft.com/office/drawing/2014/main" id="{76B68CF3-797A-4A0F-95DD-AA15E03B2A61}"/>
              </a:ext>
            </a:extLst>
          </p:cNvPr>
          <p:cNvSpPr/>
          <p:nvPr/>
        </p:nvSpPr>
        <p:spPr bwMode="gray">
          <a:xfrm>
            <a:off x="1942393" y="2910641"/>
            <a:ext cx="971203" cy="971203"/>
          </a:xfrm>
          <a:prstGeom prst="rtTriangle">
            <a:avLst/>
          </a:prstGeom>
          <a:solidFill>
            <a:sysClr val="window" lastClr="FFFFFF">
              <a:alpha val="8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761" name="Right Triangle 1760">
            <a:extLst>
              <a:ext uri="{FF2B5EF4-FFF2-40B4-BE49-F238E27FC236}">
                <a16:creationId xmlns:a16="http://schemas.microsoft.com/office/drawing/2014/main" id="{17359F58-764B-474C-9743-FFAFD928E08E}"/>
              </a:ext>
            </a:extLst>
          </p:cNvPr>
          <p:cNvSpPr/>
          <p:nvPr/>
        </p:nvSpPr>
        <p:spPr bwMode="gray">
          <a:xfrm>
            <a:off x="1942393" y="1942027"/>
            <a:ext cx="971203" cy="971203"/>
          </a:xfrm>
          <a:prstGeom prst="rtTriangle">
            <a:avLst/>
          </a:pr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762" name="Right Triangle 1761">
            <a:extLst>
              <a:ext uri="{FF2B5EF4-FFF2-40B4-BE49-F238E27FC236}">
                <a16:creationId xmlns:a16="http://schemas.microsoft.com/office/drawing/2014/main" id="{E5066427-10CE-44BA-925E-99D54F680A6A}"/>
              </a:ext>
            </a:extLst>
          </p:cNvPr>
          <p:cNvSpPr/>
          <p:nvPr/>
        </p:nvSpPr>
        <p:spPr bwMode="gray">
          <a:xfrm rot="10800000">
            <a:off x="1942394" y="1942027"/>
            <a:ext cx="971203" cy="971203"/>
          </a:xfrm>
          <a:prstGeom prst="rtTriangle">
            <a:avLst/>
          </a:prstGeom>
          <a:solidFill>
            <a:sysClr val="window" lastClr="FFFFFF">
              <a:alpha val="11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766" name="Right Triangle 1765">
            <a:extLst>
              <a:ext uri="{FF2B5EF4-FFF2-40B4-BE49-F238E27FC236}">
                <a16:creationId xmlns:a16="http://schemas.microsoft.com/office/drawing/2014/main" id="{6E03E546-B9E5-4113-896A-6831698A37F0}"/>
              </a:ext>
            </a:extLst>
          </p:cNvPr>
          <p:cNvSpPr/>
          <p:nvPr/>
        </p:nvSpPr>
        <p:spPr bwMode="gray">
          <a:xfrm flipH="1" flipV="1">
            <a:off x="2913596" y="3879273"/>
            <a:ext cx="971203" cy="971203"/>
          </a:xfrm>
          <a:prstGeom prst="rtTriangle">
            <a:avLst/>
          </a:prstGeom>
          <a:solidFill>
            <a:sysClr val="window" lastClr="FFFFFF">
              <a:alpha val="5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767" name="Right Triangle 1766">
            <a:extLst>
              <a:ext uri="{FF2B5EF4-FFF2-40B4-BE49-F238E27FC236}">
                <a16:creationId xmlns:a16="http://schemas.microsoft.com/office/drawing/2014/main" id="{857595F5-5247-4EA2-BF3C-80539311BD58}"/>
              </a:ext>
            </a:extLst>
          </p:cNvPr>
          <p:cNvSpPr/>
          <p:nvPr/>
        </p:nvSpPr>
        <p:spPr bwMode="gray">
          <a:xfrm rot="10800000" flipH="1" flipV="1">
            <a:off x="2913597" y="3879273"/>
            <a:ext cx="971203" cy="971203"/>
          </a:xfrm>
          <a:prstGeom prst="rtTriangle">
            <a:avLst/>
          </a:prstGeom>
          <a:solidFill>
            <a:sysClr val="window" lastClr="FFFFFF">
              <a:alpha val="13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769" name="Right Triangle 1768">
            <a:extLst>
              <a:ext uri="{FF2B5EF4-FFF2-40B4-BE49-F238E27FC236}">
                <a16:creationId xmlns:a16="http://schemas.microsoft.com/office/drawing/2014/main" id="{D0280349-4488-4EE2-BF79-03EF7DFA60FF}"/>
              </a:ext>
            </a:extLst>
          </p:cNvPr>
          <p:cNvSpPr/>
          <p:nvPr/>
        </p:nvSpPr>
        <p:spPr bwMode="gray">
          <a:xfrm flipH="1">
            <a:off x="2913596" y="2910641"/>
            <a:ext cx="971203" cy="971203"/>
          </a:xfrm>
          <a:prstGeom prst="rtTriangle">
            <a:avLst/>
          </a:prstGeom>
          <a:solidFill>
            <a:sysClr val="window" lastClr="FFFFFF">
              <a:alpha val="13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770" name="Right Triangle 1769">
            <a:extLst>
              <a:ext uri="{FF2B5EF4-FFF2-40B4-BE49-F238E27FC236}">
                <a16:creationId xmlns:a16="http://schemas.microsoft.com/office/drawing/2014/main" id="{AA2239CF-E830-4D23-9B25-93D76A21A76C}"/>
              </a:ext>
            </a:extLst>
          </p:cNvPr>
          <p:cNvSpPr/>
          <p:nvPr/>
        </p:nvSpPr>
        <p:spPr bwMode="gray">
          <a:xfrm rot="10800000" flipH="1">
            <a:off x="2913597" y="2910641"/>
            <a:ext cx="971203" cy="971203"/>
          </a:xfrm>
          <a:prstGeom prst="rtTriangle">
            <a:avLst/>
          </a:pr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773" name="Right Triangle 1772">
            <a:extLst>
              <a:ext uri="{FF2B5EF4-FFF2-40B4-BE49-F238E27FC236}">
                <a16:creationId xmlns:a16="http://schemas.microsoft.com/office/drawing/2014/main" id="{54587AE8-6E60-4E6A-BDB9-B4DFEAA2CE63}"/>
              </a:ext>
            </a:extLst>
          </p:cNvPr>
          <p:cNvSpPr/>
          <p:nvPr/>
        </p:nvSpPr>
        <p:spPr bwMode="gray">
          <a:xfrm flipH="1">
            <a:off x="2913596" y="1942027"/>
            <a:ext cx="971203" cy="971203"/>
          </a:xfrm>
          <a:prstGeom prst="rtTriangle">
            <a:avLst/>
          </a:prstGeom>
          <a:solidFill>
            <a:sysClr val="window" lastClr="FFFFFF">
              <a:alpha val="13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774" name="Right Triangle 1773">
            <a:extLst>
              <a:ext uri="{FF2B5EF4-FFF2-40B4-BE49-F238E27FC236}">
                <a16:creationId xmlns:a16="http://schemas.microsoft.com/office/drawing/2014/main" id="{7A64C8D6-AB8C-4C78-B679-F2D9C7D220DF}"/>
              </a:ext>
            </a:extLst>
          </p:cNvPr>
          <p:cNvSpPr/>
          <p:nvPr/>
        </p:nvSpPr>
        <p:spPr bwMode="gray">
          <a:xfrm rot="10800000" flipH="1">
            <a:off x="2913597" y="1942027"/>
            <a:ext cx="971203" cy="971203"/>
          </a:xfrm>
          <a:prstGeom prst="rtTriangle">
            <a:avLst/>
          </a:prstGeom>
          <a:solidFill>
            <a:sysClr val="window" lastClr="FFFFFF">
              <a:alpha val="5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779" name="Right Triangle 1778">
            <a:extLst>
              <a:ext uri="{FF2B5EF4-FFF2-40B4-BE49-F238E27FC236}">
                <a16:creationId xmlns:a16="http://schemas.microsoft.com/office/drawing/2014/main" id="{1DDB0F26-2BB2-4866-B074-B5CD76C31B11}"/>
              </a:ext>
            </a:extLst>
          </p:cNvPr>
          <p:cNvSpPr/>
          <p:nvPr/>
        </p:nvSpPr>
        <p:spPr bwMode="gray">
          <a:xfrm flipV="1">
            <a:off x="3884799" y="3879273"/>
            <a:ext cx="971203" cy="971203"/>
          </a:xfrm>
          <a:prstGeom prst="rtTriangle">
            <a:avLst/>
          </a:pr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782" name="Right Triangle 1781">
            <a:extLst>
              <a:ext uri="{FF2B5EF4-FFF2-40B4-BE49-F238E27FC236}">
                <a16:creationId xmlns:a16="http://schemas.microsoft.com/office/drawing/2014/main" id="{769AE132-48C2-4C5A-A5F7-A1ECCB830BC1}"/>
              </a:ext>
            </a:extLst>
          </p:cNvPr>
          <p:cNvSpPr/>
          <p:nvPr/>
        </p:nvSpPr>
        <p:spPr bwMode="gray">
          <a:xfrm>
            <a:off x="3884799" y="2910641"/>
            <a:ext cx="971203" cy="971203"/>
          </a:xfrm>
          <a:prstGeom prst="rtTriangle">
            <a:avLst/>
          </a:prstGeom>
          <a:solidFill>
            <a:sysClr val="window" lastClr="FFFFFF">
              <a:alpha val="5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783" name="Right Triangle 1782">
            <a:extLst>
              <a:ext uri="{FF2B5EF4-FFF2-40B4-BE49-F238E27FC236}">
                <a16:creationId xmlns:a16="http://schemas.microsoft.com/office/drawing/2014/main" id="{CD537BA1-4CA8-4802-B442-3A497050A77A}"/>
              </a:ext>
            </a:extLst>
          </p:cNvPr>
          <p:cNvSpPr/>
          <p:nvPr/>
        </p:nvSpPr>
        <p:spPr bwMode="gray">
          <a:xfrm rot="10800000">
            <a:off x="3884799" y="2910641"/>
            <a:ext cx="971203" cy="971203"/>
          </a:xfrm>
          <a:prstGeom prst="rtTriangle">
            <a:avLst/>
          </a:prstGeom>
          <a:solidFill>
            <a:sysClr val="window" lastClr="FFFFFF">
              <a:alpha val="9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785" name="Right Triangle 1784">
            <a:extLst>
              <a:ext uri="{FF2B5EF4-FFF2-40B4-BE49-F238E27FC236}">
                <a16:creationId xmlns:a16="http://schemas.microsoft.com/office/drawing/2014/main" id="{74BBC111-0FCB-447D-8BCE-12D6000929AE}"/>
              </a:ext>
            </a:extLst>
          </p:cNvPr>
          <p:cNvSpPr/>
          <p:nvPr/>
        </p:nvSpPr>
        <p:spPr bwMode="gray">
          <a:xfrm rot="10800000">
            <a:off x="3884799" y="1942027"/>
            <a:ext cx="971203" cy="971203"/>
          </a:xfrm>
          <a:prstGeom prst="rtTriangle">
            <a:avLst/>
          </a:pr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789" name="Right Triangle 1788">
            <a:extLst>
              <a:ext uri="{FF2B5EF4-FFF2-40B4-BE49-F238E27FC236}">
                <a16:creationId xmlns:a16="http://schemas.microsoft.com/office/drawing/2014/main" id="{9272D289-2481-49BF-A088-FEB0557CD47D}"/>
              </a:ext>
            </a:extLst>
          </p:cNvPr>
          <p:cNvSpPr/>
          <p:nvPr/>
        </p:nvSpPr>
        <p:spPr bwMode="gray">
          <a:xfrm flipV="1">
            <a:off x="2907" y="3879273"/>
            <a:ext cx="971203" cy="971203"/>
          </a:xfrm>
          <a:prstGeom prst="rtTriangle">
            <a:avLst/>
          </a:prstGeom>
          <a:solidFill>
            <a:sysClr val="window" lastClr="FFFFFF">
              <a:alpha val="22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790" name="Right Triangle 1789">
            <a:extLst>
              <a:ext uri="{FF2B5EF4-FFF2-40B4-BE49-F238E27FC236}">
                <a16:creationId xmlns:a16="http://schemas.microsoft.com/office/drawing/2014/main" id="{CCCBAA00-6234-4A70-A692-0288C1ECF2BB}"/>
              </a:ext>
            </a:extLst>
          </p:cNvPr>
          <p:cNvSpPr/>
          <p:nvPr/>
        </p:nvSpPr>
        <p:spPr bwMode="gray">
          <a:xfrm rot="10800000" flipV="1">
            <a:off x="2908" y="3879273"/>
            <a:ext cx="971203" cy="971203"/>
          </a:xfrm>
          <a:prstGeom prst="rtTriangle">
            <a:avLst/>
          </a:prstGeom>
          <a:solidFill>
            <a:sysClr val="window" lastClr="FFFFFF">
              <a:alpha val="13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793" name="Right Triangle 1792">
            <a:extLst>
              <a:ext uri="{FF2B5EF4-FFF2-40B4-BE49-F238E27FC236}">
                <a16:creationId xmlns:a16="http://schemas.microsoft.com/office/drawing/2014/main" id="{4B53498C-718F-44DF-A1DD-ECB0BEB66161}"/>
              </a:ext>
            </a:extLst>
          </p:cNvPr>
          <p:cNvSpPr/>
          <p:nvPr/>
        </p:nvSpPr>
        <p:spPr bwMode="gray">
          <a:xfrm>
            <a:off x="2907" y="2910641"/>
            <a:ext cx="971203" cy="971203"/>
          </a:xfrm>
          <a:prstGeom prst="rtTriangle">
            <a:avLst/>
          </a:prstGeom>
          <a:solidFill>
            <a:sysClr val="window" lastClr="FFFFFF">
              <a:alpha val="5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794" name="Right Triangle 1793">
            <a:extLst>
              <a:ext uri="{FF2B5EF4-FFF2-40B4-BE49-F238E27FC236}">
                <a16:creationId xmlns:a16="http://schemas.microsoft.com/office/drawing/2014/main" id="{05BFCB8C-A4F7-4FD5-BA47-6742D02B0A60}"/>
              </a:ext>
            </a:extLst>
          </p:cNvPr>
          <p:cNvSpPr/>
          <p:nvPr/>
        </p:nvSpPr>
        <p:spPr bwMode="gray">
          <a:xfrm rot="10800000">
            <a:off x="2908" y="2910641"/>
            <a:ext cx="971203" cy="971203"/>
          </a:xfrm>
          <a:prstGeom prst="rtTriangle">
            <a:avLst/>
          </a:prstGeom>
          <a:solidFill>
            <a:sysClr val="window" lastClr="FFFFFF">
              <a:alpha val="11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797" name="Right Triangle 1796">
            <a:extLst>
              <a:ext uri="{FF2B5EF4-FFF2-40B4-BE49-F238E27FC236}">
                <a16:creationId xmlns:a16="http://schemas.microsoft.com/office/drawing/2014/main" id="{5ABB911E-D696-46CD-B6F0-1A0F6209E670}"/>
              </a:ext>
            </a:extLst>
          </p:cNvPr>
          <p:cNvSpPr/>
          <p:nvPr/>
        </p:nvSpPr>
        <p:spPr bwMode="gray">
          <a:xfrm>
            <a:off x="2907" y="1935283"/>
            <a:ext cx="971203" cy="971203"/>
          </a:xfrm>
          <a:prstGeom prst="rtTriangle">
            <a:avLst/>
          </a:prstGeom>
          <a:solidFill>
            <a:sysClr val="window" lastClr="FFFFFF">
              <a:alpha val="7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798" name="Right Triangle 1797">
            <a:extLst>
              <a:ext uri="{FF2B5EF4-FFF2-40B4-BE49-F238E27FC236}">
                <a16:creationId xmlns:a16="http://schemas.microsoft.com/office/drawing/2014/main" id="{6F7C8AB5-8662-4AAB-A64E-398621F0E4BD}"/>
              </a:ext>
            </a:extLst>
          </p:cNvPr>
          <p:cNvSpPr/>
          <p:nvPr/>
        </p:nvSpPr>
        <p:spPr bwMode="gray">
          <a:xfrm rot="10800000">
            <a:off x="2908" y="1942027"/>
            <a:ext cx="971203" cy="971203"/>
          </a:xfrm>
          <a:prstGeom prst="rtTriangle">
            <a:avLst/>
          </a:prstGeom>
          <a:solidFill>
            <a:sysClr val="window" lastClr="FFFFFF">
              <a:alpha val="5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803" name="Right Triangle 1802">
            <a:extLst>
              <a:ext uri="{FF2B5EF4-FFF2-40B4-BE49-F238E27FC236}">
                <a16:creationId xmlns:a16="http://schemas.microsoft.com/office/drawing/2014/main" id="{2196AC91-ACFA-45CA-B6F6-B55CAA9F13D2}"/>
              </a:ext>
            </a:extLst>
          </p:cNvPr>
          <p:cNvSpPr/>
          <p:nvPr/>
        </p:nvSpPr>
        <p:spPr bwMode="gray">
          <a:xfrm flipH="1" flipV="1">
            <a:off x="971067" y="3879273"/>
            <a:ext cx="971203" cy="971203"/>
          </a:xfrm>
          <a:prstGeom prst="rtTriangle">
            <a:avLst/>
          </a:prstGeom>
          <a:solidFill>
            <a:sysClr val="window" lastClr="FFFFFF">
              <a:alpha val="5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805" name="Right Triangle 1804">
            <a:extLst>
              <a:ext uri="{FF2B5EF4-FFF2-40B4-BE49-F238E27FC236}">
                <a16:creationId xmlns:a16="http://schemas.microsoft.com/office/drawing/2014/main" id="{0EA1030F-14D9-4065-889D-D32C1B06D477}"/>
              </a:ext>
            </a:extLst>
          </p:cNvPr>
          <p:cNvSpPr/>
          <p:nvPr/>
        </p:nvSpPr>
        <p:spPr bwMode="gray">
          <a:xfrm flipH="1">
            <a:off x="971067" y="2910641"/>
            <a:ext cx="971203" cy="971203"/>
          </a:xfrm>
          <a:prstGeom prst="rtTriangle">
            <a:avLst/>
          </a:prstGeom>
          <a:solidFill>
            <a:sysClr val="window" lastClr="FFFFFF">
              <a:alpha val="1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806" name="Right Triangle 1805">
            <a:extLst>
              <a:ext uri="{FF2B5EF4-FFF2-40B4-BE49-F238E27FC236}">
                <a16:creationId xmlns:a16="http://schemas.microsoft.com/office/drawing/2014/main" id="{AA7759EC-0A95-4E14-BEE5-61F2802E9716}"/>
              </a:ext>
            </a:extLst>
          </p:cNvPr>
          <p:cNvSpPr/>
          <p:nvPr/>
        </p:nvSpPr>
        <p:spPr bwMode="gray">
          <a:xfrm rot="10800000" flipH="1">
            <a:off x="971067" y="2910641"/>
            <a:ext cx="971203" cy="971203"/>
          </a:xfrm>
          <a:prstGeom prst="rtTriangle">
            <a:avLst/>
          </a:pr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808" name="Right Triangle 1807">
            <a:extLst>
              <a:ext uri="{FF2B5EF4-FFF2-40B4-BE49-F238E27FC236}">
                <a16:creationId xmlns:a16="http://schemas.microsoft.com/office/drawing/2014/main" id="{6A847B2E-2A07-49FF-80A4-73F61376E159}"/>
              </a:ext>
            </a:extLst>
          </p:cNvPr>
          <p:cNvSpPr/>
          <p:nvPr/>
        </p:nvSpPr>
        <p:spPr bwMode="gray">
          <a:xfrm flipH="1">
            <a:off x="971067" y="1942027"/>
            <a:ext cx="971203" cy="971203"/>
          </a:xfrm>
          <a:prstGeom prst="rtTriangle">
            <a:avLst/>
          </a:prstGeom>
          <a:solidFill>
            <a:sysClr val="window" lastClr="FFFFFF">
              <a:alpha val="2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809" name="Right Triangle 1808">
            <a:extLst>
              <a:ext uri="{FF2B5EF4-FFF2-40B4-BE49-F238E27FC236}">
                <a16:creationId xmlns:a16="http://schemas.microsoft.com/office/drawing/2014/main" id="{F58CE748-ED9C-4BC9-868D-E1CACBCE7C84}"/>
              </a:ext>
            </a:extLst>
          </p:cNvPr>
          <p:cNvSpPr/>
          <p:nvPr/>
        </p:nvSpPr>
        <p:spPr bwMode="gray">
          <a:xfrm rot="10800000" flipH="1">
            <a:off x="971068" y="1942027"/>
            <a:ext cx="971203" cy="971203"/>
          </a:xfrm>
          <a:prstGeom prst="rtTriangle">
            <a:avLst/>
          </a:prstGeom>
          <a:solidFill>
            <a:sysClr val="window" lastClr="FFFFFF">
              <a:alpha val="13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814" name="Right Triangle 1813">
            <a:extLst>
              <a:ext uri="{FF2B5EF4-FFF2-40B4-BE49-F238E27FC236}">
                <a16:creationId xmlns:a16="http://schemas.microsoft.com/office/drawing/2014/main" id="{E477FBCB-466D-4F31-8562-57F64A3CF561}"/>
              </a:ext>
            </a:extLst>
          </p:cNvPr>
          <p:cNvSpPr/>
          <p:nvPr/>
        </p:nvSpPr>
        <p:spPr bwMode="gray">
          <a:xfrm flipV="1">
            <a:off x="1942393" y="3879273"/>
            <a:ext cx="971203" cy="971203"/>
          </a:xfrm>
          <a:prstGeom prst="rtTriangle">
            <a:avLst/>
          </a:prstGeom>
          <a:solidFill>
            <a:sysClr val="window" lastClr="FFFFFF">
              <a:alpha val="13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817" name="Right Triangle 1816">
            <a:extLst>
              <a:ext uri="{FF2B5EF4-FFF2-40B4-BE49-F238E27FC236}">
                <a16:creationId xmlns:a16="http://schemas.microsoft.com/office/drawing/2014/main" id="{1C347526-CD04-4D27-A45C-FC13ABF7297F}"/>
              </a:ext>
            </a:extLst>
          </p:cNvPr>
          <p:cNvSpPr/>
          <p:nvPr/>
        </p:nvSpPr>
        <p:spPr bwMode="gray">
          <a:xfrm>
            <a:off x="1942393" y="2910641"/>
            <a:ext cx="971203" cy="971203"/>
          </a:xfrm>
          <a:prstGeom prst="rtTriangle">
            <a:avLst/>
          </a:prstGeom>
          <a:solidFill>
            <a:sysClr val="window" lastClr="FFFFFF">
              <a:alpha val="8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819" name="Right Triangle 1818">
            <a:extLst>
              <a:ext uri="{FF2B5EF4-FFF2-40B4-BE49-F238E27FC236}">
                <a16:creationId xmlns:a16="http://schemas.microsoft.com/office/drawing/2014/main" id="{3E34EE62-2627-4989-A340-195113F98F1E}"/>
              </a:ext>
            </a:extLst>
          </p:cNvPr>
          <p:cNvSpPr/>
          <p:nvPr/>
        </p:nvSpPr>
        <p:spPr bwMode="gray">
          <a:xfrm>
            <a:off x="1942393" y="1942027"/>
            <a:ext cx="971203" cy="971203"/>
          </a:xfrm>
          <a:prstGeom prst="rtTriangle">
            <a:avLst/>
          </a:pr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820" name="Right Triangle 1819">
            <a:extLst>
              <a:ext uri="{FF2B5EF4-FFF2-40B4-BE49-F238E27FC236}">
                <a16:creationId xmlns:a16="http://schemas.microsoft.com/office/drawing/2014/main" id="{49A9EB19-5852-48C0-A427-0FD3D711FE41}"/>
              </a:ext>
            </a:extLst>
          </p:cNvPr>
          <p:cNvSpPr/>
          <p:nvPr/>
        </p:nvSpPr>
        <p:spPr bwMode="gray">
          <a:xfrm rot="10800000">
            <a:off x="1942394" y="1942027"/>
            <a:ext cx="971203" cy="971203"/>
          </a:xfrm>
          <a:prstGeom prst="rtTriangle">
            <a:avLst/>
          </a:prstGeom>
          <a:solidFill>
            <a:sysClr val="window" lastClr="FFFFFF">
              <a:alpha val="11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824" name="Right Triangle 1823">
            <a:extLst>
              <a:ext uri="{FF2B5EF4-FFF2-40B4-BE49-F238E27FC236}">
                <a16:creationId xmlns:a16="http://schemas.microsoft.com/office/drawing/2014/main" id="{28898E91-1ED3-42A0-A2C1-BB23FFB24050}"/>
              </a:ext>
            </a:extLst>
          </p:cNvPr>
          <p:cNvSpPr/>
          <p:nvPr/>
        </p:nvSpPr>
        <p:spPr bwMode="gray">
          <a:xfrm flipH="1" flipV="1">
            <a:off x="2913596" y="3879273"/>
            <a:ext cx="971203" cy="971203"/>
          </a:xfrm>
          <a:prstGeom prst="rtTriangle">
            <a:avLst/>
          </a:prstGeom>
          <a:solidFill>
            <a:sysClr val="window" lastClr="FFFFFF">
              <a:alpha val="5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825" name="Right Triangle 1824">
            <a:extLst>
              <a:ext uri="{FF2B5EF4-FFF2-40B4-BE49-F238E27FC236}">
                <a16:creationId xmlns:a16="http://schemas.microsoft.com/office/drawing/2014/main" id="{A7550308-52CC-43E1-B8CC-6AE4F6FF95E0}"/>
              </a:ext>
            </a:extLst>
          </p:cNvPr>
          <p:cNvSpPr/>
          <p:nvPr/>
        </p:nvSpPr>
        <p:spPr bwMode="gray">
          <a:xfrm rot="10800000" flipH="1" flipV="1">
            <a:off x="2913597" y="3879273"/>
            <a:ext cx="971203" cy="971203"/>
          </a:xfrm>
          <a:prstGeom prst="rtTriangle">
            <a:avLst/>
          </a:prstGeom>
          <a:solidFill>
            <a:sysClr val="window" lastClr="FFFFFF">
              <a:alpha val="13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827" name="Right Triangle 1826">
            <a:extLst>
              <a:ext uri="{FF2B5EF4-FFF2-40B4-BE49-F238E27FC236}">
                <a16:creationId xmlns:a16="http://schemas.microsoft.com/office/drawing/2014/main" id="{0353330B-30EB-46DF-9B4F-7A6AA0264442}"/>
              </a:ext>
            </a:extLst>
          </p:cNvPr>
          <p:cNvSpPr/>
          <p:nvPr/>
        </p:nvSpPr>
        <p:spPr bwMode="gray">
          <a:xfrm flipH="1">
            <a:off x="2913596" y="2910641"/>
            <a:ext cx="971203" cy="971203"/>
          </a:xfrm>
          <a:prstGeom prst="rtTriangle">
            <a:avLst/>
          </a:prstGeom>
          <a:solidFill>
            <a:sysClr val="window" lastClr="FFFFFF">
              <a:alpha val="13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828" name="Right Triangle 1827">
            <a:extLst>
              <a:ext uri="{FF2B5EF4-FFF2-40B4-BE49-F238E27FC236}">
                <a16:creationId xmlns:a16="http://schemas.microsoft.com/office/drawing/2014/main" id="{09E28E81-F125-4284-B17D-9A680EBE8906}"/>
              </a:ext>
            </a:extLst>
          </p:cNvPr>
          <p:cNvSpPr/>
          <p:nvPr/>
        </p:nvSpPr>
        <p:spPr bwMode="gray">
          <a:xfrm rot="10800000" flipH="1">
            <a:off x="2913597" y="2910641"/>
            <a:ext cx="971203" cy="971203"/>
          </a:xfrm>
          <a:prstGeom prst="rtTriangle">
            <a:avLst/>
          </a:pr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831" name="Right Triangle 1830">
            <a:extLst>
              <a:ext uri="{FF2B5EF4-FFF2-40B4-BE49-F238E27FC236}">
                <a16:creationId xmlns:a16="http://schemas.microsoft.com/office/drawing/2014/main" id="{3F75B7BC-3AD6-4936-B7CE-2519174560A1}"/>
              </a:ext>
            </a:extLst>
          </p:cNvPr>
          <p:cNvSpPr/>
          <p:nvPr/>
        </p:nvSpPr>
        <p:spPr bwMode="gray">
          <a:xfrm flipH="1">
            <a:off x="2913596" y="1942027"/>
            <a:ext cx="971203" cy="971203"/>
          </a:xfrm>
          <a:prstGeom prst="rtTriangle">
            <a:avLst/>
          </a:prstGeom>
          <a:solidFill>
            <a:sysClr val="window" lastClr="FFFFFF">
              <a:alpha val="13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832" name="Right Triangle 1831">
            <a:extLst>
              <a:ext uri="{FF2B5EF4-FFF2-40B4-BE49-F238E27FC236}">
                <a16:creationId xmlns:a16="http://schemas.microsoft.com/office/drawing/2014/main" id="{F6B6B5CD-DBDE-4AEE-A959-B6BBC8C2B835}"/>
              </a:ext>
            </a:extLst>
          </p:cNvPr>
          <p:cNvSpPr/>
          <p:nvPr/>
        </p:nvSpPr>
        <p:spPr bwMode="gray">
          <a:xfrm rot="10800000" flipH="1">
            <a:off x="2913597" y="1942027"/>
            <a:ext cx="971203" cy="971203"/>
          </a:xfrm>
          <a:prstGeom prst="rtTriangle">
            <a:avLst/>
          </a:prstGeom>
          <a:solidFill>
            <a:sysClr val="window" lastClr="FFFFFF">
              <a:alpha val="5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837" name="Right Triangle 1836">
            <a:extLst>
              <a:ext uri="{FF2B5EF4-FFF2-40B4-BE49-F238E27FC236}">
                <a16:creationId xmlns:a16="http://schemas.microsoft.com/office/drawing/2014/main" id="{4C4ECD62-C229-489A-A9D9-380EC6BFF49A}"/>
              </a:ext>
            </a:extLst>
          </p:cNvPr>
          <p:cNvSpPr/>
          <p:nvPr/>
        </p:nvSpPr>
        <p:spPr bwMode="gray">
          <a:xfrm flipV="1">
            <a:off x="3884799" y="3879273"/>
            <a:ext cx="971203" cy="971203"/>
          </a:xfrm>
          <a:prstGeom prst="rtTriangle">
            <a:avLst/>
          </a:pr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840" name="Right Triangle 1839">
            <a:extLst>
              <a:ext uri="{FF2B5EF4-FFF2-40B4-BE49-F238E27FC236}">
                <a16:creationId xmlns:a16="http://schemas.microsoft.com/office/drawing/2014/main" id="{C153F69D-3070-4E4F-B8FA-62E794D13CA1}"/>
              </a:ext>
            </a:extLst>
          </p:cNvPr>
          <p:cNvSpPr/>
          <p:nvPr/>
        </p:nvSpPr>
        <p:spPr bwMode="gray">
          <a:xfrm>
            <a:off x="3884799" y="2910641"/>
            <a:ext cx="971203" cy="971203"/>
          </a:xfrm>
          <a:prstGeom prst="rtTriangle">
            <a:avLst/>
          </a:prstGeom>
          <a:solidFill>
            <a:sysClr val="window" lastClr="FFFFFF">
              <a:alpha val="5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841" name="Right Triangle 1840">
            <a:extLst>
              <a:ext uri="{FF2B5EF4-FFF2-40B4-BE49-F238E27FC236}">
                <a16:creationId xmlns:a16="http://schemas.microsoft.com/office/drawing/2014/main" id="{4770A06A-4476-4777-99C2-987A7E700221}"/>
              </a:ext>
            </a:extLst>
          </p:cNvPr>
          <p:cNvSpPr/>
          <p:nvPr/>
        </p:nvSpPr>
        <p:spPr bwMode="gray">
          <a:xfrm rot="10800000">
            <a:off x="3884799" y="2910641"/>
            <a:ext cx="971203" cy="971203"/>
          </a:xfrm>
          <a:prstGeom prst="rtTriangle">
            <a:avLst/>
          </a:prstGeom>
          <a:solidFill>
            <a:sysClr val="window" lastClr="FFFFFF">
              <a:alpha val="9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843" name="Right Triangle 1842">
            <a:extLst>
              <a:ext uri="{FF2B5EF4-FFF2-40B4-BE49-F238E27FC236}">
                <a16:creationId xmlns:a16="http://schemas.microsoft.com/office/drawing/2014/main" id="{31AC4ACE-2ABE-4436-BFBC-4F2D6149FB78}"/>
              </a:ext>
            </a:extLst>
          </p:cNvPr>
          <p:cNvSpPr/>
          <p:nvPr/>
        </p:nvSpPr>
        <p:spPr bwMode="gray">
          <a:xfrm rot="10800000">
            <a:off x="3884799" y="1942027"/>
            <a:ext cx="971203" cy="971203"/>
          </a:xfrm>
          <a:prstGeom prst="rtTriangle">
            <a:avLst/>
          </a:pr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847" name="Right Triangle 1846">
            <a:extLst>
              <a:ext uri="{FF2B5EF4-FFF2-40B4-BE49-F238E27FC236}">
                <a16:creationId xmlns:a16="http://schemas.microsoft.com/office/drawing/2014/main" id="{DF6615A2-64EC-40E6-8C46-1DA3817358AD}"/>
              </a:ext>
            </a:extLst>
          </p:cNvPr>
          <p:cNvSpPr/>
          <p:nvPr/>
        </p:nvSpPr>
        <p:spPr bwMode="gray">
          <a:xfrm flipV="1">
            <a:off x="2907" y="3879273"/>
            <a:ext cx="971203" cy="971203"/>
          </a:xfrm>
          <a:prstGeom prst="rtTriangle">
            <a:avLst/>
          </a:prstGeom>
          <a:solidFill>
            <a:sysClr val="window" lastClr="FFFFFF">
              <a:alpha val="22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848" name="Right Triangle 1847">
            <a:extLst>
              <a:ext uri="{FF2B5EF4-FFF2-40B4-BE49-F238E27FC236}">
                <a16:creationId xmlns:a16="http://schemas.microsoft.com/office/drawing/2014/main" id="{3F74D7BB-A56E-4A89-88EC-9E54C34744FB}"/>
              </a:ext>
            </a:extLst>
          </p:cNvPr>
          <p:cNvSpPr/>
          <p:nvPr/>
        </p:nvSpPr>
        <p:spPr bwMode="gray">
          <a:xfrm rot="10800000" flipV="1">
            <a:off x="2908" y="3879273"/>
            <a:ext cx="971203" cy="971203"/>
          </a:xfrm>
          <a:prstGeom prst="rtTriangle">
            <a:avLst/>
          </a:prstGeom>
          <a:solidFill>
            <a:sysClr val="window" lastClr="FFFFFF">
              <a:alpha val="13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851" name="Right Triangle 1850">
            <a:extLst>
              <a:ext uri="{FF2B5EF4-FFF2-40B4-BE49-F238E27FC236}">
                <a16:creationId xmlns:a16="http://schemas.microsoft.com/office/drawing/2014/main" id="{D336D7EF-74BF-4C94-BE6B-3C40CBD0DCAC}"/>
              </a:ext>
            </a:extLst>
          </p:cNvPr>
          <p:cNvSpPr/>
          <p:nvPr/>
        </p:nvSpPr>
        <p:spPr bwMode="gray">
          <a:xfrm>
            <a:off x="2907" y="2910641"/>
            <a:ext cx="971203" cy="971203"/>
          </a:xfrm>
          <a:prstGeom prst="rtTriangle">
            <a:avLst/>
          </a:prstGeom>
          <a:solidFill>
            <a:sysClr val="window" lastClr="FFFFFF">
              <a:alpha val="5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852" name="Right Triangle 1851">
            <a:extLst>
              <a:ext uri="{FF2B5EF4-FFF2-40B4-BE49-F238E27FC236}">
                <a16:creationId xmlns:a16="http://schemas.microsoft.com/office/drawing/2014/main" id="{C9C99909-ECDA-4007-8D75-3521B3AB030C}"/>
              </a:ext>
            </a:extLst>
          </p:cNvPr>
          <p:cNvSpPr/>
          <p:nvPr/>
        </p:nvSpPr>
        <p:spPr bwMode="gray">
          <a:xfrm rot="10800000">
            <a:off x="2908" y="2910641"/>
            <a:ext cx="971203" cy="971203"/>
          </a:xfrm>
          <a:prstGeom prst="rtTriangle">
            <a:avLst/>
          </a:prstGeom>
          <a:solidFill>
            <a:sysClr val="window" lastClr="FFFFFF">
              <a:alpha val="11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855" name="Right Triangle 1854">
            <a:extLst>
              <a:ext uri="{FF2B5EF4-FFF2-40B4-BE49-F238E27FC236}">
                <a16:creationId xmlns:a16="http://schemas.microsoft.com/office/drawing/2014/main" id="{BCF48B1C-9DED-4215-8AA1-4E622E02FC72}"/>
              </a:ext>
            </a:extLst>
          </p:cNvPr>
          <p:cNvSpPr/>
          <p:nvPr/>
        </p:nvSpPr>
        <p:spPr bwMode="gray">
          <a:xfrm>
            <a:off x="2907" y="1935283"/>
            <a:ext cx="971203" cy="971203"/>
          </a:xfrm>
          <a:prstGeom prst="rtTriangle">
            <a:avLst/>
          </a:prstGeom>
          <a:solidFill>
            <a:sysClr val="window" lastClr="FFFFFF">
              <a:alpha val="7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856" name="Right Triangle 1855">
            <a:extLst>
              <a:ext uri="{FF2B5EF4-FFF2-40B4-BE49-F238E27FC236}">
                <a16:creationId xmlns:a16="http://schemas.microsoft.com/office/drawing/2014/main" id="{ED34EB74-8C15-4F6A-AC98-3FEE23A7F800}"/>
              </a:ext>
            </a:extLst>
          </p:cNvPr>
          <p:cNvSpPr/>
          <p:nvPr/>
        </p:nvSpPr>
        <p:spPr bwMode="gray">
          <a:xfrm rot="10800000">
            <a:off x="2908" y="1942027"/>
            <a:ext cx="971203" cy="971203"/>
          </a:xfrm>
          <a:prstGeom prst="rtTriangle">
            <a:avLst/>
          </a:prstGeom>
          <a:solidFill>
            <a:sysClr val="window" lastClr="FFFFFF">
              <a:alpha val="5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861" name="Right Triangle 1860">
            <a:extLst>
              <a:ext uri="{FF2B5EF4-FFF2-40B4-BE49-F238E27FC236}">
                <a16:creationId xmlns:a16="http://schemas.microsoft.com/office/drawing/2014/main" id="{A3A204C7-DCA3-4BC9-ACE9-3B7D8A3BB3D3}"/>
              </a:ext>
            </a:extLst>
          </p:cNvPr>
          <p:cNvSpPr/>
          <p:nvPr/>
        </p:nvSpPr>
        <p:spPr bwMode="gray">
          <a:xfrm flipH="1" flipV="1">
            <a:off x="971067" y="3879273"/>
            <a:ext cx="971203" cy="971203"/>
          </a:xfrm>
          <a:prstGeom prst="rtTriangle">
            <a:avLst/>
          </a:prstGeom>
          <a:solidFill>
            <a:sysClr val="window" lastClr="FFFFFF">
              <a:alpha val="5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863" name="Right Triangle 1862">
            <a:extLst>
              <a:ext uri="{FF2B5EF4-FFF2-40B4-BE49-F238E27FC236}">
                <a16:creationId xmlns:a16="http://schemas.microsoft.com/office/drawing/2014/main" id="{005A5E7F-2B5F-453A-BEB8-7F45F12D0CE3}"/>
              </a:ext>
            </a:extLst>
          </p:cNvPr>
          <p:cNvSpPr/>
          <p:nvPr/>
        </p:nvSpPr>
        <p:spPr bwMode="gray">
          <a:xfrm flipH="1">
            <a:off x="971067" y="2910641"/>
            <a:ext cx="971203" cy="971203"/>
          </a:xfrm>
          <a:prstGeom prst="rtTriangle">
            <a:avLst/>
          </a:prstGeom>
          <a:solidFill>
            <a:sysClr val="window" lastClr="FFFFFF">
              <a:alpha val="1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864" name="Right Triangle 1863">
            <a:extLst>
              <a:ext uri="{FF2B5EF4-FFF2-40B4-BE49-F238E27FC236}">
                <a16:creationId xmlns:a16="http://schemas.microsoft.com/office/drawing/2014/main" id="{1D696492-69DB-402B-917E-B527EC4C2B11}"/>
              </a:ext>
            </a:extLst>
          </p:cNvPr>
          <p:cNvSpPr/>
          <p:nvPr/>
        </p:nvSpPr>
        <p:spPr bwMode="gray">
          <a:xfrm rot="10800000" flipH="1">
            <a:off x="971067" y="2910641"/>
            <a:ext cx="971203" cy="971203"/>
          </a:xfrm>
          <a:prstGeom prst="rtTriangle">
            <a:avLst/>
          </a:prstGeom>
          <a:solidFill>
            <a:sysClr val="window" lastClr="FFFFFF">
              <a:alpha val="6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866" name="Right Triangle 1865">
            <a:extLst>
              <a:ext uri="{FF2B5EF4-FFF2-40B4-BE49-F238E27FC236}">
                <a16:creationId xmlns:a16="http://schemas.microsoft.com/office/drawing/2014/main" id="{779C7A08-C796-4171-B04E-83BA761A3078}"/>
              </a:ext>
            </a:extLst>
          </p:cNvPr>
          <p:cNvSpPr/>
          <p:nvPr/>
        </p:nvSpPr>
        <p:spPr bwMode="gray">
          <a:xfrm flipH="1">
            <a:off x="971067" y="1942027"/>
            <a:ext cx="971203" cy="971203"/>
          </a:xfrm>
          <a:prstGeom prst="rtTriangle">
            <a:avLst/>
          </a:prstGeom>
          <a:solidFill>
            <a:sysClr val="window" lastClr="FFFFFF">
              <a:alpha val="2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867" name="Right Triangle 1866">
            <a:extLst>
              <a:ext uri="{FF2B5EF4-FFF2-40B4-BE49-F238E27FC236}">
                <a16:creationId xmlns:a16="http://schemas.microsoft.com/office/drawing/2014/main" id="{05EADE92-E526-4245-9D6E-0E14B9ECE8D7}"/>
              </a:ext>
            </a:extLst>
          </p:cNvPr>
          <p:cNvSpPr/>
          <p:nvPr/>
        </p:nvSpPr>
        <p:spPr bwMode="gray">
          <a:xfrm rot="10800000" flipH="1">
            <a:off x="971068" y="1942027"/>
            <a:ext cx="971203" cy="971203"/>
          </a:xfrm>
          <a:prstGeom prst="rtTriangle">
            <a:avLst/>
          </a:prstGeom>
          <a:solidFill>
            <a:sysClr val="window" lastClr="FFFFFF">
              <a:alpha val="13000"/>
            </a:sys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863" name="Text Placeholder 862">
            <a:extLst>
              <a:ext uri="{FF2B5EF4-FFF2-40B4-BE49-F238E27FC236}">
                <a16:creationId xmlns:a16="http://schemas.microsoft.com/office/drawing/2014/main" id="{806A8161-3A3C-4E8C-98F0-AD01607CDAEE}"/>
              </a:ext>
            </a:extLst>
          </p:cNvPr>
          <p:cNvSpPr>
            <a:spLocks noGrp="1"/>
          </p:cNvSpPr>
          <p:nvPr userDrawn="1">
            <p:ph type="body" sz="quarter" idx="12"/>
          </p:nvPr>
        </p:nvSpPr>
        <p:spPr>
          <a:xfrm>
            <a:off x="849086" y="2633056"/>
            <a:ext cx="5244771" cy="1500187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defRPr sz="3600"/>
            </a:lvl1pPr>
            <a:lvl2pPr marL="273050" indent="0">
              <a:buNone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502" name="Freeform: Shape 1501">
            <a:extLst>
              <a:ext uri="{FF2B5EF4-FFF2-40B4-BE49-F238E27FC236}">
                <a16:creationId xmlns:a16="http://schemas.microsoft.com/office/drawing/2014/main" id="{5571DF59-3072-4F42-8F36-292FD20A6C4B}"/>
              </a:ext>
            </a:extLst>
          </p:cNvPr>
          <p:cNvSpPr/>
          <p:nvPr userDrawn="1"/>
        </p:nvSpPr>
        <p:spPr bwMode="black">
          <a:xfrm>
            <a:off x="565464" y="2687486"/>
            <a:ext cx="45719" cy="1412491"/>
          </a:xfrm>
          <a:custGeom>
            <a:avLst/>
            <a:gdLst>
              <a:gd name="connsiteX0" fmla="*/ 0 w 45719"/>
              <a:gd name="connsiteY0" fmla="*/ 0 h 1412491"/>
              <a:gd name="connsiteX1" fmla="*/ 45719 w 45719"/>
              <a:gd name="connsiteY1" fmla="*/ 0 h 1412491"/>
              <a:gd name="connsiteX2" fmla="*/ 45719 w 45719"/>
              <a:gd name="connsiteY2" fmla="*/ 45129 h 1412491"/>
              <a:gd name="connsiteX3" fmla="*/ 45719 w 45719"/>
              <a:gd name="connsiteY3" fmla="*/ 1367362 h 1412491"/>
              <a:gd name="connsiteX4" fmla="*/ 45719 w 45719"/>
              <a:gd name="connsiteY4" fmla="*/ 1412491 h 1412491"/>
              <a:gd name="connsiteX5" fmla="*/ 0 w 45719"/>
              <a:gd name="connsiteY5" fmla="*/ 1412491 h 1412491"/>
              <a:gd name="connsiteX6" fmla="*/ 0 w 45719"/>
              <a:gd name="connsiteY6" fmla="*/ 1367362 h 1412491"/>
              <a:gd name="connsiteX7" fmla="*/ 0 w 45719"/>
              <a:gd name="connsiteY7" fmla="*/ 45129 h 141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719" h="1412491">
                <a:moveTo>
                  <a:pt x="0" y="0"/>
                </a:moveTo>
                <a:lnTo>
                  <a:pt x="45719" y="0"/>
                </a:lnTo>
                <a:lnTo>
                  <a:pt x="45719" y="45129"/>
                </a:lnTo>
                <a:lnTo>
                  <a:pt x="45719" y="1367362"/>
                </a:lnTo>
                <a:lnTo>
                  <a:pt x="45719" y="1412491"/>
                </a:lnTo>
                <a:lnTo>
                  <a:pt x="0" y="1412491"/>
                </a:lnTo>
                <a:lnTo>
                  <a:pt x="0" y="1367362"/>
                </a:lnTo>
                <a:lnTo>
                  <a:pt x="0" y="45129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74" name="TextBox 773">
            <a:extLst>
              <a:ext uri="{FF2B5EF4-FFF2-40B4-BE49-F238E27FC236}">
                <a16:creationId xmlns:a16="http://schemas.microsoft.com/office/drawing/2014/main" id="{BC2C04F8-C4D0-4DA4-8689-3A3303F0660F}"/>
              </a:ext>
            </a:extLst>
          </p:cNvPr>
          <p:cNvSpPr txBox="1"/>
          <p:nvPr userDrawn="1"/>
        </p:nvSpPr>
        <p:spPr>
          <a:xfrm>
            <a:off x="11490941" y="6388099"/>
            <a:ext cx="437990" cy="3651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90000"/>
              </a:lnSpc>
            </a:pPr>
            <a:fld id="{7A51DB15-7364-4F0B-A3A0-1309F8830053}" type="slidenum">
              <a:rPr lang="en-US" sz="800" smtClean="0">
                <a:latin typeface="+mj-lt"/>
              </a:rPr>
              <a:pPr algn="r">
                <a:lnSpc>
                  <a:spcPct val="90000"/>
                </a:lnSpc>
              </a:pPr>
              <a:t>‹#›</a:t>
            </a:fld>
            <a:endParaRPr lang="en-US" dirty="0">
              <a:latin typeface="+mj-lt"/>
            </a:endParaRPr>
          </a:p>
        </p:txBody>
      </p:sp>
      <p:sp>
        <p:nvSpPr>
          <p:cNvPr id="2147" name="Oval 2146">
            <a:extLst>
              <a:ext uri="{FF2B5EF4-FFF2-40B4-BE49-F238E27FC236}">
                <a16:creationId xmlns:a16="http://schemas.microsoft.com/office/drawing/2014/main" id="{FDDA58E5-A99B-48C0-A6B7-6BAE32E46F62}"/>
              </a:ext>
            </a:extLst>
          </p:cNvPr>
          <p:cNvSpPr/>
          <p:nvPr userDrawn="1"/>
        </p:nvSpPr>
        <p:spPr bwMode="gray">
          <a:xfrm>
            <a:off x="7418022" y="1515533"/>
            <a:ext cx="3735912" cy="3735912"/>
          </a:xfrm>
          <a:prstGeom prst="ellipse">
            <a:avLst/>
          </a:prstGeom>
          <a:gradFill flip="none" rotWithShape="1">
            <a:gsLst>
              <a:gs pos="50000">
                <a:schemeClr val="accent1">
                  <a:lumMod val="95000"/>
                </a:schemeClr>
              </a:gs>
              <a:gs pos="50000">
                <a:schemeClr val="accent1">
                  <a:shade val="94000"/>
                  <a:satMod val="135000"/>
                </a:schemeClr>
              </a:gs>
            </a:gsLst>
            <a:lin ang="16200000" scaled="0"/>
            <a:tileRect/>
          </a:gradFill>
          <a:ln w="76200">
            <a:solidFill>
              <a:schemeClr val="bg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60325" lvl="0" algn="ctr">
              <a:spcAft>
                <a:spcPts val="800"/>
              </a:spcAft>
            </a:pPr>
            <a:endParaRPr lang="en-US" sz="1400" kern="0" dirty="0"/>
          </a:p>
        </p:txBody>
      </p:sp>
    </p:spTree>
    <p:extLst>
      <p:ext uri="{BB962C8B-B14F-4D97-AF65-F5344CB8AC3E}">
        <p14:creationId xmlns:p14="http://schemas.microsoft.com/office/powerpoint/2010/main" val="3408002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Statement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Rectangle 1012">
            <a:extLst>
              <a:ext uri="{FF2B5EF4-FFF2-40B4-BE49-F238E27FC236}">
                <a16:creationId xmlns:a16="http://schemas.microsoft.com/office/drawing/2014/main" id="{CD0EF2AC-219D-4624-9351-1D5E5D8F2D84}"/>
              </a:ext>
            </a:extLst>
          </p:cNvPr>
          <p:cNvSpPr/>
          <p:nvPr userDrawn="1"/>
        </p:nvSpPr>
        <p:spPr bwMode="gray">
          <a:xfrm>
            <a:off x="4846201" y="-27162"/>
            <a:ext cx="7374601" cy="6793722"/>
          </a:xfrm>
          <a:prstGeom prst="rect">
            <a:avLst/>
          </a:prstGeom>
          <a:solidFill>
            <a:srgbClr val="C6C6C8">
              <a:lumMod val="40000"/>
              <a:lumOff val="60000"/>
            </a:srgb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kern="0" cap="none" spc="0" normalizeH="0" baseline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9D52D90-4743-4C8E-B735-6D8B5B4E4C0A}"/>
              </a:ext>
            </a:extLst>
          </p:cNvPr>
          <p:cNvGrpSpPr/>
          <p:nvPr userDrawn="1"/>
        </p:nvGrpSpPr>
        <p:grpSpPr bwMode="gray">
          <a:xfrm>
            <a:off x="4846200" y="-27163"/>
            <a:ext cx="1939364" cy="6793721"/>
            <a:chOff x="4846200" y="-27163"/>
            <a:chExt cx="1939364" cy="6793721"/>
          </a:xfrm>
        </p:grpSpPr>
        <p:sp>
          <p:nvSpPr>
            <p:cNvPr id="1370" name="Right Triangle 1369">
              <a:extLst>
                <a:ext uri="{FF2B5EF4-FFF2-40B4-BE49-F238E27FC236}">
                  <a16:creationId xmlns:a16="http://schemas.microsoft.com/office/drawing/2014/main" id="{3599C934-5751-456B-838E-0C52C6AAB5C8}"/>
                </a:ext>
              </a:extLst>
            </p:cNvPr>
            <p:cNvSpPr/>
            <p:nvPr/>
          </p:nvSpPr>
          <p:spPr bwMode="gray">
            <a:xfrm>
              <a:off x="4846200" y="5795355"/>
              <a:ext cx="971203" cy="971203"/>
            </a:xfrm>
            <a:prstGeom prst="rtTriangle">
              <a:avLst/>
            </a:prstGeom>
            <a:solidFill>
              <a:sysClr val="window" lastClr="FFFFFF">
                <a:alpha val="5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371" name="Right Triangle 1370">
              <a:extLst>
                <a:ext uri="{FF2B5EF4-FFF2-40B4-BE49-F238E27FC236}">
                  <a16:creationId xmlns:a16="http://schemas.microsoft.com/office/drawing/2014/main" id="{85C5404B-3B4A-42F9-957C-83A6A9F34C7D}"/>
                </a:ext>
              </a:extLst>
            </p:cNvPr>
            <p:cNvSpPr/>
            <p:nvPr/>
          </p:nvSpPr>
          <p:spPr bwMode="gray">
            <a:xfrm flipV="1">
              <a:off x="4846200" y="3850989"/>
              <a:ext cx="971203" cy="971203"/>
            </a:xfrm>
            <a:prstGeom prst="rtTriangle">
              <a:avLst/>
            </a:prstGeom>
            <a:solidFill>
              <a:sysClr val="window" lastClr="FFFFFF">
                <a:alpha val="22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372" name="Right Triangle 1371">
              <a:extLst>
                <a:ext uri="{FF2B5EF4-FFF2-40B4-BE49-F238E27FC236}">
                  <a16:creationId xmlns:a16="http://schemas.microsoft.com/office/drawing/2014/main" id="{A7DA179D-62EA-437C-99FF-8EEC8EC1A7B4}"/>
                </a:ext>
              </a:extLst>
            </p:cNvPr>
            <p:cNvSpPr/>
            <p:nvPr/>
          </p:nvSpPr>
          <p:spPr bwMode="gray">
            <a:xfrm rot="10800000" flipV="1">
              <a:off x="4846201" y="3850989"/>
              <a:ext cx="971203" cy="971203"/>
            </a:xfrm>
            <a:prstGeom prst="rtTriangle">
              <a:avLst/>
            </a:prstGeom>
            <a:solidFill>
              <a:sysClr val="window" lastClr="FFFFFF">
                <a:alpha val="13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373" name="Right Triangle 1372">
              <a:extLst>
                <a:ext uri="{FF2B5EF4-FFF2-40B4-BE49-F238E27FC236}">
                  <a16:creationId xmlns:a16="http://schemas.microsoft.com/office/drawing/2014/main" id="{00F31AEB-95C8-4C39-A5B1-ED3C4B9C5CB9}"/>
                </a:ext>
              </a:extLst>
            </p:cNvPr>
            <p:cNvSpPr/>
            <p:nvPr/>
          </p:nvSpPr>
          <p:spPr bwMode="gray">
            <a:xfrm>
              <a:off x="4846200" y="4823069"/>
              <a:ext cx="971203" cy="971203"/>
            </a:xfrm>
            <a:prstGeom prst="rtTriangle">
              <a:avLst/>
            </a:prstGeom>
            <a:solidFill>
              <a:sysClr val="window" lastClr="FFFFFF">
                <a:alpha val="13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374" name="Right Triangle 1373">
              <a:extLst>
                <a:ext uri="{FF2B5EF4-FFF2-40B4-BE49-F238E27FC236}">
                  <a16:creationId xmlns:a16="http://schemas.microsoft.com/office/drawing/2014/main" id="{974DB0DE-7B2D-4294-B6F2-C4D42DD78D24}"/>
                </a:ext>
              </a:extLst>
            </p:cNvPr>
            <p:cNvSpPr/>
            <p:nvPr/>
          </p:nvSpPr>
          <p:spPr bwMode="gray">
            <a:xfrm rot="10800000">
              <a:off x="4846201" y="4823069"/>
              <a:ext cx="971203" cy="971203"/>
            </a:xfrm>
            <a:prstGeom prst="rtTriangle">
              <a:avLst/>
            </a:prstGeom>
            <a:solidFill>
              <a:sysClr val="window" lastClr="FFFFFF">
                <a:alpha val="5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375" name="Right Triangle 1374">
              <a:extLst>
                <a:ext uri="{FF2B5EF4-FFF2-40B4-BE49-F238E27FC236}">
                  <a16:creationId xmlns:a16="http://schemas.microsoft.com/office/drawing/2014/main" id="{388AACE6-BE8F-41EA-91AE-02748D278CC4}"/>
                </a:ext>
              </a:extLst>
            </p:cNvPr>
            <p:cNvSpPr/>
            <p:nvPr/>
          </p:nvSpPr>
          <p:spPr bwMode="gray">
            <a:xfrm>
              <a:off x="4846200" y="2882357"/>
              <a:ext cx="971203" cy="971203"/>
            </a:xfrm>
            <a:prstGeom prst="rtTriangle">
              <a:avLst/>
            </a:prstGeom>
            <a:solidFill>
              <a:sysClr val="window" lastClr="FFFFFF">
                <a:alpha val="5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376" name="Right Triangle 1375">
              <a:extLst>
                <a:ext uri="{FF2B5EF4-FFF2-40B4-BE49-F238E27FC236}">
                  <a16:creationId xmlns:a16="http://schemas.microsoft.com/office/drawing/2014/main" id="{21ECB941-AEBB-474B-A428-C5ED662075E8}"/>
                </a:ext>
              </a:extLst>
            </p:cNvPr>
            <p:cNvSpPr/>
            <p:nvPr/>
          </p:nvSpPr>
          <p:spPr bwMode="gray">
            <a:xfrm rot="10800000">
              <a:off x="4846201" y="2882357"/>
              <a:ext cx="971203" cy="971203"/>
            </a:xfrm>
            <a:prstGeom prst="rtTriangle">
              <a:avLst/>
            </a:prstGeom>
            <a:solidFill>
              <a:sysClr val="window" lastClr="FFFFFF">
                <a:alpha val="11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377" name="Right Triangle 1376">
              <a:extLst>
                <a:ext uri="{FF2B5EF4-FFF2-40B4-BE49-F238E27FC236}">
                  <a16:creationId xmlns:a16="http://schemas.microsoft.com/office/drawing/2014/main" id="{539C65EF-8E93-4F75-BC5C-517D0066C60A}"/>
                </a:ext>
              </a:extLst>
            </p:cNvPr>
            <p:cNvSpPr/>
            <p:nvPr/>
          </p:nvSpPr>
          <p:spPr bwMode="gray">
            <a:xfrm flipV="1">
              <a:off x="4846200" y="941662"/>
              <a:ext cx="971203" cy="971203"/>
            </a:xfrm>
            <a:prstGeom prst="rtTriangle">
              <a:avLst/>
            </a:prstGeom>
            <a:solidFill>
              <a:sysClr val="window" lastClr="FFFFFF">
                <a:alpha val="22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378" name="Right Triangle 1377">
              <a:extLst>
                <a:ext uri="{FF2B5EF4-FFF2-40B4-BE49-F238E27FC236}">
                  <a16:creationId xmlns:a16="http://schemas.microsoft.com/office/drawing/2014/main" id="{DF2F9C5E-E238-4574-A8F4-FA4D66F4B0C3}"/>
                </a:ext>
              </a:extLst>
            </p:cNvPr>
            <p:cNvSpPr/>
            <p:nvPr/>
          </p:nvSpPr>
          <p:spPr bwMode="gray">
            <a:xfrm rot="10800000" flipV="1">
              <a:off x="4846201" y="941662"/>
              <a:ext cx="971203" cy="971203"/>
            </a:xfrm>
            <a:prstGeom prst="rtTriangle">
              <a:avLst/>
            </a:prstGeom>
            <a:solidFill>
              <a:sysClr val="window" lastClr="FFFFFF">
                <a:alpha val="13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379" name="Right Triangle 1378">
              <a:extLst>
                <a:ext uri="{FF2B5EF4-FFF2-40B4-BE49-F238E27FC236}">
                  <a16:creationId xmlns:a16="http://schemas.microsoft.com/office/drawing/2014/main" id="{958D2E98-34FA-47C0-94A0-FABABD129788}"/>
                </a:ext>
              </a:extLst>
            </p:cNvPr>
            <p:cNvSpPr/>
            <p:nvPr/>
          </p:nvSpPr>
          <p:spPr bwMode="gray">
            <a:xfrm>
              <a:off x="4846200" y="1906998"/>
              <a:ext cx="971203" cy="971203"/>
            </a:xfrm>
            <a:prstGeom prst="rtTriangle">
              <a:avLst/>
            </a:prstGeom>
            <a:solidFill>
              <a:sysClr val="window" lastClr="FFFFFF">
                <a:alpha val="7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380" name="Right Triangle 1379">
              <a:extLst>
                <a:ext uri="{FF2B5EF4-FFF2-40B4-BE49-F238E27FC236}">
                  <a16:creationId xmlns:a16="http://schemas.microsoft.com/office/drawing/2014/main" id="{4A0B033B-FC04-4791-9519-5200D0F4E919}"/>
                </a:ext>
              </a:extLst>
            </p:cNvPr>
            <p:cNvSpPr/>
            <p:nvPr/>
          </p:nvSpPr>
          <p:spPr bwMode="gray">
            <a:xfrm rot="10800000">
              <a:off x="4846201" y="1913743"/>
              <a:ext cx="971203" cy="971203"/>
            </a:xfrm>
            <a:prstGeom prst="rtTriangle">
              <a:avLst/>
            </a:prstGeom>
            <a:solidFill>
              <a:sysClr val="window" lastClr="FFFFFF">
                <a:alpha val="5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381" name="Right Triangle 1380">
              <a:extLst>
                <a:ext uri="{FF2B5EF4-FFF2-40B4-BE49-F238E27FC236}">
                  <a16:creationId xmlns:a16="http://schemas.microsoft.com/office/drawing/2014/main" id="{2FCA60AB-20A2-4764-9C04-BB038DAD7ADC}"/>
                </a:ext>
              </a:extLst>
            </p:cNvPr>
            <p:cNvSpPr/>
            <p:nvPr/>
          </p:nvSpPr>
          <p:spPr bwMode="gray">
            <a:xfrm>
              <a:off x="4846200" y="-27163"/>
              <a:ext cx="971203" cy="971203"/>
            </a:xfrm>
            <a:prstGeom prst="rtTriangle">
              <a:avLst/>
            </a:prstGeom>
            <a:solidFill>
              <a:sysClr val="window" lastClr="FFFFFF">
                <a:alpha val="13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382" name="Right Triangle 1381">
              <a:extLst>
                <a:ext uri="{FF2B5EF4-FFF2-40B4-BE49-F238E27FC236}">
                  <a16:creationId xmlns:a16="http://schemas.microsoft.com/office/drawing/2014/main" id="{89B2792B-4D76-4733-AB42-B082E0224708}"/>
                </a:ext>
              </a:extLst>
            </p:cNvPr>
            <p:cNvSpPr/>
            <p:nvPr/>
          </p:nvSpPr>
          <p:spPr bwMode="gray">
            <a:xfrm rot="10800000">
              <a:off x="4846201" y="-22208"/>
              <a:ext cx="971203" cy="971203"/>
            </a:xfrm>
            <a:prstGeom prst="rtTriangle">
              <a:avLst/>
            </a:prstGeom>
            <a:solidFill>
              <a:sysClr val="window" lastClr="FFFFFF">
                <a:alpha val="6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383" name="Right Triangle 1382">
              <a:extLst>
                <a:ext uri="{FF2B5EF4-FFF2-40B4-BE49-F238E27FC236}">
                  <a16:creationId xmlns:a16="http://schemas.microsoft.com/office/drawing/2014/main" id="{F43A82C5-17F4-4F3F-A045-341F722D9D97}"/>
                </a:ext>
              </a:extLst>
            </p:cNvPr>
            <p:cNvSpPr/>
            <p:nvPr/>
          </p:nvSpPr>
          <p:spPr bwMode="gray">
            <a:xfrm flipH="1">
              <a:off x="5814360" y="5795355"/>
              <a:ext cx="971203" cy="971203"/>
            </a:xfrm>
            <a:prstGeom prst="rtTriangle">
              <a:avLst/>
            </a:prstGeom>
            <a:solidFill>
              <a:sysClr val="window" lastClr="FFFFFF">
                <a:alpha val="1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384" name="Right Triangle 1383">
              <a:extLst>
                <a:ext uri="{FF2B5EF4-FFF2-40B4-BE49-F238E27FC236}">
                  <a16:creationId xmlns:a16="http://schemas.microsoft.com/office/drawing/2014/main" id="{602E385A-B353-4E42-A88C-E4614A3D60FE}"/>
                </a:ext>
              </a:extLst>
            </p:cNvPr>
            <p:cNvSpPr/>
            <p:nvPr/>
          </p:nvSpPr>
          <p:spPr bwMode="gray">
            <a:xfrm rot="10800000" flipH="1">
              <a:off x="5814360" y="5795355"/>
              <a:ext cx="971203" cy="971203"/>
            </a:xfrm>
            <a:prstGeom prst="rtTriangle">
              <a:avLst/>
            </a:prstGeom>
            <a:solidFill>
              <a:sysClr val="window" lastClr="FFFFFF">
                <a:alpha val="12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385" name="Right Triangle 1384">
              <a:extLst>
                <a:ext uri="{FF2B5EF4-FFF2-40B4-BE49-F238E27FC236}">
                  <a16:creationId xmlns:a16="http://schemas.microsoft.com/office/drawing/2014/main" id="{A24376BF-B6C2-4F3C-BBAA-69E24670CDAB}"/>
                </a:ext>
              </a:extLst>
            </p:cNvPr>
            <p:cNvSpPr/>
            <p:nvPr/>
          </p:nvSpPr>
          <p:spPr bwMode="gray">
            <a:xfrm flipH="1" flipV="1">
              <a:off x="5814360" y="3850989"/>
              <a:ext cx="971203" cy="971203"/>
            </a:xfrm>
            <a:prstGeom prst="rtTriangle">
              <a:avLst/>
            </a:prstGeom>
            <a:solidFill>
              <a:sysClr val="window" lastClr="FFFFFF">
                <a:alpha val="5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386" name="Right Triangle 1385">
              <a:extLst>
                <a:ext uri="{FF2B5EF4-FFF2-40B4-BE49-F238E27FC236}">
                  <a16:creationId xmlns:a16="http://schemas.microsoft.com/office/drawing/2014/main" id="{6874A72F-27CB-4565-9E3B-D22E138B0388}"/>
                </a:ext>
              </a:extLst>
            </p:cNvPr>
            <p:cNvSpPr/>
            <p:nvPr/>
          </p:nvSpPr>
          <p:spPr bwMode="gray">
            <a:xfrm rot="10800000" flipH="1">
              <a:off x="5814360" y="4823069"/>
              <a:ext cx="971203" cy="971203"/>
            </a:xfrm>
            <a:prstGeom prst="rtTriangle">
              <a:avLst/>
            </a:prstGeom>
            <a:solidFill>
              <a:sysClr val="window" lastClr="FFFFFF">
                <a:alpha val="13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387" name="Right Triangle 1386">
              <a:extLst>
                <a:ext uri="{FF2B5EF4-FFF2-40B4-BE49-F238E27FC236}">
                  <a16:creationId xmlns:a16="http://schemas.microsoft.com/office/drawing/2014/main" id="{F8BB93F5-B1AB-4038-850F-AF8F00FF1BED}"/>
                </a:ext>
              </a:extLst>
            </p:cNvPr>
            <p:cNvSpPr/>
            <p:nvPr/>
          </p:nvSpPr>
          <p:spPr bwMode="gray">
            <a:xfrm flipH="1">
              <a:off x="5814360" y="2882357"/>
              <a:ext cx="971203" cy="971203"/>
            </a:xfrm>
            <a:prstGeom prst="rtTriangle">
              <a:avLst/>
            </a:prstGeom>
            <a:solidFill>
              <a:sysClr val="window" lastClr="FFFFFF">
                <a:alpha val="1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388" name="Right Triangle 1387">
              <a:extLst>
                <a:ext uri="{FF2B5EF4-FFF2-40B4-BE49-F238E27FC236}">
                  <a16:creationId xmlns:a16="http://schemas.microsoft.com/office/drawing/2014/main" id="{ED1E7BAE-8993-4BA5-9D9A-48406629D0EF}"/>
                </a:ext>
              </a:extLst>
            </p:cNvPr>
            <p:cNvSpPr/>
            <p:nvPr/>
          </p:nvSpPr>
          <p:spPr bwMode="gray">
            <a:xfrm rot="10800000" flipH="1">
              <a:off x="5814360" y="2882357"/>
              <a:ext cx="971203" cy="971203"/>
            </a:xfrm>
            <a:prstGeom prst="rtTriangle">
              <a:avLst/>
            </a:prstGeom>
            <a:solidFill>
              <a:sysClr val="window" lastClr="FFFFFF">
                <a:alpha val="6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389" name="Right Triangle 1388">
              <a:extLst>
                <a:ext uri="{FF2B5EF4-FFF2-40B4-BE49-F238E27FC236}">
                  <a16:creationId xmlns:a16="http://schemas.microsoft.com/office/drawing/2014/main" id="{0EB2C9D0-2C27-4599-A870-9F5AAF7294B5}"/>
                </a:ext>
              </a:extLst>
            </p:cNvPr>
            <p:cNvSpPr/>
            <p:nvPr/>
          </p:nvSpPr>
          <p:spPr bwMode="gray">
            <a:xfrm flipH="1" flipV="1">
              <a:off x="5814360" y="941662"/>
              <a:ext cx="971203" cy="971203"/>
            </a:xfrm>
            <a:prstGeom prst="rtTriangle">
              <a:avLst/>
            </a:prstGeom>
            <a:solidFill>
              <a:sysClr val="window" lastClr="FFFFFF">
                <a:alpha val="8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390" name="Right Triangle 1389">
              <a:extLst>
                <a:ext uri="{FF2B5EF4-FFF2-40B4-BE49-F238E27FC236}">
                  <a16:creationId xmlns:a16="http://schemas.microsoft.com/office/drawing/2014/main" id="{2F05557C-9E39-462A-8236-62EDF6565417}"/>
                </a:ext>
              </a:extLst>
            </p:cNvPr>
            <p:cNvSpPr/>
            <p:nvPr/>
          </p:nvSpPr>
          <p:spPr bwMode="gray">
            <a:xfrm flipH="1">
              <a:off x="5814360" y="1913743"/>
              <a:ext cx="971203" cy="971203"/>
            </a:xfrm>
            <a:prstGeom prst="rtTriangle">
              <a:avLst/>
            </a:prstGeom>
            <a:solidFill>
              <a:sysClr val="window" lastClr="FFFFFF">
                <a:alpha val="2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391" name="Right Triangle 1390">
              <a:extLst>
                <a:ext uri="{FF2B5EF4-FFF2-40B4-BE49-F238E27FC236}">
                  <a16:creationId xmlns:a16="http://schemas.microsoft.com/office/drawing/2014/main" id="{A5337454-BB4E-4425-8474-78A5D268E176}"/>
                </a:ext>
              </a:extLst>
            </p:cNvPr>
            <p:cNvSpPr/>
            <p:nvPr/>
          </p:nvSpPr>
          <p:spPr bwMode="gray">
            <a:xfrm rot="10800000" flipH="1">
              <a:off x="5814361" y="1913743"/>
              <a:ext cx="971203" cy="971203"/>
            </a:xfrm>
            <a:prstGeom prst="rtTriangle">
              <a:avLst/>
            </a:prstGeom>
            <a:solidFill>
              <a:sysClr val="window" lastClr="FFFFFF">
                <a:alpha val="13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392" name="Right Triangle 1391">
              <a:extLst>
                <a:ext uri="{FF2B5EF4-FFF2-40B4-BE49-F238E27FC236}">
                  <a16:creationId xmlns:a16="http://schemas.microsoft.com/office/drawing/2014/main" id="{643FD79A-057C-4026-B658-5CDF0B133455}"/>
                </a:ext>
              </a:extLst>
            </p:cNvPr>
            <p:cNvSpPr/>
            <p:nvPr/>
          </p:nvSpPr>
          <p:spPr bwMode="gray">
            <a:xfrm flipH="1">
              <a:off x="5814360" y="-27163"/>
              <a:ext cx="971203" cy="971203"/>
            </a:xfrm>
            <a:prstGeom prst="rtTriangle">
              <a:avLst/>
            </a:prstGeom>
            <a:solidFill>
              <a:sysClr val="window" lastClr="FFFFFF">
                <a:alpha val="1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393" name="Right Triangle 1392">
              <a:extLst>
                <a:ext uri="{FF2B5EF4-FFF2-40B4-BE49-F238E27FC236}">
                  <a16:creationId xmlns:a16="http://schemas.microsoft.com/office/drawing/2014/main" id="{367A8D7D-AAA5-4C20-8CC6-ED9D7A0BC781}"/>
                </a:ext>
              </a:extLst>
            </p:cNvPr>
            <p:cNvSpPr/>
            <p:nvPr/>
          </p:nvSpPr>
          <p:spPr bwMode="gray">
            <a:xfrm rot="10800000" flipH="1">
              <a:off x="5814360" y="-22208"/>
              <a:ext cx="971203" cy="971203"/>
            </a:xfrm>
            <a:prstGeom prst="rtTriangle">
              <a:avLst/>
            </a:prstGeom>
            <a:solidFill>
              <a:sysClr val="window" lastClr="FFFFFF">
                <a:alpha val="12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280" name="Right Triangle 1279">
              <a:extLst>
                <a:ext uri="{FF2B5EF4-FFF2-40B4-BE49-F238E27FC236}">
                  <a16:creationId xmlns:a16="http://schemas.microsoft.com/office/drawing/2014/main" id="{EBADC093-349D-4630-9B94-A2A27401F06A}"/>
                </a:ext>
              </a:extLst>
            </p:cNvPr>
            <p:cNvSpPr/>
            <p:nvPr/>
          </p:nvSpPr>
          <p:spPr bwMode="gray">
            <a:xfrm>
              <a:off x="4846200" y="5795355"/>
              <a:ext cx="971203" cy="971203"/>
            </a:xfrm>
            <a:prstGeom prst="rtTriangle">
              <a:avLst/>
            </a:prstGeom>
            <a:solidFill>
              <a:sysClr val="window" lastClr="FFFFFF">
                <a:alpha val="5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281" name="Right Triangle 1280">
              <a:extLst>
                <a:ext uri="{FF2B5EF4-FFF2-40B4-BE49-F238E27FC236}">
                  <a16:creationId xmlns:a16="http://schemas.microsoft.com/office/drawing/2014/main" id="{BF9B8E6C-4DB2-4123-A439-EE646BB6DED7}"/>
                </a:ext>
              </a:extLst>
            </p:cNvPr>
            <p:cNvSpPr/>
            <p:nvPr/>
          </p:nvSpPr>
          <p:spPr bwMode="gray">
            <a:xfrm flipV="1">
              <a:off x="4846200" y="3850989"/>
              <a:ext cx="971203" cy="971203"/>
            </a:xfrm>
            <a:prstGeom prst="rtTriangle">
              <a:avLst/>
            </a:prstGeom>
            <a:solidFill>
              <a:sysClr val="window" lastClr="FFFFFF">
                <a:alpha val="22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282" name="Right Triangle 1281">
              <a:extLst>
                <a:ext uri="{FF2B5EF4-FFF2-40B4-BE49-F238E27FC236}">
                  <a16:creationId xmlns:a16="http://schemas.microsoft.com/office/drawing/2014/main" id="{95B76C49-3437-4512-8C50-524082644981}"/>
                </a:ext>
              </a:extLst>
            </p:cNvPr>
            <p:cNvSpPr/>
            <p:nvPr/>
          </p:nvSpPr>
          <p:spPr bwMode="gray">
            <a:xfrm rot="10800000" flipV="1">
              <a:off x="4846201" y="3850989"/>
              <a:ext cx="971203" cy="971203"/>
            </a:xfrm>
            <a:prstGeom prst="rtTriangle">
              <a:avLst/>
            </a:prstGeom>
            <a:solidFill>
              <a:sysClr val="window" lastClr="FFFFFF">
                <a:alpha val="13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283" name="Right Triangle 1282">
              <a:extLst>
                <a:ext uri="{FF2B5EF4-FFF2-40B4-BE49-F238E27FC236}">
                  <a16:creationId xmlns:a16="http://schemas.microsoft.com/office/drawing/2014/main" id="{9A6EE615-D02E-4173-9308-2F2D43F11DB9}"/>
                </a:ext>
              </a:extLst>
            </p:cNvPr>
            <p:cNvSpPr/>
            <p:nvPr/>
          </p:nvSpPr>
          <p:spPr bwMode="gray">
            <a:xfrm>
              <a:off x="4846200" y="4823069"/>
              <a:ext cx="971203" cy="971203"/>
            </a:xfrm>
            <a:prstGeom prst="rtTriangle">
              <a:avLst/>
            </a:prstGeom>
            <a:solidFill>
              <a:sysClr val="window" lastClr="FFFFFF">
                <a:alpha val="13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284" name="Right Triangle 1283">
              <a:extLst>
                <a:ext uri="{FF2B5EF4-FFF2-40B4-BE49-F238E27FC236}">
                  <a16:creationId xmlns:a16="http://schemas.microsoft.com/office/drawing/2014/main" id="{13401021-AC8A-41D3-B6EA-2D35512D4B19}"/>
                </a:ext>
              </a:extLst>
            </p:cNvPr>
            <p:cNvSpPr/>
            <p:nvPr/>
          </p:nvSpPr>
          <p:spPr bwMode="gray">
            <a:xfrm rot="10800000">
              <a:off x="4846201" y="4823069"/>
              <a:ext cx="971203" cy="971203"/>
            </a:xfrm>
            <a:prstGeom prst="rtTriangle">
              <a:avLst/>
            </a:prstGeom>
            <a:solidFill>
              <a:sysClr val="window" lastClr="FFFFFF">
                <a:alpha val="5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285" name="Right Triangle 1284">
              <a:extLst>
                <a:ext uri="{FF2B5EF4-FFF2-40B4-BE49-F238E27FC236}">
                  <a16:creationId xmlns:a16="http://schemas.microsoft.com/office/drawing/2014/main" id="{E8EE5833-7027-4282-B593-BCF545F26BF7}"/>
                </a:ext>
              </a:extLst>
            </p:cNvPr>
            <p:cNvSpPr/>
            <p:nvPr/>
          </p:nvSpPr>
          <p:spPr bwMode="gray">
            <a:xfrm>
              <a:off x="4846200" y="2882357"/>
              <a:ext cx="971203" cy="971203"/>
            </a:xfrm>
            <a:prstGeom prst="rtTriangle">
              <a:avLst/>
            </a:prstGeom>
            <a:solidFill>
              <a:sysClr val="window" lastClr="FFFFFF">
                <a:alpha val="5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286" name="Right Triangle 1285">
              <a:extLst>
                <a:ext uri="{FF2B5EF4-FFF2-40B4-BE49-F238E27FC236}">
                  <a16:creationId xmlns:a16="http://schemas.microsoft.com/office/drawing/2014/main" id="{969EF942-97D1-4FE3-A8E0-703F7D8E608E}"/>
                </a:ext>
              </a:extLst>
            </p:cNvPr>
            <p:cNvSpPr/>
            <p:nvPr/>
          </p:nvSpPr>
          <p:spPr bwMode="gray">
            <a:xfrm rot="10800000">
              <a:off x="4846201" y="2882357"/>
              <a:ext cx="971203" cy="971203"/>
            </a:xfrm>
            <a:prstGeom prst="rtTriangle">
              <a:avLst/>
            </a:prstGeom>
            <a:solidFill>
              <a:sysClr val="window" lastClr="FFFFFF">
                <a:alpha val="11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287" name="Right Triangle 1286">
              <a:extLst>
                <a:ext uri="{FF2B5EF4-FFF2-40B4-BE49-F238E27FC236}">
                  <a16:creationId xmlns:a16="http://schemas.microsoft.com/office/drawing/2014/main" id="{9F9F54CE-376D-48C3-A057-0909AE7DFB37}"/>
                </a:ext>
              </a:extLst>
            </p:cNvPr>
            <p:cNvSpPr/>
            <p:nvPr/>
          </p:nvSpPr>
          <p:spPr bwMode="gray">
            <a:xfrm flipV="1">
              <a:off x="4846200" y="941662"/>
              <a:ext cx="971203" cy="971203"/>
            </a:xfrm>
            <a:prstGeom prst="rtTriangle">
              <a:avLst/>
            </a:prstGeom>
            <a:solidFill>
              <a:sysClr val="window" lastClr="FFFFFF">
                <a:alpha val="22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288" name="Right Triangle 1287">
              <a:extLst>
                <a:ext uri="{FF2B5EF4-FFF2-40B4-BE49-F238E27FC236}">
                  <a16:creationId xmlns:a16="http://schemas.microsoft.com/office/drawing/2014/main" id="{F2D9EC31-19E6-433C-9BE3-4E8DDACCEA9D}"/>
                </a:ext>
              </a:extLst>
            </p:cNvPr>
            <p:cNvSpPr/>
            <p:nvPr/>
          </p:nvSpPr>
          <p:spPr bwMode="gray">
            <a:xfrm rot="10800000" flipV="1">
              <a:off x="4846201" y="941662"/>
              <a:ext cx="971203" cy="971203"/>
            </a:xfrm>
            <a:prstGeom prst="rtTriangle">
              <a:avLst/>
            </a:prstGeom>
            <a:solidFill>
              <a:sysClr val="window" lastClr="FFFFFF">
                <a:alpha val="13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289" name="Right Triangle 1288">
              <a:extLst>
                <a:ext uri="{FF2B5EF4-FFF2-40B4-BE49-F238E27FC236}">
                  <a16:creationId xmlns:a16="http://schemas.microsoft.com/office/drawing/2014/main" id="{557F3343-FDDE-478E-B5B0-C9510D7BDFBF}"/>
                </a:ext>
              </a:extLst>
            </p:cNvPr>
            <p:cNvSpPr/>
            <p:nvPr/>
          </p:nvSpPr>
          <p:spPr bwMode="gray">
            <a:xfrm>
              <a:off x="4846200" y="1906998"/>
              <a:ext cx="971203" cy="971203"/>
            </a:xfrm>
            <a:prstGeom prst="rtTriangle">
              <a:avLst/>
            </a:prstGeom>
            <a:solidFill>
              <a:sysClr val="window" lastClr="FFFFFF">
                <a:alpha val="7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290" name="Right Triangle 1289">
              <a:extLst>
                <a:ext uri="{FF2B5EF4-FFF2-40B4-BE49-F238E27FC236}">
                  <a16:creationId xmlns:a16="http://schemas.microsoft.com/office/drawing/2014/main" id="{D991133C-D92A-4CE8-9E18-8CE6550ADB9E}"/>
                </a:ext>
              </a:extLst>
            </p:cNvPr>
            <p:cNvSpPr/>
            <p:nvPr/>
          </p:nvSpPr>
          <p:spPr bwMode="gray">
            <a:xfrm rot="10800000">
              <a:off x="4846201" y="1913743"/>
              <a:ext cx="971203" cy="971203"/>
            </a:xfrm>
            <a:prstGeom prst="rtTriangle">
              <a:avLst/>
            </a:prstGeom>
            <a:solidFill>
              <a:sysClr val="window" lastClr="FFFFFF">
                <a:alpha val="5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291" name="Right Triangle 1290">
              <a:extLst>
                <a:ext uri="{FF2B5EF4-FFF2-40B4-BE49-F238E27FC236}">
                  <a16:creationId xmlns:a16="http://schemas.microsoft.com/office/drawing/2014/main" id="{36E673E0-85B7-4C0A-81C2-71DC9D567AF7}"/>
                </a:ext>
              </a:extLst>
            </p:cNvPr>
            <p:cNvSpPr/>
            <p:nvPr/>
          </p:nvSpPr>
          <p:spPr bwMode="gray">
            <a:xfrm>
              <a:off x="4846200" y="-27163"/>
              <a:ext cx="971203" cy="971203"/>
            </a:xfrm>
            <a:prstGeom prst="rtTriangle">
              <a:avLst/>
            </a:prstGeom>
            <a:solidFill>
              <a:sysClr val="window" lastClr="FFFFFF">
                <a:alpha val="13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292" name="Right Triangle 1291">
              <a:extLst>
                <a:ext uri="{FF2B5EF4-FFF2-40B4-BE49-F238E27FC236}">
                  <a16:creationId xmlns:a16="http://schemas.microsoft.com/office/drawing/2014/main" id="{26CD46F5-1EED-4F90-B6C2-058AD6E414E0}"/>
                </a:ext>
              </a:extLst>
            </p:cNvPr>
            <p:cNvSpPr/>
            <p:nvPr/>
          </p:nvSpPr>
          <p:spPr bwMode="gray">
            <a:xfrm rot="10800000">
              <a:off x="4846201" y="-22208"/>
              <a:ext cx="971203" cy="971203"/>
            </a:xfrm>
            <a:prstGeom prst="rtTriangle">
              <a:avLst/>
            </a:prstGeom>
            <a:solidFill>
              <a:sysClr val="window" lastClr="FFFFFF">
                <a:alpha val="6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293" name="Right Triangle 1292">
              <a:extLst>
                <a:ext uri="{FF2B5EF4-FFF2-40B4-BE49-F238E27FC236}">
                  <a16:creationId xmlns:a16="http://schemas.microsoft.com/office/drawing/2014/main" id="{7CC1BF22-7968-4C41-BFF5-FEDB73F43026}"/>
                </a:ext>
              </a:extLst>
            </p:cNvPr>
            <p:cNvSpPr/>
            <p:nvPr/>
          </p:nvSpPr>
          <p:spPr bwMode="gray">
            <a:xfrm flipH="1">
              <a:off x="5814360" y="5795355"/>
              <a:ext cx="971203" cy="971203"/>
            </a:xfrm>
            <a:prstGeom prst="rtTriangle">
              <a:avLst/>
            </a:prstGeom>
            <a:solidFill>
              <a:sysClr val="window" lastClr="FFFFFF">
                <a:alpha val="1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294" name="Right Triangle 1293">
              <a:extLst>
                <a:ext uri="{FF2B5EF4-FFF2-40B4-BE49-F238E27FC236}">
                  <a16:creationId xmlns:a16="http://schemas.microsoft.com/office/drawing/2014/main" id="{E7B63619-0422-42F2-8D2D-08DAD5450723}"/>
                </a:ext>
              </a:extLst>
            </p:cNvPr>
            <p:cNvSpPr/>
            <p:nvPr/>
          </p:nvSpPr>
          <p:spPr bwMode="gray">
            <a:xfrm rot="10800000" flipH="1">
              <a:off x="5814360" y="5795355"/>
              <a:ext cx="971203" cy="971203"/>
            </a:xfrm>
            <a:prstGeom prst="rtTriangle">
              <a:avLst/>
            </a:prstGeom>
            <a:solidFill>
              <a:sysClr val="window" lastClr="FFFFFF">
                <a:alpha val="12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295" name="Right Triangle 1294">
              <a:extLst>
                <a:ext uri="{FF2B5EF4-FFF2-40B4-BE49-F238E27FC236}">
                  <a16:creationId xmlns:a16="http://schemas.microsoft.com/office/drawing/2014/main" id="{6CBE2C74-D9DE-4EF8-8ED4-38D34A06FA22}"/>
                </a:ext>
              </a:extLst>
            </p:cNvPr>
            <p:cNvSpPr/>
            <p:nvPr/>
          </p:nvSpPr>
          <p:spPr bwMode="gray">
            <a:xfrm flipH="1" flipV="1">
              <a:off x="5814360" y="3850989"/>
              <a:ext cx="971203" cy="971203"/>
            </a:xfrm>
            <a:prstGeom prst="rtTriangle">
              <a:avLst/>
            </a:prstGeom>
            <a:solidFill>
              <a:sysClr val="window" lastClr="FFFFFF">
                <a:alpha val="5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296" name="Right Triangle 1295">
              <a:extLst>
                <a:ext uri="{FF2B5EF4-FFF2-40B4-BE49-F238E27FC236}">
                  <a16:creationId xmlns:a16="http://schemas.microsoft.com/office/drawing/2014/main" id="{EB81F80B-ACAA-43D3-9DAD-4A22BE5BEF40}"/>
                </a:ext>
              </a:extLst>
            </p:cNvPr>
            <p:cNvSpPr/>
            <p:nvPr/>
          </p:nvSpPr>
          <p:spPr bwMode="gray">
            <a:xfrm rot="10800000" flipH="1">
              <a:off x="5814360" y="4823069"/>
              <a:ext cx="971203" cy="971203"/>
            </a:xfrm>
            <a:prstGeom prst="rtTriangle">
              <a:avLst/>
            </a:prstGeom>
            <a:solidFill>
              <a:sysClr val="window" lastClr="FFFFFF">
                <a:alpha val="13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297" name="Right Triangle 1296">
              <a:extLst>
                <a:ext uri="{FF2B5EF4-FFF2-40B4-BE49-F238E27FC236}">
                  <a16:creationId xmlns:a16="http://schemas.microsoft.com/office/drawing/2014/main" id="{7207848F-96C9-42CE-B22A-50A4F3CFAE36}"/>
                </a:ext>
              </a:extLst>
            </p:cNvPr>
            <p:cNvSpPr/>
            <p:nvPr/>
          </p:nvSpPr>
          <p:spPr bwMode="gray">
            <a:xfrm flipH="1">
              <a:off x="5814360" y="2882357"/>
              <a:ext cx="971203" cy="971203"/>
            </a:xfrm>
            <a:prstGeom prst="rtTriangle">
              <a:avLst/>
            </a:prstGeom>
            <a:solidFill>
              <a:sysClr val="window" lastClr="FFFFFF">
                <a:alpha val="1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298" name="Right Triangle 1297">
              <a:extLst>
                <a:ext uri="{FF2B5EF4-FFF2-40B4-BE49-F238E27FC236}">
                  <a16:creationId xmlns:a16="http://schemas.microsoft.com/office/drawing/2014/main" id="{B27F16BA-53BC-4CA7-886E-1E5D4E5E8930}"/>
                </a:ext>
              </a:extLst>
            </p:cNvPr>
            <p:cNvSpPr/>
            <p:nvPr/>
          </p:nvSpPr>
          <p:spPr bwMode="gray">
            <a:xfrm rot="10800000" flipH="1">
              <a:off x="5814360" y="2882357"/>
              <a:ext cx="971203" cy="971203"/>
            </a:xfrm>
            <a:prstGeom prst="rtTriangle">
              <a:avLst/>
            </a:prstGeom>
            <a:solidFill>
              <a:sysClr val="window" lastClr="FFFFFF">
                <a:alpha val="6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299" name="Right Triangle 1298">
              <a:extLst>
                <a:ext uri="{FF2B5EF4-FFF2-40B4-BE49-F238E27FC236}">
                  <a16:creationId xmlns:a16="http://schemas.microsoft.com/office/drawing/2014/main" id="{F7CA9B6E-AFE1-4BB0-BB85-58B11C60F6DF}"/>
                </a:ext>
              </a:extLst>
            </p:cNvPr>
            <p:cNvSpPr/>
            <p:nvPr/>
          </p:nvSpPr>
          <p:spPr bwMode="gray">
            <a:xfrm flipH="1" flipV="1">
              <a:off x="5814360" y="941662"/>
              <a:ext cx="971203" cy="971203"/>
            </a:xfrm>
            <a:prstGeom prst="rtTriangle">
              <a:avLst/>
            </a:prstGeom>
            <a:solidFill>
              <a:sysClr val="window" lastClr="FFFFFF">
                <a:alpha val="8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300" name="Right Triangle 1299">
              <a:extLst>
                <a:ext uri="{FF2B5EF4-FFF2-40B4-BE49-F238E27FC236}">
                  <a16:creationId xmlns:a16="http://schemas.microsoft.com/office/drawing/2014/main" id="{8545CF14-65E0-420C-B4A8-87CCD904AC07}"/>
                </a:ext>
              </a:extLst>
            </p:cNvPr>
            <p:cNvSpPr/>
            <p:nvPr/>
          </p:nvSpPr>
          <p:spPr bwMode="gray">
            <a:xfrm flipH="1">
              <a:off x="5814360" y="1913743"/>
              <a:ext cx="971203" cy="971203"/>
            </a:xfrm>
            <a:prstGeom prst="rtTriangle">
              <a:avLst/>
            </a:prstGeom>
            <a:solidFill>
              <a:sysClr val="window" lastClr="FFFFFF">
                <a:alpha val="2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301" name="Right Triangle 1300">
              <a:extLst>
                <a:ext uri="{FF2B5EF4-FFF2-40B4-BE49-F238E27FC236}">
                  <a16:creationId xmlns:a16="http://schemas.microsoft.com/office/drawing/2014/main" id="{3B8AC1D2-39EF-4EF1-BDEE-E0FCA38A8B18}"/>
                </a:ext>
              </a:extLst>
            </p:cNvPr>
            <p:cNvSpPr/>
            <p:nvPr/>
          </p:nvSpPr>
          <p:spPr bwMode="gray">
            <a:xfrm rot="10800000" flipH="1">
              <a:off x="5814361" y="1913743"/>
              <a:ext cx="971203" cy="971203"/>
            </a:xfrm>
            <a:prstGeom prst="rtTriangle">
              <a:avLst/>
            </a:prstGeom>
            <a:solidFill>
              <a:sysClr val="window" lastClr="FFFFFF">
                <a:alpha val="13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302" name="Right Triangle 1301">
              <a:extLst>
                <a:ext uri="{FF2B5EF4-FFF2-40B4-BE49-F238E27FC236}">
                  <a16:creationId xmlns:a16="http://schemas.microsoft.com/office/drawing/2014/main" id="{A408348B-F0F2-445A-B809-160C9B914895}"/>
                </a:ext>
              </a:extLst>
            </p:cNvPr>
            <p:cNvSpPr/>
            <p:nvPr/>
          </p:nvSpPr>
          <p:spPr bwMode="gray">
            <a:xfrm flipH="1">
              <a:off x="5814360" y="-27163"/>
              <a:ext cx="971203" cy="971203"/>
            </a:xfrm>
            <a:prstGeom prst="rtTriangle">
              <a:avLst/>
            </a:prstGeom>
            <a:solidFill>
              <a:sysClr val="window" lastClr="FFFFFF">
                <a:alpha val="1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303" name="Right Triangle 1302">
              <a:extLst>
                <a:ext uri="{FF2B5EF4-FFF2-40B4-BE49-F238E27FC236}">
                  <a16:creationId xmlns:a16="http://schemas.microsoft.com/office/drawing/2014/main" id="{DC08F041-1CAC-45D5-B3A5-D6343F612AAE}"/>
                </a:ext>
              </a:extLst>
            </p:cNvPr>
            <p:cNvSpPr/>
            <p:nvPr/>
          </p:nvSpPr>
          <p:spPr bwMode="gray">
            <a:xfrm rot="10800000" flipH="1">
              <a:off x="5814360" y="-22208"/>
              <a:ext cx="971203" cy="971203"/>
            </a:xfrm>
            <a:prstGeom prst="rtTriangle">
              <a:avLst/>
            </a:prstGeom>
            <a:solidFill>
              <a:sysClr val="window" lastClr="FFFFFF">
                <a:alpha val="12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190" name="Right Triangle 1189">
              <a:extLst>
                <a:ext uri="{FF2B5EF4-FFF2-40B4-BE49-F238E27FC236}">
                  <a16:creationId xmlns:a16="http://schemas.microsoft.com/office/drawing/2014/main" id="{D62AAE2C-6FC6-49B6-836D-9B292AB71CB0}"/>
                </a:ext>
              </a:extLst>
            </p:cNvPr>
            <p:cNvSpPr/>
            <p:nvPr/>
          </p:nvSpPr>
          <p:spPr bwMode="gray">
            <a:xfrm>
              <a:off x="4846200" y="5795355"/>
              <a:ext cx="971203" cy="971203"/>
            </a:xfrm>
            <a:prstGeom prst="rtTriangle">
              <a:avLst/>
            </a:prstGeom>
            <a:solidFill>
              <a:sysClr val="window" lastClr="FFFFFF">
                <a:alpha val="5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191" name="Right Triangle 1190">
              <a:extLst>
                <a:ext uri="{FF2B5EF4-FFF2-40B4-BE49-F238E27FC236}">
                  <a16:creationId xmlns:a16="http://schemas.microsoft.com/office/drawing/2014/main" id="{77461235-8841-42F8-90C1-89E9FD423EC4}"/>
                </a:ext>
              </a:extLst>
            </p:cNvPr>
            <p:cNvSpPr/>
            <p:nvPr/>
          </p:nvSpPr>
          <p:spPr bwMode="gray">
            <a:xfrm flipV="1">
              <a:off x="4846200" y="3850989"/>
              <a:ext cx="971203" cy="971203"/>
            </a:xfrm>
            <a:prstGeom prst="rtTriangle">
              <a:avLst/>
            </a:prstGeom>
            <a:solidFill>
              <a:sysClr val="window" lastClr="FFFFFF">
                <a:alpha val="22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192" name="Right Triangle 1191">
              <a:extLst>
                <a:ext uri="{FF2B5EF4-FFF2-40B4-BE49-F238E27FC236}">
                  <a16:creationId xmlns:a16="http://schemas.microsoft.com/office/drawing/2014/main" id="{66AA5011-32A8-42CD-BE1C-80B5ECC601F5}"/>
                </a:ext>
              </a:extLst>
            </p:cNvPr>
            <p:cNvSpPr/>
            <p:nvPr/>
          </p:nvSpPr>
          <p:spPr bwMode="gray">
            <a:xfrm rot="10800000" flipV="1">
              <a:off x="4846201" y="3850989"/>
              <a:ext cx="971203" cy="971203"/>
            </a:xfrm>
            <a:prstGeom prst="rtTriangle">
              <a:avLst/>
            </a:prstGeom>
            <a:solidFill>
              <a:sysClr val="window" lastClr="FFFFFF">
                <a:alpha val="13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193" name="Right Triangle 1192">
              <a:extLst>
                <a:ext uri="{FF2B5EF4-FFF2-40B4-BE49-F238E27FC236}">
                  <a16:creationId xmlns:a16="http://schemas.microsoft.com/office/drawing/2014/main" id="{2502D9A9-530B-4BFC-91C2-D29FA99116CE}"/>
                </a:ext>
              </a:extLst>
            </p:cNvPr>
            <p:cNvSpPr/>
            <p:nvPr/>
          </p:nvSpPr>
          <p:spPr bwMode="gray">
            <a:xfrm>
              <a:off x="4846200" y="4823069"/>
              <a:ext cx="971203" cy="971203"/>
            </a:xfrm>
            <a:prstGeom prst="rtTriangle">
              <a:avLst/>
            </a:prstGeom>
            <a:solidFill>
              <a:sysClr val="window" lastClr="FFFFFF">
                <a:alpha val="13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194" name="Right Triangle 1193">
              <a:extLst>
                <a:ext uri="{FF2B5EF4-FFF2-40B4-BE49-F238E27FC236}">
                  <a16:creationId xmlns:a16="http://schemas.microsoft.com/office/drawing/2014/main" id="{B6656107-FF21-440C-A3DD-FC2B68F76538}"/>
                </a:ext>
              </a:extLst>
            </p:cNvPr>
            <p:cNvSpPr/>
            <p:nvPr/>
          </p:nvSpPr>
          <p:spPr bwMode="gray">
            <a:xfrm rot="10800000">
              <a:off x="4846201" y="4823069"/>
              <a:ext cx="971203" cy="971203"/>
            </a:xfrm>
            <a:prstGeom prst="rtTriangle">
              <a:avLst/>
            </a:prstGeom>
            <a:solidFill>
              <a:sysClr val="window" lastClr="FFFFFF">
                <a:alpha val="5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195" name="Right Triangle 1194">
              <a:extLst>
                <a:ext uri="{FF2B5EF4-FFF2-40B4-BE49-F238E27FC236}">
                  <a16:creationId xmlns:a16="http://schemas.microsoft.com/office/drawing/2014/main" id="{9AD230EB-B369-494E-A027-811A9DA1F8EA}"/>
                </a:ext>
              </a:extLst>
            </p:cNvPr>
            <p:cNvSpPr/>
            <p:nvPr/>
          </p:nvSpPr>
          <p:spPr bwMode="gray">
            <a:xfrm>
              <a:off x="4846200" y="2882357"/>
              <a:ext cx="971203" cy="971203"/>
            </a:xfrm>
            <a:prstGeom prst="rtTriangle">
              <a:avLst/>
            </a:prstGeom>
            <a:solidFill>
              <a:sysClr val="window" lastClr="FFFFFF">
                <a:alpha val="5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196" name="Right Triangle 1195">
              <a:extLst>
                <a:ext uri="{FF2B5EF4-FFF2-40B4-BE49-F238E27FC236}">
                  <a16:creationId xmlns:a16="http://schemas.microsoft.com/office/drawing/2014/main" id="{FE9534E6-084F-4AC6-9ECE-7F2A72E6493C}"/>
                </a:ext>
              </a:extLst>
            </p:cNvPr>
            <p:cNvSpPr/>
            <p:nvPr/>
          </p:nvSpPr>
          <p:spPr bwMode="gray">
            <a:xfrm rot="10800000">
              <a:off x="4846201" y="2882357"/>
              <a:ext cx="971203" cy="971203"/>
            </a:xfrm>
            <a:prstGeom prst="rtTriangle">
              <a:avLst/>
            </a:prstGeom>
            <a:solidFill>
              <a:sysClr val="window" lastClr="FFFFFF">
                <a:alpha val="11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197" name="Right Triangle 1196">
              <a:extLst>
                <a:ext uri="{FF2B5EF4-FFF2-40B4-BE49-F238E27FC236}">
                  <a16:creationId xmlns:a16="http://schemas.microsoft.com/office/drawing/2014/main" id="{5EDBACC8-F54C-439F-A50D-D231B12D83F8}"/>
                </a:ext>
              </a:extLst>
            </p:cNvPr>
            <p:cNvSpPr/>
            <p:nvPr/>
          </p:nvSpPr>
          <p:spPr bwMode="gray">
            <a:xfrm flipV="1">
              <a:off x="4846200" y="941662"/>
              <a:ext cx="971203" cy="971203"/>
            </a:xfrm>
            <a:prstGeom prst="rtTriangle">
              <a:avLst/>
            </a:prstGeom>
            <a:solidFill>
              <a:sysClr val="window" lastClr="FFFFFF">
                <a:alpha val="22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198" name="Right Triangle 1197">
              <a:extLst>
                <a:ext uri="{FF2B5EF4-FFF2-40B4-BE49-F238E27FC236}">
                  <a16:creationId xmlns:a16="http://schemas.microsoft.com/office/drawing/2014/main" id="{CEB40B3D-6E9B-4245-8879-CB3949A45B3C}"/>
                </a:ext>
              </a:extLst>
            </p:cNvPr>
            <p:cNvSpPr/>
            <p:nvPr/>
          </p:nvSpPr>
          <p:spPr bwMode="gray">
            <a:xfrm rot="10800000" flipV="1">
              <a:off x="4846201" y="941662"/>
              <a:ext cx="971203" cy="971203"/>
            </a:xfrm>
            <a:prstGeom prst="rtTriangle">
              <a:avLst/>
            </a:prstGeom>
            <a:solidFill>
              <a:sysClr val="window" lastClr="FFFFFF">
                <a:alpha val="13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199" name="Right Triangle 1198">
              <a:extLst>
                <a:ext uri="{FF2B5EF4-FFF2-40B4-BE49-F238E27FC236}">
                  <a16:creationId xmlns:a16="http://schemas.microsoft.com/office/drawing/2014/main" id="{4D7EE517-176B-46DD-A735-2233137A069E}"/>
                </a:ext>
              </a:extLst>
            </p:cNvPr>
            <p:cNvSpPr/>
            <p:nvPr/>
          </p:nvSpPr>
          <p:spPr bwMode="gray">
            <a:xfrm>
              <a:off x="4846200" y="1906999"/>
              <a:ext cx="971203" cy="971203"/>
            </a:xfrm>
            <a:prstGeom prst="rtTriangle">
              <a:avLst/>
            </a:prstGeom>
            <a:solidFill>
              <a:sysClr val="window" lastClr="FFFFFF">
                <a:alpha val="7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200" name="Right Triangle 1199">
              <a:extLst>
                <a:ext uri="{FF2B5EF4-FFF2-40B4-BE49-F238E27FC236}">
                  <a16:creationId xmlns:a16="http://schemas.microsoft.com/office/drawing/2014/main" id="{81F86127-CB8B-4CE9-9FE8-E42382C2D64A}"/>
                </a:ext>
              </a:extLst>
            </p:cNvPr>
            <p:cNvSpPr/>
            <p:nvPr/>
          </p:nvSpPr>
          <p:spPr bwMode="gray">
            <a:xfrm rot="10800000">
              <a:off x="4846201" y="1913743"/>
              <a:ext cx="971203" cy="971203"/>
            </a:xfrm>
            <a:prstGeom prst="rtTriangle">
              <a:avLst/>
            </a:prstGeom>
            <a:solidFill>
              <a:sysClr val="window" lastClr="FFFFFF">
                <a:alpha val="5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201" name="Right Triangle 1200">
              <a:extLst>
                <a:ext uri="{FF2B5EF4-FFF2-40B4-BE49-F238E27FC236}">
                  <a16:creationId xmlns:a16="http://schemas.microsoft.com/office/drawing/2014/main" id="{8988B86D-EC90-4A65-B2B1-15CC2DCADEF0}"/>
                </a:ext>
              </a:extLst>
            </p:cNvPr>
            <p:cNvSpPr/>
            <p:nvPr/>
          </p:nvSpPr>
          <p:spPr bwMode="gray">
            <a:xfrm>
              <a:off x="4846200" y="-27163"/>
              <a:ext cx="971203" cy="971203"/>
            </a:xfrm>
            <a:prstGeom prst="rtTriangle">
              <a:avLst/>
            </a:prstGeom>
            <a:solidFill>
              <a:sysClr val="window" lastClr="FFFFFF">
                <a:alpha val="13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202" name="Right Triangle 1201">
              <a:extLst>
                <a:ext uri="{FF2B5EF4-FFF2-40B4-BE49-F238E27FC236}">
                  <a16:creationId xmlns:a16="http://schemas.microsoft.com/office/drawing/2014/main" id="{190A3333-9278-4E4B-A5B7-BD42FB3214BB}"/>
                </a:ext>
              </a:extLst>
            </p:cNvPr>
            <p:cNvSpPr/>
            <p:nvPr/>
          </p:nvSpPr>
          <p:spPr bwMode="gray">
            <a:xfrm rot="10800000">
              <a:off x="4846201" y="-22209"/>
              <a:ext cx="971203" cy="971203"/>
            </a:xfrm>
            <a:prstGeom prst="rtTriangle">
              <a:avLst/>
            </a:prstGeom>
            <a:solidFill>
              <a:sysClr val="window" lastClr="FFFFFF">
                <a:alpha val="6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203" name="Right Triangle 1202">
              <a:extLst>
                <a:ext uri="{FF2B5EF4-FFF2-40B4-BE49-F238E27FC236}">
                  <a16:creationId xmlns:a16="http://schemas.microsoft.com/office/drawing/2014/main" id="{CDE818C9-2D85-4A32-B817-12E8BCFECBA3}"/>
                </a:ext>
              </a:extLst>
            </p:cNvPr>
            <p:cNvSpPr/>
            <p:nvPr/>
          </p:nvSpPr>
          <p:spPr bwMode="gray">
            <a:xfrm flipH="1">
              <a:off x="5814360" y="5795355"/>
              <a:ext cx="971203" cy="971203"/>
            </a:xfrm>
            <a:prstGeom prst="rtTriangle">
              <a:avLst/>
            </a:prstGeom>
            <a:solidFill>
              <a:sysClr val="window" lastClr="FFFFFF">
                <a:alpha val="1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204" name="Right Triangle 1203">
              <a:extLst>
                <a:ext uri="{FF2B5EF4-FFF2-40B4-BE49-F238E27FC236}">
                  <a16:creationId xmlns:a16="http://schemas.microsoft.com/office/drawing/2014/main" id="{82E2E618-328A-4C20-9916-12C7A41F4870}"/>
                </a:ext>
              </a:extLst>
            </p:cNvPr>
            <p:cNvSpPr/>
            <p:nvPr/>
          </p:nvSpPr>
          <p:spPr bwMode="gray">
            <a:xfrm rot="10800000" flipH="1">
              <a:off x="5814360" y="5795355"/>
              <a:ext cx="971203" cy="971203"/>
            </a:xfrm>
            <a:prstGeom prst="rtTriangle">
              <a:avLst/>
            </a:prstGeom>
            <a:solidFill>
              <a:sysClr val="window" lastClr="FFFFFF">
                <a:alpha val="12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205" name="Right Triangle 1204">
              <a:extLst>
                <a:ext uri="{FF2B5EF4-FFF2-40B4-BE49-F238E27FC236}">
                  <a16:creationId xmlns:a16="http://schemas.microsoft.com/office/drawing/2014/main" id="{BBF7E102-3EBB-4D44-BEFF-ECA3F4772894}"/>
                </a:ext>
              </a:extLst>
            </p:cNvPr>
            <p:cNvSpPr/>
            <p:nvPr/>
          </p:nvSpPr>
          <p:spPr bwMode="gray">
            <a:xfrm flipH="1" flipV="1">
              <a:off x="5814360" y="3850989"/>
              <a:ext cx="971203" cy="971203"/>
            </a:xfrm>
            <a:prstGeom prst="rtTriangle">
              <a:avLst/>
            </a:prstGeom>
            <a:solidFill>
              <a:sysClr val="window" lastClr="FFFFFF">
                <a:alpha val="5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206" name="Right Triangle 1205">
              <a:extLst>
                <a:ext uri="{FF2B5EF4-FFF2-40B4-BE49-F238E27FC236}">
                  <a16:creationId xmlns:a16="http://schemas.microsoft.com/office/drawing/2014/main" id="{2FDFBDFB-CDCB-49C9-AD03-80459016C08B}"/>
                </a:ext>
              </a:extLst>
            </p:cNvPr>
            <p:cNvSpPr/>
            <p:nvPr/>
          </p:nvSpPr>
          <p:spPr bwMode="gray">
            <a:xfrm rot="10800000" flipH="1">
              <a:off x="5814360" y="4823069"/>
              <a:ext cx="971203" cy="971203"/>
            </a:xfrm>
            <a:prstGeom prst="rtTriangle">
              <a:avLst/>
            </a:prstGeom>
            <a:solidFill>
              <a:sysClr val="window" lastClr="FFFFFF">
                <a:alpha val="13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207" name="Right Triangle 1206">
              <a:extLst>
                <a:ext uri="{FF2B5EF4-FFF2-40B4-BE49-F238E27FC236}">
                  <a16:creationId xmlns:a16="http://schemas.microsoft.com/office/drawing/2014/main" id="{900B915C-DF22-4A35-9F41-80CB892E880C}"/>
                </a:ext>
              </a:extLst>
            </p:cNvPr>
            <p:cNvSpPr/>
            <p:nvPr/>
          </p:nvSpPr>
          <p:spPr bwMode="gray">
            <a:xfrm flipH="1">
              <a:off x="5814360" y="2882357"/>
              <a:ext cx="971203" cy="971203"/>
            </a:xfrm>
            <a:prstGeom prst="rtTriangle">
              <a:avLst/>
            </a:prstGeom>
            <a:solidFill>
              <a:sysClr val="window" lastClr="FFFFFF">
                <a:alpha val="1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208" name="Right Triangle 1207">
              <a:extLst>
                <a:ext uri="{FF2B5EF4-FFF2-40B4-BE49-F238E27FC236}">
                  <a16:creationId xmlns:a16="http://schemas.microsoft.com/office/drawing/2014/main" id="{61245C07-04D4-4B13-B181-25F321460AC5}"/>
                </a:ext>
              </a:extLst>
            </p:cNvPr>
            <p:cNvSpPr/>
            <p:nvPr/>
          </p:nvSpPr>
          <p:spPr bwMode="gray">
            <a:xfrm rot="10800000" flipH="1">
              <a:off x="5814360" y="2882357"/>
              <a:ext cx="971203" cy="971203"/>
            </a:xfrm>
            <a:prstGeom prst="rtTriangle">
              <a:avLst/>
            </a:prstGeom>
            <a:solidFill>
              <a:sysClr val="window" lastClr="FFFFFF">
                <a:alpha val="6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209" name="Right Triangle 1208">
              <a:extLst>
                <a:ext uri="{FF2B5EF4-FFF2-40B4-BE49-F238E27FC236}">
                  <a16:creationId xmlns:a16="http://schemas.microsoft.com/office/drawing/2014/main" id="{0B3F095C-147B-40DA-B216-4CE9ABC51E27}"/>
                </a:ext>
              </a:extLst>
            </p:cNvPr>
            <p:cNvSpPr/>
            <p:nvPr/>
          </p:nvSpPr>
          <p:spPr bwMode="gray">
            <a:xfrm flipH="1" flipV="1">
              <a:off x="5814360" y="941662"/>
              <a:ext cx="971203" cy="971203"/>
            </a:xfrm>
            <a:prstGeom prst="rtTriangle">
              <a:avLst/>
            </a:prstGeom>
            <a:solidFill>
              <a:sysClr val="window" lastClr="FFFFFF">
                <a:alpha val="8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210" name="Right Triangle 1209">
              <a:extLst>
                <a:ext uri="{FF2B5EF4-FFF2-40B4-BE49-F238E27FC236}">
                  <a16:creationId xmlns:a16="http://schemas.microsoft.com/office/drawing/2014/main" id="{EAADECC5-5FB3-437B-A9D5-3040D37E1559}"/>
                </a:ext>
              </a:extLst>
            </p:cNvPr>
            <p:cNvSpPr/>
            <p:nvPr/>
          </p:nvSpPr>
          <p:spPr bwMode="gray">
            <a:xfrm flipH="1">
              <a:off x="5814360" y="1913743"/>
              <a:ext cx="971203" cy="971203"/>
            </a:xfrm>
            <a:prstGeom prst="rtTriangle">
              <a:avLst/>
            </a:prstGeom>
            <a:solidFill>
              <a:sysClr val="window" lastClr="FFFFFF">
                <a:alpha val="2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211" name="Right Triangle 1210">
              <a:extLst>
                <a:ext uri="{FF2B5EF4-FFF2-40B4-BE49-F238E27FC236}">
                  <a16:creationId xmlns:a16="http://schemas.microsoft.com/office/drawing/2014/main" id="{527B9344-90BF-4E2D-AA21-FF858CBD8B19}"/>
                </a:ext>
              </a:extLst>
            </p:cNvPr>
            <p:cNvSpPr/>
            <p:nvPr/>
          </p:nvSpPr>
          <p:spPr bwMode="gray">
            <a:xfrm rot="10800000" flipH="1">
              <a:off x="5814361" y="1913743"/>
              <a:ext cx="971203" cy="971203"/>
            </a:xfrm>
            <a:prstGeom prst="rtTriangle">
              <a:avLst/>
            </a:prstGeom>
            <a:solidFill>
              <a:sysClr val="window" lastClr="FFFFFF">
                <a:alpha val="13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212" name="Right Triangle 1211">
              <a:extLst>
                <a:ext uri="{FF2B5EF4-FFF2-40B4-BE49-F238E27FC236}">
                  <a16:creationId xmlns:a16="http://schemas.microsoft.com/office/drawing/2014/main" id="{7B7BE535-DC23-4788-AF7D-AD08C73C54A8}"/>
                </a:ext>
              </a:extLst>
            </p:cNvPr>
            <p:cNvSpPr/>
            <p:nvPr/>
          </p:nvSpPr>
          <p:spPr bwMode="gray">
            <a:xfrm flipH="1">
              <a:off x="5814360" y="-27163"/>
              <a:ext cx="971203" cy="971203"/>
            </a:xfrm>
            <a:prstGeom prst="rtTriangle">
              <a:avLst/>
            </a:prstGeom>
            <a:solidFill>
              <a:sysClr val="window" lastClr="FFFFFF">
                <a:alpha val="1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213" name="Right Triangle 1212">
              <a:extLst>
                <a:ext uri="{FF2B5EF4-FFF2-40B4-BE49-F238E27FC236}">
                  <a16:creationId xmlns:a16="http://schemas.microsoft.com/office/drawing/2014/main" id="{122FC8A4-AA5B-4DD1-9AF3-25A3F664F6A7}"/>
                </a:ext>
              </a:extLst>
            </p:cNvPr>
            <p:cNvSpPr/>
            <p:nvPr/>
          </p:nvSpPr>
          <p:spPr bwMode="gray">
            <a:xfrm rot="10800000" flipH="1">
              <a:off x="5814360" y="-22209"/>
              <a:ext cx="971203" cy="971203"/>
            </a:xfrm>
            <a:prstGeom prst="rtTriangle">
              <a:avLst/>
            </a:prstGeom>
            <a:solidFill>
              <a:sysClr val="window" lastClr="FFFFFF">
                <a:alpha val="12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</p:grpSp>
      <p:grpSp>
        <p:nvGrpSpPr>
          <p:cNvPr id="537" name="Group 536">
            <a:extLst>
              <a:ext uri="{FF2B5EF4-FFF2-40B4-BE49-F238E27FC236}">
                <a16:creationId xmlns:a16="http://schemas.microsoft.com/office/drawing/2014/main" id="{2BFD5E10-CDE1-41B1-8EAE-E200B19BA8E7}"/>
              </a:ext>
            </a:extLst>
          </p:cNvPr>
          <p:cNvGrpSpPr/>
          <p:nvPr userDrawn="1"/>
        </p:nvGrpSpPr>
        <p:grpSpPr bwMode="gray">
          <a:xfrm>
            <a:off x="-3443" y="-27163"/>
            <a:ext cx="4853096" cy="6793723"/>
            <a:chOff x="7741658" y="0"/>
            <a:chExt cx="4839033" cy="6774037"/>
          </a:xfrm>
        </p:grpSpPr>
        <p:sp>
          <p:nvSpPr>
            <p:cNvPr id="538" name="TextBox 537">
              <a:extLst>
                <a:ext uri="{FF2B5EF4-FFF2-40B4-BE49-F238E27FC236}">
                  <a16:creationId xmlns:a16="http://schemas.microsoft.com/office/drawing/2014/main" id="{56E6A3C1-2684-4951-9DAF-A6F54824FF3C}"/>
                </a:ext>
              </a:extLst>
            </p:cNvPr>
            <p:cNvSpPr txBox="1"/>
            <p:nvPr/>
          </p:nvSpPr>
          <p:spPr bwMode="gray">
            <a:xfrm>
              <a:off x="11490941" y="6388099"/>
              <a:ext cx="437990" cy="36512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r">
                <a:lnSpc>
                  <a:spcPct val="90000"/>
                </a:lnSpc>
              </a:pPr>
              <a:fld id="{7A51DB15-7364-4F0B-A3A0-1309F8830053}" type="slidenum">
                <a:rPr lang="en-US" sz="800" smtClean="0">
                  <a:latin typeface="+mj-lt"/>
                </a:rPr>
                <a:pPr algn="r">
                  <a:lnSpc>
                    <a:spcPct val="90000"/>
                  </a:lnSpc>
                </a:pPr>
                <a:t>‹#›</a:t>
              </a:fld>
              <a:endParaRPr lang="en-US" dirty="0">
                <a:latin typeface="+mj-lt"/>
              </a:endParaRPr>
            </a:p>
          </p:txBody>
        </p:sp>
        <p:sp>
          <p:nvSpPr>
            <p:cNvPr id="552" name="Rectangle 551">
              <a:extLst>
                <a:ext uri="{FF2B5EF4-FFF2-40B4-BE49-F238E27FC236}">
                  <a16:creationId xmlns:a16="http://schemas.microsoft.com/office/drawing/2014/main" id="{6733CA49-70E7-45DC-95C4-D2B51A69DBFA}"/>
                </a:ext>
              </a:extLst>
            </p:cNvPr>
            <p:cNvSpPr/>
            <p:nvPr userDrawn="1"/>
          </p:nvSpPr>
          <p:spPr bwMode="gray">
            <a:xfrm>
              <a:off x="7741658" y="1"/>
              <a:ext cx="4835590" cy="6774036"/>
            </a:xfrm>
            <a:prstGeom prst="rect">
              <a:avLst/>
            </a:prstGeom>
            <a:solidFill>
              <a:srgbClr val="C6C6C8">
                <a:lumMod val="40000"/>
                <a:lumOff val="60000"/>
              </a:srgb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b="0" i="0" u="none" strike="noStrike" kern="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</a:endParaRPr>
            </a:p>
          </p:txBody>
        </p:sp>
        <p:sp>
          <p:nvSpPr>
            <p:cNvPr id="564" name="Right Triangle 563">
              <a:extLst>
                <a:ext uri="{FF2B5EF4-FFF2-40B4-BE49-F238E27FC236}">
                  <a16:creationId xmlns:a16="http://schemas.microsoft.com/office/drawing/2014/main" id="{8E43B665-8807-489B-8F6A-6922F4DED471}"/>
                </a:ext>
              </a:extLst>
            </p:cNvPr>
            <p:cNvSpPr/>
            <p:nvPr/>
          </p:nvSpPr>
          <p:spPr bwMode="gray">
            <a:xfrm>
              <a:off x="9675524" y="5805646"/>
              <a:ext cx="968389" cy="968389"/>
            </a:xfrm>
            <a:prstGeom prst="rtTriangle">
              <a:avLst/>
            </a:prstGeom>
            <a:solidFill>
              <a:sysClr val="window" lastClr="FFFFFF">
                <a:alpha val="6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576" name="Right Triangle 575">
              <a:extLst>
                <a:ext uri="{FF2B5EF4-FFF2-40B4-BE49-F238E27FC236}">
                  <a16:creationId xmlns:a16="http://schemas.microsoft.com/office/drawing/2014/main" id="{1ADAF945-83BF-4BD7-8649-2AE354DF9A34}"/>
                </a:ext>
              </a:extLst>
            </p:cNvPr>
            <p:cNvSpPr/>
            <p:nvPr/>
          </p:nvSpPr>
          <p:spPr bwMode="gray">
            <a:xfrm rot="10800000">
              <a:off x="9675524" y="5805646"/>
              <a:ext cx="968389" cy="968389"/>
            </a:xfrm>
            <a:prstGeom prst="rtTriangle">
              <a:avLst/>
            </a:prstGeom>
            <a:solidFill>
              <a:sysClr val="window" lastClr="FFFFFF">
                <a:alpha val="13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589" name="Right Triangle 588">
              <a:extLst>
                <a:ext uri="{FF2B5EF4-FFF2-40B4-BE49-F238E27FC236}">
                  <a16:creationId xmlns:a16="http://schemas.microsoft.com/office/drawing/2014/main" id="{23917272-3942-4C8B-AB7B-FD6B718E5F32}"/>
                </a:ext>
              </a:extLst>
            </p:cNvPr>
            <p:cNvSpPr/>
            <p:nvPr/>
          </p:nvSpPr>
          <p:spPr bwMode="gray">
            <a:xfrm flipV="1">
              <a:off x="9675524" y="3866914"/>
              <a:ext cx="968389" cy="968389"/>
            </a:xfrm>
            <a:prstGeom prst="rtTriangle">
              <a:avLst/>
            </a:prstGeom>
            <a:solidFill>
              <a:sysClr val="window" lastClr="FFFFFF">
                <a:alpha val="13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601" name="Right Triangle 600">
              <a:extLst>
                <a:ext uri="{FF2B5EF4-FFF2-40B4-BE49-F238E27FC236}">
                  <a16:creationId xmlns:a16="http://schemas.microsoft.com/office/drawing/2014/main" id="{CC39CDF1-4715-4B96-B9B0-3B74A3E8F9E0}"/>
                </a:ext>
              </a:extLst>
            </p:cNvPr>
            <p:cNvSpPr/>
            <p:nvPr/>
          </p:nvSpPr>
          <p:spPr bwMode="gray">
            <a:xfrm>
              <a:off x="9675524" y="4836178"/>
              <a:ext cx="968389" cy="968389"/>
            </a:xfrm>
            <a:prstGeom prst="rtTriangle">
              <a:avLst/>
            </a:prstGeom>
            <a:solidFill>
              <a:sysClr val="window" lastClr="FFFFFF">
                <a:alpha val="6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614" name="Right Triangle 613">
              <a:extLst>
                <a:ext uri="{FF2B5EF4-FFF2-40B4-BE49-F238E27FC236}">
                  <a16:creationId xmlns:a16="http://schemas.microsoft.com/office/drawing/2014/main" id="{15794128-E1B0-4812-965B-D6DDCC659FFA}"/>
                </a:ext>
              </a:extLst>
            </p:cNvPr>
            <p:cNvSpPr/>
            <p:nvPr/>
          </p:nvSpPr>
          <p:spPr bwMode="gray">
            <a:xfrm rot="10800000">
              <a:off x="9675524" y="4836178"/>
              <a:ext cx="968389" cy="968389"/>
            </a:xfrm>
            <a:prstGeom prst="rtTriangle">
              <a:avLst/>
            </a:prstGeom>
            <a:solidFill>
              <a:sysClr val="window" lastClr="FFFFFF">
                <a:alpha val="10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623" name="Right Triangle 622">
              <a:extLst>
                <a:ext uri="{FF2B5EF4-FFF2-40B4-BE49-F238E27FC236}">
                  <a16:creationId xmlns:a16="http://schemas.microsoft.com/office/drawing/2014/main" id="{C833C83D-33DD-44E8-A825-842E30519072}"/>
                </a:ext>
              </a:extLst>
            </p:cNvPr>
            <p:cNvSpPr/>
            <p:nvPr/>
          </p:nvSpPr>
          <p:spPr bwMode="gray">
            <a:xfrm>
              <a:off x="9675524" y="2901089"/>
              <a:ext cx="968389" cy="968389"/>
            </a:xfrm>
            <a:prstGeom prst="rtTriangle">
              <a:avLst/>
            </a:prstGeom>
            <a:solidFill>
              <a:sysClr val="window" lastClr="FFFFFF">
                <a:alpha val="8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636" name="Right Triangle 635">
              <a:extLst>
                <a:ext uri="{FF2B5EF4-FFF2-40B4-BE49-F238E27FC236}">
                  <a16:creationId xmlns:a16="http://schemas.microsoft.com/office/drawing/2014/main" id="{7469EA5F-C5E4-4A65-9723-B5DB01E466E6}"/>
                </a:ext>
              </a:extLst>
            </p:cNvPr>
            <p:cNvSpPr/>
            <p:nvPr/>
          </p:nvSpPr>
          <p:spPr bwMode="gray">
            <a:xfrm flipV="1">
              <a:off x="9675524" y="966018"/>
              <a:ext cx="968389" cy="968389"/>
            </a:xfrm>
            <a:prstGeom prst="rtTriangle">
              <a:avLst/>
            </a:prstGeom>
            <a:solidFill>
              <a:sysClr val="window" lastClr="FFFFFF">
                <a:alpha val="6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637" name="Right Triangle 636">
              <a:extLst>
                <a:ext uri="{FF2B5EF4-FFF2-40B4-BE49-F238E27FC236}">
                  <a16:creationId xmlns:a16="http://schemas.microsoft.com/office/drawing/2014/main" id="{84056FFF-F7D6-401F-B287-34F379343EC7}"/>
                </a:ext>
              </a:extLst>
            </p:cNvPr>
            <p:cNvSpPr/>
            <p:nvPr/>
          </p:nvSpPr>
          <p:spPr bwMode="gray">
            <a:xfrm>
              <a:off x="9675524" y="1935282"/>
              <a:ext cx="968389" cy="968389"/>
            </a:xfrm>
            <a:prstGeom prst="rtTriangle">
              <a:avLst/>
            </a:prstGeom>
            <a:solidFill>
              <a:sysClr val="window" lastClr="FFFFFF">
                <a:alpha val="6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651" name="Right Triangle 650">
              <a:extLst>
                <a:ext uri="{FF2B5EF4-FFF2-40B4-BE49-F238E27FC236}">
                  <a16:creationId xmlns:a16="http://schemas.microsoft.com/office/drawing/2014/main" id="{DE7FCE93-6C38-4B5C-9BA7-1DBBCFB7070E}"/>
                </a:ext>
              </a:extLst>
            </p:cNvPr>
            <p:cNvSpPr/>
            <p:nvPr/>
          </p:nvSpPr>
          <p:spPr bwMode="gray">
            <a:xfrm rot="10800000">
              <a:off x="9675525" y="1935282"/>
              <a:ext cx="968389" cy="968389"/>
            </a:xfrm>
            <a:prstGeom prst="rtTriangle">
              <a:avLst/>
            </a:prstGeom>
            <a:solidFill>
              <a:sysClr val="window" lastClr="FFFFFF">
                <a:alpha val="11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663" name="Right Triangle 662">
              <a:extLst>
                <a:ext uri="{FF2B5EF4-FFF2-40B4-BE49-F238E27FC236}">
                  <a16:creationId xmlns:a16="http://schemas.microsoft.com/office/drawing/2014/main" id="{CC9725E5-2554-4231-9B46-EBFA27986AFD}"/>
                </a:ext>
              </a:extLst>
            </p:cNvPr>
            <p:cNvSpPr/>
            <p:nvPr/>
          </p:nvSpPr>
          <p:spPr bwMode="gray">
            <a:xfrm>
              <a:off x="9675524" y="0"/>
              <a:ext cx="968389" cy="968389"/>
            </a:xfrm>
            <a:prstGeom prst="rtTriangle">
              <a:avLst/>
            </a:prstGeom>
            <a:solidFill>
              <a:sysClr val="window" lastClr="FFFFFF">
                <a:alpha val="6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675" name="Right Triangle 674">
              <a:extLst>
                <a:ext uri="{FF2B5EF4-FFF2-40B4-BE49-F238E27FC236}">
                  <a16:creationId xmlns:a16="http://schemas.microsoft.com/office/drawing/2014/main" id="{4C77F57B-0DDD-4459-81E1-4AD9C0329854}"/>
                </a:ext>
              </a:extLst>
            </p:cNvPr>
            <p:cNvSpPr/>
            <p:nvPr/>
          </p:nvSpPr>
          <p:spPr bwMode="gray">
            <a:xfrm rot="10800000">
              <a:off x="9675524" y="4940"/>
              <a:ext cx="968389" cy="968389"/>
            </a:xfrm>
            <a:prstGeom prst="rtTriangle">
              <a:avLst/>
            </a:prstGeom>
            <a:solidFill>
              <a:sysClr val="window" lastClr="FFFFFF">
                <a:alpha val="16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688" name="Right Triangle 687">
              <a:extLst>
                <a:ext uri="{FF2B5EF4-FFF2-40B4-BE49-F238E27FC236}">
                  <a16:creationId xmlns:a16="http://schemas.microsoft.com/office/drawing/2014/main" id="{86CF6C92-029A-462F-9C85-DCF82427795B}"/>
                </a:ext>
              </a:extLst>
            </p:cNvPr>
            <p:cNvSpPr/>
            <p:nvPr/>
          </p:nvSpPr>
          <p:spPr bwMode="gray">
            <a:xfrm flipH="1">
              <a:off x="10643913" y="5805646"/>
              <a:ext cx="968389" cy="968389"/>
            </a:xfrm>
            <a:prstGeom prst="rtTriangle">
              <a:avLst/>
            </a:prstGeom>
            <a:solidFill>
              <a:sysClr val="window" lastClr="FFFFFF">
                <a:alpha val="3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700" name="Right Triangle 699">
              <a:extLst>
                <a:ext uri="{FF2B5EF4-FFF2-40B4-BE49-F238E27FC236}">
                  <a16:creationId xmlns:a16="http://schemas.microsoft.com/office/drawing/2014/main" id="{3D767A94-5771-4DD8-90BC-79CE8A72C61F}"/>
                </a:ext>
              </a:extLst>
            </p:cNvPr>
            <p:cNvSpPr/>
            <p:nvPr/>
          </p:nvSpPr>
          <p:spPr bwMode="gray">
            <a:xfrm flipH="1" flipV="1">
              <a:off x="10643913" y="3866914"/>
              <a:ext cx="968389" cy="968389"/>
            </a:xfrm>
            <a:prstGeom prst="rtTriangle">
              <a:avLst/>
            </a:prstGeom>
            <a:solidFill>
              <a:sysClr val="window" lastClr="FFFFFF">
                <a:alpha val="5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713" name="Right Triangle 712">
              <a:extLst>
                <a:ext uri="{FF2B5EF4-FFF2-40B4-BE49-F238E27FC236}">
                  <a16:creationId xmlns:a16="http://schemas.microsoft.com/office/drawing/2014/main" id="{9C450089-4393-4E01-B03E-923ADFC7DB06}"/>
                </a:ext>
              </a:extLst>
            </p:cNvPr>
            <p:cNvSpPr/>
            <p:nvPr/>
          </p:nvSpPr>
          <p:spPr bwMode="gray">
            <a:xfrm rot="10800000" flipH="1" flipV="1">
              <a:off x="10643914" y="3866914"/>
              <a:ext cx="968389" cy="968389"/>
            </a:xfrm>
            <a:prstGeom prst="rtTriangle">
              <a:avLst/>
            </a:prstGeom>
            <a:solidFill>
              <a:sysClr val="window" lastClr="FFFFFF">
                <a:alpha val="13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722" name="Right Triangle 721">
              <a:extLst>
                <a:ext uri="{FF2B5EF4-FFF2-40B4-BE49-F238E27FC236}">
                  <a16:creationId xmlns:a16="http://schemas.microsoft.com/office/drawing/2014/main" id="{C2F9DFFF-F0C5-4FFD-8433-7B0CA0F8FA84}"/>
                </a:ext>
              </a:extLst>
            </p:cNvPr>
            <p:cNvSpPr/>
            <p:nvPr/>
          </p:nvSpPr>
          <p:spPr bwMode="gray">
            <a:xfrm flipH="1">
              <a:off x="10643913" y="4836178"/>
              <a:ext cx="968389" cy="968389"/>
            </a:xfrm>
            <a:prstGeom prst="rtTriangle">
              <a:avLst/>
            </a:prstGeom>
            <a:solidFill>
              <a:sysClr val="window" lastClr="FFFFFF">
                <a:alpha val="6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735" name="Right Triangle 734">
              <a:extLst>
                <a:ext uri="{FF2B5EF4-FFF2-40B4-BE49-F238E27FC236}">
                  <a16:creationId xmlns:a16="http://schemas.microsoft.com/office/drawing/2014/main" id="{B1FDA982-2DCE-4824-8098-8FC4A533C106}"/>
                </a:ext>
              </a:extLst>
            </p:cNvPr>
            <p:cNvSpPr/>
            <p:nvPr/>
          </p:nvSpPr>
          <p:spPr bwMode="gray">
            <a:xfrm flipH="1">
              <a:off x="10643913" y="2901089"/>
              <a:ext cx="968389" cy="968389"/>
            </a:xfrm>
            <a:prstGeom prst="rtTriangle">
              <a:avLst/>
            </a:prstGeom>
            <a:solidFill>
              <a:sysClr val="window" lastClr="FFFFFF">
                <a:alpha val="13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736" name="Right Triangle 735">
              <a:extLst>
                <a:ext uri="{FF2B5EF4-FFF2-40B4-BE49-F238E27FC236}">
                  <a16:creationId xmlns:a16="http://schemas.microsoft.com/office/drawing/2014/main" id="{4D97E87E-CAC1-41D8-B5CD-3A938AF59576}"/>
                </a:ext>
              </a:extLst>
            </p:cNvPr>
            <p:cNvSpPr/>
            <p:nvPr/>
          </p:nvSpPr>
          <p:spPr bwMode="gray">
            <a:xfrm rot="10800000" flipH="1">
              <a:off x="10643914" y="2901089"/>
              <a:ext cx="968389" cy="968389"/>
            </a:xfrm>
            <a:prstGeom prst="rtTriangle">
              <a:avLst/>
            </a:prstGeom>
            <a:solidFill>
              <a:sysClr val="window" lastClr="FFFFFF">
                <a:alpha val="6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750" name="Right Triangle 749">
              <a:extLst>
                <a:ext uri="{FF2B5EF4-FFF2-40B4-BE49-F238E27FC236}">
                  <a16:creationId xmlns:a16="http://schemas.microsoft.com/office/drawing/2014/main" id="{5D7A3A12-6DC8-4577-BC67-55A515CE6F0B}"/>
                </a:ext>
              </a:extLst>
            </p:cNvPr>
            <p:cNvSpPr/>
            <p:nvPr/>
          </p:nvSpPr>
          <p:spPr bwMode="gray">
            <a:xfrm flipH="1" flipV="1">
              <a:off x="10643913" y="966018"/>
              <a:ext cx="968389" cy="968389"/>
            </a:xfrm>
            <a:prstGeom prst="rtTriangle">
              <a:avLst/>
            </a:prstGeom>
            <a:solidFill>
              <a:sysClr val="window" lastClr="FFFFFF">
                <a:alpha val="12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762" name="Right Triangle 761">
              <a:extLst>
                <a:ext uri="{FF2B5EF4-FFF2-40B4-BE49-F238E27FC236}">
                  <a16:creationId xmlns:a16="http://schemas.microsoft.com/office/drawing/2014/main" id="{486E58FC-0CE6-400F-AF29-13F51B79D82F}"/>
                </a:ext>
              </a:extLst>
            </p:cNvPr>
            <p:cNvSpPr/>
            <p:nvPr/>
          </p:nvSpPr>
          <p:spPr bwMode="gray">
            <a:xfrm rot="10800000" flipH="1" flipV="1">
              <a:off x="10643913" y="966019"/>
              <a:ext cx="968389" cy="968389"/>
            </a:xfrm>
            <a:prstGeom prst="rtTriangle">
              <a:avLst/>
            </a:prstGeom>
            <a:solidFill>
              <a:sysClr val="window" lastClr="FFFFFF">
                <a:alpha val="6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774" name="Right Triangle 773">
              <a:extLst>
                <a:ext uri="{FF2B5EF4-FFF2-40B4-BE49-F238E27FC236}">
                  <a16:creationId xmlns:a16="http://schemas.microsoft.com/office/drawing/2014/main" id="{5A02261E-A733-4433-806F-FA79D56835DB}"/>
                </a:ext>
              </a:extLst>
            </p:cNvPr>
            <p:cNvSpPr/>
            <p:nvPr/>
          </p:nvSpPr>
          <p:spPr bwMode="gray">
            <a:xfrm flipH="1">
              <a:off x="10643913" y="1935282"/>
              <a:ext cx="968389" cy="968389"/>
            </a:xfrm>
            <a:prstGeom prst="rtTriangle">
              <a:avLst/>
            </a:prstGeom>
            <a:solidFill>
              <a:sysClr val="window" lastClr="FFFFFF">
                <a:alpha val="13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787" name="Right Triangle 786">
              <a:extLst>
                <a:ext uri="{FF2B5EF4-FFF2-40B4-BE49-F238E27FC236}">
                  <a16:creationId xmlns:a16="http://schemas.microsoft.com/office/drawing/2014/main" id="{56BD73FE-2BCD-4B4E-9F4C-1C84D45A821D}"/>
                </a:ext>
              </a:extLst>
            </p:cNvPr>
            <p:cNvSpPr/>
            <p:nvPr/>
          </p:nvSpPr>
          <p:spPr bwMode="gray">
            <a:xfrm rot="10800000" flipH="1">
              <a:off x="10643914" y="1935282"/>
              <a:ext cx="968389" cy="968389"/>
            </a:xfrm>
            <a:prstGeom prst="rtTriangle">
              <a:avLst/>
            </a:prstGeom>
            <a:solidFill>
              <a:sysClr val="window" lastClr="FFFFFF">
                <a:alpha val="5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799" name="Right Triangle 798">
              <a:extLst>
                <a:ext uri="{FF2B5EF4-FFF2-40B4-BE49-F238E27FC236}">
                  <a16:creationId xmlns:a16="http://schemas.microsoft.com/office/drawing/2014/main" id="{F1F85BC1-85A5-4DB5-A273-D3D4086BBA3B}"/>
                </a:ext>
              </a:extLst>
            </p:cNvPr>
            <p:cNvSpPr/>
            <p:nvPr/>
          </p:nvSpPr>
          <p:spPr bwMode="gray">
            <a:xfrm flipH="1">
              <a:off x="10643913" y="0"/>
              <a:ext cx="968389" cy="968389"/>
            </a:xfrm>
            <a:prstGeom prst="rtTriangle">
              <a:avLst/>
            </a:prstGeom>
            <a:solidFill>
              <a:sysClr val="window" lastClr="FFFFFF">
                <a:alpha val="5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812" name="Right Triangle 811">
              <a:extLst>
                <a:ext uri="{FF2B5EF4-FFF2-40B4-BE49-F238E27FC236}">
                  <a16:creationId xmlns:a16="http://schemas.microsoft.com/office/drawing/2014/main" id="{D9933762-B98F-4131-B649-F529A861786F}"/>
                </a:ext>
              </a:extLst>
            </p:cNvPr>
            <p:cNvSpPr/>
            <p:nvPr/>
          </p:nvSpPr>
          <p:spPr bwMode="gray">
            <a:xfrm rot="10800000" flipH="1">
              <a:off x="10643913" y="4940"/>
              <a:ext cx="968389" cy="968389"/>
            </a:xfrm>
            <a:prstGeom prst="rtTriangle">
              <a:avLst/>
            </a:prstGeom>
            <a:solidFill>
              <a:sysClr val="window" lastClr="FFFFFF">
                <a:alpha val="6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834" name="Right Triangle 833">
              <a:extLst>
                <a:ext uri="{FF2B5EF4-FFF2-40B4-BE49-F238E27FC236}">
                  <a16:creationId xmlns:a16="http://schemas.microsoft.com/office/drawing/2014/main" id="{129E2BD4-030B-4BC7-B01A-723B9D331FD1}"/>
                </a:ext>
              </a:extLst>
            </p:cNvPr>
            <p:cNvSpPr/>
            <p:nvPr/>
          </p:nvSpPr>
          <p:spPr bwMode="gray">
            <a:xfrm>
              <a:off x="11612301" y="5805646"/>
              <a:ext cx="968389" cy="968389"/>
            </a:xfrm>
            <a:prstGeom prst="rtTriangle">
              <a:avLst/>
            </a:prstGeom>
            <a:solidFill>
              <a:sysClr val="window" lastClr="FFFFFF">
                <a:alpha val="10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835" name="Right Triangle 834">
              <a:extLst>
                <a:ext uri="{FF2B5EF4-FFF2-40B4-BE49-F238E27FC236}">
                  <a16:creationId xmlns:a16="http://schemas.microsoft.com/office/drawing/2014/main" id="{343E658E-CCA0-416B-B85D-1ECA360DFED0}"/>
                </a:ext>
              </a:extLst>
            </p:cNvPr>
            <p:cNvSpPr/>
            <p:nvPr/>
          </p:nvSpPr>
          <p:spPr bwMode="gray">
            <a:xfrm rot="10800000">
              <a:off x="11612301" y="5805646"/>
              <a:ext cx="968389" cy="968389"/>
            </a:xfrm>
            <a:prstGeom prst="rtTriangle">
              <a:avLst/>
            </a:prstGeom>
            <a:solidFill>
              <a:sysClr val="window" lastClr="FFFFFF">
                <a:alpha val="5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861" name="Right Triangle 860">
              <a:extLst>
                <a:ext uri="{FF2B5EF4-FFF2-40B4-BE49-F238E27FC236}">
                  <a16:creationId xmlns:a16="http://schemas.microsoft.com/office/drawing/2014/main" id="{4C58AEB9-A7E5-47F8-8728-BF57EA889636}"/>
                </a:ext>
              </a:extLst>
            </p:cNvPr>
            <p:cNvSpPr/>
            <p:nvPr/>
          </p:nvSpPr>
          <p:spPr bwMode="gray">
            <a:xfrm flipV="1">
              <a:off x="11612301" y="3866914"/>
              <a:ext cx="968389" cy="968389"/>
            </a:xfrm>
            <a:prstGeom prst="rtTriangle">
              <a:avLst/>
            </a:prstGeom>
            <a:solidFill>
              <a:sysClr val="window" lastClr="FFFFFF">
                <a:alpha val="6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862" name="Right Triangle 861">
              <a:extLst>
                <a:ext uri="{FF2B5EF4-FFF2-40B4-BE49-F238E27FC236}">
                  <a16:creationId xmlns:a16="http://schemas.microsoft.com/office/drawing/2014/main" id="{DE4B37D4-6C84-46B5-9A65-95DC4ED3C3A2}"/>
                </a:ext>
              </a:extLst>
            </p:cNvPr>
            <p:cNvSpPr/>
            <p:nvPr/>
          </p:nvSpPr>
          <p:spPr bwMode="gray">
            <a:xfrm>
              <a:off x="11612301" y="4836178"/>
              <a:ext cx="968389" cy="968389"/>
            </a:xfrm>
            <a:prstGeom prst="rtTriangle">
              <a:avLst/>
            </a:prstGeom>
            <a:solidFill>
              <a:sysClr val="window" lastClr="FFFFFF">
                <a:alpha val="13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864" name="Right Triangle 863">
              <a:extLst>
                <a:ext uri="{FF2B5EF4-FFF2-40B4-BE49-F238E27FC236}">
                  <a16:creationId xmlns:a16="http://schemas.microsoft.com/office/drawing/2014/main" id="{74E3A82A-F2CD-481F-A235-C5BC0B30502C}"/>
                </a:ext>
              </a:extLst>
            </p:cNvPr>
            <p:cNvSpPr/>
            <p:nvPr/>
          </p:nvSpPr>
          <p:spPr bwMode="gray">
            <a:xfrm rot="10800000">
              <a:off x="11612302" y="4836178"/>
              <a:ext cx="968389" cy="968389"/>
            </a:xfrm>
            <a:prstGeom prst="rtTriangle">
              <a:avLst/>
            </a:prstGeom>
            <a:solidFill>
              <a:sysClr val="window" lastClr="FFFFFF">
                <a:alpha val="6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865" name="Right Triangle 864">
              <a:extLst>
                <a:ext uri="{FF2B5EF4-FFF2-40B4-BE49-F238E27FC236}">
                  <a16:creationId xmlns:a16="http://schemas.microsoft.com/office/drawing/2014/main" id="{B6B44139-B951-4E98-85B4-F44B0C95CAFE}"/>
                </a:ext>
              </a:extLst>
            </p:cNvPr>
            <p:cNvSpPr/>
            <p:nvPr/>
          </p:nvSpPr>
          <p:spPr bwMode="gray">
            <a:xfrm>
              <a:off x="11612301" y="2901089"/>
              <a:ext cx="968389" cy="968389"/>
            </a:xfrm>
            <a:prstGeom prst="rtTriangle">
              <a:avLst/>
            </a:prstGeom>
            <a:solidFill>
              <a:sysClr val="window" lastClr="FFFFFF">
                <a:alpha val="5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866" name="Right Triangle 865">
              <a:extLst>
                <a:ext uri="{FF2B5EF4-FFF2-40B4-BE49-F238E27FC236}">
                  <a16:creationId xmlns:a16="http://schemas.microsoft.com/office/drawing/2014/main" id="{46A0E742-0584-43DD-9EDD-F7DDD35872C2}"/>
                </a:ext>
              </a:extLst>
            </p:cNvPr>
            <p:cNvSpPr/>
            <p:nvPr/>
          </p:nvSpPr>
          <p:spPr bwMode="gray">
            <a:xfrm rot="10800000">
              <a:off x="11612301" y="2901089"/>
              <a:ext cx="968389" cy="968389"/>
            </a:xfrm>
            <a:prstGeom prst="rtTriangle">
              <a:avLst/>
            </a:prstGeom>
            <a:solidFill>
              <a:sysClr val="window" lastClr="FFFFFF">
                <a:alpha val="9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867" name="Right Triangle 866">
              <a:extLst>
                <a:ext uri="{FF2B5EF4-FFF2-40B4-BE49-F238E27FC236}">
                  <a16:creationId xmlns:a16="http://schemas.microsoft.com/office/drawing/2014/main" id="{D9F15669-4B52-44FC-B79C-CCD6BBC174E0}"/>
                </a:ext>
              </a:extLst>
            </p:cNvPr>
            <p:cNvSpPr/>
            <p:nvPr/>
          </p:nvSpPr>
          <p:spPr bwMode="gray">
            <a:xfrm flipV="1">
              <a:off x="11612301" y="966018"/>
              <a:ext cx="968389" cy="968389"/>
            </a:xfrm>
            <a:prstGeom prst="rtTriangle">
              <a:avLst/>
            </a:prstGeom>
            <a:solidFill>
              <a:sysClr val="window" lastClr="FFFFFF">
                <a:alpha val="6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868" name="Right Triangle 867">
              <a:extLst>
                <a:ext uri="{FF2B5EF4-FFF2-40B4-BE49-F238E27FC236}">
                  <a16:creationId xmlns:a16="http://schemas.microsoft.com/office/drawing/2014/main" id="{488E0829-5F98-4E99-BABD-5EC33F17366A}"/>
                </a:ext>
              </a:extLst>
            </p:cNvPr>
            <p:cNvSpPr/>
            <p:nvPr/>
          </p:nvSpPr>
          <p:spPr bwMode="gray">
            <a:xfrm rot="10800000">
              <a:off x="11612301" y="1935282"/>
              <a:ext cx="968389" cy="968389"/>
            </a:xfrm>
            <a:prstGeom prst="rtTriangle">
              <a:avLst/>
            </a:prstGeom>
            <a:solidFill>
              <a:sysClr val="window" lastClr="FFFFFF">
                <a:alpha val="6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869" name="Right Triangle 868">
              <a:extLst>
                <a:ext uri="{FF2B5EF4-FFF2-40B4-BE49-F238E27FC236}">
                  <a16:creationId xmlns:a16="http://schemas.microsoft.com/office/drawing/2014/main" id="{3C1E2CFF-5714-467A-A9C8-6A945EDD32DD}"/>
                </a:ext>
              </a:extLst>
            </p:cNvPr>
            <p:cNvSpPr/>
            <p:nvPr/>
          </p:nvSpPr>
          <p:spPr bwMode="gray">
            <a:xfrm>
              <a:off x="11612301" y="0"/>
              <a:ext cx="968389" cy="968389"/>
            </a:xfrm>
            <a:prstGeom prst="rtTriangle">
              <a:avLst/>
            </a:prstGeom>
            <a:solidFill>
              <a:sysClr val="window" lastClr="FFFFFF">
                <a:alpha val="6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870" name="Right Triangle 869">
              <a:extLst>
                <a:ext uri="{FF2B5EF4-FFF2-40B4-BE49-F238E27FC236}">
                  <a16:creationId xmlns:a16="http://schemas.microsoft.com/office/drawing/2014/main" id="{8C89C430-E1B0-4D99-B3D6-465673368D1B}"/>
                </a:ext>
              </a:extLst>
            </p:cNvPr>
            <p:cNvSpPr/>
            <p:nvPr/>
          </p:nvSpPr>
          <p:spPr bwMode="gray">
            <a:xfrm rot="10800000">
              <a:off x="11612301" y="4940"/>
              <a:ext cx="968389" cy="968389"/>
            </a:xfrm>
            <a:prstGeom prst="rtTriangle">
              <a:avLst/>
            </a:prstGeom>
            <a:solidFill>
              <a:sysClr val="window" lastClr="FFFFFF">
                <a:alpha val="15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871" name="Right Triangle 870">
              <a:extLst>
                <a:ext uri="{FF2B5EF4-FFF2-40B4-BE49-F238E27FC236}">
                  <a16:creationId xmlns:a16="http://schemas.microsoft.com/office/drawing/2014/main" id="{7C1CF9A6-E91E-4D7C-B384-CE4B1D8F5742}"/>
                </a:ext>
              </a:extLst>
            </p:cNvPr>
            <p:cNvSpPr/>
            <p:nvPr/>
          </p:nvSpPr>
          <p:spPr bwMode="gray">
            <a:xfrm>
              <a:off x="7741658" y="5805646"/>
              <a:ext cx="968389" cy="968389"/>
            </a:xfrm>
            <a:prstGeom prst="rtTriangle">
              <a:avLst/>
            </a:prstGeom>
            <a:solidFill>
              <a:sysClr val="window" lastClr="FFFFFF">
                <a:alpha val="5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873" name="Right Triangle 872">
              <a:extLst>
                <a:ext uri="{FF2B5EF4-FFF2-40B4-BE49-F238E27FC236}">
                  <a16:creationId xmlns:a16="http://schemas.microsoft.com/office/drawing/2014/main" id="{068F91EC-4665-423C-8167-AD57B9F41A87}"/>
                </a:ext>
              </a:extLst>
            </p:cNvPr>
            <p:cNvSpPr/>
            <p:nvPr/>
          </p:nvSpPr>
          <p:spPr bwMode="gray">
            <a:xfrm flipV="1">
              <a:off x="7741658" y="3866914"/>
              <a:ext cx="968389" cy="968389"/>
            </a:xfrm>
            <a:prstGeom prst="rtTriangle">
              <a:avLst/>
            </a:prstGeom>
            <a:solidFill>
              <a:sysClr val="window" lastClr="FFFFFF">
                <a:alpha val="22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874" name="Right Triangle 873">
              <a:extLst>
                <a:ext uri="{FF2B5EF4-FFF2-40B4-BE49-F238E27FC236}">
                  <a16:creationId xmlns:a16="http://schemas.microsoft.com/office/drawing/2014/main" id="{C95D7B2D-B645-4D9F-B933-622E892964BA}"/>
                </a:ext>
              </a:extLst>
            </p:cNvPr>
            <p:cNvSpPr/>
            <p:nvPr/>
          </p:nvSpPr>
          <p:spPr bwMode="gray">
            <a:xfrm rot="10800000" flipV="1">
              <a:off x="7741659" y="3866914"/>
              <a:ext cx="968389" cy="968389"/>
            </a:xfrm>
            <a:prstGeom prst="rtTriangle">
              <a:avLst/>
            </a:prstGeom>
            <a:solidFill>
              <a:sysClr val="window" lastClr="FFFFFF">
                <a:alpha val="13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875" name="Right Triangle 874">
              <a:extLst>
                <a:ext uri="{FF2B5EF4-FFF2-40B4-BE49-F238E27FC236}">
                  <a16:creationId xmlns:a16="http://schemas.microsoft.com/office/drawing/2014/main" id="{45522A93-8C3B-4BF4-8183-C206389D74B8}"/>
                </a:ext>
              </a:extLst>
            </p:cNvPr>
            <p:cNvSpPr/>
            <p:nvPr/>
          </p:nvSpPr>
          <p:spPr bwMode="gray">
            <a:xfrm>
              <a:off x="7741658" y="4836178"/>
              <a:ext cx="968389" cy="968389"/>
            </a:xfrm>
            <a:prstGeom prst="rtTriangle">
              <a:avLst/>
            </a:prstGeom>
            <a:solidFill>
              <a:sysClr val="window" lastClr="FFFFFF">
                <a:alpha val="13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876" name="Right Triangle 875">
              <a:extLst>
                <a:ext uri="{FF2B5EF4-FFF2-40B4-BE49-F238E27FC236}">
                  <a16:creationId xmlns:a16="http://schemas.microsoft.com/office/drawing/2014/main" id="{BF73F479-DC96-4477-BF47-75820FDDE1FF}"/>
                </a:ext>
              </a:extLst>
            </p:cNvPr>
            <p:cNvSpPr/>
            <p:nvPr/>
          </p:nvSpPr>
          <p:spPr bwMode="gray">
            <a:xfrm rot="10800000">
              <a:off x="7741659" y="4836178"/>
              <a:ext cx="968389" cy="968389"/>
            </a:xfrm>
            <a:prstGeom prst="rtTriangle">
              <a:avLst/>
            </a:prstGeom>
            <a:solidFill>
              <a:sysClr val="window" lastClr="FFFFFF">
                <a:alpha val="5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877" name="Right Triangle 876">
              <a:extLst>
                <a:ext uri="{FF2B5EF4-FFF2-40B4-BE49-F238E27FC236}">
                  <a16:creationId xmlns:a16="http://schemas.microsoft.com/office/drawing/2014/main" id="{67FA05C8-89FA-4554-82DE-325D1A828273}"/>
                </a:ext>
              </a:extLst>
            </p:cNvPr>
            <p:cNvSpPr/>
            <p:nvPr/>
          </p:nvSpPr>
          <p:spPr bwMode="gray">
            <a:xfrm>
              <a:off x="7741658" y="2901089"/>
              <a:ext cx="968389" cy="968389"/>
            </a:xfrm>
            <a:prstGeom prst="rtTriangle">
              <a:avLst/>
            </a:prstGeom>
            <a:solidFill>
              <a:sysClr val="window" lastClr="FFFFFF">
                <a:alpha val="5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878" name="Right Triangle 877">
              <a:extLst>
                <a:ext uri="{FF2B5EF4-FFF2-40B4-BE49-F238E27FC236}">
                  <a16:creationId xmlns:a16="http://schemas.microsoft.com/office/drawing/2014/main" id="{6808AAD1-C3CC-4F2A-BFCE-96A7139D8F2C}"/>
                </a:ext>
              </a:extLst>
            </p:cNvPr>
            <p:cNvSpPr/>
            <p:nvPr/>
          </p:nvSpPr>
          <p:spPr bwMode="gray">
            <a:xfrm rot="10800000">
              <a:off x="7741659" y="2901089"/>
              <a:ext cx="968389" cy="968389"/>
            </a:xfrm>
            <a:prstGeom prst="rtTriangle">
              <a:avLst/>
            </a:prstGeom>
            <a:solidFill>
              <a:sysClr val="window" lastClr="FFFFFF">
                <a:alpha val="11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879" name="Right Triangle 878">
              <a:extLst>
                <a:ext uri="{FF2B5EF4-FFF2-40B4-BE49-F238E27FC236}">
                  <a16:creationId xmlns:a16="http://schemas.microsoft.com/office/drawing/2014/main" id="{CB86DAB8-68F3-4510-81F0-F21F33E27E36}"/>
                </a:ext>
              </a:extLst>
            </p:cNvPr>
            <p:cNvSpPr/>
            <p:nvPr/>
          </p:nvSpPr>
          <p:spPr bwMode="gray">
            <a:xfrm flipV="1">
              <a:off x="7741658" y="966018"/>
              <a:ext cx="968389" cy="968389"/>
            </a:xfrm>
            <a:prstGeom prst="rtTriangle">
              <a:avLst/>
            </a:prstGeom>
            <a:solidFill>
              <a:sysClr val="window" lastClr="FFFFFF">
                <a:alpha val="22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880" name="Right Triangle 879">
              <a:extLst>
                <a:ext uri="{FF2B5EF4-FFF2-40B4-BE49-F238E27FC236}">
                  <a16:creationId xmlns:a16="http://schemas.microsoft.com/office/drawing/2014/main" id="{E091B80E-6271-409B-A1D4-0F5A40F4AC0F}"/>
                </a:ext>
              </a:extLst>
            </p:cNvPr>
            <p:cNvSpPr/>
            <p:nvPr/>
          </p:nvSpPr>
          <p:spPr bwMode="gray">
            <a:xfrm rot="10800000" flipV="1">
              <a:off x="7741659" y="966018"/>
              <a:ext cx="968389" cy="968389"/>
            </a:xfrm>
            <a:prstGeom prst="rtTriangle">
              <a:avLst/>
            </a:prstGeom>
            <a:solidFill>
              <a:sysClr val="window" lastClr="FFFFFF">
                <a:alpha val="13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881" name="Right Triangle 880">
              <a:extLst>
                <a:ext uri="{FF2B5EF4-FFF2-40B4-BE49-F238E27FC236}">
                  <a16:creationId xmlns:a16="http://schemas.microsoft.com/office/drawing/2014/main" id="{E290BD88-F609-4A61-A1F8-985447E1923D}"/>
                </a:ext>
              </a:extLst>
            </p:cNvPr>
            <p:cNvSpPr/>
            <p:nvPr/>
          </p:nvSpPr>
          <p:spPr bwMode="gray">
            <a:xfrm>
              <a:off x="7741658" y="1928557"/>
              <a:ext cx="968389" cy="968389"/>
            </a:xfrm>
            <a:prstGeom prst="rtTriangle">
              <a:avLst/>
            </a:prstGeom>
            <a:solidFill>
              <a:sysClr val="window" lastClr="FFFFFF">
                <a:alpha val="7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882" name="Right Triangle 881">
              <a:extLst>
                <a:ext uri="{FF2B5EF4-FFF2-40B4-BE49-F238E27FC236}">
                  <a16:creationId xmlns:a16="http://schemas.microsoft.com/office/drawing/2014/main" id="{29822025-B1D8-406D-BC93-6FA0E0111B11}"/>
                </a:ext>
              </a:extLst>
            </p:cNvPr>
            <p:cNvSpPr/>
            <p:nvPr/>
          </p:nvSpPr>
          <p:spPr bwMode="gray">
            <a:xfrm rot="10800000">
              <a:off x="7741659" y="1935282"/>
              <a:ext cx="968389" cy="968389"/>
            </a:xfrm>
            <a:prstGeom prst="rtTriangle">
              <a:avLst/>
            </a:prstGeom>
            <a:solidFill>
              <a:sysClr val="window" lastClr="FFFFFF">
                <a:alpha val="5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883" name="Right Triangle 882">
              <a:extLst>
                <a:ext uri="{FF2B5EF4-FFF2-40B4-BE49-F238E27FC236}">
                  <a16:creationId xmlns:a16="http://schemas.microsoft.com/office/drawing/2014/main" id="{0BC81A6D-1054-4022-A365-A5263BA24525}"/>
                </a:ext>
              </a:extLst>
            </p:cNvPr>
            <p:cNvSpPr/>
            <p:nvPr/>
          </p:nvSpPr>
          <p:spPr bwMode="gray">
            <a:xfrm>
              <a:off x="7741658" y="0"/>
              <a:ext cx="968389" cy="968389"/>
            </a:xfrm>
            <a:prstGeom prst="rtTriangle">
              <a:avLst/>
            </a:prstGeom>
            <a:solidFill>
              <a:sysClr val="window" lastClr="FFFFFF">
                <a:alpha val="13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884" name="Right Triangle 883">
              <a:extLst>
                <a:ext uri="{FF2B5EF4-FFF2-40B4-BE49-F238E27FC236}">
                  <a16:creationId xmlns:a16="http://schemas.microsoft.com/office/drawing/2014/main" id="{6B2A94C9-1ECC-4BB3-BA1E-87643A58442E}"/>
                </a:ext>
              </a:extLst>
            </p:cNvPr>
            <p:cNvSpPr/>
            <p:nvPr/>
          </p:nvSpPr>
          <p:spPr bwMode="gray">
            <a:xfrm rot="10800000">
              <a:off x="7741659" y="4940"/>
              <a:ext cx="968389" cy="968389"/>
            </a:xfrm>
            <a:prstGeom prst="rtTriangle">
              <a:avLst/>
            </a:prstGeom>
            <a:solidFill>
              <a:sysClr val="window" lastClr="FFFFFF">
                <a:alpha val="6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885" name="Right Triangle 884">
              <a:extLst>
                <a:ext uri="{FF2B5EF4-FFF2-40B4-BE49-F238E27FC236}">
                  <a16:creationId xmlns:a16="http://schemas.microsoft.com/office/drawing/2014/main" id="{55BD7130-5C31-4F06-B9A3-2E8EB3E817F2}"/>
                </a:ext>
              </a:extLst>
            </p:cNvPr>
            <p:cNvSpPr/>
            <p:nvPr/>
          </p:nvSpPr>
          <p:spPr bwMode="gray">
            <a:xfrm flipH="1">
              <a:off x="8707013" y="5805646"/>
              <a:ext cx="968389" cy="968389"/>
            </a:xfrm>
            <a:prstGeom prst="rtTriangle">
              <a:avLst/>
            </a:prstGeom>
            <a:solidFill>
              <a:sysClr val="window" lastClr="FFFFFF">
                <a:alpha val="1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886" name="Right Triangle 885">
              <a:extLst>
                <a:ext uri="{FF2B5EF4-FFF2-40B4-BE49-F238E27FC236}">
                  <a16:creationId xmlns:a16="http://schemas.microsoft.com/office/drawing/2014/main" id="{AE516B01-2353-4C43-BE64-FF39CD281A3B}"/>
                </a:ext>
              </a:extLst>
            </p:cNvPr>
            <p:cNvSpPr/>
            <p:nvPr/>
          </p:nvSpPr>
          <p:spPr bwMode="gray">
            <a:xfrm rot="10800000" flipH="1">
              <a:off x="8707013" y="5805646"/>
              <a:ext cx="968389" cy="968389"/>
            </a:xfrm>
            <a:prstGeom prst="rtTriangle">
              <a:avLst/>
            </a:prstGeom>
            <a:solidFill>
              <a:sysClr val="window" lastClr="FFFFFF">
                <a:alpha val="12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887" name="Right Triangle 886">
              <a:extLst>
                <a:ext uri="{FF2B5EF4-FFF2-40B4-BE49-F238E27FC236}">
                  <a16:creationId xmlns:a16="http://schemas.microsoft.com/office/drawing/2014/main" id="{C614D047-0EAA-42B6-9BAA-EEC7BF05580D}"/>
                </a:ext>
              </a:extLst>
            </p:cNvPr>
            <p:cNvSpPr/>
            <p:nvPr/>
          </p:nvSpPr>
          <p:spPr bwMode="gray">
            <a:xfrm flipH="1" flipV="1">
              <a:off x="8707013" y="3866914"/>
              <a:ext cx="968389" cy="968389"/>
            </a:xfrm>
            <a:prstGeom prst="rtTriangle">
              <a:avLst/>
            </a:prstGeom>
            <a:solidFill>
              <a:sysClr val="window" lastClr="FFFFFF">
                <a:alpha val="5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888" name="Right Triangle 887">
              <a:extLst>
                <a:ext uri="{FF2B5EF4-FFF2-40B4-BE49-F238E27FC236}">
                  <a16:creationId xmlns:a16="http://schemas.microsoft.com/office/drawing/2014/main" id="{86D65FF7-F403-4049-9C8D-3E2EE87888DC}"/>
                </a:ext>
              </a:extLst>
            </p:cNvPr>
            <p:cNvSpPr/>
            <p:nvPr/>
          </p:nvSpPr>
          <p:spPr bwMode="gray">
            <a:xfrm rot="10800000" flipH="1">
              <a:off x="8707013" y="4836178"/>
              <a:ext cx="968389" cy="968389"/>
            </a:xfrm>
            <a:prstGeom prst="rtTriangle">
              <a:avLst/>
            </a:prstGeom>
            <a:solidFill>
              <a:sysClr val="window" lastClr="FFFFFF">
                <a:alpha val="13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889" name="Right Triangle 888">
              <a:extLst>
                <a:ext uri="{FF2B5EF4-FFF2-40B4-BE49-F238E27FC236}">
                  <a16:creationId xmlns:a16="http://schemas.microsoft.com/office/drawing/2014/main" id="{77760CDE-8725-47B3-ABB5-19CE25C67035}"/>
                </a:ext>
              </a:extLst>
            </p:cNvPr>
            <p:cNvSpPr/>
            <p:nvPr/>
          </p:nvSpPr>
          <p:spPr bwMode="gray">
            <a:xfrm flipH="1">
              <a:off x="8707013" y="2901089"/>
              <a:ext cx="968389" cy="968389"/>
            </a:xfrm>
            <a:prstGeom prst="rtTriangle">
              <a:avLst/>
            </a:prstGeom>
            <a:solidFill>
              <a:sysClr val="window" lastClr="FFFFFF">
                <a:alpha val="1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890" name="Right Triangle 889">
              <a:extLst>
                <a:ext uri="{FF2B5EF4-FFF2-40B4-BE49-F238E27FC236}">
                  <a16:creationId xmlns:a16="http://schemas.microsoft.com/office/drawing/2014/main" id="{9CF98F79-B290-45A8-8592-2DAFBB27BAC3}"/>
                </a:ext>
              </a:extLst>
            </p:cNvPr>
            <p:cNvSpPr/>
            <p:nvPr/>
          </p:nvSpPr>
          <p:spPr bwMode="gray">
            <a:xfrm rot="10800000" flipH="1">
              <a:off x="8707013" y="2901089"/>
              <a:ext cx="968389" cy="968389"/>
            </a:xfrm>
            <a:prstGeom prst="rtTriangle">
              <a:avLst/>
            </a:prstGeom>
            <a:solidFill>
              <a:sysClr val="window" lastClr="FFFFFF">
                <a:alpha val="6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891" name="Right Triangle 890">
              <a:extLst>
                <a:ext uri="{FF2B5EF4-FFF2-40B4-BE49-F238E27FC236}">
                  <a16:creationId xmlns:a16="http://schemas.microsoft.com/office/drawing/2014/main" id="{C5A7CCE6-5F35-4CD5-BA9F-86D4516A901E}"/>
                </a:ext>
              </a:extLst>
            </p:cNvPr>
            <p:cNvSpPr/>
            <p:nvPr/>
          </p:nvSpPr>
          <p:spPr bwMode="gray">
            <a:xfrm flipH="1" flipV="1">
              <a:off x="8707013" y="966018"/>
              <a:ext cx="968389" cy="968389"/>
            </a:xfrm>
            <a:prstGeom prst="rtTriangle">
              <a:avLst/>
            </a:prstGeom>
            <a:solidFill>
              <a:sysClr val="window" lastClr="FFFFFF">
                <a:alpha val="8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892" name="Right Triangle 891">
              <a:extLst>
                <a:ext uri="{FF2B5EF4-FFF2-40B4-BE49-F238E27FC236}">
                  <a16:creationId xmlns:a16="http://schemas.microsoft.com/office/drawing/2014/main" id="{FFD224FE-E532-46E5-83AA-BA83E952CC38}"/>
                </a:ext>
              </a:extLst>
            </p:cNvPr>
            <p:cNvSpPr/>
            <p:nvPr/>
          </p:nvSpPr>
          <p:spPr bwMode="gray">
            <a:xfrm flipH="1">
              <a:off x="8707013" y="1935282"/>
              <a:ext cx="968389" cy="968389"/>
            </a:xfrm>
            <a:prstGeom prst="rtTriangle">
              <a:avLst/>
            </a:prstGeom>
            <a:solidFill>
              <a:sysClr val="window" lastClr="FFFFFF">
                <a:alpha val="2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893" name="Right Triangle 892">
              <a:extLst>
                <a:ext uri="{FF2B5EF4-FFF2-40B4-BE49-F238E27FC236}">
                  <a16:creationId xmlns:a16="http://schemas.microsoft.com/office/drawing/2014/main" id="{06879B46-7A07-4F37-A3BB-196049244077}"/>
                </a:ext>
              </a:extLst>
            </p:cNvPr>
            <p:cNvSpPr/>
            <p:nvPr/>
          </p:nvSpPr>
          <p:spPr bwMode="gray">
            <a:xfrm rot="10800000" flipH="1">
              <a:off x="8707014" y="1935282"/>
              <a:ext cx="968389" cy="968389"/>
            </a:xfrm>
            <a:prstGeom prst="rtTriangle">
              <a:avLst/>
            </a:prstGeom>
            <a:solidFill>
              <a:sysClr val="window" lastClr="FFFFFF">
                <a:alpha val="13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894" name="Right Triangle 893">
              <a:extLst>
                <a:ext uri="{FF2B5EF4-FFF2-40B4-BE49-F238E27FC236}">
                  <a16:creationId xmlns:a16="http://schemas.microsoft.com/office/drawing/2014/main" id="{CA13223A-4675-410F-BAE6-08DCEE5C8403}"/>
                </a:ext>
              </a:extLst>
            </p:cNvPr>
            <p:cNvSpPr/>
            <p:nvPr/>
          </p:nvSpPr>
          <p:spPr bwMode="gray">
            <a:xfrm flipH="1">
              <a:off x="8707013" y="0"/>
              <a:ext cx="968389" cy="968389"/>
            </a:xfrm>
            <a:prstGeom prst="rtTriangle">
              <a:avLst/>
            </a:prstGeom>
            <a:solidFill>
              <a:sysClr val="window" lastClr="FFFFFF">
                <a:alpha val="1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895" name="Right Triangle 894">
              <a:extLst>
                <a:ext uri="{FF2B5EF4-FFF2-40B4-BE49-F238E27FC236}">
                  <a16:creationId xmlns:a16="http://schemas.microsoft.com/office/drawing/2014/main" id="{24DED9E6-8ACF-470B-A6D1-E69A595B8E49}"/>
                </a:ext>
              </a:extLst>
            </p:cNvPr>
            <p:cNvSpPr/>
            <p:nvPr/>
          </p:nvSpPr>
          <p:spPr bwMode="gray">
            <a:xfrm rot="10800000" flipH="1">
              <a:off x="8707013" y="4940"/>
              <a:ext cx="968389" cy="968389"/>
            </a:xfrm>
            <a:prstGeom prst="rtTriangle">
              <a:avLst/>
            </a:prstGeom>
            <a:solidFill>
              <a:sysClr val="window" lastClr="FFFFFF">
                <a:alpha val="12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896" name="Right Triangle 895">
              <a:extLst>
                <a:ext uri="{FF2B5EF4-FFF2-40B4-BE49-F238E27FC236}">
                  <a16:creationId xmlns:a16="http://schemas.microsoft.com/office/drawing/2014/main" id="{613BEF53-211F-443A-A684-330C6E0550F8}"/>
                </a:ext>
              </a:extLst>
            </p:cNvPr>
            <p:cNvSpPr/>
            <p:nvPr/>
          </p:nvSpPr>
          <p:spPr bwMode="gray">
            <a:xfrm>
              <a:off x="9675524" y="5805646"/>
              <a:ext cx="968389" cy="968389"/>
            </a:xfrm>
            <a:prstGeom prst="rtTriangle">
              <a:avLst/>
            </a:prstGeom>
            <a:solidFill>
              <a:sysClr val="window" lastClr="FFFFFF">
                <a:alpha val="6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897" name="Right Triangle 896">
              <a:extLst>
                <a:ext uri="{FF2B5EF4-FFF2-40B4-BE49-F238E27FC236}">
                  <a16:creationId xmlns:a16="http://schemas.microsoft.com/office/drawing/2014/main" id="{9AB441EF-6D14-464D-B671-4198D86C6068}"/>
                </a:ext>
              </a:extLst>
            </p:cNvPr>
            <p:cNvSpPr/>
            <p:nvPr/>
          </p:nvSpPr>
          <p:spPr bwMode="gray">
            <a:xfrm rot="10800000">
              <a:off x="9675524" y="5805646"/>
              <a:ext cx="968389" cy="968389"/>
            </a:xfrm>
            <a:prstGeom prst="rtTriangle">
              <a:avLst/>
            </a:prstGeom>
            <a:solidFill>
              <a:sysClr val="window" lastClr="FFFFFF">
                <a:alpha val="13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898" name="Right Triangle 897">
              <a:extLst>
                <a:ext uri="{FF2B5EF4-FFF2-40B4-BE49-F238E27FC236}">
                  <a16:creationId xmlns:a16="http://schemas.microsoft.com/office/drawing/2014/main" id="{6A6ED8C4-E72F-42BA-A8BA-01FA31A1512C}"/>
                </a:ext>
              </a:extLst>
            </p:cNvPr>
            <p:cNvSpPr/>
            <p:nvPr/>
          </p:nvSpPr>
          <p:spPr bwMode="gray">
            <a:xfrm flipV="1">
              <a:off x="9675524" y="3866914"/>
              <a:ext cx="968389" cy="968389"/>
            </a:xfrm>
            <a:prstGeom prst="rtTriangle">
              <a:avLst/>
            </a:prstGeom>
            <a:solidFill>
              <a:sysClr val="window" lastClr="FFFFFF">
                <a:alpha val="13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899" name="Right Triangle 898">
              <a:extLst>
                <a:ext uri="{FF2B5EF4-FFF2-40B4-BE49-F238E27FC236}">
                  <a16:creationId xmlns:a16="http://schemas.microsoft.com/office/drawing/2014/main" id="{81C07A5A-A1B6-40E0-932A-55B148D8D82E}"/>
                </a:ext>
              </a:extLst>
            </p:cNvPr>
            <p:cNvSpPr/>
            <p:nvPr/>
          </p:nvSpPr>
          <p:spPr bwMode="gray">
            <a:xfrm>
              <a:off x="9675524" y="4836178"/>
              <a:ext cx="968389" cy="968389"/>
            </a:xfrm>
            <a:prstGeom prst="rtTriangle">
              <a:avLst/>
            </a:prstGeom>
            <a:solidFill>
              <a:sysClr val="window" lastClr="FFFFFF">
                <a:alpha val="6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00" name="Right Triangle 899">
              <a:extLst>
                <a:ext uri="{FF2B5EF4-FFF2-40B4-BE49-F238E27FC236}">
                  <a16:creationId xmlns:a16="http://schemas.microsoft.com/office/drawing/2014/main" id="{D1520DF9-546C-48DF-BA1C-CD5CFABFF273}"/>
                </a:ext>
              </a:extLst>
            </p:cNvPr>
            <p:cNvSpPr/>
            <p:nvPr/>
          </p:nvSpPr>
          <p:spPr bwMode="gray">
            <a:xfrm rot="10800000">
              <a:off x="9675524" y="4836178"/>
              <a:ext cx="968389" cy="968389"/>
            </a:xfrm>
            <a:prstGeom prst="rtTriangle">
              <a:avLst/>
            </a:prstGeom>
            <a:solidFill>
              <a:sysClr val="window" lastClr="FFFFFF">
                <a:alpha val="10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01" name="Right Triangle 900">
              <a:extLst>
                <a:ext uri="{FF2B5EF4-FFF2-40B4-BE49-F238E27FC236}">
                  <a16:creationId xmlns:a16="http://schemas.microsoft.com/office/drawing/2014/main" id="{0A35FA5A-22D3-4C28-9CCA-B9F48A692ABF}"/>
                </a:ext>
              </a:extLst>
            </p:cNvPr>
            <p:cNvSpPr/>
            <p:nvPr/>
          </p:nvSpPr>
          <p:spPr bwMode="gray">
            <a:xfrm>
              <a:off x="9675524" y="2901089"/>
              <a:ext cx="968389" cy="968389"/>
            </a:xfrm>
            <a:prstGeom prst="rtTriangle">
              <a:avLst/>
            </a:prstGeom>
            <a:solidFill>
              <a:sysClr val="window" lastClr="FFFFFF">
                <a:alpha val="8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02" name="Right Triangle 901">
              <a:extLst>
                <a:ext uri="{FF2B5EF4-FFF2-40B4-BE49-F238E27FC236}">
                  <a16:creationId xmlns:a16="http://schemas.microsoft.com/office/drawing/2014/main" id="{274A35CB-3FAC-479B-A3A7-A457AE7798F6}"/>
                </a:ext>
              </a:extLst>
            </p:cNvPr>
            <p:cNvSpPr/>
            <p:nvPr/>
          </p:nvSpPr>
          <p:spPr bwMode="gray">
            <a:xfrm flipV="1">
              <a:off x="9675524" y="966018"/>
              <a:ext cx="968389" cy="968389"/>
            </a:xfrm>
            <a:prstGeom prst="rtTriangle">
              <a:avLst/>
            </a:prstGeom>
            <a:solidFill>
              <a:sysClr val="window" lastClr="FFFFFF">
                <a:alpha val="6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03" name="Right Triangle 902">
              <a:extLst>
                <a:ext uri="{FF2B5EF4-FFF2-40B4-BE49-F238E27FC236}">
                  <a16:creationId xmlns:a16="http://schemas.microsoft.com/office/drawing/2014/main" id="{7D5E6185-446C-4472-B15C-D81E0A31ED3B}"/>
                </a:ext>
              </a:extLst>
            </p:cNvPr>
            <p:cNvSpPr/>
            <p:nvPr/>
          </p:nvSpPr>
          <p:spPr bwMode="gray">
            <a:xfrm>
              <a:off x="9675524" y="1935282"/>
              <a:ext cx="968389" cy="968389"/>
            </a:xfrm>
            <a:prstGeom prst="rtTriangle">
              <a:avLst/>
            </a:prstGeom>
            <a:solidFill>
              <a:sysClr val="window" lastClr="FFFFFF">
                <a:alpha val="6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04" name="Right Triangle 903">
              <a:extLst>
                <a:ext uri="{FF2B5EF4-FFF2-40B4-BE49-F238E27FC236}">
                  <a16:creationId xmlns:a16="http://schemas.microsoft.com/office/drawing/2014/main" id="{2B4136F9-2134-44C0-BF32-C2E0115DB647}"/>
                </a:ext>
              </a:extLst>
            </p:cNvPr>
            <p:cNvSpPr/>
            <p:nvPr/>
          </p:nvSpPr>
          <p:spPr bwMode="gray">
            <a:xfrm rot="10800000">
              <a:off x="9675525" y="1935282"/>
              <a:ext cx="968389" cy="968389"/>
            </a:xfrm>
            <a:prstGeom prst="rtTriangle">
              <a:avLst/>
            </a:prstGeom>
            <a:solidFill>
              <a:sysClr val="window" lastClr="FFFFFF">
                <a:alpha val="11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05" name="Right Triangle 904">
              <a:extLst>
                <a:ext uri="{FF2B5EF4-FFF2-40B4-BE49-F238E27FC236}">
                  <a16:creationId xmlns:a16="http://schemas.microsoft.com/office/drawing/2014/main" id="{05C59E53-31AA-4B0C-AED9-FA3CE036063D}"/>
                </a:ext>
              </a:extLst>
            </p:cNvPr>
            <p:cNvSpPr/>
            <p:nvPr/>
          </p:nvSpPr>
          <p:spPr bwMode="gray">
            <a:xfrm>
              <a:off x="9675524" y="0"/>
              <a:ext cx="968389" cy="968389"/>
            </a:xfrm>
            <a:prstGeom prst="rtTriangle">
              <a:avLst/>
            </a:prstGeom>
            <a:solidFill>
              <a:sysClr val="window" lastClr="FFFFFF">
                <a:alpha val="6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06" name="Right Triangle 905">
              <a:extLst>
                <a:ext uri="{FF2B5EF4-FFF2-40B4-BE49-F238E27FC236}">
                  <a16:creationId xmlns:a16="http://schemas.microsoft.com/office/drawing/2014/main" id="{B8AEA697-89A1-4166-AD92-0289E2BE7E22}"/>
                </a:ext>
              </a:extLst>
            </p:cNvPr>
            <p:cNvSpPr/>
            <p:nvPr/>
          </p:nvSpPr>
          <p:spPr bwMode="gray">
            <a:xfrm rot="10800000">
              <a:off x="9675524" y="4940"/>
              <a:ext cx="968389" cy="968389"/>
            </a:xfrm>
            <a:prstGeom prst="rtTriangle">
              <a:avLst/>
            </a:prstGeom>
            <a:solidFill>
              <a:sysClr val="window" lastClr="FFFFFF">
                <a:alpha val="16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07" name="Right Triangle 906">
              <a:extLst>
                <a:ext uri="{FF2B5EF4-FFF2-40B4-BE49-F238E27FC236}">
                  <a16:creationId xmlns:a16="http://schemas.microsoft.com/office/drawing/2014/main" id="{11479DB1-E984-4E84-90E4-21D91061D2AB}"/>
                </a:ext>
              </a:extLst>
            </p:cNvPr>
            <p:cNvSpPr/>
            <p:nvPr/>
          </p:nvSpPr>
          <p:spPr bwMode="gray">
            <a:xfrm flipH="1">
              <a:off x="10643913" y="5805646"/>
              <a:ext cx="968389" cy="968389"/>
            </a:xfrm>
            <a:prstGeom prst="rtTriangle">
              <a:avLst/>
            </a:prstGeom>
            <a:solidFill>
              <a:sysClr val="window" lastClr="FFFFFF">
                <a:alpha val="3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08" name="Right Triangle 907">
              <a:extLst>
                <a:ext uri="{FF2B5EF4-FFF2-40B4-BE49-F238E27FC236}">
                  <a16:creationId xmlns:a16="http://schemas.microsoft.com/office/drawing/2014/main" id="{06C8B5D1-DA5A-4174-A618-A070B8D2A27C}"/>
                </a:ext>
              </a:extLst>
            </p:cNvPr>
            <p:cNvSpPr/>
            <p:nvPr/>
          </p:nvSpPr>
          <p:spPr bwMode="gray">
            <a:xfrm flipH="1" flipV="1">
              <a:off x="10643913" y="3866914"/>
              <a:ext cx="968389" cy="968389"/>
            </a:xfrm>
            <a:prstGeom prst="rtTriangle">
              <a:avLst/>
            </a:prstGeom>
            <a:solidFill>
              <a:sysClr val="window" lastClr="FFFFFF">
                <a:alpha val="5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09" name="Right Triangle 908">
              <a:extLst>
                <a:ext uri="{FF2B5EF4-FFF2-40B4-BE49-F238E27FC236}">
                  <a16:creationId xmlns:a16="http://schemas.microsoft.com/office/drawing/2014/main" id="{440BBF95-4E4A-4168-B6FC-262C0C2915E0}"/>
                </a:ext>
              </a:extLst>
            </p:cNvPr>
            <p:cNvSpPr/>
            <p:nvPr/>
          </p:nvSpPr>
          <p:spPr bwMode="gray">
            <a:xfrm rot="10800000" flipH="1" flipV="1">
              <a:off x="10643914" y="3866914"/>
              <a:ext cx="968389" cy="968389"/>
            </a:xfrm>
            <a:prstGeom prst="rtTriangle">
              <a:avLst/>
            </a:prstGeom>
            <a:solidFill>
              <a:sysClr val="window" lastClr="FFFFFF">
                <a:alpha val="13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10" name="Right Triangle 909">
              <a:extLst>
                <a:ext uri="{FF2B5EF4-FFF2-40B4-BE49-F238E27FC236}">
                  <a16:creationId xmlns:a16="http://schemas.microsoft.com/office/drawing/2014/main" id="{1101E7C8-FF11-4FF1-BD7F-A8FAC5704196}"/>
                </a:ext>
              </a:extLst>
            </p:cNvPr>
            <p:cNvSpPr/>
            <p:nvPr/>
          </p:nvSpPr>
          <p:spPr bwMode="gray">
            <a:xfrm flipH="1">
              <a:off x="10643913" y="4836178"/>
              <a:ext cx="968389" cy="968389"/>
            </a:xfrm>
            <a:prstGeom prst="rtTriangle">
              <a:avLst/>
            </a:prstGeom>
            <a:solidFill>
              <a:sysClr val="window" lastClr="FFFFFF">
                <a:alpha val="6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11" name="Right Triangle 910">
              <a:extLst>
                <a:ext uri="{FF2B5EF4-FFF2-40B4-BE49-F238E27FC236}">
                  <a16:creationId xmlns:a16="http://schemas.microsoft.com/office/drawing/2014/main" id="{CAA96AD4-2E6E-4A94-AD25-2328F56B31F9}"/>
                </a:ext>
              </a:extLst>
            </p:cNvPr>
            <p:cNvSpPr/>
            <p:nvPr/>
          </p:nvSpPr>
          <p:spPr bwMode="gray">
            <a:xfrm flipH="1">
              <a:off x="10643913" y="2901089"/>
              <a:ext cx="968389" cy="968389"/>
            </a:xfrm>
            <a:prstGeom prst="rtTriangle">
              <a:avLst/>
            </a:prstGeom>
            <a:solidFill>
              <a:sysClr val="window" lastClr="FFFFFF">
                <a:alpha val="13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12" name="Right Triangle 911">
              <a:extLst>
                <a:ext uri="{FF2B5EF4-FFF2-40B4-BE49-F238E27FC236}">
                  <a16:creationId xmlns:a16="http://schemas.microsoft.com/office/drawing/2014/main" id="{845B3953-9FBC-44E0-99E5-1AB7944A35F5}"/>
                </a:ext>
              </a:extLst>
            </p:cNvPr>
            <p:cNvSpPr/>
            <p:nvPr/>
          </p:nvSpPr>
          <p:spPr bwMode="gray">
            <a:xfrm rot="10800000" flipH="1">
              <a:off x="10643914" y="2901089"/>
              <a:ext cx="968389" cy="968389"/>
            </a:xfrm>
            <a:prstGeom prst="rtTriangle">
              <a:avLst/>
            </a:prstGeom>
            <a:solidFill>
              <a:sysClr val="window" lastClr="FFFFFF">
                <a:alpha val="6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13" name="Right Triangle 912">
              <a:extLst>
                <a:ext uri="{FF2B5EF4-FFF2-40B4-BE49-F238E27FC236}">
                  <a16:creationId xmlns:a16="http://schemas.microsoft.com/office/drawing/2014/main" id="{3C28ECB1-EB8C-43B6-AB01-FDC3140CAD57}"/>
                </a:ext>
              </a:extLst>
            </p:cNvPr>
            <p:cNvSpPr/>
            <p:nvPr/>
          </p:nvSpPr>
          <p:spPr bwMode="gray">
            <a:xfrm flipH="1" flipV="1">
              <a:off x="10643913" y="966018"/>
              <a:ext cx="968389" cy="968389"/>
            </a:xfrm>
            <a:prstGeom prst="rtTriangle">
              <a:avLst/>
            </a:prstGeom>
            <a:solidFill>
              <a:sysClr val="window" lastClr="FFFFFF">
                <a:alpha val="12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14" name="Right Triangle 913">
              <a:extLst>
                <a:ext uri="{FF2B5EF4-FFF2-40B4-BE49-F238E27FC236}">
                  <a16:creationId xmlns:a16="http://schemas.microsoft.com/office/drawing/2014/main" id="{9C9E657B-5B18-48DC-B9BB-185A09305CCF}"/>
                </a:ext>
              </a:extLst>
            </p:cNvPr>
            <p:cNvSpPr/>
            <p:nvPr/>
          </p:nvSpPr>
          <p:spPr bwMode="gray">
            <a:xfrm rot="10800000" flipH="1" flipV="1">
              <a:off x="10643913" y="966019"/>
              <a:ext cx="968389" cy="968389"/>
            </a:xfrm>
            <a:prstGeom prst="rtTriangle">
              <a:avLst/>
            </a:prstGeom>
            <a:solidFill>
              <a:sysClr val="window" lastClr="FFFFFF">
                <a:alpha val="6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15" name="Right Triangle 914">
              <a:extLst>
                <a:ext uri="{FF2B5EF4-FFF2-40B4-BE49-F238E27FC236}">
                  <a16:creationId xmlns:a16="http://schemas.microsoft.com/office/drawing/2014/main" id="{2BB2A6D2-CD16-4C74-B568-7CF3D491BA12}"/>
                </a:ext>
              </a:extLst>
            </p:cNvPr>
            <p:cNvSpPr/>
            <p:nvPr/>
          </p:nvSpPr>
          <p:spPr bwMode="gray">
            <a:xfrm flipH="1">
              <a:off x="10643913" y="1935282"/>
              <a:ext cx="968389" cy="968389"/>
            </a:xfrm>
            <a:prstGeom prst="rtTriangle">
              <a:avLst/>
            </a:prstGeom>
            <a:solidFill>
              <a:sysClr val="window" lastClr="FFFFFF">
                <a:alpha val="13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16" name="Right Triangle 915">
              <a:extLst>
                <a:ext uri="{FF2B5EF4-FFF2-40B4-BE49-F238E27FC236}">
                  <a16:creationId xmlns:a16="http://schemas.microsoft.com/office/drawing/2014/main" id="{52400F0F-FDDC-4D0F-848A-077F53482BAC}"/>
                </a:ext>
              </a:extLst>
            </p:cNvPr>
            <p:cNvSpPr/>
            <p:nvPr/>
          </p:nvSpPr>
          <p:spPr bwMode="gray">
            <a:xfrm rot="10800000" flipH="1">
              <a:off x="10643914" y="1935282"/>
              <a:ext cx="968389" cy="968389"/>
            </a:xfrm>
            <a:prstGeom prst="rtTriangle">
              <a:avLst/>
            </a:prstGeom>
            <a:solidFill>
              <a:sysClr val="window" lastClr="FFFFFF">
                <a:alpha val="5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17" name="Right Triangle 916">
              <a:extLst>
                <a:ext uri="{FF2B5EF4-FFF2-40B4-BE49-F238E27FC236}">
                  <a16:creationId xmlns:a16="http://schemas.microsoft.com/office/drawing/2014/main" id="{EC0C20FB-9A1B-44DD-98C7-74310E48842F}"/>
                </a:ext>
              </a:extLst>
            </p:cNvPr>
            <p:cNvSpPr/>
            <p:nvPr/>
          </p:nvSpPr>
          <p:spPr bwMode="gray">
            <a:xfrm flipH="1">
              <a:off x="10643913" y="0"/>
              <a:ext cx="968389" cy="968389"/>
            </a:xfrm>
            <a:prstGeom prst="rtTriangle">
              <a:avLst/>
            </a:prstGeom>
            <a:solidFill>
              <a:sysClr val="window" lastClr="FFFFFF">
                <a:alpha val="5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18" name="Right Triangle 917">
              <a:extLst>
                <a:ext uri="{FF2B5EF4-FFF2-40B4-BE49-F238E27FC236}">
                  <a16:creationId xmlns:a16="http://schemas.microsoft.com/office/drawing/2014/main" id="{F4A6469D-4D3B-4773-B340-36F043E4302A}"/>
                </a:ext>
              </a:extLst>
            </p:cNvPr>
            <p:cNvSpPr/>
            <p:nvPr/>
          </p:nvSpPr>
          <p:spPr bwMode="gray">
            <a:xfrm rot="10800000" flipH="1">
              <a:off x="10643913" y="4940"/>
              <a:ext cx="968389" cy="968389"/>
            </a:xfrm>
            <a:prstGeom prst="rtTriangle">
              <a:avLst/>
            </a:prstGeom>
            <a:solidFill>
              <a:sysClr val="window" lastClr="FFFFFF">
                <a:alpha val="6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19" name="Right Triangle 918">
              <a:extLst>
                <a:ext uri="{FF2B5EF4-FFF2-40B4-BE49-F238E27FC236}">
                  <a16:creationId xmlns:a16="http://schemas.microsoft.com/office/drawing/2014/main" id="{F74DC442-4DD4-44D9-AD51-9EF7E8587C4C}"/>
                </a:ext>
              </a:extLst>
            </p:cNvPr>
            <p:cNvSpPr/>
            <p:nvPr/>
          </p:nvSpPr>
          <p:spPr bwMode="gray">
            <a:xfrm>
              <a:off x="11612301" y="5805646"/>
              <a:ext cx="968389" cy="968389"/>
            </a:xfrm>
            <a:prstGeom prst="rtTriangle">
              <a:avLst/>
            </a:prstGeom>
            <a:solidFill>
              <a:sysClr val="window" lastClr="FFFFFF">
                <a:alpha val="10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20" name="Right Triangle 919">
              <a:extLst>
                <a:ext uri="{FF2B5EF4-FFF2-40B4-BE49-F238E27FC236}">
                  <a16:creationId xmlns:a16="http://schemas.microsoft.com/office/drawing/2014/main" id="{A6DDD7C3-503C-4BFD-AEED-20DDA89947BA}"/>
                </a:ext>
              </a:extLst>
            </p:cNvPr>
            <p:cNvSpPr/>
            <p:nvPr/>
          </p:nvSpPr>
          <p:spPr bwMode="gray">
            <a:xfrm rot="10800000">
              <a:off x="11612301" y="5805646"/>
              <a:ext cx="968389" cy="968389"/>
            </a:xfrm>
            <a:prstGeom prst="rtTriangle">
              <a:avLst/>
            </a:prstGeom>
            <a:solidFill>
              <a:sysClr val="window" lastClr="FFFFFF">
                <a:alpha val="5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21" name="Right Triangle 920">
              <a:extLst>
                <a:ext uri="{FF2B5EF4-FFF2-40B4-BE49-F238E27FC236}">
                  <a16:creationId xmlns:a16="http://schemas.microsoft.com/office/drawing/2014/main" id="{EEBB37E6-5838-4AF5-BEA2-D656C3D395C0}"/>
                </a:ext>
              </a:extLst>
            </p:cNvPr>
            <p:cNvSpPr/>
            <p:nvPr/>
          </p:nvSpPr>
          <p:spPr bwMode="gray">
            <a:xfrm flipV="1">
              <a:off x="11612301" y="3866914"/>
              <a:ext cx="968389" cy="968389"/>
            </a:xfrm>
            <a:prstGeom prst="rtTriangle">
              <a:avLst/>
            </a:prstGeom>
            <a:solidFill>
              <a:sysClr val="window" lastClr="FFFFFF">
                <a:alpha val="6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22" name="Right Triangle 921">
              <a:extLst>
                <a:ext uri="{FF2B5EF4-FFF2-40B4-BE49-F238E27FC236}">
                  <a16:creationId xmlns:a16="http://schemas.microsoft.com/office/drawing/2014/main" id="{8B410E72-3A92-4C6C-B3FA-2ACCB40B880C}"/>
                </a:ext>
              </a:extLst>
            </p:cNvPr>
            <p:cNvSpPr/>
            <p:nvPr/>
          </p:nvSpPr>
          <p:spPr bwMode="gray">
            <a:xfrm>
              <a:off x="11612301" y="4836178"/>
              <a:ext cx="968389" cy="968389"/>
            </a:xfrm>
            <a:prstGeom prst="rtTriangle">
              <a:avLst/>
            </a:prstGeom>
            <a:solidFill>
              <a:sysClr val="window" lastClr="FFFFFF">
                <a:alpha val="13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23" name="Right Triangle 922">
              <a:extLst>
                <a:ext uri="{FF2B5EF4-FFF2-40B4-BE49-F238E27FC236}">
                  <a16:creationId xmlns:a16="http://schemas.microsoft.com/office/drawing/2014/main" id="{42532CBA-0E6B-4389-BCEB-D69648647C72}"/>
                </a:ext>
              </a:extLst>
            </p:cNvPr>
            <p:cNvSpPr/>
            <p:nvPr/>
          </p:nvSpPr>
          <p:spPr bwMode="gray">
            <a:xfrm rot="10800000">
              <a:off x="11612302" y="4836178"/>
              <a:ext cx="968389" cy="968389"/>
            </a:xfrm>
            <a:prstGeom prst="rtTriangle">
              <a:avLst/>
            </a:prstGeom>
            <a:solidFill>
              <a:sysClr val="window" lastClr="FFFFFF">
                <a:alpha val="6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24" name="Right Triangle 923">
              <a:extLst>
                <a:ext uri="{FF2B5EF4-FFF2-40B4-BE49-F238E27FC236}">
                  <a16:creationId xmlns:a16="http://schemas.microsoft.com/office/drawing/2014/main" id="{2CD20A8A-5045-4927-A570-A162FB82B5C5}"/>
                </a:ext>
              </a:extLst>
            </p:cNvPr>
            <p:cNvSpPr/>
            <p:nvPr/>
          </p:nvSpPr>
          <p:spPr bwMode="gray">
            <a:xfrm>
              <a:off x="11612301" y="2901089"/>
              <a:ext cx="968389" cy="968389"/>
            </a:xfrm>
            <a:prstGeom prst="rtTriangle">
              <a:avLst/>
            </a:prstGeom>
            <a:solidFill>
              <a:sysClr val="window" lastClr="FFFFFF">
                <a:alpha val="5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25" name="Right Triangle 924">
              <a:extLst>
                <a:ext uri="{FF2B5EF4-FFF2-40B4-BE49-F238E27FC236}">
                  <a16:creationId xmlns:a16="http://schemas.microsoft.com/office/drawing/2014/main" id="{7D816422-7143-46BA-8F62-98E482E23BE7}"/>
                </a:ext>
              </a:extLst>
            </p:cNvPr>
            <p:cNvSpPr/>
            <p:nvPr/>
          </p:nvSpPr>
          <p:spPr bwMode="gray">
            <a:xfrm rot="10800000">
              <a:off x="11612301" y="2901089"/>
              <a:ext cx="968389" cy="968389"/>
            </a:xfrm>
            <a:prstGeom prst="rtTriangle">
              <a:avLst/>
            </a:prstGeom>
            <a:solidFill>
              <a:sysClr val="window" lastClr="FFFFFF">
                <a:alpha val="9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26" name="Right Triangle 925">
              <a:extLst>
                <a:ext uri="{FF2B5EF4-FFF2-40B4-BE49-F238E27FC236}">
                  <a16:creationId xmlns:a16="http://schemas.microsoft.com/office/drawing/2014/main" id="{7044EB79-BB10-40CE-ADA1-B2F85F7DACC5}"/>
                </a:ext>
              </a:extLst>
            </p:cNvPr>
            <p:cNvSpPr/>
            <p:nvPr/>
          </p:nvSpPr>
          <p:spPr bwMode="gray">
            <a:xfrm flipV="1">
              <a:off x="11612301" y="966018"/>
              <a:ext cx="968389" cy="968389"/>
            </a:xfrm>
            <a:prstGeom prst="rtTriangle">
              <a:avLst/>
            </a:prstGeom>
            <a:solidFill>
              <a:sysClr val="window" lastClr="FFFFFF">
                <a:alpha val="6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27" name="Right Triangle 926">
              <a:extLst>
                <a:ext uri="{FF2B5EF4-FFF2-40B4-BE49-F238E27FC236}">
                  <a16:creationId xmlns:a16="http://schemas.microsoft.com/office/drawing/2014/main" id="{970341FA-6B77-4D46-8E20-7216C3354A49}"/>
                </a:ext>
              </a:extLst>
            </p:cNvPr>
            <p:cNvSpPr/>
            <p:nvPr/>
          </p:nvSpPr>
          <p:spPr bwMode="gray">
            <a:xfrm rot="10800000">
              <a:off x="11612301" y="1935282"/>
              <a:ext cx="968389" cy="968389"/>
            </a:xfrm>
            <a:prstGeom prst="rtTriangle">
              <a:avLst/>
            </a:prstGeom>
            <a:solidFill>
              <a:sysClr val="window" lastClr="FFFFFF">
                <a:alpha val="6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29" name="Right Triangle 928">
              <a:extLst>
                <a:ext uri="{FF2B5EF4-FFF2-40B4-BE49-F238E27FC236}">
                  <a16:creationId xmlns:a16="http://schemas.microsoft.com/office/drawing/2014/main" id="{2F1F9358-1CE3-4721-99E4-5FC6BBC35C10}"/>
                </a:ext>
              </a:extLst>
            </p:cNvPr>
            <p:cNvSpPr/>
            <p:nvPr/>
          </p:nvSpPr>
          <p:spPr bwMode="gray">
            <a:xfrm>
              <a:off x="11612301" y="0"/>
              <a:ext cx="968389" cy="968389"/>
            </a:xfrm>
            <a:prstGeom prst="rtTriangle">
              <a:avLst/>
            </a:prstGeom>
            <a:solidFill>
              <a:sysClr val="window" lastClr="FFFFFF">
                <a:alpha val="6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30" name="Right Triangle 929">
              <a:extLst>
                <a:ext uri="{FF2B5EF4-FFF2-40B4-BE49-F238E27FC236}">
                  <a16:creationId xmlns:a16="http://schemas.microsoft.com/office/drawing/2014/main" id="{61A1F995-5B6E-477D-BB2C-20FC36B8BBA0}"/>
                </a:ext>
              </a:extLst>
            </p:cNvPr>
            <p:cNvSpPr/>
            <p:nvPr/>
          </p:nvSpPr>
          <p:spPr bwMode="gray">
            <a:xfrm rot="10800000">
              <a:off x="11612301" y="4940"/>
              <a:ext cx="968389" cy="968389"/>
            </a:xfrm>
            <a:prstGeom prst="rtTriangle">
              <a:avLst/>
            </a:prstGeom>
            <a:solidFill>
              <a:sysClr val="window" lastClr="FFFFFF">
                <a:alpha val="15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31" name="Right Triangle 930">
              <a:extLst>
                <a:ext uri="{FF2B5EF4-FFF2-40B4-BE49-F238E27FC236}">
                  <a16:creationId xmlns:a16="http://schemas.microsoft.com/office/drawing/2014/main" id="{CC0F21AF-0C92-4484-A6D1-D71CD269EABF}"/>
                </a:ext>
              </a:extLst>
            </p:cNvPr>
            <p:cNvSpPr/>
            <p:nvPr/>
          </p:nvSpPr>
          <p:spPr bwMode="gray">
            <a:xfrm>
              <a:off x="7741658" y="5805646"/>
              <a:ext cx="968389" cy="968389"/>
            </a:xfrm>
            <a:prstGeom prst="rtTriangle">
              <a:avLst/>
            </a:prstGeom>
            <a:solidFill>
              <a:sysClr val="window" lastClr="FFFFFF">
                <a:alpha val="5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32" name="Right Triangle 931">
              <a:extLst>
                <a:ext uri="{FF2B5EF4-FFF2-40B4-BE49-F238E27FC236}">
                  <a16:creationId xmlns:a16="http://schemas.microsoft.com/office/drawing/2014/main" id="{115B40E0-DF64-427C-BD03-E89F069BDBD9}"/>
                </a:ext>
              </a:extLst>
            </p:cNvPr>
            <p:cNvSpPr/>
            <p:nvPr/>
          </p:nvSpPr>
          <p:spPr bwMode="gray">
            <a:xfrm flipV="1">
              <a:off x="7741658" y="3866914"/>
              <a:ext cx="968389" cy="968389"/>
            </a:xfrm>
            <a:prstGeom prst="rtTriangle">
              <a:avLst/>
            </a:prstGeom>
            <a:solidFill>
              <a:sysClr val="window" lastClr="FFFFFF">
                <a:alpha val="22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33" name="Right Triangle 932">
              <a:extLst>
                <a:ext uri="{FF2B5EF4-FFF2-40B4-BE49-F238E27FC236}">
                  <a16:creationId xmlns:a16="http://schemas.microsoft.com/office/drawing/2014/main" id="{F23DE277-C099-48E5-95D6-7C8F413C6640}"/>
                </a:ext>
              </a:extLst>
            </p:cNvPr>
            <p:cNvSpPr/>
            <p:nvPr/>
          </p:nvSpPr>
          <p:spPr bwMode="gray">
            <a:xfrm rot="10800000" flipV="1">
              <a:off x="7741659" y="3866914"/>
              <a:ext cx="968389" cy="968389"/>
            </a:xfrm>
            <a:prstGeom prst="rtTriangle">
              <a:avLst/>
            </a:prstGeom>
            <a:solidFill>
              <a:sysClr val="window" lastClr="FFFFFF">
                <a:alpha val="13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34" name="Right Triangle 933">
              <a:extLst>
                <a:ext uri="{FF2B5EF4-FFF2-40B4-BE49-F238E27FC236}">
                  <a16:creationId xmlns:a16="http://schemas.microsoft.com/office/drawing/2014/main" id="{D2A5CC4F-8BA5-4B27-9FBE-894B9F76BDC5}"/>
                </a:ext>
              </a:extLst>
            </p:cNvPr>
            <p:cNvSpPr/>
            <p:nvPr/>
          </p:nvSpPr>
          <p:spPr bwMode="gray">
            <a:xfrm>
              <a:off x="7741658" y="4836178"/>
              <a:ext cx="968389" cy="968389"/>
            </a:xfrm>
            <a:prstGeom prst="rtTriangle">
              <a:avLst/>
            </a:prstGeom>
            <a:solidFill>
              <a:sysClr val="window" lastClr="FFFFFF">
                <a:alpha val="13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35" name="Right Triangle 934">
              <a:extLst>
                <a:ext uri="{FF2B5EF4-FFF2-40B4-BE49-F238E27FC236}">
                  <a16:creationId xmlns:a16="http://schemas.microsoft.com/office/drawing/2014/main" id="{640D5316-ADFF-41BF-8409-55D9EE93D1A8}"/>
                </a:ext>
              </a:extLst>
            </p:cNvPr>
            <p:cNvSpPr/>
            <p:nvPr/>
          </p:nvSpPr>
          <p:spPr bwMode="gray">
            <a:xfrm rot="10800000">
              <a:off x="7741659" y="4836178"/>
              <a:ext cx="968389" cy="968389"/>
            </a:xfrm>
            <a:prstGeom prst="rtTriangle">
              <a:avLst/>
            </a:prstGeom>
            <a:solidFill>
              <a:sysClr val="window" lastClr="FFFFFF">
                <a:alpha val="5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36" name="Right Triangle 935">
              <a:extLst>
                <a:ext uri="{FF2B5EF4-FFF2-40B4-BE49-F238E27FC236}">
                  <a16:creationId xmlns:a16="http://schemas.microsoft.com/office/drawing/2014/main" id="{99F591C9-7523-4E5B-8692-0A8AB9B02396}"/>
                </a:ext>
              </a:extLst>
            </p:cNvPr>
            <p:cNvSpPr/>
            <p:nvPr/>
          </p:nvSpPr>
          <p:spPr bwMode="gray">
            <a:xfrm>
              <a:off x="7741658" y="2901089"/>
              <a:ext cx="968389" cy="968389"/>
            </a:xfrm>
            <a:prstGeom prst="rtTriangle">
              <a:avLst/>
            </a:prstGeom>
            <a:solidFill>
              <a:sysClr val="window" lastClr="FFFFFF">
                <a:alpha val="5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37" name="Right Triangle 936">
              <a:extLst>
                <a:ext uri="{FF2B5EF4-FFF2-40B4-BE49-F238E27FC236}">
                  <a16:creationId xmlns:a16="http://schemas.microsoft.com/office/drawing/2014/main" id="{FC8F9097-3B21-433D-9B01-2362B0A22C76}"/>
                </a:ext>
              </a:extLst>
            </p:cNvPr>
            <p:cNvSpPr/>
            <p:nvPr/>
          </p:nvSpPr>
          <p:spPr bwMode="gray">
            <a:xfrm rot="10800000">
              <a:off x="7741659" y="2901089"/>
              <a:ext cx="968389" cy="968389"/>
            </a:xfrm>
            <a:prstGeom prst="rtTriangle">
              <a:avLst/>
            </a:prstGeom>
            <a:solidFill>
              <a:sysClr val="window" lastClr="FFFFFF">
                <a:alpha val="11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38" name="Right Triangle 937">
              <a:extLst>
                <a:ext uri="{FF2B5EF4-FFF2-40B4-BE49-F238E27FC236}">
                  <a16:creationId xmlns:a16="http://schemas.microsoft.com/office/drawing/2014/main" id="{D89AA906-C864-428C-99CB-B67C312CC48A}"/>
                </a:ext>
              </a:extLst>
            </p:cNvPr>
            <p:cNvSpPr/>
            <p:nvPr/>
          </p:nvSpPr>
          <p:spPr bwMode="gray">
            <a:xfrm flipV="1">
              <a:off x="7741658" y="966018"/>
              <a:ext cx="968389" cy="968389"/>
            </a:xfrm>
            <a:prstGeom prst="rtTriangle">
              <a:avLst/>
            </a:prstGeom>
            <a:solidFill>
              <a:sysClr val="window" lastClr="FFFFFF">
                <a:alpha val="22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39" name="Right Triangle 938">
              <a:extLst>
                <a:ext uri="{FF2B5EF4-FFF2-40B4-BE49-F238E27FC236}">
                  <a16:creationId xmlns:a16="http://schemas.microsoft.com/office/drawing/2014/main" id="{73C30EAD-1C94-48BD-97F8-8656A69AE149}"/>
                </a:ext>
              </a:extLst>
            </p:cNvPr>
            <p:cNvSpPr/>
            <p:nvPr/>
          </p:nvSpPr>
          <p:spPr bwMode="gray">
            <a:xfrm rot="10800000" flipV="1">
              <a:off x="7741659" y="966018"/>
              <a:ext cx="968389" cy="968389"/>
            </a:xfrm>
            <a:prstGeom prst="rtTriangle">
              <a:avLst/>
            </a:prstGeom>
            <a:solidFill>
              <a:sysClr val="window" lastClr="FFFFFF">
                <a:alpha val="13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40" name="Right Triangle 939">
              <a:extLst>
                <a:ext uri="{FF2B5EF4-FFF2-40B4-BE49-F238E27FC236}">
                  <a16:creationId xmlns:a16="http://schemas.microsoft.com/office/drawing/2014/main" id="{2B9124A0-1B7E-4E3B-96C7-9BF86C1AC80B}"/>
                </a:ext>
              </a:extLst>
            </p:cNvPr>
            <p:cNvSpPr/>
            <p:nvPr/>
          </p:nvSpPr>
          <p:spPr bwMode="gray">
            <a:xfrm>
              <a:off x="7741658" y="1928557"/>
              <a:ext cx="968389" cy="968389"/>
            </a:xfrm>
            <a:prstGeom prst="rtTriangle">
              <a:avLst/>
            </a:prstGeom>
            <a:solidFill>
              <a:sysClr val="window" lastClr="FFFFFF">
                <a:alpha val="7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41" name="Right Triangle 940">
              <a:extLst>
                <a:ext uri="{FF2B5EF4-FFF2-40B4-BE49-F238E27FC236}">
                  <a16:creationId xmlns:a16="http://schemas.microsoft.com/office/drawing/2014/main" id="{FE91CCE2-0FFF-45C5-A1B2-7FD732A16D70}"/>
                </a:ext>
              </a:extLst>
            </p:cNvPr>
            <p:cNvSpPr/>
            <p:nvPr/>
          </p:nvSpPr>
          <p:spPr bwMode="gray">
            <a:xfrm rot="10800000">
              <a:off x="7741659" y="1935282"/>
              <a:ext cx="968389" cy="968389"/>
            </a:xfrm>
            <a:prstGeom prst="rtTriangle">
              <a:avLst/>
            </a:prstGeom>
            <a:solidFill>
              <a:sysClr val="window" lastClr="FFFFFF">
                <a:alpha val="5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42" name="Right Triangle 941">
              <a:extLst>
                <a:ext uri="{FF2B5EF4-FFF2-40B4-BE49-F238E27FC236}">
                  <a16:creationId xmlns:a16="http://schemas.microsoft.com/office/drawing/2014/main" id="{8B0C61B6-319F-4B31-B053-C60565C3EBB8}"/>
                </a:ext>
              </a:extLst>
            </p:cNvPr>
            <p:cNvSpPr/>
            <p:nvPr/>
          </p:nvSpPr>
          <p:spPr bwMode="gray">
            <a:xfrm>
              <a:off x="7741658" y="0"/>
              <a:ext cx="968389" cy="968389"/>
            </a:xfrm>
            <a:prstGeom prst="rtTriangle">
              <a:avLst/>
            </a:prstGeom>
            <a:solidFill>
              <a:sysClr val="window" lastClr="FFFFFF">
                <a:alpha val="13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43" name="Right Triangle 942">
              <a:extLst>
                <a:ext uri="{FF2B5EF4-FFF2-40B4-BE49-F238E27FC236}">
                  <a16:creationId xmlns:a16="http://schemas.microsoft.com/office/drawing/2014/main" id="{2903C02E-E935-448A-A380-C5E3684298DB}"/>
                </a:ext>
              </a:extLst>
            </p:cNvPr>
            <p:cNvSpPr/>
            <p:nvPr/>
          </p:nvSpPr>
          <p:spPr bwMode="gray">
            <a:xfrm rot="10800000">
              <a:off x="7741659" y="4940"/>
              <a:ext cx="968389" cy="968389"/>
            </a:xfrm>
            <a:prstGeom prst="rtTriangle">
              <a:avLst/>
            </a:prstGeom>
            <a:solidFill>
              <a:sysClr val="window" lastClr="FFFFFF">
                <a:alpha val="6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44" name="Right Triangle 943">
              <a:extLst>
                <a:ext uri="{FF2B5EF4-FFF2-40B4-BE49-F238E27FC236}">
                  <a16:creationId xmlns:a16="http://schemas.microsoft.com/office/drawing/2014/main" id="{05CC02E5-5ECC-4FC4-A69C-0131987B9DE2}"/>
                </a:ext>
              </a:extLst>
            </p:cNvPr>
            <p:cNvSpPr/>
            <p:nvPr/>
          </p:nvSpPr>
          <p:spPr bwMode="gray">
            <a:xfrm flipH="1">
              <a:off x="8707013" y="5805646"/>
              <a:ext cx="968389" cy="968389"/>
            </a:xfrm>
            <a:prstGeom prst="rtTriangle">
              <a:avLst/>
            </a:prstGeom>
            <a:solidFill>
              <a:sysClr val="window" lastClr="FFFFFF">
                <a:alpha val="1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45" name="Right Triangle 944">
              <a:extLst>
                <a:ext uri="{FF2B5EF4-FFF2-40B4-BE49-F238E27FC236}">
                  <a16:creationId xmlns:a16="http://schemas.microsoft.com/office/drawing/2014/main" id="{D139E7D1-CEFC-4004-9ECE-F9580C271103}"/>
                </a:ext>
              </a:extLst>
            </p:cNvPr>
            <p:cNvSpPr/>
            <p:nvPr/>
          </p:nvSpPr>
          <p:spPr bwMode="gray">
            <a:xfrm rot="10800000" flipH="1">
              <a:off x="8707013" y="5805646"/>
              <a:ext cx="968389" cy="968389"/>
            </a:xfrm>
            <a:prstGeom prst="rtTriangle">
              <a:avLst/>
            </a:prstGeom>
            <a:solidFill>
              <a:sysClr val="window" lastClr="FFFFFF">
                <a:alpha val="12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46" name="Right Triangle 945">
              <a:extLst>
                <a:ext uri="{FF2B5EF4-FFF2-40B4-BE49-F238E27FC236}">
                  <a16:creationId xmlns:a16="http://schemas.microsoft.com/office/drawing/2014/main" id="{820F7315-46DB-40D2-BECF-37BD46C0A2E4}"/>
                </a:ext>
              </a:extLst>
            </p:cNvPr>
            <p:cNvSpPr/>
            <p:nvPr/>
          </p:nvSpPr>
          <p:spPr bwMode="gray">
            <a:xfrm flipH="1" flipV="1">
              <a:off x="8707013" y="3866914"/>
              <a:ext cx="968389" cy="968389"/>
            </a:xfrm>
            <a:prstGeom prst="rtTriangle">
              <a:avLst/>
            </a:prstGeom>
            <a:solidFill>
              <a:sysClr val="window" lastClr="FFFFFF">
                <a:alpha val="5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47" name="Right Triangle 946">
              <a:extLst>
                <a:ext uri="{FF2B5EF4-FFF2-40B4-BE49-F238E27FC236}">
                  <a16:creationId xmlns:a16="http://schemas.microsoft.com/office/drawing/2014/main" id="{B63E5323-8649-4A3B-8572-F66D7355A41C}"/>
                </a:ext>
              </a:extLst>
            </p:cNvPr>
            <p:cNvSpPr/>
            <p:nvPr/>
          </p:nvSpPr>
          <p:spPr bwMode="gray">
            <a:xfrm rot="10800000" flipH="1">
              <a:off x="8707013" y="4836178"/>
              <a:ext cx="968389" cy="968389"/>
            </a:xfrm>
            <a:prstGeom prst="rtTriangle">
              <a:avLst/>
            </a:prstGeom>
            <a:solidFill>
              <a:sysClr val="window" lastClr="FFFFFF">
                <a:alpha val="13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48" name="Right Triangle 947">
              <a:extLst>
                <a:ext uri="{FF2B5EF4-FFF2-40B4-BE49-F238E27FC236}">
                  <a16:creationId xmlns:a16="http://schemas.microsoft.com/office/drawing/2014/main" id="{04AC1FCF-5837-418E-BEA1-13BFC5E93E90}"/>
                </a:ext>
              </a:extLst>
            </p:cNvPr>
            <p:cNvSpPr/>
            <p:nvPr/>
          </p:nvSpPr>
          <p:spPr bwMode="gray">
            <a:xfrm flipH="1">
              <a:off x="8707013" y="2901089"/>
              <a:ext cx="968389" cy="968389"/>
            </a:xfrm>
            <a:prstGeom prst="rtTriangle">
              <a:avLst/>
            </a:prstGeom>
            <a:solidFill>
              <a:sysClr val="window" lastClr="FFFFFF">
                <a:alpha val="1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49" name="Right Triangle 948">
              <a:extLst>
                <a:ext uri="{FF2B5EF4-FFF2-40B4-BE49-F238E27FC236}">
                  <a16:creationId xmlns:a16="http://schemas.microsoft.com/office/drawing/2014/main" id="{041D6D05-0BA7-46A7-BC0B-99590DA569F1}"/>
                </a:ext>
              </a:extLst>
            </p:cNvPr>
            <p:cNvSpPr/>
            <p:nvPr/>
          </p:nvSpPr>
          <p:spPr bwMode="gray">
            <a:xfrm rot="10800000" flipH="1">
              <a:off x="8707013" y="2901089"/>
              <a:ext cx="968389" cy="968389"/>
            </a:xfrm>
            <a:prstGeom prst="rtTriangle">
              <a:avLst/>
            </a:prstGeom>
            <a:solidFill>
              <a:sysClr val="window" lastClr="FFFFFF">
                <a:alpha val="6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50" name="Right Triangle 949">
              <a:extLst>
                <a:ext uri="{FF2B5EF4-FFF2-40B4-BE49-F238E27FC236}">
                  <a16:creationId xmlns:a16="http://schemas.microsoft.com/office/drawing/2014/main" id="{BF8BEC91-349C-4D67-B73B-F301B792BD9B}"/>
                </a:ext>
              </a:extLst>
            </p:cNvPr>
            <p:cNvSpPr/>
            <p:nvPr/>
          </p:nvSpPr>
          <p:spPr bwMode="gray">
            <a:xfrm flipH="1" flipV="1">
              <a:off x="8707013" y="966018"/>
              <a:ext cx="968389" cy="968389"/>
            </a:xfrm>
            <a:prstGeom prst="rtTriangle">
              <a:avLst/>
            </a:prstGeom>
            <a:solidFill>
              <a:sysClr val="window" lastClr="FFFFFF">
                <a:alpha val="8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51" name="Right Triangle 950">
              <a:extLst>
                <a:ext uri="{FF2B5EF4-FFF2-40B4-BE49-F238E27FC236}">
                  <a16:creationId xmlns:a16="http://schemas.microsoft.com/office/drawing/2014/main" id="{ECB859C2-A11A-47E7-AB7F-4CDB861280C4}"/>
                </a:ext>
              </a:extLst>
            </p:cNvPr>
            <p:cNvSpPr/>
            <p:nvPr/>
          </p:nvSpPr>
          <p:spPr bwMode="gray">
            <a:xfrm flipH="1">
              <a:off x="8707013" y="1935282"/>
              <a:ext cx="968389" cy="968389"/>
            </a:xfrm>
            <a:prstGeom prst="rtTriangle">
              <a:avLst/>
            </a:prstGeom>
            <a:solidFill>
              <a:sysClr val="window" lastClr="FFFFFF">
                <a:alpha val="2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52" name="Right Triangle 951">
              <a:extLst>
                <a:ext uri="{FF2B5EF4-FFF2-40B4-BE49-F238E27FC236}">
                  <a16:creationId xmlns:a16="http://schemas.microsoft.com/office/drawing/2014/main" id="{A5159494-F4AE-4B61-A344-9C9047E036BA}"/>
                </a:ext>
              </a:extLst>
            </p:cNvPr>
            <p:cNvSpPr/>
            <p:nvPr/>
          </p:nvSpPr>
          <p:spPr bwMode="gray">
            <a:xfrm rot="10800000" flipH="1">
              <a:off x="8707014" y="1935282"/>
              <a:ext cx="968389" cy="968389"/>
            </a:xfrm>
            <a:prstGeom prst="rtTriangle">
              <a:avLst/>
            </a:prstGeom>
            <a:solidFill>
              <a:sysClr val="window" lastClr="FFFFFF">
                <a:alpha val="13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53" name="Right Triangle 952">
              <a:extLst>
                <a:ext uri="{FF2B5EF4-FFF2-40B4-BE49-F238E27FC236}">
                  <a16:creationId xmlns:a16="http://schemas.microsoft.com/office/drawing/2014/main" id="{1F1E6FC2-B952-4C89-ADB0-86497711D0F2}"/>
                </a:ext>
              </a:extLst>
            </p:cNvPr>
            <p:cNvSpPr/>
            <p:nvPr/>
          </p:nvSpPr>
          <p:spPr bwMode="gray">
            <a:xfrm flipH="1">
              <a:off x="8707013" y="0"/>
              <a:ext cx="968389" cy="968389"/>
            </a:xfrm>
            <a:prstGeom prst="rtTriangle">
              <a:avLst/>
            </a:prstGeom>
            <a:solidFill>
              <a:sysClr val="window" lastClr="FFFFFF">
                <a:alpha val="1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54" name="Right Triangle 953">
              <a:extLst>
                <a:ext uri="{FF2B5EF4-FFF2-40B4-BE49-F238E27FC236}">
                  <a16:creationId xmlns:a16="http://schemas.microsoft.com/office/drawing/2014/main" id="{D7A6FCB2-C6CD-46FE-B253-8773217BC65B}"/>
                </a:ext>
              </a:extLst>
            </p:cNvPr>
            <p:cNvSpPr/>
            <p:nvPr/>
          </p:nvSpPr>
          <p:spPr bwMode="gray">
            <a:xfrm rot="10800000" flipH="1">
              <a:off x="8707013" y="4940"/>
              <a:ext cx="968389" cy="968389"/>
            </a:xfrm>
            <a:prstGeom prst="rtTriangle">
              <a:avLst/>
            </a:prstGeom>
            <a:solidFill>
              <a:sysClr val="window" lastClr="FFFFFF">
                <a:alpha val="12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55" name="Right Triangle 954">
              <a:extLst>
                <a:ext uri="{FF2B5EF4-FFF2-40B4-BE49-F238E27FC236}">
                  <a16:creationId xmlns:a16="http://schemas.microsoft.com/office/drawing/2014/main" id="{149C0FE2-7E03-41E8-9BD0-FCFDA0DDA874}"/>
                </a:ext>
              </a:extLst>
            </p:cNvPr>
            <p:cNvSpPr/>
            <p:nvPr/>
          </p:nvSpPr>
          <p:spPr bwMode="gray">
            <a:xfrm>
              <a:off x="9675524" y="5805646"/>
              <a:ext cx="968389" cy="968389"/>
            </a:xfrm>
            <a:prstGeom prst="rtTriangle">
              <a:avLst/>
            </a:prstGeom>
            <a:solidFill>
              <a:sysClr val="window" lastClr="FFFFFF">
                <a:alpha val="6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56" name="Right Triangle 955">
              <a:extLst>
                <a:ext uri="{FF2B5EF4-FFF2-40B4-BE49-F238E27FC236}">
                  <a16:creationId xmlns:a16="http://schemas.microsoft.com/office/drawing/2014/main" id="{D5FA232C-50AC-4D3F-9DA3-BA4FF38A8C9F}"/>
                </a:ext>
              </a:extLst>
            </p:cNvPr>
            <p:cNvSpPr/>
            <p:nvPr/>
          </p:nvSpPr>
          <p:spPr bwMode="gray">
            <a:xfrm rot="10800000">
              <a:off x="9675524" y="5805646"/>
              <a:ext cx="968389" cy="968389"/>
            </a:xfrm>
            <a:prstGeom prst="rtTriangle">
              <a:avLst/>
            </a:prstGeom>
            <a:solidFill>
              <a:sysClr val="window" lastClr="FFFFFF">
                <a:alpha val="13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57" name="Right Triangle 956">
              <a:extLst>
                <a:ext uri="{FF2B5EF4-FFF2-40B4-BE49-F238E27FC236}">
                  <a16:creationId xmlns:a16="http://schemas.microsoft.com/office/drawing/2014/main" id="{717F3E84-9E79-4104-B958-69A58FAEB9B1}"/>
                </a:ext>
              </a:extLst>
            </p:cNvPr>
            <p:cNvSpPr/>
            <p:nvPr/>
          </p:nvSpPr>
          <p:spPr bwMode="gray">
            <a:xfrm flipV="1">
              <a:off x="9675524" y="3866914"/>
              <a:ext cx="968389" cy="968389"/>
            </a:xfrm>
            <a:prstGeom prst="rtTriangle">
              <a:avLst/>
            </a:prstGeom>
            <a:solidFill>
              <a:sysClr val="window" lastClr="FFFFFF">
                <a:alpha val="13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58" name="Right Triangle 957">
              <a:extLst>
                <a:ext uri="{FF2B5EF4-FFF2-40B4-BE49-F238E27FC236}">
                  <a16:creationId xmlns:a16="http://schemas.microsoft.com/office/drawing/2014/main" id="{E0EA0E58-938F-40BB-952B-B19837F2637D}"/>
                </a:ext>
              </a:extLst>
            </p:cNvPr>
            <p:cNvSpPr/>
            <p:nvPr/>
          </p:nvSpPr>
          <p:spPr bwMode="gray">
            <a:xfrm>
              <a:off x="9675524" y="4836178"/>
              <a:ext cx="968389" cy="968389"/>
            </a:xfrm>
            <a:prstGeom prst="rtTriangle">
              <a:avLst/>
            </a:prstGeom>
            <a:solidFill>
              <a:sysClr val="window" lastClr="FFFFFF">
                <a:alpha val="6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59" name="Right Triangle 958">
              <a:extLst>
                <a:ext uri="{FF2B5EF4-FFF2-40B4-BE49-F238E27FC236}">
                  <a16:creationId xmlns:a16="http://schemas.microsoft.com/office/drawing/2014/main" id="{413D2B14-7E80-426B-A87C-0EC70FFBDBFF}"/>
                </a:ext>
              </a:extLst>
            </p:cNvPr>
            <p:cNvSpPr/>
            <p:nvPr/>
          </p:nvSpPr>
          <p:spPr bwMode="gray">
            <a:xfrm rot="10800000">
              <a:off x="9675524" y="4836178"/>
              <a:ext cx="968389" cy="968389"/>
            </a:xfrm>
            <a:prstGeom prst="rtTriangle">
              <a:avLst/>
            </a:prstGeom>
            <a:solidFill>
              <a:sysClr val="window" lastClr="FFFFFF">
                <a:alpha val="10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60" name="Right Triangle 959">
              <a:extLst>
                <a:ext uri="{FF2B5EF4-FFF2-40B4-BE49-F238E27FC236}">
                  <a16:creationId xmlns:a16="http://schemas.microsoft.com/office/drawing/2014/main" id="{FE0427F5-3D70-4485-97D4-F63F61EC0430}"/>
                </a:ext>
              </a:extLst>
            </p:cNvPr>
            <p:cNvSpPr/>
            <p:nvPr/>
          </p:nvSpPr>
          <p:spPr bwMode="gray">
            <a:xfrm>
              <a:off x="9675524" y="2901089"/>
              <a:ext cx="968389" cy="968389"/>
            </a:xfrm>
            <a:prstGeom prst="rtTriangle">
              <a:avLst/>
            </a:prstGeom>
            <a:solidFill>
              <a:sysClr val="window" lastClr="FFFFFF">
                <a:alpha val="8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61" name="Right Triangle 960">
              <a:extLst>
                <a:ext uri="{FF2B5EF4-FFF2-40B4-BE49-F238E27FC236}">
                  <a16:creationId xmlns:a16="http://schemas.microsoft.com/office/drawing/2014/main" id="{26C3D920-7D70-4182-AB2D-D23FB1A27CDA}"/>
                </a:ext>
              </a:extLst>
            </p:cNvPr>
            <p:cNvSpPr/>
            <p:nvPr/>
          </p:nvSpPr>
          <p:spPr bwMode="gray">
            <a:xfrm flipV="1">
              <a:off x="9675524" y="966018"/>
              <a:ext cx="968389" cy="968389"/>
            </a:xfrm>
            <a:prstGeom prst="rtTriangle">
              <a:avLst/>
            </a:prstGeom>
            <a:solidFill>
              <a:sysClr val="window" lastClr="FFFFFF">
                <a:alpha val="6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62" name="Right Triangle 961">
              <a:extLst>
                <a:ext uri="{FF2B5EF4-FFF2-40B4-BE49-F238E27FC236}">
                  <a16:creationId xmlns:a16="http://schemas.microsoft.com/office/drawing/2014/main" id="{A3D107A6-2CC4-4F1A-9559-55D5F2851446}"/>
                </a:ext>
              </a:extLst>
            </p:cNvPr>
            <p:cNvSpPr/>
            <p:nvPr/>
          </p:nvSpPr>
          <p:spPr bwMode="gray">
            <a:xfrm>
              <a:off x="9675524" y="1935282"/>
              <a:ext cx="968389" cy="968389"/>
            </a:xfrm>
            <a:prstGeom prst="rtTriangle">
              <a:avLst/>
            </a:prstGeom>
            <a:solidFill>
              <a:sysClr val="window" lastClr="FFFFFF">
                <a:alpha val="6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63" name="Right Triangle 962">
              <a:extLst>
                <a:ext uri="{FF2B5EF4-FFF2-40B4-BE49-F238E27FC236}">
                  <a16:creationId xmlns:a16="http://schemas.microsoft.com/office/drawing/2014/main" id="{3DDB3F48-AB5C-42EF-B596-5D44C42041D9}"/>
                </a:ext>
              </a:extLst>
            </p:cNvPr>
            <p:cNvSpPr/>
            <p:nvPr/>
          </p:nvSpPr>
          <p:spPr bwMode="gray">
            <a:xfrm rot="10800000">
              <a:off x="9675525" y="1935282"/>
              <a:ext cx="968389" cy="968389"/>
            </a:xfrm>
            <a:prstGeom prst="rtTriangle">
              <a:avLst/>
            </a:prstGeom>
            <a:solidFill>
              <a:sysClr val="window" lastClr="FFFFFF">
                <a:alpha val="11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64" name="Right Triangle 963">
              <a:extLst>
                <a:ext uri="{FF2B5EF4-FFF2-40B4-BE49-F238E27FC236}">
                  <a16:creationId xmlns:a16="http://schemas.microsoft.com/office/drawing/2014/main" id="{7982FDE5-886C-4A01-81FD-6D687732F82E}"/>
                </a:ext>
              </a:extLst>
            </p:cNvPr>
            <p:cNvSpPr/>
            <p:nvPr/>
          </p:nvSpPr>
          <p:spPr bwMode="gray">
            <a:xfrm>
              <a:off x="9675524" y="0"/>
              <a:ext cx="968389" cy="968389"/>
            </a:xfrm>
            <a:prstGeom prst="rtTriangle">
              <a:avLst/>
            </a:prstGeom>
            <a:solidFill>
              <a:sysClr val="window" lastClr="FFFFFF">
                <a:alpha val="6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65" name="Right Triangle 964">
              <a:extLst>
                <a:ext uri="{FF2B5EF4-FFF2-40B4-BE49-F238E27FC236}">
                  <a16:creationId xmlns:a16="http://schemas.microsoft.com/office/drawing/2014/main" id="{CD1CD2B9-B1B9-4E95-A804-9A792D6DDD3D}"/>
                </a:ext>
              </a:extLst>
            </p:cNvPr>
            <p:cNvSpPr/>
            <p:nvPr/>
          </p:nvSpPr>
          <p:spPr bwMode="gray">
            <a:xfrm rot="10800000">
              <a:off x="9675524" y="4940"/>
              <a:ext cx="968389" cy="968389"/>
            </a:xfrm>
            <a:prstGeom prst="rtTriangle">
              <a:avLst/>
            </a:prstGeom>
            <a:solidFill>
              <a:sysClr val="window" lastClr="FFFFFF">
                <a:alpha val="16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66" name="Right Triangle 965">
              <a:extLst>
                <a:ext uri="{FF2B5EF4-FFF2-40B4-BE49-F238E27FC236}">
                  <a16:creationId xmlns:a16="http://schemas.microsoft.com/office/drawing/2014/main" id="{FE10F74B-D77B-40D6-8974-4DB94C7D9EBC}"/>
                </a:ext>
              </a:extLst>
            </p:cNvPr>
            <p:cNvSpPr/>
            <p:nvPr/>
          </p:nvSpPr>
          <p:spPr bwMode="gray">
            <a:xfrm flipH="1">
              <a:off x="10643913" y="5805646"/>
              <a:ext cx="968389" cy="968389"/>
            </a:xfrm>
            <a:prstGeom prst="rtTriangle">
              <a:avLst/>
            </a:prstGeom>
            <a:solidFill>
              <a:sysClr val="window" lastClr="FFFFFF">
                <a:alpha val="3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67" name="Right Triangle 966">
              <a:extLst>
                <a:ext uri="{FF2B5EF4-FFF2-40B4-BE49-F238E27FC236}">
                  <a16:creationId xmlns:a16="http://schemas.microsoft.com/office/drawing/2014/main" id="{22521D6E-B801-4696-BAFE-9255A326E561}"/>
                </a:ext>
              </a:extLst>
            </p:cNvPr>
            <p:cNvSpPr/>
            <p:nvPr/>
          </p:nvSpPr>
          <p:spPr bwMode="gray">
            <a:xfrm flipH="1" flipV="1">
              <a:off x="10643913" y="3866914"/>
              <a:ext cx="968389" cy="968389"/>
            </a:xfrm>
            <a:prstGeom prst="rtTriangle">
              <a:avLst/>
            </a:prstGeom>
            <a:solidFill>
              <a:sysClr val="window" lastClr="FFFFFF">
                <a:alpha val="5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68" name="Right Triangle 967">
              <a:extLst>
                <a:ext uri="{FF2B5EF4-FFF2-40B4-BE49-F238E27FC236}">
                  <a16:creationId xmlns:a16="http://schemas.microsoft.com/office/drawing/2014/main" id="{B9F4B1F0-2D36-4988-8D93-426D60508686}"/>
                </a:ext>
              </a:extLst>
            </p:cNvPr>
            <p:cNvSpPr/>
            <p:nvPr/>
          </p:nvSpPr>
          <p:spPr bwMode="gray">
            <a:xfrm rot="10800000" flipH="1" flipV="1">
              <a:off x="10643914" y="3866914"/>
              <a:ext cx="968389" cy="968389"/>
            </a:xfrm>
            <a:prstGeom prst="rtTriangle">
              <a:avLst/>
            </a:prstGeom>
            <a:solidFill>
              <a:sysClr val="window" lastClr="FFFFFF">
                <a:alpha val="13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69" name="Right Triangle 968">
              <a:extLst>
                <a:ext uri="{FF2B5EF4-FFF2-40B4-BE49-F238E27FC236}">
                  <a16:creationId xmlns:a16="http://schemas.microsoft.com/office/drawing/2014/main" id="{1E69E603-D83B-41C1-9ABF-13CC87C78255}"/>
                </a:ext>
              </a:extLst>
            </p:cNvPr>
            <p:cNvSpPr/>
            <p:nvPr/>
          </p:nvSpPr>
          <p:spPr bwMode="gray">
            <a:xfrm flipH="1">
              <a:off x="10643913" y="4836178"/>
              <a:ext cx="968389" cy="968389"/>
            </a:xfrm>
            <a:prstGeom prst="rtTriangle">
              <a:avLst/>
            </a:prstGeom>
            <a:solidFill>
              <a:sysClr val="window" lastClr="FFFFFF">
                <a:alpha val="6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70" name="Right Triangle 969">
              <a:extLst>
                <a:ext uri="{FF2B5EF4-FFF2-40B4-BE49-F238E27FC236}">
                  <a16:creationId xmlns:a16="http://schemas.microsoft.com/office/drawing/2014/main" id="{46F6B6E6-BE1F-4257-9B6C-29084E45CCF5}"/>
                </a:ext>
              </a:extLst>
            </p:cNvPr>
            <p:cNvSpPr/>
            <p:nvPr/>
          </p:nvSpPr>
          <p:spPr bwMode="gray">
            <a:xfrm flipH="1">
              <a:off x="10643913" y="2901089"/>
              <a:ext cx="968389" cy="968389"/>
            </a:xfrm>
            <a:prstGeom prst="rtTriangle">
              <a:avLst/>
            </a:prstGeom>
            <a:solidFill>
              <a:sysClr val="window" lastClr="FFFFFF">
                <a:alpha val="13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71" name="Right Triangle 970">
              <a:extLst>
                <a:ext uri="{FF2B5EF4-FFF2-40B4-BE49-F238E27FC236}">
                  <a16:creationId xmlns:a16="http://schemas.microsoft.com/office/drawing/2014/main" id="{F32C4258-2382-4A5E-87FE-2920A0208068}"/>
                </a:ext>
              </a:extLst>
            </p:cNvPr>
            <p:cNvSpPr/>
            <p:nvPr/>
          </p:nvSpPr>
          <p:spPr bwMode="gray">
            <a:xfrm rot="10800000" flipH="1">
              <a:off x="10643914" y="2901089"/>
              <a:ext cx="968389" cy="968389"/>
            </a:xfrm>
            <a:prstGeom prst="rtTriangle">
              <a:avLst/>
            </a:prstGeom>
            <a:solidFill>
              <a:sysClr val="window" lastClr="FFFFFF">
                <a:alpha val="6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72" name="Right Triangle 971">
              <a:extLst>
                <a:ext uri="{FF2B5EF4-FFF2-40B4-BE49-F238E27FC236}">
                  <a16:creationId xmlns:a16="http://schemas.microsoft.com/office/drawing/2014/main" id="{7691CAA1-35CD-4DEA-B2F8-4D7075D024B5}"/>
                </a:ext>
              </a:extLst>
            </p:cNvPr>
            <p:cNvSpPr/>
            <p:nvPr/>
          </p:nvSpPr>
          <p:spPr bwMode="gray">
            <a:xfrm flipH="1" flipV="1">
              <a:off x="10643913" y="966018"/>
              <a:ext cx="968389" cy="968389"/>
            </a:xfrm>
            <a:prstGeom prst="rtTriangle">
              <a:avLst/>
            </a:prstGeom>
            <a:solidFill>
              <a:sysClr val="window" lastClr="FFFFFF">
                <a:alpha val="12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73" name="Right Triangle 972">
              <a:extLst>
                <a:ext uri="{FF2B5EF4-FFF2-40B4-BE49-F238E27FC236}">
                  <a16:creationId xmlns:a16="http://schemas.microsoft.com/office/drawing/2014/main" id="{6AE35B45-E4B9-4A56-808C-3F401E66FF4E}"/>
                </a:ext>
              </a:extLst>
            </p:cNvPr>
            <p:cNvSpPr/>
            <p:nvPr/>
          </p:nvSpPr>
          <p:spPr bwMode="gray">
            <a:xfrm rot="10800000" flipH="1" flipV="1">
              <a:off x="10643913" y="966019"/>
              <a:ext cx="968389" cy="968389"/>
            </a:xfrm>
            <a:prstGeom prst="rtTriangle">
              <a:avLst/>
            </a:prstGeom>
            <a:solidFill>
              <a:sysClr val="window" lastClr="FFFFFF">
                <a:alpha val="6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74" name="Right Triangle 973">
              <a:extLst>
                <a:ext uri="{FF2B5EF4-FFF2-40B4-BE49-F238E27FC236}">
                  <a16:creationId xmlns:a16="http://schemas.microsoft.com/office/drawing/2014/main" id="{0B20D10C-9D40-425A-95B4-CF9B9A27E269}"/>
                </a:ext>
              </a:extLst>
            </p:cNvPr>
            <p:cNvSpPr/>
            <p:nvPr/>
          </p:nvSpPr>
          <p:spPr bwMode="gray">
            <a:xfrm flipH="1">
              <a:off x="10643913" y="1935282"/>
              <a:ext cx="968389" cy="968389"/>
            </a:xfrm>
            <a:prstGeom prst="rtTriangle">
              <a:avLst/>
            </a:prstGeom>
            <a:solidFill>
              <a:sysClr val="window" lastClr="FFFFFF">
                <a:alpha val="13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75" name="Right Triangle 974">
              <a:extLst>
                <a:ext uri="{FF2B5EF4-FFF2-40B4-BE49-F238E27FC236}">
                  <a16:creationId xmlns:a16="http://schemas.microsoft.com/office/drawing/2014/main" id="{53456E2B-9556-479F-95E5-1A11BEE292F2}"/>
                </a:ext>
              </a:extLst>
            </p:cNvPr>
            <p:cNvSpPr/>
            <p:nvPr/>
          </p:nvSpPr>
          <p:spPr bwMode="gray">
            <a:xfrm rot="10800000" flipH="1">
              <a:off x="10643914" y="1935282"/>
              <a:ext cx="968389" cy="968389"/>
            </a:xfrm>
            <a:prstGeom prst="rtTriangle">
              <a:avLst/>
            </a:prstGeom>
            <a:solidFill>
              <a:sysClr val="window" lastClr="FFFFFF">
                <a:alpha val="5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76" name="Right Triangle 975">
              <a:extLst>
                <a:ext uri="{FF2B5EF4-FFF2-40B4-BE49-F238E27FC236}">
                  <a16:creationId xmlns:a16="http://schemas.microsoft.com/office/drawing/2014/main" id="{37179DC9-DA24-4661-8CDE-829238E61245}"/>
                </a:ext>
              </a:extLst>
            </p:cNvPr>
            <p:cNvSpPr/>
            <p:nvPr/>
          </p:nvSpPr>
          <p:spPr bwMode="gray">
            <a:xfrm flipH="1">
              <a:off x="10643913" y="0"/>
              <a:ext cx="968389" cy="968389"/>
            </a:xfrm>
            <a:prstGeom prst="rtTriangle">
              <a:avLst/>
            </a:prstGeom>
            <a:solidFill>
              <a:sysClr val="window" lastClr="FFFFFF">
                <a:alpha val="5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77" name="Right Triangle 976">
              <a:extLst>
                <a:ext uri="{FF2B5EF4-FFF2-40B4-BE49-F238E27FC236}">
                  <a16:creationId xmlns:a16="http://schemas.microsoft.com/office/drawing/2014/main" id="{82C85D2A-83CB-4EDE-B1CB-C3F718F1616B}"/>
                </a:ext>
              </a:extLst>
            </p:cNvPr>
            <p:cNvSpPr/>
            <p:nvPr/>
          </p:nvSpPr>
          <p:spPr bwMode="gray">
            <a:xfrm rot="10800000" flipH="1">
              <a:off x="10643913" y="4940"/>
              <a:ext cx="968389" cy="968389"/>
            </a:xfrm>
            <a:prstGeom prst="rtTriangle">
              <a:avLst/>
            </a:prstGeom>
            <a:solidFill>
              <a:sysClr val="window" lastClr="FFFFFF">
                <a:alpha val="6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78" name="Right Triangle 977">
              <a:extLst>
                <a:ext uri="{FF2B5EF4-FFF2-40B4-BE49-F238E27FC236}">
                  <a16:creationId xmlns:a16="http://schemas.microsoft.com/office/drawing/2014/main" id="{B669C0FF-3098-4F73-B51E-211E0C137B53}"/>
                </a:ext>
              </a:extLst>
            </p:cNvPr>
            <p:cNvSpPr/>
            <p:nvPr/>
          </p:nvSpPr>
          <p:spPr bwMode="gray">
            <a:xfrm>
              <a:off x="11612301" y="5805646"/>
              <a:ext cx="968389" cy="968389"/>
            </a:xfrm>
            <a:prstGeom prst="rtTriangle">
              <a:avLst/>
            </a:prstGeom>
            <a:solidFill>
              <a:sysClr val="window" lastClr="FFFFFF">
                <a:alpha val="10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79" name="Right Triangle 978">
              <a:extLst>
                <a:ext uri="{FF2B5EF4-FFF2-40B4-BE49-F238E27FC236}">
                  <a16:creationId xmlns:a16="http://schemas.microsoft.com/office/drawing/2014/main" id="{3DFDE573-A49E-4FB2-BF57-79F2D0951F7D}"/>
                </a:ext>
              </a:extLst>
            </p:cNvPr>
            <p:cNvSpPr/>
            <p:nvPr/>
          </p:nvSpPr>
          <p:spPr bwMode="gray">
            <a:xfrm rot="10800000">
              <a:off x="11612301" y="5805646"/>
              <a:ext cx="968389" cy="968389"/>
            </a:xfrm>
            <a:prstGeom prst="rtTriangle">
              <a:avLst/>
            </a:prstGeom>
            <a:solidFill>
              <a:sysClr val="window" lastClr="FFFFFF">
                <a:alpha val="5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80" name="Right Triangle 979">
              <a:extLst>
                <a:ext uri="{FF2B5EF4-FFF2-40B4-BE49-F238E27FC236}">
                  <a16:creationId xmlns:a16="http://schemas.microsoft.com/office/drawing/2014/main" id="{20D755AD-095F-42A9-BEB5-E8EE2BB32754}"/>
                </a:ext>
              </a:extLst>
            </p:cNvPr>
            <p:cNvSpPr/>
            <p:nvPr/>
          </p:nvSpPr>
          <p:spPr bwMode="gray">
            <a:xfrm flipV="1">
              <a:off x="11612301" y="3866914"/>
              <a:ext cx="968389" cy="968389"/>
            </a:xfrm>
            <a:prstGeom prst="rtTriangle">
              <a:avLst/>
            </a:prstGeom>
            <a:solidFill>
              <a:sysClr val="window" lastClr="FFFFFF">
                <a:alpha val="6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81" name="Right Triangle 980">
              <a:extLst>
                <a:ext uri="{FF2B5EF4-FFF2-40B4-BE49-F238E27FC236}">
                  <a16:creationId xmlns:a16="http://schemas.microsoft.com/office/drawing/2014/main" id="{6101939A-9CD6-4196-8A26-0AF5E1EE6349}"/>
                </a:ext>
              </a:extLst>
            </p:cNvPr>
            <p:cNvSpPr/>
            <p:nvPr/>
          </p:nvSpPr>
          <p:spPr bwMode="gray">
            <a:xfrm>
              <a:off x="11612301" y="4836178"/>
              <a:ext cx="968389" cy="968389"/>
            </a:xfrm>
            <a:prstGeom prst="rtTriangle">
              <a:avLst/>
            </a:prstGeom>
            <a:solidFill>
              <a:sysClr val="window" lastClr="FFFFFF">
                <a:alpha val="13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82" name="Right Triangle 981">
              <a:extLst>
                <a:ext uri="{FF2B5EF4-FFF2-40B4-BE49-F238E27FC236}">
                  <a16:creationId xmlns:a16="http://schemas.microsoft.com/office/drawing/2014/main" id="{D8217653-1F40-420C-A6C8-F998C4D2C8B4}"/>
                </a:ext>
              </a:extLst>
            </p:cNvPr>
            <p:cNvSpPr/>
            <p:nvPr/>
          </p:nvSpPr>
          <p:spPr bwMode="gray">
            <a:xfrm rot="10800000">
              <a:off x="11612302" y="4836178"/>
              <a:ext cx="968389" cy="968389"/>
            </a:xfrm>
            <a:prstGeom prst="rtTriangle">
              <a:avLst/>
            </a:prstGeom>
            <a:solidFill>
              <a:sysClr val="window" lastClr="FFFFFF">
                <a:alpha val="6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83" name="Right Triangle 982">
              <a:extLst>
                <a:ext uri="{FF2B5EF4-FFF2-40B4-BE49-F238E27FC236}">
                  <a16:creationId xmlns:a16="http://schemas.microsoft.com/office/drawing/2014/main" id="{219A6D25-52E7-4BB0-A611-0880A4E99949}"/>
                </a:ext>
              </a:extLst>
            </p:cNvPr>
            <p:cNvSpPr/>
            <p:nvPr/>
          </p:nvSpPr>
          <p:spPr bwMode="gray">
            <a:xfrm>
              <a:off x="11612301" y="2901089"/>
              <a:ext cx="968389" cy="968389"/>
            </a:xfrm>
            <a:prstGeom prst="rtTriangle">
              <a:avLst/>
            </a:prstGeom>
            <a:solidFill>
              <a:sysClr val="window" lastClr="FFFFFF">
                <a:alpha val="5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84" name="Right Triangle 983">
              <a:extLst>
                <a:ext uri="{FF2B5EF4-FFF2-40B4-BE49-F238E27FC236}">
                  <a16:creationId xmlns:a16="http://schemas.microsoft.com/office/drawing/2014/main" id="{86C5D6FB-5879-4077-815A-DFF7CD084233}"/>
                </a:ext>
              </a:extLst>
            </p:cNvPr>
            <p:cNvSpPr/>
            <p:nvPr/>
          </p:nvSpPr>
          <p:spPr bwMode="gray">
            <a:xfrm rot="10800000">
              <a:off x="11612301" y="2901089"/>
              <a:ext cx="968389" cy="968389"/>
            </a:xfrm>
            <a:prstGeom prst="rtTriangle">
              <a:avLst/>
            </a:prstGeom>
            <a:solidFill>
              <a:sysClr val="window" lastClr="FFFFFF">
                <a:alpha val="9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85" name="Right Triangle 984">
              <a:extLst>
                <a:ext uri="{FF2B5EF4-FFF2-40B4-BE49-F238E27FC236}">
                  <a16:creationId xmlns:a16="http://schemas.microsoft.com/office/drawing/2014/main" id="{71AB491A-6C62-4B7E-AACF-2A58193D972C}"/>
                </a:ext>
              </a:extLst>
            </p:cNvPr>
            <p:cNvSpPr/>
            <p:nvPr/>
          </p:nvSpPr>
          <p:spPr bwMode="gray">
            <a:xfrm flipV="1">
              <a:off x="11612301" y="966018"/>
              <a:ext cx="968389" cy="968389"/>
            </a:xfrm>
            <a:prstGeom prst="rtTriangle">
              <a:avLst/>
            </a:prstGeom>
            <a:solidFill>
              <a:sysClr val="window" lastClr="FFFFFF">
                <a:alpha val="6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86" name="Right Triangle 985">
              <a:extLst>
                <a:ext uri="{FF2B5EF4-FFF2-40B4-BE49-F238E27FC236}">
                  <a16:creationId xmlns:a16="http://schemas.microsoft.com/office/drawing/2014/main" id="{6C7214F1-A832-47CA-9BA1-01440D35032A}"/>
                </a:ext>
              </a:extLst>
            </p:cNvPr>
            <p:cNvSpPr/>
            <p:nvPr/>
          </p:nvSpPr>
          <p:spPr bwMode="gray">
            <a:xfrm rot="10800000">
              <a:off x="11612301" y="1935282"/>
              <a:ext cx="968389" cy="968389"/>
            </a:xfrm>
            <a:prstGeom prst="rtTriangle">
              <a:avLst/>
            </a:prstGeom>
            <a:solidFill>
              <a:sysClr val="window" lastClr="FFFFFF">
                <a:alpha val="6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87" name="Right Triangle 986">
              <a:extLst>
                <a:ext uri="{FF2B5EF4-FFF2-40B4-BE49-F238E27FC236}">
                  <a16:creationId xmlns:a16="http://schemas.microsoft.com/office/drawing/2014/main" id="{F03C9DDA-B81A-43AF-98AB-37A040A10868}"/>
                </a:ext>
              </a:extLst>
            </p:cNvPr>
            <p:cNvSpPr/>
            <p:nvPr/>
          </p:nvSpPr>
          <p:spPr bwMode="gray">
            <a:xfrm>
              <a:off x="11612301" y="0"/>
              <a:ext cx="968389" cy="968389"/>
            </a:xfrm>
            <a:prstGeom prst="rtTriangle">
              <a:avLst/>
            </a:prstGeom>
            <a:solidFill>
              <a:sysClr val="window" lastClr="FFFFFF">
                <a:alpha val="6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88" name="Right Triangle 987">
              <a:extLst>
                <a:ext uri="{FF2B5EF4-FFF2-40B4-BE49-F238E27FC236}">
                  <a16:creationId xmlns:a16="http://schemas.microsoft.com/office/drawing/2014/main" id="{1AA1B570-244C-48D2-9DE5-849CDE78B1FC}"/>
                </a:ext>
              </a:extLst>
            </p:cNvPr>
            <p:cNvSpPr/>
            <p:nvPr/>
          </p:nvSpPr>
          <p:spPr bwMode="gray">
            <a:xfrm rot="10800000">
              <a:off x="11612301" y="4940"/>
              <a:ext cx="968389" cy="968389"/>
            </a:xfrm>
            <a:prstGeom prst="rtTriangle">
              <a:avLst/>
            </a:prstGeom>
            <a:solidFill>
              <a:sysClr val="window" lastClr="FFFFFF">
                <a:alpha val="15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89" name="Right Triangle 988">
              <a:extLst>
                <a:ext uri="{FF2B5EF4-FFF2-40B4-BE49-F238E27FC236}">
                  <a16:creationId xmlns:a16="http://schemas.microsoft.com/office/drawing/2014/main" id="{D1AC8B20-475A-4235-B03A-45472EA1C350}"/>
                </a:ext>
              </a:extLst>
            </p:cNvPr>
            <p:cNvSpPr/>
            <p:nvPr/>
          </p:nvSpPr>
          <p:spPr bwMode="gray">
            <a:xfrm>
              <a:off x="7741658" y="5805646"/>
              <a:ext cx="968389" cy="968389"/>
            </a:xfrm>
            <a:prstGeom prst="rtTriangle">
              <a:avLst/>
            </a:prstGeom>
            <a:solidFill>
              <a:sysClr val="window" lastClr="FFFFFF">
                <a:alpha val="5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90" name="Right Triangle 989">
              <a:extLst>
                <a:ext uri="{FF2B5EF4-FFF2-40B4-BE49-F238E27FC236}">
                  <a16:creationId xmlns:a16="http://schemas.microsoft.com/office/drawing/2014/main" id="{CDC9BF14-C211-4C70-8246-F4C2F271C056}"/>
                </a:ext>
              </a:extLst>
            </p:cNvPr>
            <p:cNvSpPr/>
            <p:nvPr/>
          </p:nvSpPr>
          <p:spPr bwMode="gray">
            <a:xfrm flipV="1">
              <a:off x="7741658" y="3866914"/>
              <a:ext cx="968389" cy="968389"/>
            </a:xfrm>
            <a:prstGeom prst="rtTriangle">
              <a:avLst/>
            </a:prstGeom>
            <a:solidFill>
              <a:sysClr val="window" lastClr="FFFFFF">
                <a:alpha val="22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91" name="Right Triangle 990">
              <a:extLst>
                <a:ext uri="{FF2B5EF4-FFF2-40B4-BE49-F238E27FC236}">
                  <a16:creationId xmlns:a16="http://schemas.microsoft.com/office/drawing/2014/main" id="{65050C68-C257-4DED-9DF9-B18E2648FC38}"/>
                </a:ext>
              </a:extLst>
            </p:cNvPr>
            <p:cNvSpPr/>
            <p:nvPr/>
          </p:nvSpPr>
          <p:spPr bwMode="gray">
            <a:xfrm rot="10800000" flipV="1">
              <a:off x="7741659" y="3866914"/>
              <a:ext cx="968389" cy="968389"/>
            </a:xfrm>
            <a:prstGeom prst="rtTriangle">
              <a:avLst/>
            </a:prstGeom>
            <a:solidFill>
              <a:sysClr val="window" lastClr="FFFFFF">
                <a:alpha val="13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92" name="Right Triangle 991">
              <a:extLst>
                <a:ext uri="{FF2B5EF4-FFF2-40B4-BE49-F238E27FC236}">
                  <a16:creationId xmlns:a16="http://schemas.microsoft.com/office/drawing/2014/main" id="{1C60248A-816C-4962-BE8E-37BD436D1E50}"/>
                </a:ext>
              </a:extLst>
            </p:cNvPr>
            <p:cNvSpPr/>
            <p:nvPr/>
          </p:nvSpPr>
          <p:spPr bwMode="gray">
            <a:xfrm>
              <a:off x="7741658" y="4836178"/>
              <a:ext cx="968389" cy="968389"/>
            </a:xfrm>
            <a:prstGeom prst="rtTriangle">
              <a:avLst/>
            </a:prstGeom>
            <a:solidFill>
              <a:sysClr val="window" lastClr="FFFFFF">
                <a:alpha val="13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93" name="Right Triangle 992">
              <a:extLst>
                <a:ext uri="{FF2B5EF4-FFF2-40B4-BE49-F238E27FC236}">
                  <a16:creationId xmlns:a16="http://schemas.microsoft.com/office/drawing/2014/main" id="{EC9E614F-18A1-4B0F-B35D-5031EC2A7464}"/>
                </a:ext>
              </a:extLst>
            </p:cNvPr>
            <p:cNvSpPr/>
            <p:nvPr/>
          </p:nvSpPr>
          <p:spPr bwMode="gray">
            <a:xfrm rot="10800000">
              <a:off x="7741659" y="4836178"/>
              <a:ext cx="968389" cy="968389"/>
            </a:xfrm>
            <a:prstGeom prst="rtTriangle">
              <a:avLst/>
            </a:prstGeom>
            <a:solidFill>
              <a:sysClr val="window" lastClr="FFFFFF">
                <a:alpha val="5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94" name="Right Triangle 993">
              <a:extLst>
                <a:ext uri="{FF2B5EF4-FFF2-40B4-BE49-F238E27FC236}">
                  <a16:creationId xmlns:a16="http://schemas.microsoft.com/office/drawing/2014/main" id="{897AC2A1-264B-4276-9E95-156372EF1364}"/>
                </a:ext>
              </a:extLst>
            </p:cNvPr>
            <p:cNvSpPr/>
            <p:nvPr/>
          </p:nvSpPr>
          <p:spPr bwMode="gray">
            <a:xfrm>
              <a:off x="7741658" y="2901089"/>
              <a:ext cx="968389" cy="968389"/>
            </a:xfrm>
            <a:prstGeom prst="rtTriangle">
              <a:avLst/>
            </a:prstGeom>
            <a:solidFill>
              <a:sysClr val="window" lastClr="FFFFFF">
                <a:alpha val="5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95" name="Right Triangle 994">
              <a:extLst>
                <a:ext uri="{FF2B5EF4-FFF2-40B4-BE49-F238E27FC236}">
                  <a16:creationId xmlns:a16="http://schemas.microsoft.com/office/drawing/2014/main" id="{C453D5B8-F6C9-4AF9-9A26-5CC755DD7027}"/>
                </a:ext>
              </a:extLst>
            </p:cNvPr>
            <p:cNvSpPr/>
            <p:nvPr/>
          </p:nvSpPr>
          <p:spPr bwMode="gray">
            <a:xfrm rot="10800000">
              <a:off x="7741659" y="2901089"/>
              <a:ext cx="968389" cy="968389"/>
            </a:xfrm>
            <a:prstGeom prst="rtTriangle">
              <a:avLst/>
            </a:prstGeom>
            <a:solidFill>
              <a:sysClr val="window" lastClr="FFFFFF">
                <a:alpha val="11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96" name="Right Triangle 995">
              <a:extLst>
                <a:ext uri="{FF2B5EF4-FFF2-40B4-BE49-F238E27FC236}">
                  <a16:creationId xmlns:a16="http://schemas.microsoft.com/office/drawing/2014/main" id="{5DC7F235-8BAE-4132-8C67-7073D3345CD1}"/>
                </a:ext>
              </a:extLst>
            </p:cNvPr>
            <p:cNvSpPr/>
            <p:nvPr/>
          </p:nvSpPr>
          <p:spPr bwMode="gray">
            <a:xfrm flipV="1">
              <a:off x="7741658" y="966018"/>
              <a:ext cx="968389" cy="968389"/>
            </a:xfrm>
            <a:prstGeom prst="rtTriangle">
              <a:avLst/>
            </a:prstGeom>
            <a:solidFill>
              <a:sysClr val="window" lastClr="FFFFFF">
                <a:alpha val="22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97" name="Right Triangle 996">
              <a:extLst>
                <a:ext uri="{FF2B5EF4-FFF2-40B4-BE49-F238E27FC236}">
                  <a16:creationId xmlns:a16="http://schemas.microsoft.com/office/drawing/2014/main" id="{3EE6E4C8-D620-40D4-9039-55DC80B61F92}"/>
                </a:ext>
              </a:extLst>
            </p:cNvPr>
            <p:cNvSpPr/>
            <p:nvPr/>
          </p:nvSpPr>
          <p:spPr bwMode="gray">
            <a:xfrm rot="10800000" flipV="1">
              <a:off x="7741659" y="966018"/>
              <a:ext cx="968389" cy="968389"/>
            </a:xfrm>
            <a:prstGeom prst="rtTriangle">
              <a:avLst/>
            </a:prstGeom>
            <a:solidFill>
              <a:sysClr val="window" lastClr="FFFFFF">
                <a:alpha val="13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98" name="Right Triangle 997">
              <a:extLst>
                <a:ext uri="{FF2B5EF4-FFF2-40B4-BE49-F238E27FC236}">
                  <a16:creationId xmlns:a16="http://schemas.microsoft.com/office/drawing/2014/main" id="{5BB48CA8-AA57-41C8-91FC-DFB71BE6AB6E}"/>
                </a:ext>
              </a:extLst>
            </p:cNvPr>
            <p:cNvSpPr/>
            <p:nvPr/>
          </p:nvSpPr>
          <p:spPr bwMode="gray">
            <a:xfrm>
              <a:off x="7741658" y="1928557"/>
              <a:ext cx="968389" cy="968389"/>
            </a:xfrm>
            <a:prstGeom prst="rtTriangle">
              <a:avLst/>
            </a:prstGeom>
            <a:solidFill>
              <a:sysClr val="window" lastClr="FFFFFF">
                <a:alpha val="7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99" name="Right Triangle 998">
              <a:extLst>
                <a:ext uri="{FF2B5EF4-FFF2-40B4-BE49-F238E27FC236}">
                  <a16:creationId xmlns:a16="http://schemas.microsoft.com/office/drawing/2014/main" id="{41778C0E-9D17-4FBB-BA93-64FFC5858FD4}"/>
                </a:ext>
              </a:extLst>
            </p:cNvPr>
            <p:cNvSpPr/>
            <p:nvPr/>
          </p:nvSpPr>
          <p:spPr bwMode="gray">
            <a:xfrm rot="10800000">
              <a:off x="7741659" y="1935282"/>
              <a:ext cx="968389" cy="968389"/>
            </a:xfrm>
            <a:prstGeom prst="rtTriangle">
              <a:avLst/>
            </a:prstGeom>
            <a:solidFill>
              <a:sysClr val="window" lastClr="FFFFFF">
                <a:alpha val="5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000" name="Right Triangle 999">
              <a:extLst>
                <a:ext uri="{FF2B5EF4-FFF2-40B4-BE49-F238E27FC236}">
                  <a16:creationId xmlns:a16="http://schemas.microsoft.com/office/drawing/2014/main" id="{0ADD2D2A-8E46-4733-8B33-3E792507EE24}"/>
                </a:ext>
              </a:extLst>
            </p:cNvPr>
            <p:cNvSpPr/>
            <p:nvPr/>
          </p:nvSpPr>
          <p:spPr bwMode="gray">
            <a:xfrm>
              <a:off x="7741658" y="0"/>
              <a:ext cx="968389" cy="968389"/>
            </a:xfrm>
            <a:prstGeom prst="rtTriangle">
              <a:avLst/>
            </a:prstGeom>
            <a:solidFill>
              <a:sysClr val="window" lastClr="FFFFFF">
                <a:alpha val="13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001" name="Right Triangle 1000">
              <a:extLst>
                <a:ext uri="{FF2B5EF4-FFF2-40B4-BE49-F238E27FC236}">
                  <a16:creationId xmlns:a16="http://schemas.microsoft.com/office/drawing/2014/main" id="{1508B2EF-89B2-4FD0-825B-C1BF6C53A58D}"/>
                </a:ext>
              </a:extLst>
            </p:cNvPr>
            <p:cNvSpPr/>
            <p:nvPr/>
          </p:nvSpPr>
          <p:spPr bwMode="gray">
            <a:xfrm rot="10800000">
              <a:off x="7741659" y="4940"/>
              <a:ext cx="968389" cy="968389"/>
            </a:xfrm>
            <a:prstGeom prst="rtTriangle">
              <a:avLst/>
            </a:prstGeom>
            <a:solidFill>
              <a:sysClr val="window" lastClr="FFFFFF">
                <a:alpha val="6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002" name="Right Triangle 1001">
              <a:extLst>
                <a:ext uri="{FF2B5EF4-FFF2-40B4-BE49-F238E27FC236}">
                  <a16:creationId xmlns:a16="http://schemas.microsoft.com/office/drawing/2014/main" id="{FAFA9745-664B-4CA0-8E19-C05C588BB395}"/>
                </a:ext>
              </a:extLst>
            </p:cNvPr>
            <p:cNvSpPr/>
            <p:nvPr/>
          </p:nvSpPr>
          <p:spPr bwMode="gray">
            <a:xfrm flipH="1">
              <a:off x="8707013" y="5805646"/>
              <a:ext cx="968389" cy="968389"/>
            </a:xfrm>
            <a:prstGeom prst="rtTriangle">
              <a:avLst/>
            </a:prstGeom>
            <a:solidFill>
              <a:sysClr val="window" lastClr="FFFFFF">
                <a:alpha val="1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003" name="Right Triangle 1002">
              <a:extLst>
                <a:ext uri="{FF2B5EF4-FFF2-40B4-BE49-F238E27FC236}">
                  <a16:creationId xmlns:a16="http://schemas.microsoft.com/office/drawing/2014/main" id="{9DAC7B9A-9E99-44FC-8BF1-F528422032C6}"/>
                </a:ext>
              </a:extLst>
            </p:cNvPr>
            <p:cNvSpPr/>
            <p:nvPr/>
          </p:nvSpPr>
          <p:spPr bwMode="gray">
            <a:xfrm rot="10800000" flipH="1">
              <a:off x="8707013" y="5805646"/>
              <a:ext cx="968389" cy="968389"/>
            </a:xfrm>
            <a:prstGeom prst="rtTriangle">
              <a:avLst/>
            </a:prstGeom>
            <a:solidFill>
              <a:sysClr val="window" lastClr="FFFFFF">
                <a:alpha val="12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004" name="Right Triangle 1003">
              <a:extLst>
                <a:ext uri="{FF2B5EF4-FFF2-40B4-BE49-F238E27FC236}">
                  <a16:creationId xmlns:a16="http://schemas.microsoft.com/office/drawing/2014/main" id="{96DAE9FD-AC57-44F3-A886-E02BBE30EB51}"/>
                </a:ext>
              </a:extLst>
            </p:cNvPr>
            <p:cNvSpPr/>
            <p:nvPr/>
          </p:nvSpPr>
          <p:spPr bwMode="gray">
            <a:xfrm flipH="1" flipV="1">
              <a:off x="8707013" y="3866914"/>
              <a:ext cx="968389" cy="968389"/>
            </a:xfrm>
            <a:prstGeom prst="rtTriangle">
              <a:avLst/>
            </a:prstGeom>
            <a:solidFill>
              <a:sysClr val="window" lastClr="FFFFFF">
                <a:alpha val="5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005" name="Right Triangle 1004">
              <a:extLst>
                <a:ext uri="{FF2B5EF4-FFF2-40B4-BE49-F238E27FC236}">
                  <a16:creationId xmlns:a16="http://schemas.microsoft.com/office/drawing/2014/main" id="{FC99857F-2AE1-4F0B-A84F-A262C1F4F622}"/>
                </a:ext>
              </a:extLst>
            </p:cNvPr>
            <p:cNvSpPr/>
            <p:nvPr/>
          </p:nvSpPr>
          <p:spPr bwMode="gray">
            <a:xfrm rot="10800000" flipH="1">
              <a:off x="8707013" y="4836178"/>
              <a:ext cx="968389" cy="968389"/>
            </a:xfrm>
            <a:prstGeom prst="rtTriangle">
              <a:avLst/>
            </a:prstGeom>
            <a:solidFill>
              <a:sysClr val="window" lastClr="FFFFFF">
                <a:alpha val="13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006" name="Right Triangle 1005">
              <a:extLst>
                <a:ext uri="{FF2B5EF4-FFF2-40B4-BE49-F238E27FC236}">
                  <a16:creationId xmlns:a16="http://schemas.microsoft.com/office/drawing/2014/main" id="{ABE5721F-2B20-4F94-B67F-37DAF0257A67}"/>
                </a:ext>
              </a:extLst>
            </p:cNvPr>
            <p:cNvSpPr/>
            <p:nvPr/>
          </p:nvSpPr>
          <p:spPr bwMode="gray">
            <a:xfrm flipH="1">
              <a:off x="8707013" y="2901089"/>
              <a:ext cx="968389" cy="968389"/>
            </a:xfrm>
            <a:prstGeom prst="rtTriangle">
              <a:avLst/>
            </a:prstGeom>
            <a:solidFill>
              <a:sysClr val="window" lastClr="FFFFFF">
                <a:alpha val="1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007" name="Right Triangle 1006">
              <a:extLst>
                <a:ext uri="{FF2B5EF4-FFF2-40B4-BE49-F238E27FC236}">
                  <a16:creationId xmlns:a16="http://schemas.microsoft.com/office/drawing/2014/main" id="{86FB1B1A-D3D0-4849-9CA7-636626A6C8B7}"/>
                </a:ext>
              </a:extLst>
            </p:cNvPr>
            <p:cNvSpPr/>
            <p:nvPr/>
          </p:nvSpPr>
          <p:spPr bwMode="gray">
            <a:xfrm rot="10800000" flipH="1">
              <a:off x="8707013" y="2901089"/>
              <a:ext cx="968389" cy="968389"/>
            </a:xfrm>
            <a:prstGeom prst="rtTriangle">
              <a:avLst/>
            </a:prstGeom>
            <a:solidFill>
              <a:sysClr val="window" lastClr="FFFFFF">
                <a:alpha val="6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008" name="Right Triangle 1007">
              <a:extLst>
                <a:ext uri="{FF2B5EF4-FFF2-40B4-BE49-F238E27FC236}">
                  <a16:creationId xmlns:a16="http://schemas.microsoft.com/office/drawing/2014/main" id="{0779F498-F6FC-4E46-8A66-B205327E06DE}"/>
                </a:ext>
              </a:extLst>
            </p:cNvPr>
            <p:cNvSpPr/>
            <p:nvPr/>
          </p:nvSpPr>
          <p:spPr bwMode="gray">
            <a:xfrm flipH="1" flipV="1">
              <a:off x="8707013" y="966018"/>
              <a:ext cx="968389" cy="968389"/>
            </a:xfrm>
            <a:prstGeom prst="rtTriangle">
              <a:avLst/>
            </a:prstGeom>
            <a:solidFill>
              <a:sysClr val="window" lastClr="FFFFFF">
                <a:alpha val="8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009" name="Right Triangle 1008">
              <a:extLst>
                <a:ext uri="{FF2B5EF4-FFF2-40B4-BE49-F238E27FC236}">
                  <a16:creationId xmlns:a16="http://schemas.microsoft.com/office/drawing/2014/main" id="{F9D28728-C448-4BCC-AE27-5A139E40AEE1}"/>
                </a:ext>
              </a:extLst>
            </p:cNvPr>
            <p:cNvSpPr/>
            <p:nvPr/>
          </p:nvSpPr>
          <p:spPr bwMode="gray">
            <a:xfrm flipH="1">
              <a:off x="8707013" y="1935282"/>
              <a:ext cx="968389" cy="968389"/>
            </a:xfrm>
            <a:prstGeom prst="rtTriangle">
              <a:avLst/>
            </a:prstGeom>
            <a:solidFill>
              <a:sysClr val="window" lastClr="FFFFFF">
                <a:alpha val="2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010" name="Right Triangle 1009">
              <a:extLst>
                <a:ext uri="{FF2B5EF4-FFF2-40B4-BE49-F238E27FC236}">
                  <a16:creationId xmlns:a16="http://schemas.microsoft.com/office/drawing/2014/main" id="{35E537E1-31E4-45DC-855D-8C77CF8D5A4D}"/>
                </a:ext>
              </a:extLst>
            </p:cNvPr>
            <p:cNvSpPr/>
            <p:nvPr/>
          </p:nvSpPr>
          <p:spPr bwMode="gray">
            <a:xfrm rot="10800000" flipH="1">
              <a:off x="8707014" y="1935282"/>
              <a:ext cx="968389" cy="968389"/>
            </a:xfrm>
            <a:prstGeom prst="rtTriangle">
              <a:avLst/>
            </a:prstGeom>
            <a:solidFill>
              <a:sysClr val="window" lastClr="FFFFFF">
                <a:alpha val="13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011" name="Right Triangle 1010">
              <a:extLst>
                <a:ext uri="{FF2B5EF4-FFF2-40B4-BE49-F238E27FC236}">
                  <a16:creationId xmlns:a16="http://schemas.microsoft.com/office/drawing/2014/main" id="{97A286FA-A667-4339-8B3B-D578F1C19DD0}"/>
                </a:ext>
              </a:extLst>
            </p:cNvPr>
            <p:cNvSpPr/>
            <p:nvPr/>
          </p:nvSpPr>
          <p:spPr bwMode="gray">
            <a:xfrm flipH="1">
              <a:off x="8707013" y="0"/>
              <a:ext cx="968389" cy="968389"/>
            </a:xfrm>
            <a:prstGeom prst="rtTriangle">
              <a:avLst/>
            </a:prstGeom>
            <a:solidFill>
              <a:sysClr val="window" lastClr="FFFFFF">
                <a:alpha val="1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012" name="Right Triangle 1011">
              <a:extLst>
                <a:ext uri="{FF2B5EF4-FFF2-40B4-BE49-F238E27FC236}">
                  <a16:creationId xmlns:a16="http://schemas.microsoft.com/office/drawing/2014/main" id="{D51F8E61-7A46-44E1-BD4E-19882ECCF8AE}"/>
                </a:ext>
              </a:extLst>
            </p:cNvPr>
            <p:cNvSpPr/>
            <p:nvPr/>
          </p:nvSpPr>
          <p:spPr bwMode="gray">
            <a:xfrm rot="10800000" flipH="1">
              <a:off x="8707013" y="4940"/>
              <a:ext cx="968389" cy="968389"/>
            </a:xfrm>
            <a:prstGeom prst="rtTriangle">
              <a:avLst/>
            </a:prstGeom>
            <a:solidFill>
              <a:sysClr val="window" lastClr="FFFFFF">
                <a:alpha val="12000"/>
              </a:sys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</p:grp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5DD6E7D-B875-48DF-B6A8-450BD6AE171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785688" y="0"/>
            <a:ext cx="5403138" cy="6765925"/>
          </a:xfr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63" name="Text Placeholder 862">
            <a:extLst>
              <a:ext uri="{FF2B5EF4-FFF2-40B4-BE49-F238E27FC236}">
                <a16:creationId xmlns:a16="http://schemas.microsoft.com/office/drawing/2014/main" id="{806A8161-3A3C-4E8C-98F0-AD01607CDAE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49086" y="2625191"/>
            <a:ext cx="5244771" cy="1500187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defRPr sz="3600"/>
            </a:lvl1pPr>
            <a:lvl2pPr marL="273050" indent="0">
              <a:buNone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872" name="Rectangle 871">
            <a:extLst>
              <a:ext uri="{FF2B5EF4-FFF2-40B4-BE49-F238E27FC236}">
                <a16:creationId xmlns:a16="http://schemas.microsoft.com/office/drawing/2014/main" id="{6471A44C-0240-4D32-A1C2-B7E58448C427}"/>
              </a:ext>
            </a:extLst>
          </p:cNvPr>
          <p:cNvSpPr/>
          <p:nvPr/>
        </p:nvSpPr>
        <p:spPr bwMode="ltGray">
          <a:xfrm>
            <a:off x="-3443" y="6766560"/>
            <a:ext cx="12192265" cy="91440"/>
          </a:xfrm>
          <a:prstGeom prst="rect">
            <a:avLst/>
          </a:prstGeom>
          <a:gradFill flip="none" rotWithShape="1">
            <a:gsLst>
              <a:gs pos="0">
                <a:srgbClr val="AADB1E"/>
              </a:gs>
              <a:gs pos="25000">
                <a:schemeClr val="accent4"/>
              </a:gs>
              <a:gs pos="100000">
                <a:srgbClr val="003D79"/>
              </a:gs>
              <a:gs pos="50000">
                <a:schemeClr val="accent1"/>
              </a:gs>
              <a:gs pos="75000">
                <a:schemeClr val="accent3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1129" name="Group 1128">
            <a:extLst>
              <a:ext uri="{FF2B5EF4-FFF2-40B4-BE49-F238E27FC236}">
                <a16:creationId xmlns:a16="http://schemas.microsoft.com/office/drawing/2014/main" id="{66764AA4-C392-4C69-974A-C7CE49FEB0B9}"/>
              </a:ext>
            </a:extLst>
          </p:cNvPr>
          <p:cNvGrpSpPr/>
          <p:nvPr/>
        </p:nvGrpSpPr>
        <p:grpSpPr bwMode="black">
          <a:xfrm>
            <a:off x="617878" y="6446044"/>
            <a:ext cx="1099793" cy="173355"/>
            <a:chOff x="-84138" y="5622925"/>
            <a:chExt cx="4330701" cy="682626"/>
          </a:xfrm>
        </p:grpSpPr>
        <p:sp>
          <p:nvSpPr>
            <p:cNvPr id="1130" name="Freeform 6">
              <a:extLst>
                <a:ext uri="{FF2B5EF4-FFF2-40B4-BE49-F238E27FC236}">
                  <a16:creationId xmlns:a16="http://schemas.microsoft.com/office/drawing/2014/main" id="{B7235521-DFA3-4FE8-AD1B-4D4A25B27DB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1589088" y="5649913"/>
              <a:ext cx="914400" cy="647700"/>
            </a:xfrm>
            <a:custGeom>
              <a:avLst/>
              <a:gdLst>
                <a:gd name="T0" fmla="*/ 52 w 243"/>
                <a:gd name="T1" fmla="*/ 159 h 170"/>
                <a:gd name="T2" fmla="*/ 2 w 243"/>
                <a:gd name="T3" fmla="*/ 19 h 170"/>
                <a:gd name="T4" fmla="*/ 0 w 243"/>
                <a:gd name="T5" fmla="*/ 12 h 170"/>
                <a:gd name="T6" fmla="*/ 13 w 243"/>
                <a:gd name="T7" fmla="*/ 0 h 170"/>
                <a:gd name="T8" fmla="*/ 25 w 243"/>
                <a:gd name="T9" fmla="*/ 11 h 170"/>
                <a:gd name="T10" fmla="*/ 67 w 243"/>
                <a:gd name="T11" fmla="*/ 131 h 170"/>
                <a:gd name="T12" fmla="*/ 109 w 243"/>
                <a:gd name="T13" fmla="*/ 10 h 170"/>
                <a:gd name="T14" fmla="*/ 121 w 243"/>
                <a:gd name="T15" fmla="*/ 0 h 170"/>
                <a:gd name="T16" fmla="*/ 122 w 243"/>
                <a:gd name="T17" fmla="*/ 0 h 170"/>
                <a:gd name="T18" fmla="*/ 135 w 243"/>
                <a:gd name="T19" fmla="*/ 10 h 170"/>
                <a:gd name="T20" fmla="*/ 177 w 243"/>
                <a:gd name="T21" fmla="*/ 131 h 170"/>
                <a:gd name="T22" fmla="*/ 219 w 243"/>
                <a:gd name="T23" fmla="*/ 10 h 170"/>
                <a:gd name="T24" fmla="*/ 231 w 243"/>
                <a:gd name="T25" fmla="*/ 0 h 170"/>
                <a:gd name="T26" fmla="*/ 243 w 243"/>
                <a:gd name="T27" fmla="*/ 12 h 170"/>
                <a:gd name="T28" fmla="*/ 241 w 243"/>
                <a:gd name="T29" fmla="*/ 19 h 170"/>
                <a:gd name="T30" fmla="*/ 191 w 243"/>
                <a:gd name="T31" fmla="*/ 159 h 170"/>
                <a:gd name="T32" fmla="*/ 177 w 243"/>
                <a:gd name="T33" fmla="*/ 170 h 170"/>
                <a:gd name="T34" fmla="*/ 176 w 243"/>
                <a:gd name="T35" fmla="*/ 170 h 170"/>
                <a:gd name="T36" fmla="*/ 163 w 243"/>
                <a:gd name="T37" fmla="*/ 159 h 170"/>
                <a:gd name="T38" fmla="*/ 122 w 243"/>
                <a:gd name="T39" fmla="*/ 40 h 170"/>
                <a:gd name="T40" fmla="*/ 80 w 243"/>
                <a:gd name="T41" fmla="*/ 159 h 170"/>
                <a:gd name="T42" fmla="*/ 66 w 243"/>
                <a:gd name="T43" fmla="*/ 170 h 170"/>
                <a:gd name="T44" fmla="*/ 66 w 243"/>
                <a:gd name="T45" fmla="*/ 170 h 170"/>
                <a:gd name="T46" fmla="*/ 52 w 243"/>
                <a:gd name="T47" fmla="*/ 159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43" h="170">
                  <a:moveTo>
                    <a:pt x="52" y="159"/>
                  </a:moveTo>
                  <a:cubicBezTo>
                    <a:pt x="2" y="19"/>
                    <a:pt x="2" y="19"/>
                    <a:pt x="2" y="19"/>
                  </a:cubicBezTo>
                  <a:cubicBezTo>
                    <a:pt x="1" y="17"/>
                    <a:pt x="0" y="14"/>
                    <a:pt x="0" y="12"/>
                  </a:cubicBezTo>
                  <a:cubicBezTo>
                    <a:pt x="0" y="6"/>
                    <a:pt x="5" y="0"/>
                    <a:pt x="13" y="0"/>
                  </a:cubicBezTo>
                  <a:cubicBezTo>
                    <a:pt x="19" y="0"/>
                    <a:pt x="23" y="4"/>
                    <a:pt x="25" y="11"/>
                  </a:cubicBezTo>
                  <a:cubicBezTo>
                    <a:pt x="67" y="131"/>
                    <a:pt x="67" y="131"/>
                    <a:pt x="67" y="131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11" y="4"/>
                    <a:pt x="114" y="0"/>
                    <a:pt x="121" y="0"/>
                  </a:cubicBezTo>
                  <a:cubicBezTo>
                    <a:pt x="122" y="0"/>
                    <a:pt x="122" y="0"/>
                    <a:pt x="122" y="0"/>
                  </a:cubicBezTo>
                  <a:cubicBezTo>
                    <a:pt x="129" y="0"/>
                    <a:pt x="133" y="4"/>
                    <a:pt x="135" y="10"/>
                  </a:cubicBezTo>
                  <a:cubicBezTo>
                    <a:pt x="177" y="131"/>
                    <a:pt x="177" y="131"/>
                    <a:pt x="177" y="131"/>
                  </a:cubicBezTo>
                  <a:cubicBezTo>
                    <a:pt x="219" y="10"/>
                    <a:pt x="219" y="10"/>
                    <a:pt x="219" y="10"/>
                  </a:cubicBezTo>
                  <a:cubicBezTo>
                    <a:pt x="221" y="5"/>
                    <a:pt x="224" y="0"/>
                    <a:pt x="231" y="0"/>
                  </a:cubicBezTo>
                  <a:cubicBezTo>
                    <a:pt x="238" y="0"/>
                    <a:pt x="243" y="6"/>
                    <a:pt x="243" y="12"/>
                  </a:cubicBezTo>
                  <a:cubicBezTo>
                    <a:pt x="243" y="14"/>
                    <a:pt x="242" y="17"/>
                    <a:pt x="241" y="19"/>
                  </a:cubicBezTo>
                  <a:cubicBezTo>
                    <a:pt x="191" y="159"/>
                    <a:pt x="191" y="159"/>
                    <a:pt x="191" y="159"/>
                  </a:cubicBezTo>
                  <a:cubicBezTo>
                    <a:pt x="188" y="166"/>
                    <a:pt x="183" y="170"/>
                    <a:pt x="177" y="170"/>
                  </a:cubicBezTo>
                  <a:cubicBezTo>
                    <a:pt x="176" y="170"/>
                    <a:pt x="176" y="170"/>
                    <a:pt x="176" y="170"/>
                  </a:cubicBezTo>
                  <a:cubicBezTo>
                    <a:pt x="170" y="170"/>
                    <a:pt x="165" y="166"/>
                    <a:pt x="163" y="159"/>
                  </a:cubicBezTo>
                  <a:cubicBezTo>
                    <a:pt x="122" y="40"/>
                    <a:pt x="122" y="40"/>
                    <a:pt x="122" y="40"/>
                  </a:cubicBezTo>
                  <a:cubicBezTo>
                    <a:pt x="80" y="159"/>
                    <a:pt x="80" y="159"/>
                    <a:pt x="80" y="159"/>
                  </a:cubicBezTo>
                  <a:cubicBezTo>
                    <a:pt x="78" y="166"/>
                    <a:pt x="73" y="170"/>
                    <a:pt x="66" y="170"/>
                  </a:cubicBezTo>
                  <a:cubicBezTo>
                    <a:pt x="66" y="170"/>
                    <a:pt x="66" y="170"/>
                    <a:pt x="66" y="170"/>
                  </a:cubicBezTo>
                  <a:cubicBezTo>
                    <a:pt x="60" y="170"/>
                    <a:pt x="55" y="166"/>
                    <a:pt x="52" y="159"/>
                  </a:cubicBezTo>
                </a:path>
              </a:pathLst>
            </a:custGeom>
            <a:solidFill>
              <a:srgbClr val="717073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aseline="0" dirty="0"/>
            </a:p>
          </p:txBody>
        </p:sp>
        <p:sp>
          <p:nvSpPr>
            <p:cNvPr id="1131" name="Freeform 7">
              <a:extLst>
                <a:ext uri="{FF2B5EF4-FFF2-40B4-BE49-F238E27FC236}">
                  <a16:creationId xmlns:a16="http://schemas.microsoft.com/office/drawing/2014/main" id="{2E469487-ABC8-4A80-9CE4-747949D059F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3163888" y="5649913"/>
              <a:ext cx="354013" cy="647700"/>
            </a:xfrm>
            <a:custGeom>
              <a:avLst/>
              <a:gdLst>
                <a:gd name="T0" fmla="*/ 0 w 94"/>
                <a:gd name="T1" fmla="*/ 13 h 170"/>
                <a:gd name="T2" fmla="*/ 12 w 94"/>
                <a:gd name="T3" fmla="*/ 0 h 170"/>
                <a:gd name="T4" fmla="*/ 24 w 94"/>
                <a:gd name="T5" fmla="*/ 13 h 170"/>
                <a:gd name="T6" fmla="*/ 24 w 94"/>
                <a:gd name="T7" fmla="*/ 41 h 170"/>
                <a:gd name="T8" fmla="*/ 82 w 94"/>
                <a:gd name="T9" fmla="*/ 0 h 170"/>
                <a:gd name="T10" fmla="*/ 94 w 94"/>
                <a:gd name="T11" fmla="*/ 13 h 170"/>
                <a:gd name="T12" fmla="*/ 83 w 94"/>
                <a:gd name="T13" fmla="*/ 25 h 170"/>
                <a:gd name="T14" fmla="*/ 24 w 94"/>
                <a:gd name="T15" fmla="*/ 101 h 170"/>
                <a:gd name="T16" fmla="*/ 24 w 94"/>
                <a:gd name="T17" fmla="*/ 157 h 170"/>
                <a:gd name="T18" fmla="*/ 12 w 94"/>
                <a:gd name="T19" fmla="*/ 170 h 170"/>
                <a:gd name="T20" fmla="*/ 0 w 94"/>
                <a:gd name="T21" fmla="*/ 157 h 170"/>
                <a:gd name="T22" fmla="*/ 0 w 94"/>
                <a:gd name="T23" fmla="*/ 13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4" h="170">
                  <a:moveTo>
                    <a:pt x="0" y="13"/>
                  </a:moveTo>
                  <a:cubicBezTo>
                    <a:pt x="0" y="6"/>
                    <a:pt x="5" y="0"/>
                    <a:pt x="12" y="0"/>
                  </a:cubicBezTo>
                  <a:cubicBezTo>
                    <a:pt x="19" y="0"/>
                    <a:pt x="24" y="5"/>
                    <a:pt x="24" y="13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37" y="13"/>
                    <a:pt x="64" y="0"/>
                    <a:pt x="82" y="0"/>
                  </a:cubicBezTo>
                  <a:cubicBezTo>
                    <a:pt x="89" y="0"/>
                    <a:pt x="94" y="6"/>
                    <a:pt x="94" y="13"/>
                  </a:cubicBezTo>
                  <a:cubicBezTo>
                    <a:pt x="94" y="20"/>
                    <a:pt x="89" y="24"/>
                    <a:pt x="83" y="25"/>
                  </a:cubicBezTo>
                  <a:cubicBezTo>
                    <a:pt x="51" y="29"/>
                    <a:pt x="24" y="53"/>
                    <a:pt x="24" y="101"/>
                  </a:cubicBezTo>
                  <a:cubicBezTo>
                    <a:pt x="24" y="157"/>
                    <a:pt x="24" y="157"/>
                    <a:pt x="24" y="157"/>
                  </a:cubicBezTo>
                  <a:cubicBezTo>
                    <a:pt x="24" y="164"/>
                    <a:pt x="19" y="170"/>
                    <a:pt x="12" y="170"/>
                  </a:cubicBezTo>
                  <a:cubicBezTo>
                    <a:pt x="5" y="170"/>
                    <a:pt x="0" y="164"/>
                    <a:pt x="0" y="157"/>
                  </a:cubicBezTo>
                  <a:lnTo>
                    <a:pt x="0" y="13"/>
                  </a:lnTo>
                  <a:close/>
                </a:path>
              </a:pathLst>
            </a:custGeom>
            <a:solidFill>
              <a:srgbClr val="717073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aseline="0" dirty="0"/>
            </a:p>
          </p:txBody>
        </p:sp>
        <p:sp>
          <p:nvSpPr>
            <p:cNvPr id="1132" name="Freeform 8">
              <a:extLst>
                <a:ext uri="{FF2B5EF4-FFF2-40B4-BE49-F238E27FC236}">
                  <a16:creationId xmlns:a16="http://schemas.microsoft.com/office/drawing/2014/main" id="{A6B015BD-72F9-4BD2-84C2-0246CCDE236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3509963" y="5649913"/>
              <a:ext cx="579438" cy="655638"/>
            </a:xfrm>
            <a:custGeom>
              <a:avLst/>
              <a:gdLst>
                <a:gd name="T0" fmla="*/ 129 w 154"/>
                <a:gd name="T1" fmla="*/ 76 h 172"/>
                <a:gd name="T2" fmla="*/ 77 w 154"/>
                <a:gd name="T3" fmla="*/ 21 h 172"/>
                <a:gd name="T4" fmla="*/ 25 w 154"/>
                <a:gd name="T5" fmla="*/ 76 h 172"/>
                <a:gd name="T6" fmla="*/ 129 w 154"/>
                <a:gd name="T7" fmla="*/ 76 h 172"/>
                <a:gd name="T8" fmla="*/ 81 w 154"/>
                <a:gd name="T9" fmla="*/ 172 h 172"/>
                <a:gd name="T10" fmla="*/ 0 w 154"/>
                <a:gd name="T11" fmla="*/ 86 h 172"/>
                <a:gd name="T12" fmla="*/ 0 w 154"/>
                <a:gd name="T13" fmla="*/ 85 h 172"/>
                <a:gd name="T14" fmla="*/ 78 w 154"/>
                <a:gd name="T15" fmla="*/ 0 h 172"/>
                <a:gd name="T16" fmla="*/ 154 w 154"/>
                <a:gd name="T17" fmla="*/ 83 h 172"/>
                <a:gd name="T18" fmla="*/ 142 w 154"/>
                <a:gd name="T19" fmla="*/ 95 h 172"/>
                <a:gd name="T20" fmla="*/ 25 w 154"/>
                <a:gd name="T21" fmla="*/ 95 h 172"/>
                <a:gd name="T22" fmla="*/ 82 w 154"/>
                <a:gd name="T23" fmla="*/ 150 h 172"/>
                <a:gd name="T24" fmla="*/ 129 w 154"/>
                <a:gd name="T25" fmla="*/ 131 h 172"/>
                <a:gd name="T26" fmla="*/ 136 w 154"/>
                <a:gd name="T27" fmla="*/ 128 h 172"/>
                <a:gd name="T28" fmla="*/ 146 w 154"/>
                <a:gd name="T29" fmla="*/ 139 h 172"/>
                <a:gd name="T30" fmla="*/ 142 w 154"/>
                <a:gd name="T31" fmla="*/ 147 h 172"/>
                <a:gd name="T32" fmla="*/ 81 w 154"/>
                <a:gd name="T33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54" h="172">
                  <a:moveTo>
                    <a:pt x="129" y="76"/>
                  </a:moveTo>
                  <a:cubicBezTo>
                    <a:pt x="127" y="47"/>
                    <a:pt x="110" y="21"/>
                    <a:pt x="77" y="21"/>
                  </a:cubicBezTo>
                  <a:cubicBezTo>
                    <a:pt x="49" y="21"/>
                    <a:pt x="28" y="44"/>
                    <a:pt x="25" y="76"/>
                  </a:cubicBezTo>
                  <a:lnTo>
                    <a:pt x="129" y="76"/>
                  </a:lnTo>
                  <a:close/>
                  <a:moveTo>
                    <a:pt x="81" y="172"/>
                  </a:moveTo>
                  <a:cubicBezTo>
                    <a:pt x="36" y="172"/>
                    <a:pt x="0" y="137"/>
                    <a:pt x="0" y="86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38"/>
                    <a:pt x="33" y="0"/>
                    <a:pt x="78" y="0"/>
                  </a:cubicBezTo>
                  <a:cubicBezTo>
                    <a:pt x="126" y="0"/>
                    <a:pt x="154" y="40"/>
                    <a:pt x="154" y="83"/>
                  </a:cubicBezTo>
                  <a:cubicBezTo>
                    <a:pt x="154" y="90"/>
                    <a:pt x="148" y="95"/>
                    <a:pt x="142" y="95"/>
                  </a:cubicBezTo>
                  <a:cubicBezTo>
                    <a:pt x="25" y="95"/>
                    <a:pt x="25" y="95"/>
                    <a:pt x="25" y="95"/>
                  </a:cubicBezTo>
                  <a:cubicBezTo>
                    <a:pt x="28" y="130"/>
                    <a:pt x="53" y="150"/>
                    <a:pt x="82" y="150"/>
                  </a:cubicBezTo>
                  <a:cubicBezTo>
                    <a:pt x="102" y="150"/>
                    <a:pt x="117" y="142"/>
                    <a:pt x="129" y="131"/>
                  </a:cubicBezTo>
                  <a:cubicBezTo>
                    <a:pt x="131" y="130"/>
                    <a:pt x="133" y="128"/>
                    <a:pt x="136" y="128"/>
                  </a:cubicBezTo>
                  <a:cubicBezTo>
                    <a:pt x="142" y="128"/>
                    <a:pt x="146" y="133"/>
                    <a:pt x="146" y="139"/>
                  </a:cubicBezTo>
                  <a:cubicBezTo>
                    <a:pt x="146" y="142"/>
                    <a:pt x="145" y="145"/>
                    <a:pt x="142" y="147"/>
                  </a:cubicBezTo>
                  <a:cubicBezTo>
                    <a:pt x="127" y="162"/>
                    <a:pt x="109" y="172"/>
                    <a:pt x="81" y="172"/>
                  </a:cubicBezTo>
                </a:path>
              </a:pathLst>
            </a:custGeom>
            <a:solidFill>
              <a:srgbClr val="717073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aseline="0" dirty="0"/>
            </a:p>
          </p:txBody>
        </p:sp>
        <p:sp>
          <p:nvSpPr>
            <p:cNvPr id="1133" name="Freeform 9">
              <a:extLst>
                <a:ext uri="{FF2B5EF4-FFF2-40B4-BE49-F238E27FC236}">
                  <a16:creationId xmlns:a16="http://schemas.microsoft.com/office/drawing/2014/main" id="{54804375-3F44-46DC-8753-BDC2B55F689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2503488" y="5649913"/>
              <a:ext cx="547688" cy="655638"/>
            </a:xfrm>
            <a:custGeom>
              <a:avLst/>
              <a:gdLst>
                <a:gd name="T0" fmla="*/ 122 w 146"/>
                <a:gd name="T1" fmla="*/ 107 h 172"/>
                <a:gd name="T2" fmla="*/ 122 w 146"/>
                <a:gd name="T3" fmla="*/ 91 h 172"/>
                <a:gd name="T4" fmla="*/ 74 w 146"/>
                <a:gd name="T5" fmla="*/ 84 h 172"/>
                <a:gd name="T6" fmla="*/ 25 w 146"/>
                <a:gd name="T7" fmla="*/ 118 h 172"/>
                <a:gd name="T8" fmla="*/ 25 w 146"/>
                <a:gd name="T9" fmla="*/ 119 h 172"/>
                <a:gd name="T10" fmla="*/ 67 w 146"/>
                <a:gd name="T11" fmla="*/ 152 h 172"/>
                <a:gd name="T12" fmla="*/ 122 w 146"/>
                <a:gd name="T13" fmla="*/ 107 h 172"/>
                <a:gd name="T14" fmla="*/ 0 w 146"/>
                <a:gd name="T15" fmla="*/ 120 h 172"/>
                <a:gd name="T16" fmla="*/ 0 w 146"/>
                <a:gd name="T17" fmla="*/ 119 h 172"/>
                <a:gd name="T18" fmla="*/ 71 w 146"/>
                <a:gd name="T19" fmla="*/ 66 h 172"/>
                <a:gd name="T20" fmla="*/ 122 w 146"/>
                <a:gd name="T21" fmla="*/ 73 h 172"/>
                <a:gd name="T22" fmla="*/ 122 w 146"/>
                <a:gd name="T23" fmla="*/ 67 h 172"/>
                <a:gd name="T24" fmla="*/ 73 w 146"/>
                <a:gd name="T25" fmla="*/ 22 h 172"/>
                <a:gd name="T26" fmla="*/ 34 w 146"/>
                <a:gd name="T27" fmla="*/ 30 h 172"/>
                <a:gd name="T28" fmla="*/ 30 w 146"/>
                <a:gd name="T29" fmla="*/ 31 h 172"/>
                <a:gd name="T30" fmla="*/ 19 w 146"/>
                <a:gd name="T31" fmla="*/ 20 h 172"/>
                <a:gd name="T32" fmla="*/ 26 w 146"/>
                <a:gd name="T33" fmla="*/ 10 h 172"/>
                <a:gd name="T34" fmla="*/ 75 w 146"/>
                <a:gd name="T35" fmla="*/ 0 h 172"/>
                <a:gd name="T36" fmla="*/ 129 w 146"/>
                <a:gd name="T37" fmla="*/ 19 h 172"/>
                <a:gd name="T38" fmla="*/ 146 w 146"/>
                <a:gd name="T39" fmla="*/ 67 h 172"/>
                <a:gd name="T40" fmla="*/ 146 w 146"/>
                <a:gd name="T41" fmla="*/ 158 h 172"/>
                <a:gd name="T42" fmla="*/ 134 w 146"/>
                <a:gd name="T43" fmla="*/ 170 h 172"/>
                <a:gd name="T44" fmla="*/ 122 w 146"/>
                <a:gd name="T45" fmla="*/ 159 h 172"/>
                <a:gd name="T46" fmla="*/ 122 w 146"/>
                <a:gd name="T47" fmla="*/ 143 h 172"/>
                <a:gd name="T48" fmla="*/ 62 w 146"/>
                <a:gd name="T49" fmla="*/ 172 h 172"/>
                <a:gd name="T50" fmla="*/ 0 w 146"/>
                <a:gd name="T51" fmla="*/ 120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46" h="172">
                  <a:moveTo>
                    <a:pt x="122" y="107"/>
                  </a:moveTo>
                  <a:cubicBezTo>
                    <a:pt x="122" y="91"/>
                    <a:pt x="122" y="91"/>
                    <a:pt x="122" y="91"/>
                  </a:cubicBezTo>
                  <a:cubicBezTo>
                    <a:pt x="110" y="88"/>
                    <a:pt x="94" y="84"/>
                    <a:pt x="74" y="84"/>
                  </a:cubicBezTo>
                  <a:cubicBezTo>
                    <a:pt x="43" y="84"/>
                    <a:pt x="25" y="98"/>
                    <a:pt x="25" y="118"/>
                  </a:cubicBezTo>
                  <a:cubicBezTo>
                    <a:pt x="25" y="119"/>
                    <a:pt x="25" y="119"/>
                    <a:pt x="25" y="119"/>
                  </a:cubicBezTo>
                  <a:cubicBezTo>
                    <a:pt x="25" y="140"/>
                    <a:pt x="45" y="152"/>
                    <a:pt x="67" y="152"/>
                  </a:cubicBezTo>
                  <a:cubicBezTo>
                    <a:pt x="97" y="152"/>
                    <a:pt x="122" y="133"/>
                    <a:pt x="122" y="107"/>
                  </a:cubicBezTo>
                  <a:moveTo>
                    <a:pt x="0" y="120"/>
                  </a:moveTo>
                  <a:cubicBezTo>
                    <a:pt x="0" y="119"/>
                    <a:pt x="0" y="119"/>
                    <a:pt x="0" y="119"/>
                  </a:cubicBezTo>
                  <a:cubicBezTo>
                    <a:pt x="0" y="85"/>
                    <a:pt x="29" y="66"/>
                    <a:pt x="71" y="66"/>
                  </a:cubicBezTo>
                  <a:cubicBezTo>
                    <a:pt x="92" y="66"/>
                    <a:pt x="107" y="69"/>
                    <a:pt x="122" y="73"/>
                  </a:cubicBezTo>
                  <a:cubicBezTo>
                    <a:pt x="122" y="67"/>
                    <a:pt x="122" y="67"/>
                    <a:pt x="122" y="67"/>
                  </a:cubicBezTo>
                  <a:cubicBezTo>
                    <a:pt x="122" y="37"/>
                    <a:pt x="104" y="22"/>
                    <a:pt x="73" y="22"/>
                  </a:cubicBezTo>
                  <a:cubicBezTo>
                    <a:pt x="56" y="22"/>
                    <a:pt x="46" y="24"/>
                    <a:pt x="34" y="30"/>
                  </a:cubicBezTo>
                  <a:cubicBezTo>
                    <a:pt x="33" y="30"/>
                    <a:pt x="31" y="31"/>
                    <a:pt x="30" y="31"/>
                  </a:cubicBezTo>
                  <a:cubicBezTo>
                    <a:pt x="24" y="31"/>
                    <a:pt x="19" y="26"/>
                    <a:pt x="19" y="20"/>
                  </a:cubicBezTo>
                  <a:cubicBezTo>
                    <a:pt x="19" y="15"/>
                    <a:pt x="21" y="12"/>
                    <a:pt x="26" y="10"/>
                  </a:cubicBezTo>
                  <a:cubicBezTo>
                    <a:pt x="42" y="3"/>
                    <a:pt x="54" y="0"/>
                    <a:pt x="75" y="0"/>
                  </a:cubicBezTo>
                  <a:cubicBezTo>
                    <a:pt x="99" y="0"/>
                    <a:pt x="117" y="6"/>
                    <a:pt x="129" y="19"/>
                  </a:cubicBezTo>
                  <a:cubicBezTo>
                    <a:pt x="140" y="30"/>
                    <a:pt x="146" y="46"/>
                    <a:pt x="146" y="67"/>
                  </a:cubicBezTo>
                  <a:cubicBezTo>
                    <a:pt x="146" y="158"/>
                    <a:pt x="146" y="158"/>
                    <a:pt x="146" y="158"/>
                  </a:cubicBezTo>
                  <a:cubicBezTo>
                    <a:pt x="146" y="165"/>
                    <a:pt x="141" y="170"/>
                    <a:pt x="134" y="170"/>
                  </a:cubicBezTo>
                  <a:cubicBezTo>
                    <a:pt x="127" y="170"/>
                    <a:pt x="122" y="165"/>
                    <a:pt x="122" y="159"/>
                  </a:cubicBezTo>
                  <a:cubicBezTo>
                    <a:pt x="122" y="143"/>
                    <a:pt x="122" y="143"/>
                    <a:pt x="122" y="143"/>
                  </a:cubicBezTo>
                  <a:cubicBezTo>
                    <a:pt x="111" y="158"/>
                    <a:pt x="91" y="172"/>
                    <a:pt x="62" y="172"/>
                  </a:cubicBezTo>
                  <a:cubicBezTo>
                    <a:pt x="32" y="172"/>
                    <a:pt x="0" y="154"/>
                    <a:pt x="0" y="120"/>
                  </a:cubicBezTo>
                </a:path>
              </a:pathLst>
            </a:custGeom>
            <a:solidFill>
              <a:srgbClr val="717073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aseline="0" dirty="0"/>
            </a:p>
          </p:txBody>
        </p:sp>
        <p:sp>
          <p:nvSpPr>
            <p:cNvPr id="1134" name="Freeform 10">
              <a:extLst>
                <a:ext uri="{FF2B5EF4-FFF2-40B4-BE49-F238E27FC236}">
                  <a16:creationId xmlns:a16="http://schemas.microsoft.com/office/drawing/2014/main" id="{D3D2471D-B7BE-4028-A203-858BBDABE80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4138" y="5622925"/>
              <a:ext cx="1635125" cy="682625"/>
            </a:xfrm>
            <a:custGeom>
              <a:avLst/>
              <a:gdLst>
                <a:gd name="T0" fmla="*/ 49 w 435"/>
                <a:gd name="T1" fmla="*/ 18 h 179"/>
                <a:gd name="T2" fmla="*/ 17 w 435"/>
                <a:gd name="T3" fmla="*/ 6 h 179"/>
                <a:gd name="T4" fmla="*/ 6 w 435"/>
                <a:gd name="T5" fmla="*/ 37 h 179"/>
                <a:gd name="T6" fmla="*/ 58 w 435"/>
                <a:gd name="T7" fmla="*/ 152 h 179"/>
                <a:gd name="T8" fmla="*/ 92 w 435"/>
                <a:gd name="T9" fmla="*/ 179 h 179"/>
                <a:gd name="T10" fmla="*/ 125 w 435"/>
                <a:gd name="T11" fmla="*/ 152 h 179"/>
                <a:gd name="T12" fmla="*/ 171 w 435"/>
                <a:gd name="T13" fmla="*/ 51 h 179"/>
                <a:gd name="T14" fmla="*/ 178 w 435"/>
                <a:gd name="T15" fmla="*/ 46 h 179"/>
                <a:gd name="T16" fmla="*/ 185 w 435"/>
                <a:gd name="T17" fmla="*/ 54 h 179"/>
                <a:gd name="T18" fmla="*/ 185 w 435"/>
                <a:gd name="T19" fmla="*/ 151 h 179"/>
                <a:gd name="T20" fmla="*/ 209 w 435"/>
                <a:gd name="T21" fmla="*/ 179 h 179"/>
                <a:gd name="T22" fmla="*/ 234 w 435"/>
                <a:gd name="T23" fmla="*/ 151 h 179"/>
                <a:gd name="T24" fmla="*/ 234 w 435"/>
                <a:gd name="T25" fmla="*/ 72 h 179"/>
                <a:gd name="T26" fmla="*/ 260 w 435"/>
                <a:gd name="T27" fmla="*/ 46 h 179"/>
                <a:gd name="T28" fmla="*/ 285 w 435"/>
                <a:gd name="T29" fmla="*/ 72 h 179"/>
                <a:gd name="T30" fmla="*/ 285 w 435"/>
                <a:gd name="T31" fmla="*/ 151 h 179"/>
                <a:gd name="T32" fmla="*/ 310 w 435"/>
                <a:gd name="T33" fmla="*/ 179 h 179"/>
                <a:gd name="T34" fmla="*/ 334 w 435"/>
                <a:gd name="T35" fmla="*/ 151 h 179"/>
                <a:gd name="T36" fmla="*/ 334 w 435"/>
                <a:gd name="T37" fmla="*/ 72 h 179"/>
                <a:gd name="T38" fmla="*/ 360 w 435"/>
                <a:gd name="T39" fmla="*/ 46 h 179"/>
                <a:gd name="T40" fmla="*/ 385 w 435"/>
                <a:gd name="T41" fmla="*/ 72 h 179"/>
                <a:gd name="T42" fmla="*/ 385 w 435"/>
                <a:gd name="T43" fmla="*/ 151 h 179"/>
                <a:gd name="T44" fmla="*/ 410 w 435"/>
                <a:gd name="T45" fmla="*/ 179 h 179"/>
                <a:gd name="T46" fmla="*/ 435 w 435"/>
                <a:gd name="T47" fmla="*/ 151 h 179"/>
                <a:gd name="T48" fmla="*/ 435 w 435"/>
                <a:gd name="T49" fmla="*/ 61 h 179"/>
                <a:gd name="T50" fmla="*/ 375 w 435"/>
                <a:gd name="T51" fmla="*/ 4 h 179"/>
                <a:gd name="T52" fmla="*/ 323 w 435"/>
                <a:gd name="T53" fmla="*/ 26 h 179"/>
                <a:gd name="T54" fmla="*/ 272 w 435"/>
                <a:gd name="T55" fmla="*/ 4 h 179"/>
                <a:gd name="T56" fmla="*/ 223 w 435"/>
                <a:gd name="T57" fmla="*/ 26 h 179"/>
                <a:gd name="T58" fmla="*/ 178 w 435"/>
                <a:gd name="T59" fmla="*/ 4 h 179"/>
                <a:gd name="T60" fmla="*/ 125 w 435"/>
                <a:gd name="T61" fmla="*/ 40 h 179"/>
                <a:gd name="T62" fmla="*/ 92 w 435"/>
                <a:gd name="T63" fmla="*/ 119 h 179"/>
                <a:gd name="T64" fmla="*/ 49 w 435"/>
                <a:gd name="T65" fmla="*/ 18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35" h="179">
                  <a:moveTo>
                    <a:pt x="49" y="18"/>
                  </a:moveTo>
                  <a:cubicBezTo>
                    <a:pt x="43" y="6"/>
                    <a:pt x="30" y="0"/>
                    <a:pt x="17" y="6"/>
                  </a:cubicBezTo>
                  <a:cubicBezTo>
                    <a:pt x="5" y="12"/>
                    <a:pt x="0" y="25"/>
                    <a:pt x="6" y="37"/>
                  </a:cubicBezTo>
                  <a:cubicBezTo>
                    <a:pt x="58" y="152"/>
                    <a:pt x="58" y="152"/>
                    <a:pt x="58" y="152"/>
                  </a:cubicBezTo>
                  <a:cubicBezTo>
                    <a:pt x="67" y="169"/>
                    <a:pt x="75" y="179"/>
                    <a:pt x="92" y="179"/>
                  </a:cubicBezTo>
                  <a:cubicBezTo>
                    <a:pt x="109" y="179"/>
                    <a:pt x="117" y="169"/>
                    <a:pt x="125" y="152"/>
                  </a:cubicBezTo>
                  <a:cubicBezTo>
                    <a:pt x="125" y="152"/>
                    <a:pt x="171" y="52"/>
                    <a:pt x="171" y="51"/>
                  </a:cubicBezTo>
                  <a:cubicBezTo>
                    <a:pt x="172" y="50"/>
                    <a:pt x="173" y="46"/>
                    <a:pt x="178" y="46"/>
                  </a:cubicBezTo>
                  <a:cubicBezTo>
                    <a:pt x="182" y="47"/>
                    <a:pt x="185" y="50"/>
                    <a:pt x="185" y="54"/>
                  </a:cubicBezTo>
                  <a:cubicBezTo>
                    <a:pt x="185" y="151"/>
                    <a:pt x="185" y="151"/>
                    <a:pt x="185" y="151"/>
                  </a:cubicBezTo>
                  <a:cubicBezTo>
                    <a:pt x="185" y="166"/>
                    <a:pt x="193" y="179"/>
                    <a:pt x="209" y="179"/>
                  </a:cubicBezTo>
                  <a:cubicBezTo>
                    <a:pt x="225" y="179"/>
                    <a:pt x="234" y="166"/>
                    <a:pt x="234" y="151"/>
                  </a:cubicBezTo>
                  <a:cubicBezTo>
                    <a:pt x="234" y="72"/>
                    <a:pt x="234" y="72"/>
                    <a:pt x="234" y="72"/>
                  </a:cubicBezTo>
                  <a:cubicBezTo>
                    <a:pt x="234" y="56"/>
                    <a:pt x="245" y="46"/>
                    <a:pt x="260" y="46"/>
                  </a:cubicBezTo>
                  <a:cubicBezTo>
                    <a:pt x="275" y="46"/>
                    <a:pt x="285" y="57"/>
                    <a:pt x="285" y="72"/>
                  </a:cubicBezTo>
                  <a:cubicBezTo>
                    <a:pt x="285" y="151"/>
                    <a:pt x="285" y="151"/>
                    <a:pt x="285" y="151"/>
                  </a:cubicBezTo>
                  <a:cubicBezTo>
                    <a:pt x="285" y="166"/>
                    <a:pt x="294" y="179"/>
                    <a:pt x="310" y="179"/>
                  </a:cubicBezTo>
                  <a:cubicBezTo>
                    <a:pt x="326" y="179"/>
                    <a:pt x="334" y="166"/>
                    <a:pt x="334" y="151"/>
                  </a:cubicBezTo>
                  <a:cubicBezTo>
                    <a:pt x="334" y="72"/>
                    <a:pt x="334" y="72"/>
                    <a:pt x="334" y="72"/>
                  </a:cubicBezTo>
                  <a:cubicBezTo>
                    <a:pt x="334" y="56"/>
                    <a:pt x="345" y="46"/>
                    <a:pt x="360" y="46"/>
                  </a:cubicBezTo>
                  <a:cubicBezTo>
                    <a:pt x="375" y="46"/>
                    <a:pt x="385" y="57"/>
                    <a:pt x="385" y="72"/>
                  </a:cubicBezTo>
                  <a:cubicBezTo>
                    <a:pt x="385" y="151"/>
                    <a:pt x="385" y="151"/>
                    <a:pt x="385" y="151"/>
                  </a:cubicBezTo>
                  <a:cubicBezTo>
                    <a:pt x="385" y="166"/>
                    <a:pt x="394" y="179"/>
                    <a:pt x="410" y="179"/>
                  </a:cubicBezTo>
                  <a:cubicBezTo>
                    <a:pt x="426" y="179"/>
                    <a:pt x="435" y="166"/>
                    <a:pt x="435" y="151"/>
                  </a:cubicBezTo>
                  <a:cubicBezTo>
                    <a:pt x="435" y="61"/>
                    <a:pt x="435" y="61"/>
                    <a:pt x="435" y="61"/>
                  </a:cubicBezTo>
                  <a:cubicBezTo>
                    <a:pt x="435" y="27"/>
                    <a:pt x="408" y="4"/>
                    <a:pt x="375" y="4"/>
                  </a:cubicBezTo>
                  <a:cubicBezTo>
                    <a:pt x="343" y="4"/>
                    <a:pt x="323" y="26"/>
                    <a:pt x="323" y="26"/>
                  </a:cubicBezTo>
                  <a:cubicBezTo>
                    <a:pt x="312" y="12"/>
                    <a:pt x="297" y="4"/>
                    <a:pt x="272" y="4"/>
                  </a:cubicBezTo>
                  <a:cubicBezTo>
                    <a:pt x="246" y="4"/>
                    <a:pt x="223" y="26"/>
                    <a:pt x="223" y="26"/>
                  </a:cubicBezTo>
                  <a:cubicBezTo>
                    <a:pt x="212" y="12"/>
                    <a:pt x="194" y="4"/>
                    <a:pt x="178" y="4"/>
                  </a:cubicBezTo>
                  <a:cubicBezTo>
                    <a:pt x="155" y="4"/>
                    <a:pt x="136" y="14"/>
                    <a:pt x="125" y="40"/>
                  </a:cubicBezTo>
                  <a:cubicBezTo>
                    <a:pt x="92" y="119"/>
                    <a:pt x="92" y="119"/>
                    <a:pt x="92" y="119"/>
                  </a:cubicBezTo>
                  <a:lnTo>
                    <a:pt x="49" y="18"/>
                  </a:lnTo>
                  <a:close/>
                </a:path>
              </a:pathLst>
            </a:custGeom>
            <a:solidFill>
              <a:srgbClr val="717073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aseline="0" dirty="0"/>
            </a:p>
          </p:txBody>
        </p:sp>
        <p:sp>
          <p:nvSpPr>
            <p:cNvPr id="1135" name="Freeform 11">
              <a:extLst>
                <a:ext uri="{FF2B5EF4-FFF2-40B4-BE49-F238E27FC236}">
                  <a16:creationId xmlns:a16="http://schemas.microsoft.com/office/drawing/2014/main" id="{4CB9E2A8-8617-429C-B073-F966EDB4DAC3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4097338" y="5649913"/>
              <a:ext cx="149225" cy="157163"/>
            </a:xfrm>
            <a:custGeom>
              <a:avLst/>
              <a:gdLst>
                <a:gd name="T0" fmla="*/ 37 w 40"/>
                <a:gd name="T1" fmla="*/ 20 h 41"/>
                <a:gd name="T2" fmla="*/ 37 w 40"/>
                <a:gd name="T3" fmla="*/ 20 h 41"/>
                <a:gd name="T4" fmla="*/ 20 w 40"/>
                <a:gd name="T5" fmla="*/ 4 h 41"/>
                <a:gd name="T6" fmla="*/ 3 w 40"/>
                <a:gd name="T7" fmla="*/ 20 h 41"/>
                <a:gd name="T8" fmla="*/ 3 w 40"/>
                <a:gd name="T9" fmla="*/ 21 h 41"/>
                <a:gd name="T10" fmla="*/ 20 w 40"/>
                <a:gd name="T11" fmla="*/ 37 h 41"/>
                <a:gd name="T12" fmla="*/ 37 w 40"/>
                <a:gd name="T13" fmla="*/ 20 h 41"/>
                <a:gd name="T14" fmla="*/ 0 w 40"/>
                <a:gd name="T15" fmla="*/ 21 h 41"/>
                <a:gd name="T16" fmla="*/ 0 w 40"/>
                <a:gd name="T17" fmla="*/ 20 h 41"/>
                <a:gd name="T18" fmla="*/ 20 w 40"/>
                <a:gd name="T19" fmla="*/ 0 h 41"/>
                <a:gd name="T20" fmla="*/ 40 w 40"/>
                <a:gd name="T21" fmla="*/ 20 h 41"/>
                <a:gd name="T22" fmla="*/ 40 w 40"/>
                <a:gd name="T23" fmla="*/ 20 h 41"/>
                <a:gd name="T24" fmla="*/ 20 w 40"/>
                <a:gd name="T25" fmla="*/ 41 h 41"/>
                <a:gd name="T26" fmla="*/ 0 w 40"/>
                <a:gd name="T27" fmla="*/ 21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0" h="41">
                  <a:moveTo>
                    <a:pt x="37" y="20"/>
                  </a:moveTo>
                  <a:cubicBezTo>
                    <a:pt x="37" y="20"/>
                    <a:pt x="37" y="20"/>
                    <a:pt x="37" y="20"/>
                  </a:cubicBezTo>
                  <a:cubicBezTo>
                    <a:pt x="37" y="11"/>
                    <a:pt x="29" y="4"/>
                    <a:pt x="20" y="4"/>
                  </a:cubicBezTo>
                  <a:cubicBezTo>
                    <a:pt x="11" y="4"/>
                    <a:pt x="3" y="11"/>
                    <a:pt x="3" y="20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3" y="30"/>
                    <a:pt x="11" y="37"/>
                    <a:pt x="20" y="37"/>
                  </a:cubicBezTo>
                  <a:cubicBezTo>
                    <a:pt x="29" y="37"/>
                    <a:pt x="37" y="30"/>
                    <a:pt x="37" y="20"/>
                  </a:cubicBezTo>
                  <a:moveTo>
                    <a:pt x="0" y="21"/>
                  </a:moveTo>
                  <a:cubicBezTo>
                    <a:pt x="0" y="20"/>
                    <a:pt x="0" y="20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20"/>
                    <a:pt x="40" y="20"/>
                    <a:pt x="40" y="20"/>
                  </a:cubicBezTo>
                  <a:cubicBezTo>
                    <a:pt x="40" y="32"/>
                    <a:pt x="31" y="41"/>
                    <a:pt x="20" y="41"/>
                  </a:cubicBezTo>
                  <a:cubicBezTo>
                    <a:pt x="8" y="41"/>
                    <a:pt x="0" y="32"/>
                    <a:pt x="0" y="21"/>
                  </a:cubicBezTo>
                </a:path>
              </a:pathLst>
            </a:custGeom>
            <a:solidFill>
              <a:srgbClr val="717073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aseline="0" dirty="0"/>
            </a:p>
          </p:txBody>
        </p:sp>
        <p:sp>
          <p:nvSpPr>
            <p:cNvPr id="1136" name="Freeform 12">
              <a:extLst>
                <a:ext uri="{FF2B5EF4-FFF2-40B4-BE49-F238E27FC236}">
                  <a16:creationId xmlns:a16="http://schemas.microsoft.com/office/drawing/2014/main" id="{71A43D73-6DE7-4E70-A52B-D910CAE4CA3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4141788" y="5688013"/>
              <a:ext cx="63500" cy="76200"/>
            </a:xfrm>
            <a:custGeom>
              <a:avLst/>
              <a:gdLst>
                <a:gd name="T0" fmla="*/ 9 w 17"/>
                <a:gd name="T1" fmla="*/ 10 h 20"/>
                <a:gd name="T2" fmla="*/ 12 w 17"/>
                <a:gd name="T3" fmla="*/ 7 h 20"/>
                <a:gd name="T4" fmla="*/ 12 w 17"/>
                <a:gd name="T5" fmla="*/ 7 h 20"/>
                <a:gd name="T6" fmla="*/ 9 w 17"/>
                <a:gd name="T7" fmla="*/ 4 h 20"/>
                <a:gd name="T8" fmla="*/ 5 w 17"/>
                <a:gd name="T9" fmla="*/ 4 h 20"/>
                <a:gd name="T10" fmla="*/ 5 w 17"/>
                <a:gd name="T11" fmla="*/ 10 h 20"/>
                <a:gd name="T12" fmla="*/ 9 w 17"/>
                <a:gd name="T13" fmla="*/ 10 h 20"/>
                <a:gd name="T14" fmla="*/ 0 w 17"/>
                <a:gd name="T15" fmla="*/ 2 h 20"/>
                <a:gd name="T16" fmla="*/ 2 w 17"/>
                <a:gd name="T17" fmla="*/ 0 h 20"/>
                <a:gd name="T18" fmla="*/ 9 w 17"/>
                <a:gd name="T19" fmla="*/ 0 h 20"/>
                <a:gd name="T20" fmla="*/ 15 w 17"/>
                <a:gd name="T21" fmla="*/ 2 h 20"/>
                <a:gd name="T22" fmla="*/ 17 w 17"/>
                <a:gd name="T23" fmla="*/ 7 h 20"/>
                <a:gd name="T24" fmla="*/ 17 w 17"/>
                <a:gd name="T25" fmla="*/ 7 h 20"/>
                <a:gd name="T26" fmla="*/ 13 w 17"/>
                <a:gd name="T27" fmla="*/ 13 h 20"/>
                <a:gd name="T28" fmla="*/ 16 w 17"/>
                <a:gd name="T29" fmla="*/ 17 h 20"/>
                <a:gd name="T30" fmla="*/ 16 w 17"/>
                <a:gd name="T31" fmla="*/ 18 h 20"/>
                <a:gd name="T32" fmla="*/ 14 w 17"/>
                <a:gd name="T33" fmla="*/ 20 h 20"/>
                <a:gd name="T34" fmla="*/ 12 w 17"/>
                <a:gd name="T35" fmla="*/ 19 h 20"/>
                <a:gd name="T36" fmla="*/ 8 w 17"/>
                <a:gd name="T37" fmla="*/ 14 h 20"/>
                <a:gd name="T38" fmla="*/ 5 w 17"/>
                <a:gd name="T39" fmla="*/ 14 h 20"/>
                <a:gd name="T40" fmla="*/ 5 w 17"/>
                <a:gd name="T41" fmla="*/ 18 h 20"/>
                <a:gd name="T42" fmla="*/ 2 w 17"/>
                <a:gd name="T43" fmla="*/ 20 h 20"/>
                <a:gd name="T44" fmla="*/ 0 w 17"/>
                <a:gd name="T45" fmla="*/ 18 h 20"/>
                <a:gd name="T46" fmla="*/ 0 w 17"/>
                <a:gd name="T47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7" h="20">
                  <a:moveTo>
                    <a:pt x="9" y="10"/>
                  </a:moveTo>
                  <a:cubicBezTo>
                    <a:pt x="11" y="10"/>
                    <a:pt x="12" y="9"/>
                    <a:pt x="12" y="7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2" y="5"/>
                    <a:pt x="11" y="4"/>
                    <a:pt x="9" y="4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5" y="10"/>
                    <a:pt x="5" y="10"/>
                    <a:pt x="5" y="10"/>
                  </a:cubicBezTo>
                  <a:lnTo>
                    <a:pt x="9" y="10"/>
                  </a:lnTo>
                  <a:close/>
                  <a:moveTo>
                    <a:pt x="0" y="2"/>
                  </a:moveTo>
                  <a:cubicBezTo>
                    <a:pt x="0" y="1"/>
                    <a:pt x="1" y="0"/>
                    <a:pt x="2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12" y="0"/>
                    <a:pt x="14" y="1"/>
                    <a:pt x="15" y="2"/>
                  </a:cubicBezTo>
                  <a:cubicBezTo>
                    <a:pt x="16" y="3"/>
                    <a:pt x="17" y="5"/>
                    <a:pt x="17" y="7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17" y="10"/>
                    <a:pt x="15" y="12"/>
                    <a:pt x="13" y="13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7"/>
                    <a:pt x="16" y="18"/>
                    <a:pt x="16" y="18"/>
                  </a:cubicBezTo>
                  <a:cubicBezTo>
                    <a:pt x="16" y="19"/>
                    <a:pt x="15" y="20"/>
                    <a:pt x="14" y="20"/>
                  </a:cubicBezTo>
                  <a:cubicBezTo>
                    <a:pt x="13" y="20"/>
                    <a:pt x="13" y="20"/>
                    <a:pt x="12" y="19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9"/>
                    <a:pt x="4" y="20"/>
                    <a:pt x="2" y="20"/>
                  </a:cubicBezTo>
                  <a:cubicBezTo>
                    <a:pt x="1" y="20"/>
                    <a:pt x="0" y="19"/>
                    <a:pt x="0" y="18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717073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aseline="0" dirty="0"/>
            </a:p>
          </p:txBody>
        </p:sp>
      </p:grpSp>
      <p:sp>
        <p:nvSpPr>
          <p:cNvPr id="502" name="Freeform: Shape 501">
            <a:extLst>
              <a:ext uri="{FF2B5EF4-FFF2-40B4-BE49-F238E27FC236}">
                <a16:creationId xmlns:a16="http://schemas.microsoft.com/office/drawing/2014/main" id="{CD63DCC4-8271-40D4-A5AA-50A309573A43}"/>
              </a:ext>
            </a:extLst>
          </p:cNvPr>
          <p:cNvSpPr/>
          <p:nvPr/>
        </p:nvSpPr>
        <p:spPr bwMode="black">
          <a:xfrm>
            <a:off x="565464" y="2687486"/>
            <a:ext cx="45719" cy="1412491"/>
          </a:xfrm>
          <a:custGeom>
            <a:avLst/>
            <a:gdLst>
              <a:gd name="connsiteX0" fmla="*/ 0 w 45719"/>
              <a:gd name="connsiteY0" fmla="*/ 0 h 1412491"/>
              <a:gd name="connsiteX1" fmla="*/ 45719 w 45719"/>
              <a:gd name="connsiteY1" fmla="*/ 0 h 1412491"/>
              <a:gd name="connsiteX2" fmla="*/ 45719 w 45719"/>
              <a:gd name="connsiteY2" fmla="*/ 45129 h 1412491"/>
              <a:gd name="connsiteX3" fmla="*/ 45719 w 45719"/>
              <a:gd name="connsiteY3" fmla="*/ 1367362 h 1412491"/>
              <a:gd name="connsiteX4" fmla="*/ 45719 w 45719"/>
              <a:gd name="connsiteY4" fmla="*/ 1412491 h 1412491"/>
              <a:gd name="connsiteX5" fmla="*/ 0 w 45719"/>
              <a:gd name="connsiteY5" fmla="*/ 1412491 h 1412491"/>
              <a:gd name="connsiteX6" fmla="*/ 0 w 45719"/>
              <a:gd name="connsiteY6" fmla="*/ 1367362 h 1412491"/>
              <a:gd name="connsiteX7" fmla="*/ 0 w 45719"/>
              <a:gd name="connsiteY7" fmla="*/ 45129 h 141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719" h="1412491">
                <a:moveTo>
                  <a:pt x="0" y="0"/>
                </a:moveTo>
                <a:lnTo>
                  <a:pt x="45719" y="0"/>
                </a:lnTo>
                <a:lnTo>
                  <a:pt x="45719" y="45129"/>
                </a:lnTo>
                <a:lnTo>
                  <a:pt x="45719" y="1367362"/>
                </a:lnTo>
                <a:lnTo>
                  <a:pt x="45719" y="1412491"/>
                </a:lnTo>
                <a:lnTo>
                  <a:pt x="0" y="1412491"/>
                </a:lnTo>
                <a:lnTo>
                  <a:pt x="0" y="1367362"/>
                </a:lnTo>
                <a:lnTo>
                  <a:pt x="0" y="45129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177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ist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0F1D41E-848B-4178-A0D2-2A18C6921400}"/>
              </a:ext>
            </a:extLst>
          </p:cNvPr>
          <p:cNvSpPr/>
          <p:nvPr userDrawn="1"/>
        </p:nvSpPr>
        <p:spPr bwMode="hidden">
          <a:xfrm>
            <a:off x="0" y="0"/>
            <a:ext cx="12188822" cy="433228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Right Triangle 5">
            <a:extLst>
              <a:ext uri="{FF2B5EF4-FFF2-40B4-BE49-F238E27FC236}">
                <a16:creationId xmlns:a16="http://schemas.microsoft.com/office/drawing/2014/main" id="{33F19DD3-CF82-47C1-A5CA-791D0612BF86}"/>
              </a:ext>
            </a:extLst>
          </p:cNvPr>
          <p:cNvSpPr/>
          <p:nvPr userDrawn="1"/>
        </p:nvSpPr>
        <p:spPr bwMode="hidden">
          <a:xfrm>
            <a:off x="5193" y="0"/>
            <a:ext cx="4329112" cy="4329112"/>
          </a:xfrm>
          <a:prstGeom prst="rtTriangle">
            <a:avLst/>
          </a:prstGeom>
          <a:solidFill>
            <a:schemeClr val="accent1">
              <a:lumMod val="75000"/>
              <a:alpha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1ED419A-30D8-44AB-9256-156B54D449CD}"/>
              </a:ext>
            </a:extLst>
          </p:cNvPr>
          <p:cNvSpPr/>
          <p:nvPr userDrawn="1"/>
        </p:nvSpPr>
        <p:spPr bwMode="white">
          <a:xfrm>
            <a:off x="672527" y="722997"/>
            <a:ext cx="4470400" cy="4470400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441D50E-6C1F-492D-AA2F-1CE1D494AAF1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white">
          <a:xfrm>
            <a:off x="5849846" y="2509012"/>
            <a:ext cx="45719" cy="13673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4BDA96F-134D-4855-8751-F1043ABF3B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96000" y="2667000"/>
            <a:ext cx="5351463" cy="1016000"/>
          </a:xfrm>
        </p:spPr>
        <p:txBody>
          <a:bodyPr anchor="ctr"/>
          <a:lstStyle>
            <a:lvl1pPr>
              <a:spcBef>
                <a:spcPts val="0"/>
              </a:spcBef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3" name="Chart Placeholder 22">
            <a:extLst>
              <a:ext uri="{FF2B5EF4-FFF2-40B4-BE49-F238E27FC236}">
                <a16:creationId xmlns:a16="http://schemas.microsoft.com/office/drawing/2014/main" id="{4093E53D-7586-4113-99BD-F45F1343692F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662672" y="722997"/>
            <a:ext cx="4480256" cy="4480256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 dirty="0"/>
              <a:t>Click to insert a </a:t>
            </a:r>
            <a:br>
              <a:rPr lang="en-US" dirty="0"/>
            </a:br>
            <a:r>
              <a:rPr lang="en-US" dirty="0"/>
              <a:t>Doughnut chart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C4F4198-4BE0-4282-8B86-20DED598DC1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08330" y="5507147"/>
            <a:ext cx="1371064" cy="423862"/>
          </a:xfrm>
        </p:spPr>
        <p:txBody>
          <a:bodyPr/>
          <a:lstStyle>
            <a:lvl1pPr algn="l">
              <a:defRPr sz="120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0" name="Text Placeholder 12">
            <a:extLst>
              <a:ext uri="{FF2B5EF4-FFF2-40B4-BE49-F238E27FC236}">
                <a16:creationId xmlns:a16="http://schemas.microsoft.com/office/drawing/2014/main" id="{4B5F4E67-F2E8-4777-B495-668C321DCB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436416" y="5507147"/>
            <a:ext cx="1371064" cy="423862"/>
          </a:xfrm>
        </p:spPr>
        <p:txBody>
          <a:bodyPr/>
          <a:lstStyle>
            <a:lvl1pPr algn="l">
              <a:defRPr sz="12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1" name="Text Placeholder 12">
            <a:extLst>
              <a:ext uri="{FF2B5EF4-FFF2-40B4-BE49-F238E27FC236}">
                <a16:creationId xmlns:a16="http://schemas.microsoft.com/office/drawing/2014/main" id="{704846F3-64ED-4181-8AEC-68B9734DA96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261103" y="5507147"/>
            <a:ext cx="1371064" cy="423862"/>
          </a:xfrm>
        </p:spPr>
        <p:txBody>
          <a:bodyPr/>
          <a:lstStyle>
            <a:lvl1pPr algn="l">
              <a:defRPr sz="12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2" name="Text Placeholder 12">
            <a:extLst>
              <a:ext uri="{FF2B5EF4-FFF2-40B4-BE49-F238E27FC236}">
                <a16:creationId xmlns:a16="http://schemas.microsoft.com/office/drawing/2014/main" id="{DD17F439-D919-44B7-889F-96A1DAF172D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88109" y="5507147"/>
            <a:ext cx="1371064" cy="423862"/>
          </a:xfrm>
        </p:spPr>
        <p:txBody>
          <a:bodyPr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3" name="Text Placeholder 12">
            <a:extLst>
              <a:ext uri="{FF2B5EF4-FFF2-40B4-BE49-F238E27FC236}">
                <a16:creationId xmlns:a16="http://schemas.microsoft.com/office/drawing/2014/main" id="{0DA74846-CC03-44FE-9AE5-4975E808F8A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920672" y="5507147"/>
            <a:ext cx="1371064" cy="423862"/>
          </a:xfrm>
        </p:spPr>
        <p:txBody>
          <a:bodyPr/>
          <a:lstStyle>
            <a:lvl1pPr algn="l">
              <a:defRPr sz="12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4" name="Text Placeholder 12">
            <a:extLst>
              <a:ext uri="{FF2B5EF4-FFF2-40B4-BE49-F238E27FC236}">
                <a16:creationId xmlns:a16="http://schemas.microsoft.com/office/drawing/2014/main" id="{EB51A67B-FBDC-4AB8-B81A-6B6B96D04F4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750028" y="5507147"/>
            <a:ext cx="1371064" cy="423862"/>
          </a:xfrm>
        </p:spPr>
        <p:txBody>
          <a:bodyPr/>
          <a:lstStyle>
            <a:lvl1pPr algn="l">
              <a:defRPr sz="12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C03ACE7-B591-43FD-A636-47D01F482F04}"/>
              </a:ext>
            </a:extLst>
          </p:cNvPr>
          <p:cNvSpPr txBox="1"/>
          <p:nvPr userDrawn="1"/>
        </p:nvSpPr>
        <p:spPr>
          <a:xfrm>
            <a:off x="11490941" y="6388099"/>
            <a:ext cx="437990" cy="3651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90000"/>
              </a:lnSpc>
            </a:pPr>
            <a:fld id="{7A51DB15-7364-4F0B-A3A0-1309F8830053}" type="slidenum">
              <a:rPr lang="en-US" sz="800" smtClean="0">
                <a:latin typeface="+mj-lt"/>
              </a:rPr>
              <a:pPr algn="r">
                <a:lnSpc>
                  <a:spcPct val="90000"/>
                </a:lnSpc>
              </a:pPr>
              <a:t>‹#›</a:t>
            </a:fld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72214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5025D71-18A5-4A22-8386-917E1B08C46A}"/>
              </a:ext>
            </a:extLst>
          </p:cNvPr>
          <p:cNvSpPr txBox="1"/>
          <p:nvPr userDrawn="1"/>
        </p:nvSpPr>
        <p:spPr>
          <a:xfrm>
            <a:off x="11490941" y="6388099"/>
            <a:ext cx="437990" cy="3651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90000"/>
              </a:lnSpc>
            </a:pPr>
            <a:fld id="{7A51DB15-7364-4F0B-A3A0-1309F8830053}" type="slidenum">
              <a:rPr lang="en-US" sz="800" smtClean="0">
                <a:latin typeface="+mj-lt"/>
              </a:rPr>
              <a:pPr algn="r">
                <a:lnSpc>
                  <a:spcPct val="90000"/>
                </a:lnSpc>
              </a:pPr>
              <a:t>‹#›</a:t>
            </a:fld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042834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/ 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EA73C23-56DE-4A7B-B974-6593CE39F4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ltGray">
          <a:xfrm flipH="1" flipV="1">
            <a:off x="4129912" y="0"/>
            <a:ext cx="8058913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4041" y="3728720"/>
            <a:ext cx="6427328" cy="1229360"/>
          </a:xfrm>
        </p:spPr>
        <p:txBody>
          <a:bodyPr wrap="square" anchor="b"/>
          <a:lstStyle>
            <a:lvl1pPr algn="l">
              <a:defRPr sz="5000" b="0" cap="none" baseline="0"/>
            </a:lvl1pPr>
          </a:lstStyle>
          <a:p>
            <a:r>
              <a:rPr lang="en-US" dirty="0"/>
              <a:t>Thank You</a:t>
            </a:r>
          </a:p>
        </p:txBody>
      </p: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78885EFB-2229-4796-8D57-8C571C2535ED}"/>
              </a:ext>
            </a:extLst>
          </p:cNvPr>
          <p:cNvGrpSpPr/>
          <p:nvPr userDrawn="1"/>
        </p:nvGrpSpPr>
        <p:grpSpPr bwMode="black">
          <a:xfrm>
            <a:off x="617878" y="6446044"/>
            <a:ext cx="1099793" cy="173355"/>
            <a:chOff x="-84138" y="5622925"/>
            <a:chExt cx="4330701" cy="682626"/>
          </a:xfrm>
        </p:grpSpPr>
        <p:sp>
          <p:nvSpPr>
            <p:cNvPr id="141" name="Freeform 6">
              <a:extLst>
                <a:ext uri="{FF2B5EF4-FFF2-40B4-BE49-F238E27FC236}">
                  <a16:creationId xmlns:a16="http://schemas.microsoft.com/office/drawing/2014/main" id="{CED77201-EF96-4E69-992A-CF56FF08D6C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1589088" y="5649913"/>
              <a:ext cx="914400" cy="647700"/>
            </a:xfrm>
            <a:custGeom>
              <a:avLst/>
              <a:gdLst>
                <a:gd name="T0" fmla="*/ 52 w 243"/>
                <a:gd name="T1" fmla="*/ 159 h 170"/>
                <a:gd name="T2" fmla="*/ 2 w 243"/>
                <a:gd name="T3" fmla="*/ 19 h 170"/>
                <a:gd name="T4" fmla="*/ 0 w 243"/>
                <a:gd name="T5" fmla="*/ 12 h 170"/>
                <a:gd name="T6" fmla="*/ 13 w 243"/>
                <a:gd name="T7" fmla="*/ 0 h 170"/>
                <a:gd name="T8" fmla="*/ 25 w 243"/>
                <a:gd name="T9" fmla="*/ 11 h 170"/>
                <a:gd name="T10" fmla="*/ 67 w 243"/>
                <a:gd name="T11" fmla="*/ 131 h 170"/>
                <a:gd name="T12" fmla="*/ 109 w 243"/>
                <a:gd name="T13" fmla="*/ 10 h 170"/>
                <a:gd name="T14" fmla="*/ 121 w 243"/>
                <a:gd name="T15" fmla="*/ 0 h 170"/>
                <a:gd name="T16" fmla="*/ 122 w 243"/>
                <a:gd name="T17" fmla="*/ 0 h 170"/>
                <a:gd name="T18" fmla="*/ 135 w 243"/>
                <a:gd name="T19" fmla="*/ 10 h 170"/>
                <a:gd name="T20" fmla="*/ 177 w 243"/>
                <a:gd name="T21" fmla="*/ 131 h 170"/>
                <a:gd name="T22" fmla="*/ 219 w 243"/>
                <a:gd name="T23" fmla="*/ 10 h 170"/>
                <a:gd name="T24" fmla="*/ 231 w 243"/>
                <a:gd name="T25" fmla="*/ 0 h 170"/>
                <a:gd name="T26" fmla="*/ 243 w 243"/>
                <a:gd name="T27" fmla="*/ 12 h 170"/>
                <a:gd name="T28" fmla="*/ 241 w 243"/>
                <a:gd name="T29" fmla="*/ 19 h 170"/>
                <a:gd name="T30" fmla="*/ 191 w 243"/>
                <a:gd name="T31" fmla="*/ 159 h 170"/>
                <a:gd name="T32" fmla="*/ 177 w 243"/>
                <a:gd name="T33" fmla="*/ 170 h 170"/>
                <a:gd name="T34" fmla="*/ 176 w 243"/>
                <a:gd name="T35" fmla="*/ 170 h 170"/>
                <a:gd name="T36" fmla="*/ 163 w 243"/>
                <a:gd name="T37" fmla="*/ 159 h 170"/>
                <a:gd name="T38" fmla="*/ 122 w 243"/>
                <a:gd name="T39" fmla="*/ 40 h 170"/>
                <a:gd name="T40" fmla="*/ 80 w 243"/>
                <a:gd name="T41" fmla="*/ 159 h 170"/>
                <a:gd name="T42" fmla="*/ 66 w 243"/>
                <a:gd name="T43" fmla="*/ 170 h 170"/>
                <a:gd name="T44" fmla="*/ 66 w 243"/>
                <a:gd name="T45" fmla="*/ 170 h 170"/>
                <a:gd name="T46" fmla="*/ 52 w 243"/>
                <a:gd name="T47" fmla="*/ 159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43" h="170">
                  <a:moveTo>
                    <a:pt x="52" y="159"/>
                  </a:moveTo>
                  <a:cubicBezTo>
                    <a:pt x="2" y="19"/>
                    <a:pt x="2" y="19"/>
                    <a:pt x="2" y="19"/>
                  </a:cubicBezTo>
                  <a:cubicBezTo>
                    <a:pt x="1" y="17"/>
                    <a:pt x="0" y="14"/>
                    <a:pt x="0" y="12"/>
                  </a:cubicBezTo>
                  <a:cubicBezTo>
                    <a:pt x="0" y="6"/>
                    <a:pt x="5" y="0"/>
                    <a:pt x="13" y="0"/>
                  </a:cubicBezTo>
                  <a:cubicBezTo>
                    <a:pt x="19" y="0"/>
                    <a:pt x="23" y="4"/>
                    <a:pt x="25" y="11"/>
                  </a:cubicBezTo>
                  <a:cubicBezTo>
                    <a:pt x="67" y="131"/>
                    <a:pt x="67" y="131"/>
                    <a:pt x="67" y="131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11" y="4"/>
                    <a:pt x="114" y="0"/>
                    <a:pt x="121" y="0"/>
                  </a:cubicBezTo>
                  <a:cubicBezTo>
                    <a:pt x="122" y="0"/>
                    <a:pt x="122" y="0"/>
                    <a:pt x="122" y="0"/>
                  </a:cubicBezTo>
                  <a:cubicBezTo>
                    <a:pt x="129" y="0"/>
                    <a:pt x="133" y="4"/>
                    <a:pt x="135" y="10"/>
                  </a:cubicBezTo>
                  <a:cubicBezTo>
                    <a:pt x="177" y="131"/>
                    <a:pt x="177" y="131"/>
                    <a:pt x="177" y="131"/>
                  </a:cubicBezTo>
                  <a:cubicBezTo>
                    <a:pt x="219" y="10"/>
                    <a:pt x="219" y="10"/>
                    <a:pt x="219" y="10"/>
                  </a:cubicBezTo>
                  <a:cubicBezTo>
                    <a:pt x="221" y="5"/>
                    <a:pt x="224" y="0"/>
                    <a:pt x="231" y="0"/>
                  </a:cubicBezTo>
                  <a:cubicBezTo>
                    <a:pt x="238" y="0"/>
                    <a:pt x="243" y="6"/>
                    <a:pt x="243" y="12"/>
                  </a:cubicBezTo>
                  <a:cubicBezTo>
                    <a:pt x="243" y="14"/>
                    <a:pt x="242" y="17"/>
                    <a:pt x="241" y="19"/>
                  </a:cubicBezTo>
                  <a:cubicBezTo>
                    <a:pt x="191" y="159"/>
                    <a:pt x="191" y="159"/>
                    <a:pt x="191" y="159"/>
                  </a:cubicBezTo>
                  <a:cubicBezTo>
                    <a:pt x="188" y="166"/>
                    <a:pt x="183" y="170"/>
                    <a:pt x="177" y="170"/>
                  </a:cubicBezTo>
                  <a:cubicBezTo>
                    <a:pt x="176" y="170"/>
                    <a:pt x="176" y="170"/>
                    <a:pt x="176" y="170"/>
                  </a:cubicBezTo>
                  <a:cubicBezTo>
                    <a:pt x="170" y="170"/>
                    <a:pt x="165" y="166"/>
                    <a:pt x="163" y="159"/>
                  </a:cubicBezTo>
                  <a:cubicBezTo>
                    <a:pt x="122" y="40"/>
                    <a:pt x="122" y="40"/>
                    <a:pt x="122" y="40"/>
                  </a:cubicBezTo>
                  <a:cubicBezTo>
                    <a:pt x="80" y="159"/>
                    <a:pt x="80" y="159"/>
                    <a:pt x="80" y="159"/>
                  </a:cubicBezTo>
                  <a:cubicBezTo>
                    <a:pt x="78" y="166"/>
                    <a:pt x="73" y="170"/>
                    <a:pt x="66" y="170"/>
                  </a:cubicBezTo>
                  <a:cubicBezTo>
                    <a:pt x="66" y="170"/>
                    <a:pt x="66" y="170"/>
                    <a:pt x="66" y="170"/>
                  </a:cubicBezTo>
                  <a:cubicBezTo>
                    <a:pt x="60" y="170"/>
                    <a:pt x="55" y="166"/>
                    <a:pt x="52" y="159"/>
                  </a:cubicBezTo>
                </a:path>
              </a:pathLst>
            </a:custGeom>
            <a:solidFill>
              <a:srgbClr val="7170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aseline="0" dirty="0"/>
            </a:p>
          </p:txBody>
        </p:sp>
        <p:sp>
          <p:nvSpPr>
            <p:cNvPr id="142" name="Freeform 7">
              <a:extLst>
                <a:ext uri="{FF2B5EF4-FFF2-40B4-BE49-F238E27FC236}">
                  <a16:creationId xmlns:a16="http://schemas.microsoft.com/office/drawing/2014/main" id="{F0E8F838-CCAD-4AD0-BFCB-F9EBD64AA16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3163888" y="5649913"/>
              <a:ext cx="354013" cy="647700"/>
            </a:xfrm>
            <a:custGeom>
              <a:avLst/>
              <a:gdLst>
                <a:gd name="T0" fmla="*/ 0 w 94"/>
                <a:gd name="T1" fmla="*/ 13 h 170"/>
                <a:gd name="T2" fmla="*/ 12 w 94"/>
                <a:gd name="T3" fmla="*/ 0 h 170"/>
                <a:gd name="T4" fmla="*/ 24 w 94"/>
                <a:gd name="T5" fmla="*/ 13 h 170"/>
                <a:gd name="T6" fmla="*/ 24 w 94"/>
                <a:gd name="T7" fmla="*/ 41 h 170"/>
                <a:gd name="T8" fmla="*/ 82 w 94"/>
                <a:gd name="T9" fmla="*/ 0 h 170"/>
                <a:gd name="T10" fmla="*/ 94 w 94"/>
                <a:gd name="T11" fmla="*/ 13 h 170"/>
                <a:gd name="T12" fmla="*/ 83 w 94"/>
                <a:gd name="T13" fmla="*/ 25 h 170"/>
                <a:gd name="T14" fmla="*/ 24 w 94"/>
                <a:gd name="T15" fmla="*/ 101 h 170"/>
                <a:gd name="T16" fmla="*/ 24 w 94"/>
                <a:gd name="T17" fmla="*/ 157 h 170"/>
                <a:gd name="T18" fmla="*/ 12 w 94"/>
                <a:gd name="T19" fmla="*/ 170 h 170"/>
                <a:gd name="T20" fmla="*/ 0 w 94"/>
                <a:gd name="T21" fmla="*/ 157 h 170"/>
                <a:gd name="T22" fmla="*/ 0 w 94"/>
                <a:gd name="T23" fmla="*/ 13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4" h="170">
                  <a:moveTo>
                    <a:pt x="0" y="13"/>
                  </a:moveTo>
                  <a:cubicBezTo>
                    <a:pt x="0" y="6"/>
                    <a:pt x="5" y="0"/>
                    <a:pt x="12" y="0"/>
                  </a:cubicBezTo>
                  <a:cubicBezTo>
                    <a:pt x="19" y="0"/>
                    <a:pt x="24" y="5"/>
                    <a:pt x="24" y="13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37" y="13"/>
                    <a:pt x="64" y="0"/>
                    <a:pt x="82" y="0"/>
                  </a:cubicBezTo>
                  <a:cubicBezTo>
                    <a:pt x="89" y="0"/>
                    <a:pt x="94" y="6"/>
                    <a:pt x="94" y="13"/>
                  </a:cubicBezTo>
                  <a:cubicBezTo>
                    <a:pt x="94" y="20"/>
                    <a:pt x="89" y="24"/>
                    <a:pt x="83" y="25"/>
                  </a:cubicBezTo>
                  <a:cubicBezTo>
                    <a:pt x="51" y="29"/>
                    <a:pt x="24" y="53"/>
                    <a:pt x="24" y="101"/>
                  </a:cubicBezTo>
                  <a:cubicBezTo>
                    <a:pt x="24" y="157"/>
                    <a:pt x="24" y="157"/>
                    <a:pt x="24" y="157"/>
                  </a:cubicBezTo>
                  <a:cubicBezTo>
                    <a:pt x="24" y="164"/>
                    <a:pt x="19" y="170"/>
                    <a:pt x="12" y="170"/>
                  </a:cubicBezTo>
                  <a:cubicBezTo>
                    <a:pt x="5" y="170"/>
                    <a:pt x="0" y="164"/>
                    <a:pt x="0" y="157"/>
                  </a:cubicBezTo>
                  <a:lnTo>
                    <a:pt x="0" y="13"/>
                  </a:lnTo>
                  <a:close/>
                </a:path>
              </a:pathLst>
            </a:custGeom>
            <a:solidFill>
              <a:srgbClr val="7170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aseline="0" dirty="0"/>
            </a:p>
          </p:txBody>
        </p:sp>
        <p:sp>
          <p:nvSpPr>
            <p:cNvPr id="143" name="Freeform 8">
              <a:extLst>
                <a:ext uri="{FF2B5EF4-FFF2-40B4-BE49-F238E27FC236}">
                  <a16:creationId xmlns:a16="http://schemas.microsoft.com/office/drawing/2014/main" id="{DAD5F303-4B2B-4BA7-9E3E-CF2ECE2DE1D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3509963" y="5649913"/>
              <a:ext cx="579438" cy="655638"/>
            </a:xfrm>
            <a:custGeom>
              <a:avLst/>
              <a:gdLst>
                <a:gd name="T0" fmla="*/ 129 w 154"/>
                <a:gd name="T1" fmla="*/ 76 h 172"/>
                <a:gd name="T2" fmla="*/ 77 w 154"/>
                <a:gd name="T3" fmla="*/ 21 h 172"/>
                <a:gd name="T4" fmla="*/ 25 w 154"/>
                <a:gd name="T5" fmla="*/ 76 h 172"/>
                <a:gd name="T6" fmla="*/ 129 w 154"/>
                <a:gd name="T7" fmla="*/ 76 h 172"/>
                <a:gd name="T8" fmla="*/ 81 w 154"/>
                <a:gd name="T9" fmla="*/ 172 h 172"/>
                <a:gd name="T10" fmla="*/ 0 w 154"/>
                <a:gd name="T11" fmla="*/ 86 h 172"/>
                <a:gd name="T12" fmla="*/ 0 w 154"/>
                <a:gd name="T13" fmla="*/ 85 h 172"/>
                <a:gd name="T14" fmla="*/ 78 w 154"/>
                <a:gd name="T15" fmla="*/ 0 h 172"/>
                <a:gd name="T16" fmla="*/ 154 w 154"/>
                <a:gd name="T17" fmla="*/ 83 h 172"/>
                <a:gd name="T18" fmla="*/ 142 w 154"/>
                <a:gd name="T19" fmla="*/ 95 h 172"/>
                <a:gd name="T20" fmla="*/ 25 w 154"/>
                <a:gd name="T21" fmla="*/ 95 h 172"/>
                <a:gd name="T22" fmla="*/ 82 w 154"/>
                <a:gd name="T23" fmla="*/ 150 h 172"/>
                <a:gd name="T24" fmla="*/ 129 w 154"/>
                <a:gd name="T25" fmla="*/ 131 h 172"/>
                <a:gd name="T26" fmla="*/ 136 w 154"/>
                <a:gd name="T27" fmla="*/ 128 h 172"/>
                <a:gd name="T28" fmla="*/ 146 w 154"/>
                <a:gd name="T29" fmla="*/ 139 h 172"/>
                <a:gd name="T30" fmla="*/ 142 w 154"/>
                <a:gd name="T31" fmla="*/ 147 h 172"/>
                <a:gd name="T32" fmla="*/ 81 w 154"/>
                <a:gd name="T33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54" h="172">
                  <a:moveTo>
                    <a:pt x="129" y="76"/>
                  </a:moveTo>
                  <a:cubicBezTo>
                    <a:pt x="127" y="47"/>
                    <a:pt x="110" y="21"/>
                    <a:pt x="77" y="21"/>
                  </a:cubicBezTo>
                  <a:cubicBezTo>
                    <a:pt x="49" y="21"/>
                    <a:pt x="28" y="44"/>
                    <a:pt x="25" y="76"/>
                  </a:cubicBezTo>
                  <a:lnTo>
                    <a:pt x="129" y="76"/>
                  </a:lnTo>
                  <a:close/>
                  <a:moveTo>
                    <a:pt x="81" y="172"/>
                  </a:moveTo>
                  <a:cubicBezTo>
                    <a:pt x="36" y="172"/>
                    <a:pt x="0" y="137"/>
                    <a:pt x="0" y="86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38"/>
                    <a:pt x="33" y="0"/>
                    <a:pt x="78" y="0"/>
                  </a:cubicBezTo>
                  <a:cubicBezTo>
                    <a:pt x="126" y="0"/>
                    <a:pt x="154" y="40"/>
                    <a:pt x="154" y="83"/>
                  </a:cubicBezTo>
                  <a:cubicBezTo>
                    <a:pt x="154" y="90"/>
                    <a:pt x="148" y="95"/>
                    <a:pt x="142" y="95"/>
                  </a:cubicBezTo>
                  <a:cubicBezTo>
                    <a:pt x="25" y="95"/>
                    <a:pt x="25" y="95"/>
                    <a:pt x="25" y="95"/>
                  </a:cubicBezTo>
                  <a:cubicBezTo>
                    <a:pt x="28" y="130"/>
                    <a:pt x="53" y="150"/>
                    <a:pt x="82" y="150"/>
                  </a:cubicBezTo>
                  <a:cubicBezTo>
                    <a:pt x="102" y="150"/>
                    <a:pt x="117" y="142"/>
                    <a:pt x="129" y="131"/>
                  </a:cubicBezTo>
                  <a:cubicBezTo>
                    <a:pt x="131" y="130"/>
                    <a:pt x="133" y="128"/>
                    <a:pt x="136" y="128"/>
                  </a:cubicBezTo>
                  <a:cubicBezTo>
                    <a:pt x="142" y="128"/>
                    <a:pt x="146" y="133"/>
                    <a:pt x="146" y="139"/>
                  </a:cubicBezTo>
                  <a:cubicBezTo>
                    <a:pt x="146" y="142"/>
                    <a:pt x="145" y="145"/>
                    <a:pt x="142" y="147"/>
                  </a:cubicBezTo>
                  <a:cubicBezTo>
                    <a:pt x="127" y="162"/>
                    <a:pt x="109" y="172"/>
                    <a:pt x="81" y="172"/>
                  </a:cubicBezTo>
                </a:path>
              </a:pathLst>
            </a:custGeom>
            <a:solidFill>
              <a:srgbClr val="7170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aseline="0" dirty="0"/>
            </a:p>
          </p:txBody>
        </p:sp>
        <p:sp>
          <p:nvSpPr>
            <p:cNvPr id="144" name="Freeform 9">
              <a:extLst>
                <a:ext uri="{FF2B5EF4-FFF2-40B4-BE49-F238E27FC236}">
                  <a16:creationId xmlns:a16="http://schemas.microsoft.com/office/drawing/2014/main" id="{32B47895-6440-4252-83A9-6D02AEBE7B9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2503488" y="5649913"/>
              <a:ext cx="547688" cy="655638"/>
            </a:xfrm>
            <a:custGeom>
              <a:avLst/>
              <a:gdLst>
                <a:gd name="T0" fmla="*/ 122 w 146"/>
                <a:gd name="T1" fmla="*/ 107 h 172"/>
                <a:gd name="T2" fmla="*/ 122 w 146"/>
                <a:gd name="T3" fmla="*/ 91 h 172"/>
                <a:gd name="T4" fmla="*/ 74 w 146"/>
                <a:gd name="T5" fmla="*/ 84 h 172"/>
                <a:gd name="T6" fmla="*/ 25 w 146"/>
                <a:gd name="T7" fmla="*/ 118 h 172"/>
                <a:gd name="T8" fmla="*/ 25 w 146"/>
                <a:gd name="T9" fmla="*/ 119 h 172"/>
                <a:gd name="T10" fmla="*/ 67 w 146"/>
                <a:gd name="T11" fmla="*/ 152 h 172"/>
                <a:gd name="T12" fmla="*/ 122 w 146"/>
                <a:gd name="T13" fmla="*/ 107 h 172"/>
                <a:gd name="T14" fmla="*/ 0 w 146"/>
                <a:gd name="T15" fmla="*/ 120 h 172"/>
                <a:gd name="T16" fmla="*/ 0 w 146"/>
                <a:gd name="T17" fmla="*/ 119 h 172"/>
                <a:gd name="T18" fmla="*/ 71 w 146"/>
                <a:gd name="T19" fmla="*/ 66 h 172"/>
                <a:gd name="T20" fmla="*/ 122 w 146"/>
                <a:gd name="T21" fmla="*/ 73 h 172"/>
                <a:gd name="T22" fmla="*/ 122 w 146"/>
                <a:gd name="T23" fmla="*/ 67 h 172"/>
                <a:gd name="T24" fmla="*/ 73 w 146"/>
                <a:gd name="T25" fmla="*/ 22 h 172"/>
                <a:gd name="T26" fmla="*/ 34 w 146"/>
                <a:gd name="T27" fmla="*/ 30 h 172"/>
                <a:gd name="T28" fmla="*/ 30 w 146"/>
                <a:gd name="T29" fmla="*/ 31 h 172"/>
                <a:gd name="T30" fmla="*/ 19 w 146"/>
                <a:gd name="T31" fmla="*/ 20 h 172"/>
                <a:gd name="T32" fmla="*/ 26 w 146"/>
                <a:gd name="T33" fmla="*/ 10 h 172"/>
                <a:gd name="T34" fmla="*/ 75 w 146"/>
                <a:gd name="T35" fmla="*/ 0 h 172"/>
                <a:gd name="T36" fmla="*/ 129 w 146"/>
                <a:gd name="T37" fmla="*/ 19 h 172"/>
                <a:gd name="T38" fmla="*/ 146 w 146"/>
                <a:gd name="T39" fmla="*/ 67 h 172"/>
                <a:gd name="T40" fmla="*/ 146 w 146"/>
                <a:gd name="T41" fmla="*/ 158 h 172"/>
                <a:gd name="T42" fmla="*/ 134 w 146"/>
                <a:gd name="T43" fmla="*/ 170 h 172"/>
                <a:gd name="T44" fmla="*/ 122 w 146"/>
                <a:gd name="T45" fmla="*/ 159 h 172"/>
                <a:gd name="T46" fmla="*/ 122 w 146"/>
                <a:gd name="T47" fmla="*/ 143 h 172"/>
                <a:gd name="T48" fmla="*/ 62 w 146"/>
                <a:gd name="T49" fmla="*/ 172 h 172"/>
                <a:gd name="T50" fmla="*/ 0 w 146"/>
                <a:gd name="T51" fmla="*/ 120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46" h="172">
                  <a:moveTo>
                    <a:pt x="122" y="107"/>
                  </a:moveTo>
                  <a:cubicBezTo>
                    <a:pt x="122" y="91"/>
                    <a:pt x="122" y="91"/>
                    <a:pt x="122" y="91"/>
                  </a:cubicBezTo>
                  <a:cubicBezTo>
                    <a:pt x="110" y="88"/>
                    <a:pt x="94" y="84"/>
                    <a:pt x="74" y="84"/>
                  </a:cubicBezTo>
                  <a:cubicBezTo>
                    <a:pt x="43" y="84"/>
                    <a:pt x="25" y="98"/>
                    <a:pt x="25" y="118"/>
                  </a:cubicBezTo>
                  <a:cubicBezTo>
                    <a:pt x="25" y="119"/>
                    <a:pt x="25" y="119"/>
                    <a:pt x="25" y="119"/>
                  </a:cubicBezTo>
                  <a:cubicBezTo>
                    <a:pt x="25" y="140"/>
                    <a:pt x="45" y="152"/>
                    <a:pt x="67" y="152"/>
                  </a:cubicBezTo>
                  <a:cubicBezTo>
                    <a:pt x="97" y="152"/>
                    <a:pt x="122" y="133"/>
                    <a:pt x="122" y="107"/>
                  </a:cubicBezTo>
                  <a:moveTo>
                    <a:pt x="0" y="120"/>
                  </a:moveTo>
                  <a:cubicBezTo>
                    <a:pt x="0" y="119"/>
                    <a:pt x="0" y="119"/>
                    <a:pt x="0" y="119"/>
                  </a:cubicBezTo>
                  <a:cubicBezTo>
                    <a:pt x="0" y="85"/>
                    <a:pt x="29" y="66"/>
                    <a:pt x="71" y="66"/>
                  </a:cubicBezTo>
                  <a:cubicBezTo>
                    <a:pt x="92" y="66"/>
                    <a:pt x="107" y="69"/>
                    <a:pt x="122" y="73"/>
                  </a:cubicBezTo>
                  <a:cubicBezTo>
                    <a:pt x="122" y="67"/>
                    <a:pt x="122" y="67"/>
                    <a:pt x="122" y="67"/>
                  </a:cubicBezTo>
                  <a:cubicBezTo>
                    <a:pt x="122" y="37"/>
                    <a:pt x="104" y="22"/>
                    <a:pt x="73" y="22"/>
                  </a:cubicBezTo>
                  <a:cubicBezTo>
                    <a:pt x="56" y="22"/>
                    <a:pt x="46" y="24"/>
                    <a:pt x="34" y="30"/>
                  </a:cubicBezTo>
                  <a:cubicBezTo>
                    <a:pt x="33" y="30"/>
                    <a:pt x="31" y="31"/>
                    <a:pt x="30" y="31"/>
                  </a:cubicBezTo>
                  <a:cubicBezTo>
                    <a:pt x="24" y="31"/>
                    <a:pt x="19" y="26"/>
                    <a:pt x="19" y="20"/>
                  </a:cubicBezTo>
                  <a:cubicBezTo>
                    <a:pt x="19" y="15"/>
                    <a:pt x="21" y="12"/>
                    <a:pt x="26" y="10"/>
                  </a:cubicBezTo>
                  <a:cubicBezTo>
                    <a:pt x="42" y="3"/>
                    <a:pt x="54" y="0"/>
                    <a:pt x="75" y="0"/>
                  </a:cubicBezTo>
                  <a:cubicBezTo>
                    <a:pt x="99" y="0"/>
                    <a:pt x="117" y="6"/>
                    <a:pt x="129" y="19"/>
                  </a:cubicBezTo>
                  <a:cubicBezTo>
                    <a:pt x="140" y="30"/>
                    <a:pt x="146" y="46"/>
                    <a:pt x="146" y="67"/>
                  </a:cubicBezTo>
                  <a:cubicBezTo>
                    <a:pt x="146" y="158"/>
                    <a:pt x="146" y="158"/>
                    <a:pt x="146" y="158"/>
                  </a:cubicBezTo>
                  <a:cubicBezTo>
                    <a:pt x="146" y="165"/>
                    <a:pt x="141" y="170"/>
                    <a:pt x="134" y="170"/>
                  </a:cubicBezTo>
                  <a:cubicBezTo>
                    <a:pt x="127" y="170"/>
                    <a:pt x="122" y="165"/>
                    <a:pt x="122" y="159"/>
                  </a:cubicBezTo>
                  <a:cubicBezTo>
                    <a:pt x="122" y="143"/>
                    <a:pt x="122" y="143"/>
                    <a:pt x="122" y="143"/>
                  </a:cubicBezTo>
                  <a:cubicBezTo>
                    <a:pt x="111" y="158"/>
                    <a:pt x="91" y="172"/>
                    <a:pt x="62" y="172"/>
                  </a:cubicBezTo>
                  <a:cubicBezTo>
                    <a:pt x="32" y="172"/>
                    <a:pt x="0" y="154"/>
                    <a:pt x="0" y="120"/>
                  </a:cubicBezTo>
                </a:path>
              </a:pathLst>
            </a:custGeom>
            <a:solidFill>
              <a:srgbClr val="7170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aseline="0" dirty="0"/>
            </a:p>
          </p:txBody>
        </p:sp>
        <p:sp>
          <p:nvSpPr>
            <p:cNvPr id="145" name="Freeform 10">
              <a:extLst>
                <a:ext uri="{FF2B5EF4-FFF2-40B4-BE49-F238E27FC236}">
                  <a16:creationId xmlns:a16="http://schemas.microsoft.com/office/drawing/2014/main" id="{8C4B9FB6-DFBC-448B-B083-4BA70D71CE1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4138" y="5622925"/>
              <a:ext cx="1635125" cy="682625"/>
            </a:xfrm>
            <a:custGeom>
              <a:avLst/>
              <a:gdLst>
                <a:gd name="T0" fmla="*/ 49 w 435"/>
                <a:gd name="T1" fmla="*/ 18 h 179"/>
                <a:gd name="T2" fmla="*/ 17 w 435"/>
                <a:gd name="T3" fmla="*/ 6 h 179"/>
                <a:gd name="T4" fmla="*/ 6 w 435"/>
                <a:gd name="T5" fmla="*/ 37 h 179"/>
                <a:gd name="T6" fmla="*/ 58 w 435"/>
                <a:gd name="T7" fmla="*/ 152 h 179"/>
                <a:gd name="T8" fmla="*/ 92 w 435"/>
                <a:gd name="T9" fmla="*/ 179 h 179"/>
                <a:gd name="T10" fmla="*/ 125 w 435"/>
                <a:gd name="T11" fmla="*/ 152 h 179"/>
                <a:gd name="T12" fmla="*/ 171 w 435"/>
                <a:gd name="T13" fmla="*/ 51 h 179"/>
                <a:gd name="T14" fmla="*/ 178 w 435"/>
                <a:gd name="T15" fmla="*/ 46 h 179"/>
                <a:gd name="T16" fmla="*/ 185 w 435"/>
                <a:gd name="T17" fmla="*/ 54 h 179"/>
                <a:gd name="T18" fmla="*/ 185 w 435"/>
                <a:gd name="T19" fmla="*/ 151 h 179"/>
                <a:gd name="T20" fmla="*/ 209 w 435"/>
                <a:gd name="T21" fmla="*/ 179 h 179"/>
                <a:gd name="T22" fmla="*/ 234 w 435"/>
                <a:gd name="T23" fmla="*/ 151 h 179"/>
                <a:gd name="T24" fmla="*/ 234 w 435"/>
                <a:gd name="T25" fmla="*/ 72 h 179"/>
                <a:gd name="T26" fmla="*/ 260 w 435"/>
                <a:gd name="T27" fmla="*/ 46 h 179"/>
                <a:gd name="T28" fmla="*/ 285 w 435"/>
                <a:gd name="T29" fmla="*/ 72 h 179"/>
                <a:gd name="T30" fmla="*/ 285 w 435"/>
                <a:gd name="T31" fmla="*/ 151 h 179"/>
                <a:gd name="T32" fmla="*/ 310 w 435"/>
                <a:gd name="T33" fmla="*/ 179 h 179"/>
                <a:gd name="T34" fmla="*/ 334 w 435"/>
                <a:gd name="T35" fmla="*/ 151 h 179"/>
                <a:gd name="T36" fmla="*/ 334 w 435"/>
                <a:gd name="T37" fmla="*/ 72 h 179"/>
                <a:gd name="T38" fmla="*/ 360 w 435"/>
                <a:gd name="T39" fmla="*/ 46 h 179"/>
                <a:gd name="T40" fmla="*/ 385 w 435"/>
                <a:gd name="T41" fmla="*/ 72 h 179"/>
                <a:gd name="T42" fmla="*/ 385 w 435"/>
                <a:gd name="T43" fmla="*/ 151 h 179"/>
                <a:gd name="T44" fmla="*/ 410 w 435"/>
                <a:gd name="T45" fmla="*/ 179 h 179"/>
                <a:gd name="T46" fmla="*/ 435 w 435"/>
                <a:gd name="T47" fmla="*/ 151 h 179"/>
                <a:gd name="T48" fmla="*/ 435 w 435"/>
                <a:gd name="T49" fmla="*/ 61 h 179"/>
                <a:gd name="T50" fmla="*/ 375 w 435"/>
                <a:gd name="T51" fmla="*/ 4 h 179"/>
                <a:gd name="T52" fmla="*/ 323 w 435"/>
                <a:gd name="T53" fmla="*/ 26 h 179"/>
                <a:gd name="T54" fmla="*/ 272 w 435"/>
                <a:gd name="T55" fmla="*/ 4 h 179"/>
                <a:gd name="T56" fmla="*/ 223 w 435"/>
                <a:gd name="T57" fmla="*/ 26 h 179"/>
                <a:gd name="T58" fmla="*/ 178 w 435"/>
                <a:gd name="T59" fmla="*/ 4 h 179"/>
                <a:gd name="T60" fmla="*/ 125 w 435"/>
                <a:gd name="T61" fmla="*/ 40 h 179"/>
                <a:gd name="T62" fmla="*/ 92 w 435"/>
                <a:gd name="T63" fmla="*/ 119 h 179"/>
                <a:gd name="T64" fmla="*/ 49 w 435"/>
                <a:gd name="T65" fmla="*/ 18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35" h="179">
                  <a:moveTo>
                    <a:pt x="49" y="18"/>
                  </a:moveTo>
                  <a:cubicBezTo>
                    <a:pt x="43" y="6"/>
                    <a:pt x="30" y="0"/>
                    <a:pt x="17" y="6"/>
                  </a:cubicBezTo>
                  <a:cubicBezTo>
                    <a:pt x="5" y="12"/>
                    <a:pt x="0" y="25"/>
                    <a:pt x="6" y="37"/>
                  </a:cubicBezTo>
                  <a:cubicBezTo>
                    <a:pt x="58" y="152"/>
                    <a:pt x="58" y="152"/>
                    <a:pt x="58" y="152"/>
                  </a:cubicBezTo>
                  <a:cubicBezTo>
                    <a:pt x="67" y="169"/>
                    <a:pt x="75" y="179"/>
                    <a:pt x="92" y="179"/>
                  </a:cubicBezTo>
                  <a:cubicBezTo>
                    <a:pt x="109" y="179"/>
                    <a:pt x="117" y="169"/>
                    <a:pt x="125" y="152"/>
                  </a:cubicBezTo>
                  <a:cubicBezTo>
                    <a:pt x="125" y="152"/>
                    <a:pt x="171" y="52"/>
                    <a:pt x="171" y="51"/>
                  </a:cubicBezTo>
                  <a:cubicBezTo>
                    <a:pt x="172" y="50"/>
                    <a:pt x="173" y="46"/>
                    <a:pt x="178" y="46"/>
                  </a:cubicBezTo>
                  <a:cubicBezTo>
                    <a:pt x="182" y="47"/>
                    <a:pt x="185" y="50"/>
                    <a:pt x="185" y="54"/>
                  </a:cubicBezTo>
                  <a:cubicBezTo>
                    <a:pt x="185" y="151"/>
                    <a:pt x="185" y="151"/>
                    <a:pt x="185" y="151"/>
                  </a:cubicBezTo>
                  <a:cubicBezTo>
                    <a:pt x="185" y="166"/>
                    <a:pt x="193" y="179"/>
                    <a:pt x="209" y="179"/>
                  </a:cubicBezTo>
                  <a:cubicBezTo>
                    <a:pt x="225" y="179"/>
                    <a:pt x="234" y="166"/>
                    <a:pt x="234" y="151"/>
                  </a:cubicBezTo>
                  <a:cubicBezTo>
                    <a:pt x="234" y="72"/>
                    <a:pt x="234" y="72"/>
                    <a:pt x="234" y="72"/>
                  </a:cubicBezTo>
                  <a:cubicBezTo>
                    <a:pt x="234" y="56"/>
                    <a:pt x="245" y="46"/>
                    <a:pt x="260" y="46"/>
                  </a:cubicBezTo>
                  <a:cubicBezTo>
                    <a:pt x="275" y="46"/>
                    <a:pt x="285" y="57"/>
                    <a:pt x="285" y="72"/>
                  </a:cubicBezTo>
                  <a:cubicBezTo>
                    <a:pt x="285" y="151"/>
                    <a:pt x="285" y="151"/>
                    <a:pt x="285" y="151"/>
                  </a:cubicBezTo>
                  <a:cubicBezTo>
                    <a:pt x="285" y="166"/>
                    <a:pt x="294" y="179"/>
                    <a:pt x="310" y="179"/>
                  </a:cubicBezTo>
                  <a:cubicBezTo>
                    <a:pt x="326" y="179"/>
                    <a:pt x="334" y="166"/>
                    <a:pt x="334" y="151"/>
                  </a:cubicBezTo>
                  <a:cubicBezTo>
                    <a:pt x="334" y="72"/>
                    <a:pt x="334" y="72"/>
                    <a:pt x="334" y="72"/>
                  </a:cubicBezTo>
                  <a:cubicBezTo>
                    <a:pt x="334" y="56"/>
                    <a:pt x="345" y="46"/>
                    <a:pt x="360" y="46"/>
                  </a:cubicBezTo>
                  <a:cubicBezTo>
                    <a:pt x="375" y="46"/>
                    <a:pt x="385" y="57"/>
                    <a:pt x="385" y="72"/>
                  </a:cubicBezTo>
                  <a:cubicBezTo>
                    <a:pt x="385" y="151"/>
                    <a:pt x="385" y="151"/>
                    <a:pt x="385" y="151"/>
                  </a:cubicBezTo>
                  <a:cubicBezTo>
                    <a:pt x="385" y="166"/>
                    <a:pt x="394" y="179"/>
                    <a:pt x="410" y="179"/>
                  </a:cubicBezTo>
                  <a:cubicBezTo>
                    <a:pt x="426" y="179"/>
                    <a:pt x="435" y="166"/>
                    <a:pt x="435" y="151"/>
                  </a:cubicBezTo>
                  <a:cubicBezTo>
                    <a:pt x="435" y="61"/>
                    <a:pt x="435" y="61"/>
                    <a:pt x="435" y="61"/>
                  </a:cubicBezTo>
                  <a:cubicBezTo>
                    <a:pt x="435" y="27"/>
                    <a:pt x="408" y="4"/>
                    <a:pt x="375" y="4"/>
                  </a:cubicBezTo>
                  <a:cubicBezTo>
                    <a:pt x="343" y="4"/>
                    <a:pt x="323" y="26"/>
                    <a:pt x="323" y="26"/>
                  </a:cubicBezTo>
                  <a:cubicBezTo>
                    <a:pt x="312" y="12"/>
                    <a:pt x="297" y="4"/>
                    <a:pt x="272" y="4"/>
                  </a:cubicBezTo>
                  <a:cubicBezTo>
                    <a:pt x="246" y="4"/>
                    <a:pt x="223" y="26"/>
                    <a:pt x="223" y="26"/>
                  </a:cubicBezTo>
                  <a:cubicBezTo>
                    <a:pt x="212" y="12"/>
                    <a:pt x="194" y="4"/>
                    <a:pt x="178" y="4"/>
                  </a:cubicBezTo>
                  <a:cubicBezTo>
                    <a:pt x="155" y="4"/>
                    <a:pt x="136" y="14"/>
                    <a:pt x="125" y="40"/>
                  </a:cubicBezTo>
                  <a:cubicBezTo>
                    <a:pt x="92" y="119"/>
                    <a:pt x="92" y="119"/>
                    <a:pt x="92" y="119"/>
                  </a:cubicBezTo>
                  <a:lnTo>
                    <a:pt x="49" y="18"/>
                  </a:lnTo>
                  <a:close/>
                </a:path>
              </a:pathLst>
            </a:custGeom>
            <a:solidFill>
              <a:srgbClr val="7170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aseline="0" dirty="0"/>
            </a:p>
          </p:txBody>
        </p:sp>
        <p:sp>
          <p:nvSpPr>
            <p:cNvPr id="146" name="Freeform 11">
              <a:extLst>
                <a:ext uri="{FF2B5EF4-FFF2-40B4-BE49-F238E27FC236}">
                  <a16:creationId xmlns:a16="http://schemas.microsoft.com/office/drawing/2014/main" id="{29826BF7-37CF-42AD-A881-1A8C836A493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4097338" y="5649913"/>
              <a:ext cx="149225" cy="157163"/>
            </a:xfrm>
            <a:custGeom>
              <a:avLst/>
              <a:gdLst>
                <a:gd name="T0" fmla="*/ 37 w 40"/>
                <a:gd name="T1" fmla="*/ 20 h 41"/>
                <a:gd name="T2" fmla="*/ 37 w 40"/>
                <a:gd name="T3" fmla="*/ 20 h 41"/>
                <a:gd name="T4" fmla="*/ 20 w 40"/>
                <a:gd name="T5" fmla="*/ 4 h 41"/>
                <a:gd name="T6" fmla="*/ 3 w 40"/>
                <a:gd name="T7" fmla="*/ 20 h 41"/>
                <a:gd name="T8" fmla="*/ 3 w 40"/>
                <a:gd name="T9" fmla="*/ 21 h 41"/>
                <a:gd name="T10" fmla="*/ 20 w 40"/>
                <a:gd name="T11" fmla="*/ 37 h 41"/>
                <a:gd name="T12" fmla="*/ 37 w 40"/>
                <a:gd name="T13" fmla="*/ 20 h 41"/>
                <a:gd name="T14" fmla="*/ 0 w 40"/>
                <a:gd name="T15" fmla="*/ 21 h 41"/>
                <a:gd name="T16" fmla="*/ 0 w 40"/>
                <a:gd name="T17" fmla="*/ 20 h 41"/>
                <a:gd name="T18" fmla="*/ 20 w 40"/>
                <a:gd name="T19" fmla="*/ 0 h 41"/>
                <a:gd name="T20" fmla="*/ 40 w 40"/>
                <a:gd name="T21" fmla="*/ 20 h 41"/>
                <a:gd name="T22" fmla="*/ 40 w 40"/>
                <a:gd name="T23" fmla="*/ 20 h 41"/>
                <a:gd name="T24" fmla="*/ 20 w 40"/>
                <a:gd name="T25" fmla="*/ 41 h 41"/>
                <a:gd name="T26" fmla="*/ 0 w 40"/>
                <a:gd name="T27" fmla="*/ 21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0" h="41">
                  <a:moveTo>
                    <a:pt x="37" y="20"/>
                  </a:moveTo>
                  <a:cubicBezTo>
                    <a:pt x="37" y="20"/>
                    <a:pt x="37" y="20"/>
                    <a:pt x="37" y="20"/>
                  </a:cubicBezTo>
                  <a:cubicBezTo>
                    <a:pt x="37" y="11"/>
                    <a:pt x="29" y="4"/>
                    <a:pt x="20" y="4"/>
                  </a:cubicBezTo>
                  <a:cubicBezTo>
                    <a:pt x="11" y="4"/>
                    <a:pt x="3" y="11"/>
                    <a:pt x="3" y="20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3" y="30"/>
                    <a:pt x="11" y="37"/>
                    <a:pt x="20" y="37"/>
                  </a:cubicBezTo>
                  <a:cubicBezTo>
                    <a:pt x="29" y="37"/>
                    <a:pt x="37" y="30"/>
                    <a:pt x="37" y="20"/>
                  </a:cubicBezTo>
                  <a:moveTo>
                    <a:pt x="0" y="21"/>
                  </a:moveTo>
                  <a:cubicBezTo>
                    <a:pt x="0" y="20"/>
                    <a:pt x="0" y="20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20"/>
                    <a:pt x="40" y="20"/>
                    <a:pt x="40" y="20"/>
                  </a:cubicBezTo>
                  <a:cubicBezTo>
                    <a:pt x="40" y="32"/>
                    <a:pt x="31" y="41"/>
                    <a:pt x="20" y="41"/>
                  </a:cubicBezTo>
                  <a:cubicBezTo>
                    <a:pt x="8" y="41"/>
                    <a:pt x="0" y="32"/>
                    <a:pt x="0" y="21"/>
                  </a:cubicBezTo>
                </a:path>
              </a:pathLst>
            </a:custGeom>
            <a:solidFill>
              <a:srgbClr val="7170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aseline="0" dirty="0"/>
            </a:p>
          </p:txBody>
        </p:sp>
        <p:sp>
          <p:nvSpPr>
            <p:cNvPr id="147" name="Freeform 12">
              <a:extLst>
                <a:ext uri="{FF2B5EF4-FFF2-40B4-BE49-F238E27FC236}">
                  <a16:creationId xmlns:a16="http://schemas.microsoft.com/office/drawing/2014/main" id="{6CD892BB-45E6-46AC-9E99-F58D53FB63D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4141788" y="5688013"/>
              <a:ext cx="63500" cy="76200"/>
            </a:xfrm>
            <a:custGeom>
              <a:avLst/>
              <a:gdLst>
                <a:gd name="T0" fmla="*/ 9 w 17"/>
                <a:gd name="T1" fmla="*/ 10 h 20"/>
                <a:gd name="T2" fmla="*/ 12 w 17"/>
                <a:gd name="T3" fmla="*/ 7 h 20"/>
                <a:gd name="T4" fmla="*/ 12 w 17"/>
                <a:gd name="T5" fmla="*/ 7 h 20"/>
                <a:gd name="T6" fmla="*/ 9 w 17"/>
                <a:gd name="T7" fmla="*/ 4 h 20"/>
                <a:gd name="T8" fmla="*/ 5 w 17"/>
                <a:gd name="T9" fmla="*/ 4 h 20"/>
                <a:gd name="T10" fmla="*/ 5 w 17"/>
                <a:gd name="T11" fmla="*/ 10 h 20"/>
                <a:gd name="T12" fmla="*/ 9 w 17"/>
                <a:gd name="T13" fmla="*/ 10 h 20"/>
                <a:gd name="T14" fmla="*/ 0 w 17"/>
                <a:gd name="T15" fmla="*/ 2 h 20"/>
                <a:gd name="T16" fmla="*/ 2 w 17"/>
                <a:gd name="T17" fmla="*/ 0 h 20"/>
                <a:gd name="T18" fmla="*/ 9 w 17"/>
                <a:gd name="T19" fmla="*/ 0 h 20"/>
                <a:gd name="T20" fmla="*/ 15 w 17"/>
                <a:gd name="T21" fmla="*/ 2 h 20"/>
                <a:gd name="T22" fmla="*/ 17 w 17"/>
                <a:gd name="T23" fmla="*/ 7 h 20"/>
                <a:gd name="T24" fmla="*/ 17 w 17"/>
                <a:gd name="T25" fmla="*/ 7 h 20"/>
                <a:gd name="T26" fmla="*/ 13 w 17"/>
                <a:gd name="T27" fmla="*/ 13 h 20"/>
                <a:gd name="T28" fmla="*/ 16 w 17"/>
                <a:gd name="T29" fmla="*/ 17 h 20"/>
                <a:gd name="T30" fmla="*/ 16 w 17"/>
                <a:gd name="T31" fmla="*/ 18 h 20"/>
                <a:gd name="T32" fmla="*/ 14 w 17"/>
                <a:gd name="T33" fmla="*/ 20 h 20"/>
                <a:gd name="T34" fmla="*/ 12 w 17"/>
                <a:gd name="T35" fmla="*/ 19 h 20"/>
                <a:gd name="T36" fmla="*/ 8 w 17"/>
                <a:gd name="T37" fmla="*/ 14 h 20"/>
                <a:gd name="T38" fmla="*/ 5 w 17"/>
                <a:gd name="T39" fmla="*/ 14 h 20"/>
                <a:gd name="T40" fmla="*/ 5 w 17"/>
                <a:gd name="T41" fmla="*/ 18 h 20"/>
                <a:gd name="T42" fmla="*/ 2 w 17"/>
                <a:gd name="T43" fmla="*/ 20 h 20"/>
                <a:gd name="T44" fmla="*/ 0 w 17"/>
                <a:gd name="T45" fmla="*/ 18 h 20"/>
                <a:gd name="T46" fmla="*/ 0 w 17"/>
                <a:gd name="T47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7" h="20">
                  <a:moveTo>
                    <a:pt x="9" y="10"/>
                  </a:moveTo>
                  <a:cubicBezTo>
                    <a:pt x="11" y="10"/>
                    <a:pt x="12" y="9"/>
                    <a:pt x="12" y="7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2" y="5"/>
                    <a:pt x="11" y="4"/>
                    <a:pt x="9" y="4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5" y="10"/>
                    <a:pt x="5" y="10"/>
                    <a:pt x="5" y="10"/>
                  </a:cubicBezTo>
                  <a:lnTo>
                    <a:pt x="9" y="10"/>
                  </a:lnTo>
                  <a:close/>
                  <a:moveTo>
                    <a:pt x="0" y="2"/>
                  </a:moveTo>
                  <a:cubicBezTo>
                    <a:pt x="0" y="1"/>
                    <a:pt x="1" y="0"/>
                    <a:pt x="2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12" y="0"/>
                    <a:pt x="14" y="1"/>
                    <a:pt x="15" y="2"/>
                  </a:cubicBezTo>
                  <a:cubicBezTo>
                    <a:pt x="16" y="3"/>
                    <a:pt x="17" y="5"/>
                    <a:pt x="17" y="7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17" y="10"/>
                    <a:pt x="15" y="12"/>
                    <a:pt x="13" y="13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7"/>
                    <a:pt x="16" y="18"/>
                    <a:pt x="16" y="18"/>
                  </a:cubicBezTo>
                  <a:cubicBezTo>
                    <a:pt x="16" y="19"/>
                    <a:pt x="15" y="20"/>
                    <a:pt x="14" y="20"/>
                  </a:cubicBezTo>
                  <a:cubicBezTo>
                    <a:pt x="13" y="20"/>
                    <a:pt x="13" y="20"/>
                    <a:pt x="12" y="19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9"/>
                    <a:pt x="4" y="20"/>
                    <a:pt x="2" y="20"/>
                  </a:cubicBezTo>
                  <a:cubicBezTo>
                    <a:pt x="1" y="20"/>
                    <a:pt x="0" y="19"/>
                    <a:pt x="0" y="18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7170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aseline="0" dirty="0"/>
            </a:p>
          </p:txBody>
        </p:sp>
      </p:grpSp>
    </p:spTree>
    <p:extLst>
      <p:ext uri="{BB962C8B-B14F-4D97-AF65-F5344CB8AC3E}">
        <p14:creationId xmlns:p14="http://schemas.microsoft.com/office/powerpoint/2010/main" val="24059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nt Che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EA75217-7D87-4C71-8F80-833477FCB149}"/>
              </a:ext>
            </a:extLst>
          </p:cNvPr>
          <p:cNvSpPr/>
          <p:nvPr/>
        </p:nvSpPr>
        <p:spPr bwMode="hidden">
          <a:xfrm>
            <a:off x="0" y="0"/>
            <a:ext cx="12188825" cy="6858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49AC7DF-BFC1-4044-BB52-C9946AD8A327}"/>
              </a:ext>
            </a:extLst>
          </p:cNvPr>
          <p:cNvSpPr txBox="1">
            <a:spLocks/>
          </p:cNvSpPr>
          <p:nvPr userDrawn="1"/>
        </p:nvSpPr>
        <p:spPr>
          <a:xfrm>
            <a:off x="564569" y="366687"/>
            <a:ext cx="11001004" cy="706118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5000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C12014-9EC5-4F8C-BD3D-B60E85EC9FFD}"/>
              </a:ext>
            </a:extLst>
          </p:cNvPr>
          <p:cNvSpPr txBox="1"/>
          <p:nvPr userDrawn="1"/>
        </p:nvSpPr>
        <p:spPr>
          <a:xfrm>
            <a:off x="620895" y="3906060"/>
            <a:ext cx="10962687" cy="238079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chemeClr val="bg1"/>
                </a:solidFill>
              </a:rPr>
              <a:t>If yes, you are good to go!</a:t>
            </a:r>
          </a:p>
          <a:p>
            <a:pPr>
              <a:lnSpc>
                <a:spcPct val="130000"/>
              </a:lnSpc>
            </a:pPr>
            <a:r>
              <a:rPr lang="en-US" sz="1800" dirty="0">
                <a:solidFill>
                  <a:schemeClr val="bg1"/>
                </a:solidFill>
              </a:rPr>
              <a:t>If the answer is no, you do not have the Metropolis font installed.</a:t>
            </a:r>
          </a:p>
          <a:p>
            <a:pPr>
              <a:lnSpc>
                <a:spcPct val="130000"/>
              </a:lnSpc>
            </a:pPr>
            <a:endParaRPr lang="en-US" sz="1800" dirty="0">
              <a:solidFill>
                <a:schemeClr val="bg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solidFill>
                  <a:schemeClr val="bg1"/>
                </a:solidFill>
              </a:rPr>
              <a:t>Click here to download the font: </a:t>
            </a:r>
            <a:r>
              <a:rPr lang="en-US" sz="1800" dirty="0">
                <a:solidFill>
                  <a:schemeClr val="tx2"/>
                </a:solidFill>
                <a:hlinkClick r:id="rId2"/>
              </a:rPr>
              <a:t>www.vmware.com/brand</a:t>
            </a:r>
            <a:r>
              <a:rPr lang="en-US" sz="1800" baseline="0" dirty="0">
                <a:solidFill>
                  <a:schemeClr val="bg1"/>
                </a:solidFill>
              </a:rPr>
              <a:t> </a:t>
            </a:r>
          </a:p>
          <a:p>
            <a:pPr marL="400050" marR="0" lvl="0" indent="-227013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lang="en-US" strike="noStrike" baseline="0" dirty="0">
                <a:solidFill>
                  <a:schemeClr val="bg1"/>
                </a:solidFill>
              </a:rPr>
              <a:t>Log in with SSO and select the Brand Assets tab in the portal</a:t>
            </a:r>
          </a:p>
          <a:p>
            <a:pPr>
              <a:lnSpc>
                <a:spcPct val="130000"/>
              </a:lnSpc>
            </a:pPr>
            <a:r>
              <a:rPr lang="en-US" sz="1800" dirty="0">
                <a:solidFill>
                  <a:schemeClr val="bg1"/>
                </a:solidFill>
              </a:rPr>
              <a:t>Need more information on how to install fonts? </a:t>
            </a:r>
            <a:br>
              <a:rPr lang="en-US" sz="1800" dirty="0">
                <a:solidFill>
                  <a:schemeClr val="bg1"/>
                </a:solidFill>
              </a:rPr>
            </a:br>
            <a:r>
              <a:rPr lang="en-US" sz="1800" dirty="0">
                <a:solidFill>
                  <a:schemeClr val="bg1"/>
                </a:solidFill>
              </a:rPr>
              <a:t>Refer to the quick-start section in the template guideline or contact Oasis.</a:t>
            </a:r>
          </a:p>
          <a:p>
            <a:pPr>
              <a:lnSpc>
                <a:spcPct val="130000"/>
              </a:lnSpc>
            </a:pPr>
            <a:r>
              <a:rPr lang="en-US" sz="1800" dirty="0">
                <a:solidFill>
                  <a:schemeClr val="bg1"/>
                </a:solidFill>
              </a:rPr>
              <a:t> </a:t>
            </a:r>
            <a:endParaRPr lang="en-US" sz="3200" dirty="0">
              <a:solidFill>
                <a:schemeClr val="bg1"/>
              </a:solidFill>
            </a:endParaRPr>
          </a:p>
        </p:txBody>
      </p:sp>
      <p:grpSp>
        <p:nvGrpSpPr>
          <p:cNvPr id="25" name="Group 4">
            <a:extLst>
              <a:ext uri="{FF2B5EF4-FFF2-40B4-BE49-F238E27FC236}">
                <a16:creationId xmlns:a16="http://schemas.microsoft.com/office/drawing/2014/main" id="{B78C1ED4-5F96-47A3-9C43-F6672F5A0A43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620895" y="2249109"/>
            <a:ext cx="5115292" cy="542314"/>
            <a:chOff x="901" y="1857"/>
            <a:chExt cx="5716" cy="606"/>
          </a:xfrm>
          <a:solidFill>
            <a:schemeClr val="bg1"/>
          </a:solidFill>
        </p:grpSpPr>
        <p:sp>
          <p:nvSpPr>
            <p:cNvPr id="26" name="Freeform 5">
              <a:extLst>
                <a:ext uri="{FF2B5EF4-FFF2-40B4-BE49-F238E27FC236}">
                  <a16:creationId xmlns:a16="http://schemas.microsoft.com/office/drawing/2014/main" id="{6893F64C-5733-4A41-A4C0-08B9B0763432}"/>
                </a:ext>
              </a:extLst>
            </p:cNvPr>
            <p:cNvSpPr>
              <a:spLocks/>
            </p:cNvSpPr>
            <p:nvPr/>
          </p:nvSpPr>
          <p:spPr bwMode="black">
            <a:xfrm>
              <a:off x="901" y="1873"/>
              <a:ext cx="378" cy="472"/>
            </a:xfrm>
            <a:custGeom>
              <a:avLst/>
              <a:gdLst>
                <a:gd name="T0" fmla="*/ 162 w 378"/>
                <a:gd name="T1" fmla="*/ 51 h 472"/>
                <a:gd name="T2" fmla="*/ 0 w 378"/>
                <a:gd name="T3" fmla="*/ 51 h 472"/>
                <a:gd name="T4" fmla="*/ 0 w 378"/>
                <a:gd name="T5" fmla="*/ 0 h 472"/>
                <a:gd name="T6" fmla="*/ 378 w 378"/>
                <a:gd name="T7" fmla="*/ 0 h 472"/>
                <a:gd name="T8" fmla="*/ 378 w 378"/>
                <a:gd name="T9" fmla="*/ 51 h 472"/>
                <a:gd name="T10" fmla="*/ 217 w 378"/>
                <a:gd name="T11" fmla="*/ 51 h 472"/>
                <a:gd name="T12" fmla="*/ 217 w 378"/>
                <a:gd name="T13" fmla="*/ 472 h 472"/>
                <a:gd name="T14" fmla="*/ 162 w 378"/>
                <a:gd name="T15" fmla="*/ 472 h 472"/>
                <a:gd name="T16" fmla="*/ 162 w 378"/>
                <a:gd name="T17" fmla="*/ 51 h 4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78" h="472">
                  <a:moveTo>
                    <a:pt x="162" y="51"/>
                  </a:moveTo>
                  <a:lnTo>
                    <a:pt x="0" y="51"/>
                  </a:lnTo>
                  <a:lnTo>
                    <a:pt x="0" y="0"/>
                  </a:lnTo>
                  <a:lnTo>
                    <a:pt x="378" y="0"/>
                  </a:lnTo>
                  <a:lnTo>
                    <a:pt x="378" y="51"/>
                  </a:lnTo>
                  <a:lnTo>
                    <a:pt x="217" y="51"/>
                  </a:lnTo>
                  <a:lnTo>
                    <a:pt x="217" y="472"/>
                  </a:lnTo>
                  <a:lnTo>
                    <a:pt x="162" y="472"/>
                  </a:lnTo>
                  <a:lnTo>
                    <a:pt x="162" y="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6">
              <a:extLst>
                <a:ext uri="{FF2B5EF4-FFF2-40B4-BE49-F238E27FC236}">
                  <a16:creationId xmlns:a16="http://schemas.microsoft.com/office/drawing/2014/main" id="{CD9B8C87-89AE-40B9-A968-988D8580FB80}"/>
                </a:ext>
              </a:extLst>
            </p:cNvPr>
            <p:cNvSpPr>
              <a:spLocks/>
            </p:cNvSpPr>
            <p:nvPr/>
          </p:nvSpPr>
          <p:spPr bwMode="black">
            <a:xfrm>
              <a:off x="1364" y="1865"/>
              <a:ext cx="307" cy="480"/>
            </a:xfrm>
            <a:custGeom>
              <a:avLst/>
              <a:gdLst>
                <a:gd name="T0" fmla="*/ 251 w 251"/>
                <a:gd name="T1" fmla="*/ 211 h 399"/>
                <a:gd name="T2" fmla="*/ 251 w 251"/>
                <a:gd name="T3" fmla="*/ 399 h 399"/>
                <a:gd name="T4" fmla="*/ 208 w 251"/>
                <a:gd name="T5" fmla="*/ 399 h 399"/>
                <a:gd name="T6" fmla="*/ 208 w 251"/>
                <a:gd name="T7" fmla="*/ 216 h 399"/>
                <a:gd name="T8" fmla="*/ 134 w 251"/>
                <a:gd name="T9" fmla="*/ 135 h 399"/>
                <a:gd name="T10" fmla="*/ 43 w 251"/>
                <a:gd name="T11" fmla="*/ 211 h 399"/>
                <a:gd name="T12" fmla="*/ 43 w 251"/>
                <a:gd name="T13" fmla="*/ 399 h 399"/>
                <a:gd name="T14" fmla="*/ 0 w 251"/>
                <a:gd name="T15" fmla="*/ 399 h 399"/>
                <a:gd name="T16" fmla="*/ 0 w 251"/>
                <a:gd name="T17" fmla="*/ 0 h 399"/>
                <a:gd name="T18" fmla="*/ 43 w 251"/>
                <a:gd name="T19" fmla="*/ 0 h 399"/>
                <a:gd name="T20" fmla="*/ 43 w 251"/>
                <a:gd name="T21" fmla="*/ 151 h 399"/>
                <a:gd name="T22" fmla="*/ 140 w 251"/>
                <a:gd name="T23" fmla="*/ 97 h 399"/>
                <a:gd name="T24" fmla="*/ 251 w 251"/>
                <a:gd name="T25" fmla="*/ 211 h 3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1" h="399">
                  <a:moveTo>
                    <a:pt x="251" y="211"/>
                  </a:moveTo>
                  <a:cubicBezTo>
                    <a:pt x="251" y="399"/>
                    <a:pt x="251" y="399"/>
                    <a:pt x="251" y="399"/>
                  </a:cubicBezTo>
                  <a:cubicBezTo>
                    <a:pt x="208" y="399"/>
                    <a:pt x="208" y="399"/>
                    <a:pt x="208" y="399"/>
                  </a:cubicBezTo>
                  <a:cubicBezTo>
                    <a:pt x="208" y="216"/>
                    <a:pt x="208" y="216"/>
                    <a:pt x="208" y="216"/>
                  </a:cubicBezTo>
                  <a:cubicBezTo>
                    <a:pt x="208" y="169"/>
                    <a:pt x="178" y="135"/>
                    <a:pt x="134" y="135"/>
                  </a:cubicBezTo>
                  <a:cubicBezTo>
                    <a:pt x="85" y="135"/>
                    <a:pt x="43" y="170"/>
                    <a:pt x="43" y="211"/>
                  </a:cubicBezTo>
                  <a:cubicBezTo>
                    <a:pt x="43" y="399"/>
                    <a:pt x="43" y="399"/>
                    <a:pt x="43" y="399"/>
                  </a:cubicBezTo>
                  <a:cubicBezTo>
                    <a:pt x="0" y="399"/>
                    <a:pt x="0" y="399"/>
                    <a:pt x="0" y="3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43" y="151"/>
                    <a:pt x="43" y="151"/>
                    <a:pt x="43" y="151"/>
                  </a:cubicBezTo>
                  <a:cubicBezTo>
                    <a:pt x="60" y="119"/>
                    <a:pt x="98" y="97"/>
                    <a:pt x="140" y="97"/>
                  </a:cubicBezTo>
                  <a:cubicBezTo>
                    <a:pt x="205" y="97"/>
                    <a:pt x="251" y="144"/>
                    <a:pt x="251" y="2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7">
              <a:extLst>
                <a:ext uri="{FF2B5EF4-FFF2-40B4-BE49-F238E27FC236}">
                  <a16:creationId xmlns:a16="http://schemas.microsoft.com/office/drawing/2014/main" id="{002BD709-64FB-44DB-A81E-BCC570D9EA6B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1767" y="1857"/>
              <a:ext cx="70" cy="488"/>
            </a:xfrm>
            <a:custGeom>
              <a:avLst/>
              <a:gdLst>
                <a:gd name="T0" fmla="*/ 0 w 57"/>
                <a:gd name="T1" fmla="*/ 28 h 406"/>
                <a:gd name="T2" fmla="*/ 29 w 57"/>
                <a:gd name="T3" fmla="*/ 0 h 406"/>
                <a:gd name="T4" fmla="*/ 57 w 57"/>
                <a:gd name="T5" fmla="*/ 28 h 406"/>
                <a:gd name="T6" fmla="*/ 29 w 57"/>
                <a:gd name="T7" fmla="*/ 57 h 406"/>
                <a:gd name="T8" fmla="*/ 0 w 57"/>
                <a:gd name="T9" fmla="*/ 28 h 406"/>
                <a:gd name="T10" fmla="*/ 7 w 57"/>
                <a:gd name="T11" fmla="*/ 110 h 406"/>
                <a:gd name="T12" fmla="*/ 50 w 57"/>
                <a:gd name="T13" fmla="*/ 110 h 406"/>
                <a:gd name="T14" fmla="*/ 50 w 57"/>
                <a:gd name="T15" fmla="*/ 406 h 406"/>
                <a:gd name="T16" fmla="*/ 7 w 57"/>
                <a:gd name="T17" fmla="*/ 406 h 406"/>
                <a:gd name="T18" fmla="*/ 7 w 57"/>
                <a:gd name="T19" fmla="*/ 110 h 4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7" h="406">
                  <a:moveTo>
                    <a:pt x="0" y="28"/>
                  </a:moveTo>
                  <a:cubicBezTo>
                    <a:pt x="0" y="13"/>
                    <a:pt x="13" y="0"/>
                    <a:pt x="29" y="0"/>
                  </a:cubicBezTo>
                  <a:cubicBezTo>
                    <a:pt x="44" y="0"/>
                    <a:pt x="57" y="13"/>
                    <a:pt x="57" y="28"/>
                  </a:cubicBezTo>
                  <a:cubicBezTo>
                    <a:pt x="57" y="44"/>
                    <a:pt x="44" y="57"/>
                    <a:pt x="29" y="57"/>
                  </a:cubicBezTo>
                  <a:cubicBezTo>
                    <a:pt x="13" y="57"/>
                    <a:pt x="0" y="44"/>
                    <a:pt x="0" y="28"/>
                  </a:cubicBezTo>
                  <a:close/>
                  <a:moveTo>
                    <a:pt x="7" y="110"/>
                  </a:moveTo>
                  <a:cubicBezTo>
                    <a:pt x="50" y="110"/>
                    <a:pt x="50" y="110"/>
                    <a:pt x="50" y="110"/>
                  </a:cubicBezTo>
                  <a:cubicBezTo>
                    <a:pt x="50" y="406"/>
                    <a:pt x="50" y="406"/>
                    <a:pt x="50" y="406"/>
                  </a:cubicBezTo>
                  <a:cubicBezTo>
                    <a:pt x="7" y="406"/>
                    <a:pt x="7" y="406"/>
                    <a:pt x="7" y="406"/>
                  </a:cubicBezTo>
                  <a:lnTo>
                    <a:pt x="7" y="1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9" name="Freeform 8">
              <a:extLst>
                <a:ext uri="{FF2B5EF4-FFF2-40B4-BE49-F238E27FC236}">
                  <a16:creationId xmlns:a16="http://schemas.microsoft.com/office/drawing/2014/main" id="{926C9A2F-AD42-40CE-AD48-16ED2F5E2C23}"/>
                </a:ext>
              </a:extLst>
            </p:cNvPr>
            <p:cNvSpPr>
              <a:spLocks/>
            </p:cNvSpPr>
            <p:nvPr/>
          </p:nvSpPr>
          <p:spPr bwMode="black">
            <a:xfrm>
              <a:off x="1912" y="1982"/>
              <a:ext cx="281" cy="370"/>
            </a:xfrm>
            <a:custGeom>
              <a:avLst/>
              <a:gdLst>
                <a:gd name="T0" fmla="*/ 0 w 230"/>
                <a:gd name="T1" fmla="*/ 264 h 308"/>
                <a:gd name="T2" fmla="*/ 23 w 230"/>
                <a:gd name="T3" fmla="*/ 233 h 308"/>
                <a:gd name="T4" fmla="*/ 122 w 230"/>
                <a:gd name="T5" fmla="*/ 270 h 308"/>
                <a:gd name="T6" fmla="*/ 188 w 230"/>
                <a:gd name="T7" fmla="*/ 224 h 308"/>
                <a:gd name="T8" fmla="*/ 113 w 230"/>
                <a:gd name="T9" fmla="*/ 170 h 308"/>
                <a:gd name="T10" fmla="*/ 15 w 230"/>
                <a:gd name="T11" fmla="*/ 86 h 308"/>
                <a:gd name="T12" fmla="*/ 118 w 230"/>
                <a:gd name="T13" fmla="*/ 0 h 308"/>
                <a:gd name="T14" fmla="*/ 223 w 230"/>
                <a:gd name="T15" fmla="*/ 33 h 308"/>
                <a:gd name="T16" fmla="*/ 203 w 230"/>
                <a:gd name="T17" fmla="*/ 66 h 308"/>
                <a:gd name="T18" fmla="*/ 118 w 230"/>
                <a:gd name="T19" fmla="*/ 38 h 308"/>
                <a:gd name="T20" fmla="*/ 57 w 230"/>
                <a:gd name="T21" fmla="*/ 81 h 308"/>
                <a:gd name="T22" fmla="*/ 134 w 230"/>
                <a:gd name="T23" fmla="*/ 133 h 308"/>
                <a:gd name="T24" fmla="*/ 230 w 230"/>
                <a:gd name="T25" fmla="*/ 219 h 308"/>
                <a:gd name="T26" fmla="*/ 122 w 230"/>
                <a:gd name="T27" fmla="*/ 308 h 308"/>
                <a:gd name="T28" fmla="*/ 0 w 230"/>
                <a:gd name="T29" fmla="*/ 264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0" h="308">
                  <a:moveTo>
                    <a:pt x="0" y="264"/>
                  </a:moveTo>
                  <a:cubicBezTo>
                    <a:pt x="23" y="233"/>
                    <a:pt x="23" y="233"/>
                    <a:pt x="23" y="233"/>
                  </a:cubicBezTo>
                  <a:cubicBezTo>
                    <a:pt x="56" y="258"/>
                    <a:pt x="90" y="270"/>
                    <a:pt x="122" y="270"/>
                  </a:cubicBezTo>
                  <a:cubicBezTo>
                    <a:pt x="161" y="270"/>
                    <a:pt x="188" y="252"/>
                    <a:pt x="188" y="224"/>
                  </a:cubicBezTo>
                  <a:cubicBezTo>
                    <a:pt x="188" y="192"/>
                    <a:pt x="153" y="182"/>
                    <a:pt x="113" y="170"/>
                  </a:cubicBezTo>
                  <a:cubicBezTo>
                    <a:pt x="42" y="150"/>
                    <a:pt x="15" y="129"/>
                    <a:pt x="15" y="86"/>
                  </a:cubicBezTo>
                  <a:cubicBezTo>
                    <a:pt x="15" y="33"/>
                    <a:pt x="59" y="0"/>
                    <a:pt x="118" y="0"/>
                  </a:cubicBezTo>
                  <a:cubicBezTo>
                    <a:pt x="154" y="0"/>
                    <a:pt x="192" y="12"/>
                    <a:pt x="223" y="33"/>
                  </a:cubicBezTo>
                  <a:cubicBezTo>
                    <a:pt x="203" y="66"/>
                    <a:pt x="203" y="66"/>
                    <a:pt x="203" y="66"/>
                  </a:cubicBezTo>
                  <a:cubicBezTo>
                    <a:pt x="173" y="47"/>
                    <a:pt x="144" y="38"/>
                    <a:pt x="118" y="38"/>
                  </a:cubicBezTo>
                  <a:cubicBezTo>
                    <a:pt x="85" y="38"/>
                    <a:pt x="57" y="53"/>
                    <a:pt x="57" y="81"/>
                  </a:cubicBezTo>
                  <a:cubicBezTo>
                    <a:pt x="57" y="107"/>
                    <a:pt x="79" y="115"/>
                    <a:pt x="134" y="133"/>
                  </a:cubicBezTo>
                  <a:cubicBezTo>
                    <a:pt x="181" y="147"/>
                    <a:pt x="230" y="163"/>
                    <a:pt x="230" y="219"/>
                  </a:cubicBezTo>
                  <a:cubicBezTo>
                    <a:pt x="230" y="274"/>
                    <a:pt x="184" y="308"/>
                    <a:pt x="122" y="308"/>
                  </a:cubicBezTo>
                  <a:cubicBezTo>
                    <a:pt x="81" y="308"/>
                    <a:pt x="36" y="293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0" name="Freeform 9">
              <a:extLst>
                <a:ext uri="{FF2B5EF4-FFF2-40B4-BE49-F238E27FC236}">
                  <a16:creationId xmlns:a16="http://schemas.microsoft.com/office/drawing/2014/main" id="{AF6E45DA-A3A4-4FA3-9A95-1F83D1FA42C5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2473" y="1857"/>
              <a:ext cx="70" cy="488"/>
            </a:xfrm>
            <a:custGeom>
              <a:avLst/>
              <a:gdLst>
                <a:gd name="T0" fmla="*/ 0 w 57"/>
                <a:gd name="T1" fmla="*/ 28 h 406"/>
                <a:gd name="T2" fmla="*/ 29 w 57"/>
                <a:gd name="T3" fmla="*/ 0 h 406"/>
                <a:gd name="T4" fmla="*/ 57 w 57"/>
                <a:gd name="T5" fmla="*/ 28 h 406"/>
                <a:gd name="T6" fmla="*/ 29 w 57"/>
                <a:gd name="T7" fmla="*/ 57 h 406"/>
                <a:gd name="T8" fmla="*/ 0 w 57"/>
                <a:gd name="T9" fmla="*/ 28 h 406"/>
                <a:gd name="T10" fmla="*/ 7 w 57"/>
                <a:gd name="T11" fmla="*/ 110 h 406"/>
                <a:gd name="T12" fmla="*/ 50 w 57"/>
                <a:gd name="T13" fmla="*/ 110 h 406"/>
                <a:gd name="T14" fmla="*/ 50 w 57"/>
                <a:gd name="T15" fmla="*/ 406 h 406"/>
                <a:gd name="T16" fmla="*/ 7 w 57"/>
                <a:gd name="T17" fmla="*/ 406 h 406"/>
                <a:gd name="T18" fmla="*/ 7 w 57"/>
                <a:gd name="T19" fmla="*/ 110 h 4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7" h="406">
                  <a:moveTo>
                    <a:pt x="0" y="28"/>
                  </a:moveTo>
                  <a:cubicBezTo>
                    <a:pt x="0" y="13"/>
                    <a:pt x="13" y="0"/>
                    <a:pt x="29" y="0"/>
                  </a:cubicBezTo>
                  <a:cubicBezTo>
                    <a:pt x="44" y="0"/>
                    <a:pt x="57" y="13"/>
                    <a:pt x="57" y="28"/>
                  </a:cubicBezTo>
                  <a:cubicBezTo>
                    <a:pt x="57" y="44"/>
                    <a:pt x="44" y="57"/>
                    <a:pt x="29" y="57"/>
                  </a:cubicBezTo>
                  <a:cubicBezTo>
                    <a:pt x="13" y="57"/>
                    <a:pt x="0" y="44"/>
                    <a:pt x="0" y="28"/>
                  </a:cubicBezTo>
                  <a:close/>
                  <a:moveTo>
                    <a:pt x="7" y="110"/>
                  </a:moveTo>
                  <a:cubicBezTo>
                    <a:pt x="50" y="110"/>
                    <a:pt x="50" y="110"/>
                    <a:pt x="50" y="110"/>
                  </a:cubicBezTo>
                  <a:cubicBezTo>
                    <a:pt x="50" y="406"/>
                    <a:pt x="50" y="406"/>
                    <a:pt x="50" y="406"/>
                  </a:cubicBezTo>
                  <a:cubicBezTo>
                    <a:pt x="7" y="406"/>
                    <a:pt x="7" y="406"/>
                    <a:pt x="7" y="406"/>
                  </a:cubicBezTo>
                  <a:lnTo>
                    <a:pt x="7" y="1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1" name="Freeform 10">
              <a:extLst>
                <a:ext uri="{FF2B5EF4-FFF2-40B4-BE49-F238E27FC236}">
                  <a16:creationId xmlns:a16="http://schemas.microsoft.com/office/drawing/2014/main" id="{0E9BB012-66AD-4575-AACA-AA4D8882A4B6}"/>
                </a:ext>
              </a:extLst>
            </p:cNvPr>
            <p:cNvSpPr>
              <a:spLocks/>
            </p:cNvSpPr>
            <p:nvPr/>
          </p:nvSpPr>
          <p:spPr bwMode="black">
            <a:xfrm>
              <a:off x="2617" y="1982"/>
              <a:ext cx="282" cy="370"/>
            </a:xfrm>
            <a:custGeom>
              <a:avLst/>
              <a:gdLst>
                <a:gd name="T0" fmla="*/ 0 w 230"/>
                <a:gd name="T1" fmla="*/ 264 h 308"/>
                <a:gd name="T2" fmla="*/ 23 w 230"/>
                <a:gd name="T3" fmla="*/ 233 h 308"/>
                <a:gd name="T4" fmla="*/ 122 w 230"/>
                <a:gd name="T5" fmla="*/ 270 h 308"/>
                <a:gd name="T6" fmla="*/ 188 w 230"/>
                <a:gd name="T7" fmla="*/ 224 h 308"/>
                <a:gd name="T8" fmla="*/ 113 w 230"/>
                <a:gd name="T9" fmla="*/ 170 h 308"/>
                <a:gd name="T10" fmla="*/ 15 w 230"/>
                <a:gd name="T11" fmla="*/ 86 h 308"/>
                <a:gd name="T12" fmla="*/ 118 w 230"/>
                <a:gd name="T13" fmla="*/ 0 h 308"/>
                <a:gd name="T14" fmla="*/ 224 w 230"/>
                <a:gd name="T15" fmla="*/ 33 h 308"/>
                <a:gd name="T16" fmla="*/ 203 w 230"/>
                <a:gd name="T17" fmla="*/ 66 h 308"/>
                <a:gd name="T18" fmla="*/ 118 w 230"/>
                <a:gd name="T19" fmla="*/ 38 h 308"/>
                <a:gd name="T20" fmla="*/ 57 w 230"/>
                <a:gd name="T21" fmla="*/ 81 h 308"/>
                <a:gd name="T22" fmla="*/ 134 w 230"/>
                <a:gd name="T23" fmla="*/ 133 h 308"/>
                <a:gd name="T24" fmla="*/ 230 w 230"/>
                <a:gd name="T25" fmla="*/ 219 h 308"/>
                <a:gd name="T26" fmla="*/ 122 w 230"/>
                <a:gd name="T27" fmla="*/ 308 h 308"/>
                <a:gd name="T28" fmla="*/ 0 w 230"/>
                <a:gd name="T29" fmla="*/ 264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0" h="308">
                  <a:moveTo>
                    <a:pt x="0" y="264"/>
                  </a:moveTo>
                  <a:cubicBezTo>
                    <a:pt x="23" y="233"/>
                    <a:pt x="23" y="233"/>
                    <a:pt x="23" y="233"/>
                  </a:cubicBezTo>
                  <a:cubicBezTo>
                    <a:pt x="56" y="258"/>
                    <a:pt x="90" y="270"/>
                    <a:pt x="122" y="270"/>
                  </a:cubicBezTo>
                  <a:cubicBezTo>
                    <a:pt x="161" y="270"/>
                    <a:pt x="188" y="252"/>
                    <a:pt x="188" y="224"/>
                  </a:cubicBezTo>
                  <a:cubicBezTo>
                    <a:pt x="188" y="192"/>
                    <a:pt x="153" y="182"/>
                    <a:pt x="113" y="170"/>
                  </a:cubicBezTo>
                  <a:cubicBezTo>
                    <a:pt x="42" y="150"/>
                    <a:pt x="15" y="129"/>
                    <a:pt x="15" y="86"/>
                  </a:cubicBezTo>
                  <a:cubicBezTo>
                    <a:pt x="15" y="33"/>
                    <a:pt x="59" y="0"/>
                    <a:pt x="118" y="0"/>
                  </a:cubicBezTo>
                  <a:cubicBezTo>
                    <a:pt x="154" y="0"/>
                    <a:pt x="192" y="12"/>
                    <a:pt x="224" y="33"/>
                  </a:cubicBezTo>
                  <a:cubicBezTo>
                    <a:pt x="203" y="66"/>
                    <a:pt x="203" y="66"/>
                    <a:pt x="203" y="66"/>
                  </a:cubicBezTo>
                  <a:cubicBezTo>
                    <a:pt x="173" y="47"/>
                    <a:pt x="144" y="38"/>
                    <a:pt x="118" y="38"/>
                  </a:cubicBezTo>
                  <a:cubicBezTo>
                    <a:pt x="85" y="38"/>
                    <a:pt x="57" y="53"/>
                    <a:pt x="57" y="81"/>
                  </a:cubicBezTo>
                  <a:cubicBezTo>
                    <a:pt x="57" y="107"/>
                    <a:pt x="79" y="115"/>
                    <a:pt x="134" y="133"/>
                  </a:cubicBezTo>
                  <a:cubicBezTo>
                    <a:pt x="181" y="147"/>
                    <a:pt x="230" y="163"/>
                    <a:pt x="230" y="219"/>
                  </a:cubicBezTo>
                  <a:cubicBezTo>
                    <a:pt x="230" y="274"/>
                    <a:pt x="184" y="308"/>
                    <a:pt x="122" y="308"/>
                  </a:cubicBezTo>
                  <a:cubicBezTo>
                    <a:pt x="81" y="308"/>
                    <a:pt x="36" y="293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2" name="Freeform 11">
              <a:extLst>
                <a:ext uri="{FF2B5EF4-FFF2-40B4-BE49-F238E27FC236}">
                  <a16:creationId xmlns:a16="http://schemas.microsoft.com/office/drawing/2014/main" id="{16C674FD-9428-487D-86F2-E34B74F88508}"/>
                </a:ext>
              </a:extLst>
            </p:cNvPr>
            <p:cNvSpPr>
              <a:spLocks/>
            </p:cNvSpPr>
            <p:nvPr/>
          </p:nvSpPr>
          <p:spPr bwMode="black">
            <a:xfrm>
              <a:off x="3201" y="1873"/>
              <a:ext cx="464" cy="472"/>
            </a:xfrm>
            <a:custGeom>
              <a:avLst/>
              <a:gdLst>
                <a:gd name="T0" fmla="*/ 0 w 464"/>
                <a:gd name="T1" fmla="*/ 0 h 472"/>
                <a:gd name="T2" fmla="*/ 53 w 464"/>
                <a:gd name="T3" fmla="*/ 0 h 472"/>
                <a:gd name="T4" fmla="*/ 232 w 464"/>
                <a:gd name="T5" fmla="*/ 329 h 472"/>
                <a:gd name="T6" fmla="*/ 411 w 464"/>
                <a:gd name="T7" fmla="*/ 0 h 472"/>
                <a:gd name="T8" fmla="*/ 464 w 464"/>
                <a:gd name="T9" fmla="*/ 0 h 472"/>
                <a:gd name="T10" fmla="*/ 464 w 464"/>
                <a:gd name="T11" fmla="*/ 472 h 472"/>
                <a:gd name="T12" fmla="*/ 411 w 464"/>
                <a:gd name="T13" fmla="*/ 472 h 472"/>
                <a:gd name="T14" fmla="*/ 411 w 464"/>
                <a:gd name="T15" fmla="*/ 115 h 472"/>
                <a:gd name="T16" fmla="*/ 232 w 464"/>
                <a:gd name="T17" fmla="*/ 445 h 472"/>
                <a:gd name="T18" fmla="*/ 53 w 464"/>
                <a:gd name="T19" fmla="*/ 115 h 472"/>
                <a:gd name="T20" fmla="*/ 53 w 464"/>
                <a:gd name="T21" fmla="*/ 472 h 472"/>
                <a:gd name="T22" fmla="*/ 0 w 464"/>
                <a:gd name="T23" fmla="*/ 472 h 472"/>
                <a:gd name="T24" fmla="*/ 0 w 464"/>
                <a:gd name="T25" fmla="*/ 0 h 4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64" h="472">
                  <a:moveTo>
                    <a:pt x="0" y="0"/>
                  </a:moveTo>
                  <a:lnTo>
                    <a:pt x="53" y="0"/>
                  </a:lnTo>
                  <a:lnTo>
                    <a:pt x="232" y="329"/>
                  </a:lnTo>
                  <a:lnTo>
                    <a:pt x="411" y="0"/>
                  </a:lnTo>
                  <a:lnTo>
                    <a:pt x="464" y="0"/>
                  </a:lnTo>
                  <a:lnTo>
                    <a:pt x="464" y="472"/>
                  </a:lnTo>
                  <a:lnTo>
                    <a:pt x="411" y="472"/>
                  </a:lnTo>
                  <a:lnTo>
                    <a:pt x="411" y="115"/>
                  </a:lnTo>
                  <a:lnTo>
                    <a:pt x="232" y="445"/>
                  </a:lnTo>
                  <a:lnTo>
                    <a:pt x="53" y="115"/>
                  </a:lnTo>
                  <a:lnTo>
                    <a:pt x="53" y="472"/>
                  </a:lnTo>
                  <a:lnTo>
                    <a:pt x="0" y="47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3" name="Freeform 12">
              <a:extLst>
                <a:ext uri="{FF2B5EF4-FFF2-40B4-BE49-F238E27FC236}">
                  <a16:creationId xmlns:a16="http://schemas.microsoft.com/office/drawing/2014/main" id="{5A7840E1-3DFB-4EFA-830E-6F280C833C9D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3764" y="1982"/>
              <a:ext cx="349" cy="370"/>
            </a:xfrm>
            <a:custGeom>
              <a:avLst/>
              <a:gdLst>
                <a:gd name="T0" fmla="*/ 242 w 285"/>
                <a:gd name="T1" fmla="*/ 235 h 308"/>
                <a:gd name="T2" fmla="*/ 268 w 285"/>
                <a:gd name="T3" fmla="*/ 263 h 308"/>
                <a:gd name="T4" fmla="*/ 150 w 285"/>
                <a:gd name="T5" fmla="*/ 308 h 308"/>
                <a:gd name="T6" fmla="*/ 0 w 285"/>
                <a:gd name="T7" fmla="*/ 153 h 308"/>
                <a:gd name="T8" fmla="*/ 146 w 285"/>
                <a:gd name="T9" fmla="*/ 0 h 308"/>
                <a:gd name="T10" fmla="*/ 285 w 285"/>
                <a:gd name="T11" fmla="*/ 170 h 308"/>
                <a:gd name="T12" fmla="*/ 44 w 285"/>
                <a:gd name="T13" fmla="*/ 170 h 308"/>
                <a:gd name="T14" fmla="*/ 149 w 285"/>
                <a:gd name="T15" fmla="*/ 270 h 308"/>
                <a:gd name="T16" fmla="*/ 242 w 285"/>
                <a:gd name="T17" fmla="*/ 235 h 308"/>
                <a:gd name="T18" fmla="*/ 45 w 285"/>
                <a:gd name="T19" fmla="*/ 132 h 308"/>
                <a:gd name="T20" fmla="*/ 243 w 285"/>
                <a:gd name="T21" fmla="*/ 132 h 308"/>
                <a:gd name="T22" fmla="*/ 147 w 285"/>
                <a:gd name="T23" fmla="*/ 38 h 308"/>
                <a:gd name="T24" fmla="*/ 45 w 285"/>
                <a:gd name="T25" fmla="*/ 132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85" h="308">
                  <a:moveTo>
                    <a:pt x="242" y="235"/>
                  </a:moveTo>
                  <a:cubicBezTo>
                    <a:pt x="268" y="263"/>
                    <a:pt x="268" y="263"/>
                    <a:pt x="268" y="263"/>
                  </a:cubicBezTo>
                  <a:cubicBezTo>
                    <a:pt x="243" y="291"/>
                    <a:pt x="191" y="308"/>
                    <a:pt x="150" y="308"/>
                  </a:cubicBezTo>
                  <a:cubicBezTo>
                    <a:pt x="71" y="308"/>
                    <a:pt x="0" y="244"/>
                    <a:pt x="0" y="153"/>
                  </a:cubicBezTo>
                  <a:cubicBezTo>
                    <a:pt x="0" y="65"/>
                    <a:pt x="66" y="0"/>
                    <a:pt x="146" y="0"/>
                  </a:cubicBezTo>
                  <a:cubicBezTo>
                    <a:pt x="235" y="0"/>
                    <a:pt x="285" y="67"/>
                    <a:pt x="285" y="170"/>
                  </a:cubicBezTo>
                  <a:cubicBezTo>
                    <a:pt x="44" y="170"/>
                    <a:pt x="44" y="170"/>
                    <a:pt x="44" y="170"/>
                  </a:cubicBezTo>
                  <a:cubicBezTo>
                    <a:pt x="50" y="228"/>
                    <a:pt x="91" y="270"/>
                    <a:pt x="149" y="270"/>
                  </a:cubicBezTo>
                  <a:cubicBezTo>
                    <a:pt x="184" y="270"/>
                    <a:pt x="224" y="255"/>
                    <a:pt x="242" y="235"/>
                  </a:cubicBezTo>
                  <a:close/>
                  <a:moveTo>
                    <a:pt x="45" y="132"/>
                  </a:moveTo>
                  <a:cubicBezTo>
                    <a:pt x="243" y="132"/>
                    <a:pt x="243" y="132"/>
                    <a:pt x="243" y="132"/>
                  </a:cubicBezTo>
                  <a:cubicBezTo>
                    <a:pt x="238" y="79"/>
                    <a:pt x="206" y="38"/>
                    <a:pt x="147" y="38"/>
                  </a:cubicBezTo>
                  <a:cubicBezTo>
                    <a:pt x="95" y="38"/>
                    <a:pt x="53" y="75"/>
                    <a:pt x="45" y="13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4" name="Freeform 13">
              <a:extLst>
                <a:ext uri="{FF2B5EF4-FFF2-40B4-BE49-F238E27FC236}">
                  <a16:creationId xmlns:a16="http://schemas.microsoft.com/office/drawing/2014/main" id="{FE8FA87F-3177-4DEA-9E9C-DDA472353330}"/>
                </a:ext>
              </a:extLst>
            </p:cNvPr>
            <p:cNvSpPr>
              <a:spLocks/>
            </p:cNvSpPr>
            <p:nvPr/>
          </p:nvSpPr>
          <p:spPr bwMode="black">
            <a:xfrm>
              <a:off x="4172" y="1892"/>
              <a:ext cx="211" cy="460"/>
            </a:xfrm>
            <a:custGeom>
              <a:avLst/>
              <a:gdLst>
                <a:gd name="T0" fmla="*/ 173 w 173"/>
                <a:gd name="T1" fmla="*/ 365 h 383"/>
                <a:gd name="T2" fmla="*/ 119 w 173"/>
                <a:gd name="T3" fmla="*/ 383 h 383"/>
                <a:gd name="T4" fmla="*/ 47 w 173"/>
                <a:gd name="T5" fmla="*/ 308 h 383"/>
                <a:gd name="T6" fmla="*/ 47 w 173"/>
                <a:gd name="T7" fmla="*/ 120 h 383"/>
                <a:gd name="T8" fmla="*/ 0 w 173"/>
                <a:gd name="T9" fmla="*/ 120 h 383"/>
                <a:gd name="T10" fmla="*/ 0 w 173"/>
                <a:gd name="T11" fmla="*/ 81 h 383"/>
                <a:gd name="T12" fmla="*/ 47 w 173"/>
                <a:gd name="T13" fmla="*/ 81 h 383"/>
                <a:gd name="T14" fmla="*/ 47 w 173"/>
                <a:gd name="T15" fmla="*/ 0 h 383"/>
                <a:gd name="T16" fmla="*/ 89 w 173"/>
                <a:gd name="T17" fmla="*/ 0 h 383"/>
                <a:gd name="T18" fmla="*/ 89 w 173"/>
                <a:gd name="T19" fmla="*/ 81 h 383"/>
                <a:gd name="T20" fmla="*/ 162 w 173"/>
                <a:gd name="T21" fmla="*/ 81 h 383"/>
                <a:gd name="T22" fmla="*/ 162 w 173"/>
                <a:gd name="T23" fmla="*/ 120 h 383"/>
                <a:gd name="T24" fmla="*/ 89 w 173"/>
                <a:gd name="T25" fmla="*/ 120 h 383"/>
                <a:gd name="T26" fmla="*/ 89 w 173"/>
                <a:gd name="T27" fmla="*/ 308 h 383"/>
                <a:gd name="T28" fmla="*/ 121 w 173"/>
                <a:gd name="T29" fmla="*/ 345 h 383"/>
                <a:gd name="T30" fmla="*/ 152 w 173"/>
                <a:gd name="T31" fmla="*/ 333 h 383"/>
                <a:gd name="T32" fmla="*/ 173 w 173"/>
                <a:gd name="T33" fmla="*/ 365 h 3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3" h="383">
                  <a:moveTo>
                    <a:pt x="173" y="365"/>
                  </a:moveTo>
                  <a:cubicBezTo>
                    <a:pt x="158" y="377"/>
                    <a:pt x="139" y="383"/>
                    <a:pt x="119" y="383"/>
                  </a:cubicBezTo>
                  <a:cubicBezTo>
                    <a:pt x="76" y="383"/>
                    <a:pt x="47" y="352"/>
                    <a:pt x="47" y="308"/>
                  </a:cubicBezTo>
                  <a:cubicBezTo>
                    <a:pt x="47" y="120"/>
                    <a:pt x="47" y="120"/>
                    <a:pt x="47" y="120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47" y="81"/>
                    <a:pt x="47" y="81"/>
                    <a:pt x="47" y="81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89" y="0"/>
                    <a:pt x="89" y="0"/>
                    <a:pt x="89" y="0"/>
                  </a:cubicBezTo>
                  <a:cubicBezTo>
                    <a:pt x="89" y="81"/>
                    <a:pt x="89" y="81"/>
                    <a:pt x="89" y="81"/>
                  </a:cubicBezTo>
                  <a:cubicBezTo>
                    <a:pt x="162" y="81"/>
                    <a:pt x="162" y="81"/>
                    <a:pt x="162" y="81"/>
                  </a:cubicBezTo>
                  <a:cubicBezTo>
                    <a:pt x="162" y="120"/>
                    <a:pt x="162" y="120"/>
                    <a:pt x="162" y="120"/>
                  </a:cubicBezTo>
                  <a:cubicBezTo>
                    <a:pt x="89" y="120"/>
                    <a:pt x="89" y="120"/>
                    <a:pt x="89" y="120"/>
                  </a:cubicBezTo>
                  <a:cubicBezTo>
                    <a:pt x="89" y="308"/>
                    <a:pt x="89" y="308"/>
                    <a:pt x="89" y="308"/>
                  </a:cubicBezTo>
                  <a:cubicBezTo>
                    <a:pt x="89" y="330"/>
                    <a:pt x="104" y="345"/>
                    <a:pt x="121" y="345"/>
                  </a:cubicBezTo>
                  <a:cubicBezTo>
                    <a:pt x="135" y="345"/>
                    <a:pt x="146" y="340"/>
                    <a:pt x="152" y="333"/>
                  </a:cubicBezTo>
                  <a:lnTo>
                    <a:pt x="173" y="36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5" name="Freeform 14">
              <a:extLst>
                <a:ext uri="{FF2B5EF4-FFF2-40B4-BE49-F238E27FC236}">
                  <a16:creationId xmlns:a16="http://schemas.microsoft.com/office/drawing/2014/main" id="{C9209808-6696-40D2-BB08-D21DE71C53D8}"/>
                </a:ext>
              </a:extLst>
            </p:cNvPr>
            <p:cNvSpPr>
              <a:spLocks/>
            </p:cNvSpPr>
            <p:nvPr/>
          </p:nvSpPr>
          <p:spPr bwMode="black">
            <a:xfrm>
              <a:off x="4463" y="1982"/>
              <a:ext cx="192" cy="363"/>
            </a:xfrm>
            <a:custGeom>
              <a:avLst/>
              <a:gdLst>
                <a:gd name="T0" fmla="*/ 157 w 157"/>
                <a:gd name="T1" fmla="*/ 0 h 302"/>
                <a:gd name="T2" fmla="*/ 157 w 157"/>
                <a:gd name="T3" fmla="*/ 38 h 302"/>
                <a:gd name="T4" fmla="*/ 43 w 157"/>
                <a:gd name="T5" fmla="*/ 137 h 302"/>
                <a:gd name="T6" fmla="*/ 43 w 157"/>
                <a:gd name="T7" fmla="*/ 302 h 302"/>
                <a:gd name="T8" fmla="*/ 0 w 157"/>
                <a:gd name="T9" fmla="*/ 302 h 302"/>
                <a:gd name="T10" fmla="*/ 0 w 157"/>
                <a:gd name="T11" fmla="*/ 6 h 302"/>
                <a:gd name="T12" fmla="*/ 43 w 157"/>
                <a:gd name="T13" fmla="*/ 6 h 302"/>
                <a:gd name="T14" fmla="*/ 43 w 157"/>
                <a:gd name="T15" fmla="*/ 64 h 302"/>
                <a:gd name="T16" fmla="*/ 157 w 157"/>
                <a:gd name="T17" fmla="*/ 0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7" h="302">
                  <a:moveTo>
                    <a:pt x="157" y="0"/>
                  </a:moveTo>
                  <a:cubicBezTo>
                    <a:pt x="157" y="38"/>
                    <a:pt x="157" y="38"/>
                    <a:pt x="157" y="38"/>
                  </a:cubicBezTo>
                  <a:cubicBezTo>
                    <a:pt x="90" y="38"/>
                    <a:pt x="43" y="79"/>
                    <a:pt x="43" y="137"/>
                  </a:cubicBezTo>
                  <a:cubicBezTo>
                    <a:pt x="43" y="302"/>
                    <a:pt x="43" y="302"/>
                    <a:pt x="43" y="302"/>
                  </a:cubicBezTo>
                  <a:cubicBezTo>
                    <a:pt x="0" y="302"/>
                    <a:pt x="0" y="302"/>
                    <a:pt x="0" y="30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43" y="6"/>
                    <a:pt x="43" y="6"/>
                    <a:pt x="43" y="6"/>
                  </a:cubicBezTo>
                  <a:cubicBezTo>
                    <a:pt x="43" y="64"/>
                    <a:pt x="43" y="64"/>
                    <a:pt x="43" y="64"/>
                  </a:cubicBezTo>
                  <a:cubicBezTo>
                    <a:pt x="60" y="25"/>
                    <a:pt x="103" y="0"/>
                    <a:pt x="15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6" name="Freeform 15">
              <a:extLst>
                <a:ext uri="{FF2B5EF4-FFF2-40B4-BE49-F238E27FC236}">
                  <a16:creationId xmlns:a16="http://schemas.microsoft.com/office/drawing/2014/main" id="{1D3B2A8C-316B-4B50-9091-1B4AC66484A5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4695" y="1982"/>
              <a:ext cx="374" cy="370"/>
            </a:xfrm>
            <a:custGeom>
              <a:avLst/>
              <a:gdLst>
                <a:gd name="T0" fmla="*/ 0 w 306"/>
                <a:gd name="T1" fmla="*/ 154 h 308"/>
                <a:gd name="T2" fmla="*/ 153 w 306"/>
                <a:gd name="T3" fmla="*/ 0 h 308"/>
                <a:gd name="T4" fmla="*/ 306 w 306"/>
                <a:gd name="T5" fmla="*/ 154 h 308"/>
                <a:gd name="T6" fmla="*/ 153 w 306"/>
                <a:gd name="T7" fmla="*/ 308 h 308"/>
                <a:gd name="T8" fmla="*/ 0 w 306"/>
                <a:gd name="T9" fmla="*/ 154 h 308"/>
                <a:gd name="T10" fmla="*/ 261 w 306"/>
                <a:gd name="T11" fmla="*/ 154 h 308"/>
                <a:gd name="T12" fmla="*/ 153 w 306"/>
                <a:gd name="T13" fmla="*/ 38 h 308"/>
                <a:gd name="T14" fmla="*/ 46 w 306"/>
                <a:gd name="T15" fmla="*/ 154 h 308"/>
                <a:gd name="T16" fmla="*/ 153 w 306"/>
                <a:gd name="T17" fmla="*/ 270 h 308"/>
                <a:gd name="T18" fmla="*/ 261 w 306"/>
                <a:gd name="T19" fmla="*/ 154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06" h="308">
                  <a:moveTo>
                    <a:pt x="0" y="154"/>
                  </a:moveTo>
                  <a:cubicBezTo>
                    <a:pt x="0" y="70"/>
                    <a:pt x="71" y="0"/>
                    <a:pt x="153" y="0"/>
                  </a:cubicBezTo>
                  <a:cubicBezTo>
                    <a:pt x="236" y="0"/>
                    <a:pt x="306" y="70"/>
                    <a:pt x="306" y="154"/>
                  </a:cubicBezTo>
                  <a:cubicBezTo>
                    <a:pt x="306" y="238"/>
                    <a:pt x="236" y="308"/>
                    <a:pt x="153" y="308"/>
                  </a:cubicBezTo>
                  <a:cubicBezTo>
                    <a:pt x="71" y="308"/>
                    <a:pt x="0" y="238"/>
                    <a:pt x="0" y="154"/>
                  </a:cubicBezTo>
                  <a:close/>
                  <a:moveTo>
                    <a:pt x="261" y="154"/>
                  </a:moveTo>
                  <a:cubicBezTo>
                    <a:pt x="261" y="91"/>
                    <a:pt x="212" y="38"/>
                    <a:pt x="153" y="38"/>
                  </a:cubicBezTo>
                  <a:cubicBezTo>
                    <a:pt x="95" y="38"/>
                    <a:pt x="46" y="91"/>
                    <a:pt x="46" y="154"/>
                  </a:cubicBezTo>
                  <a:cubicBezTo>
                    <a:pt x="46" y="217"/>
                    <a:pt x="95" y="270"/>
                    <a:pt x="153" y="270"/>
                  </a:cubicBezTo>
                  <a:cubicBezTo>
                    <a:pt x="212" y="270"/>
                    <a:pt x="261" y="217"/>
                    <a:pt x="261" y="1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7" name="Freeform 16">
              <a:extLst>
                <a:ext uri="{FF2B5EF4-FFF2-40B4-BE49-F238E27FC236}">
                  <a16:creationId xmlns:a16="http://schemas.microsoft.com/office/drawing/2014/main" id="{15C78FBB-9428-49FA-A406-331F81A8781F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5161" y="1982"/>
              <a:ext cx="350" cy="481"/>
            </a:xfrm>
            <a:custGeom>
              <a:avLst/>
              <a:gdLst>
                <a:gd name="T0" fmla="*/ 286 w 286"/>
                <a:gd name="T1" fmla="*/ 154 h 400"/>
                <a:gd name="T2" fmla="*/ 150 w 286"/>
                <a:gd name="T3" fmla="*/ 308 h 400"/>
                <a:gd name="T4" fmla="*/ 42 w 286"/>
                <a:gd name="T5" fmla="*/ 246 h 400"/>
                <a:gd name="T6" fmla="*/ 42 w 286"/>
                <a:gd name="T7" fmla="*/ 400 h 400"/>
                <a:gd name="T8" fmla="*/ 0 w 286"/>
                <a:gd name="T9" fmla="*/ 400 h 400"/>
                <a:gd name="T10" fmla="*/ 0 w 286"/>
                <a:gd name="T11" fmla="*/ 6 h 400"/>
                <a:gd name="T12" fmla="*/ 42 w 286"/>
                <a:gd name="T13" fmla="*/ 6 h 400"/>
                <a:gd name="T14" fmla="*/ 42 w 286"/>
                <a:gd name="T15" fmla="*/ 62 h 400"/>
                <a:gd name="T16" fmla="*/ 150 w 286"/>
                <a:gd name="T17" fmla="*/ 0 h 400"/>
                <a:gd name="T18" fmla="*/ 286 w 286"/>
                <a:gd name="T19" fmla="*/ 154 h 400"/>
                <a:gd name="T20" fmla="*/ 240 w 286"/>
                <a:gd name="T21" fmla="*/ 154 h 400"/>
                <a:gd name="T22" fmla="*/ 142 w 286"/>
                <a:gd name="T23" fmla="*/ 38 h 400"/>
                <a:gd name="T24" fmla="*/ 42 w 286"/>
                <a:gd name="T25" fmla="*/ 154 h 400"/>
                <a:gd name="T26" fmla="*/ 142 w 286"/>
                <a:gd name="T27" fmla="*/ 270 h 400"/>
                <a:gd name="T28" fmla="*/ 240 w 286"/>
                <a:gd name="T29" fmla="*/ 154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86" h="400">
                  <a:moveTo>
                    <a:pt x="286" y="154"/>
                  </a:moveTo>
                  <a:cubicBezTo>
                    <a:pt x="286" y="244"/>
                    <a:pt x="227" y="308"/>
                    <a:pt x="150" y="308"/>
                  </a:cubicBezTo>
                  <a:cubicBezTo>
                    <a:pt x="102" y="308"/>
                    <a:pt x="65" y="285"/>
                    <a:pt x="42" y="246"/>
                  </a:cubicBezTo>
                  <a:cubicBezTo>
                    <a:pt x="42" y="400"/>
                    <a:pt x="42" y="400"/>
                    <a:pt x="42" y="400"/>
                  </a:cubicBezTo>
                  <a:cubicBezTo>
                    <a:pt x="0" y="400"/>
                    <a:pt x="0" y="400"/>
                    <a:pt x="0" y="40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42" y="6"/>
                    <a:pt x="42" y="6"/>
                    <a:pt x="42" y="6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65" y="23"/>
                    <a:pt x="102" y="0"/>
                    <a:pt x="150" y="0"/>
                  </a:cubicBezTo>
                  <a:cubicBezTo>
                    <a:pt x="227" y="0"/>
                    <a:pt x="286" y="64"/>
                    <a:pt x="286" y="154"/>
                  </a:cubicBezTo>
                  <a:close/>
                  <a:moveTo>
                    <a:pt x="240" y="154"/>
                  </a:moveTo>
                  <a:cubicBezTo>
                    <a:pt x="240" y="86"/>
                    <a:pt x="199" y="38"/>
                    <a:pt x="142" y="38"/>
                  </a:cubicBezTo>
                  <a:cubicBezTo>
                    <a:pt x="83" y="38"/>
                    <a:pt x="42" y="86"/>
                    <a:pt x="42" y="154"/>
                  </a:cubicBezTo>
                  <a:cubicBezTo>
                    <a:pt x="42" y="222"/>
                    <a:pt x="83" y="270"/>
                    <a:pt x="142" y="270"/>
                  </a:cubicBezTo>
                  <a:cubicBezTo>
                    <a:pt x="199" y="270"/>
                    <a:pt x="240" y="222"/>
                    <a:pt x="240" y="1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8" name="Freeform 17">
              <a:extLst>
                <a:ext uri="{FF2B5EF4-FFF2-40B4-BE49-F238E27FC236}">
                  <a16:creationId xmlns:a16="http://schemas.microsoft.com/office/drawing/2014/main" id="{C1B41AC2-DF88-418C-89A8-77AE1C13487A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5582" y="1982"/>
              <a:ext cx="373" cy="370"/>
            </a:xfrm>
            <a:custGeom>
              <a:avLst/>
              <a:gdLst>
                <a:gd name="T0" fmla="*/ 0 w 305"/>
                <a:gd name="T1" fmla="*/ 154 h 308"/>
                <a:gd name="T2" fmla="*/ 153 w 305"/>
                <a:gd name="T3" fmla="*/ 0 h 308"/>
                <a:gd name="T4" fmla="*/ 305 w 305"/>
                <a:gd name="T5" fmla="*/ 154 h 308"/>
                <a:gd name="T6" fmla="*/ 153 w 305"/>
                <a:gd name="T7" fmla="*/ 308 h 308"/>
                <a:gd name="T8" fmla="*/ 0 w 305"/>
                <a:gd name="T9" fmla="*/ 154 h 308"/>
                <a:gd name="T10" fmla="*/ 260 w 305"/>
                <a:gd name="T11" fmla="*/ 154 h 308"/>
                <a:gd name="T12" fmla="*/ 153 w 305"/>
                <a:gd name="T13" fmla="*/ 38 h 308"/>
                <a:gd name="T14" fmla="*/ 45 w 305"/>
                <a:gd name="T15" fmla="*/ 154 h 308"/>
                <a:gd name="T16" fmla="*/ 153 w 305"/>
                <a:gd name="T17" fmla="*/ 270 h 308"/>
                <a:gd name="T18" fmla="*/ 260 w 305"/>
                <a:gd name="T19" fmla="*/ 154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05" h="308">
                  <a:moveTo>
                    <a:pt x="0" y="154"/>
                  </a:moveTo>
                  <a:cubicBezTo>
                    <a:pt x="0" y="70"/>
                    <a:pt x="70" y="0"/>
                    <a:pt x="153" y="0"/>
                  </a:cubicBezTo>
                  <a:cubicBezTo>
                    <a:pt x="235" y="0"/>
                    <a:pt x="305" y="70"/>
                    <a:pt x="305" y="154"/>
                  </a:cubicBezTo>
                  <a:cubicBezTo>
                    <a:pt x="305" y="238"/>
                    <a:pt x="235" y="308"/>
                    <a:pt x="153" y="308"/>
                  </a:cubicBezTo>
                  <a:cubicBezTo>
                    <a:pt x="70" y="308"/>
                    <a:pt x="0" y="238"/>
                    <a:pt x="0" y="154"/>
                  </a:cubicBezTo>
                  <a:close/>
                  <a:moveTo>
                    <a:pt x="260" y="154"/>
                  </a:moveTo>
                  <a:cubicBezTo>
                    <a:pt x="260" y="91"/>
                    <a:pt x="211" y="38"/>
                    <a:pt x="153" y="38"/>
                  </a:cubicBezTo>
                  <a:cubicBezTo>
                    <a:pt x="94" y="38"/>
                    <a:pt x="45" y="91"/>
                    <a:pt x="45" y="154"/>
                  </a:cubicBezTo>
                  <a:cubicBezTo>
                    <a:pt x="45" y="217"/>
                    <a:pt x="94" y="270"/>
                    <a:pt x="153" y="270"/>
                  </a:cubicBezTo>
                  <a:cubicBezTo>
                    <a:pt x="211" y="270"/>
                    <a:pt x="260" y="217"/>
                    <a:pt x="260" y="1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9" name="Rectangle 18">
              <a:extLst>
                <a:ext uri="{FF2B5EF4-FFF2-40B4-BE49-F238E27FC236}">
                  <a16:creationId xmlns:a16="http://schemas.microsoft.com/office/drawing/2014/main" id="{8A52667A-7197-4718-A7CC-9DB76FD15044}"/>
                </a:ext>
              </a:extLst>
            </p:cNvPr>
            <p:cNvSpPr>
              <a:spLocks noChangeArrowheads="1"/>
            </p:cNvSpPr>
            <p:nvPr/>
          </p:nvSpPr>
          <p:spPr bwMode="black">
            <a:xfrm>
              <a:off x="6042" y="1865"/>
              <a:ext cx="52" cy="48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0" name="Freeform 19">
              <a:extLst>
                <a:ext uri="{FF2B5EF4-FFF2-40B4-BE49-F238E27FC236}">
                  <a16:creationId xmlns:a16="http://schemas.microsoft.com/office/drawing/2014/main" id="{6E7E8DE2-C426-4707-B205-0D5D93A76152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6191" y="1857"/>
              <a:ext cx="68" cy="488"/>
            </a:xfrm>
            <a:custGeom>
              <a:avLst/>
              <a:gdLst>
                <a:gd name="T0" fmla="*/ 0 w 56"/>
                <a:gd name="T1" fmla="*/ 28 h 406"/>
                <a:gd name="T2" fmla="*/ 29 w 56"/>
                <a:gd name="T3" fmla="*/ 0 h 406"/>
                <a:gd name="T4" fmla="*/ 56 w 56"/>
                <a:gd name="T5" fmla="*/ 28 h 406"/>
                <a:gd name="T6" fmla="*/ 29 w 56"/>
                <a:gd name="T7" fmla="*/ 57 h 406"/>
                <a:gd name="T8" fmla="*/ 0 w 56"/>
                <a:gd name="T9" fmla="*/ 28 h 406"/>
                <a:gd name="T10" fmla="*/ 7 w 56"/>
                <a:gd name="T11" fmla="*/ 110 h 406"/>
                <a:gd name="T12" fmla="*/ 50 w 56"/>
                <a:gd name="T13" fmla="*/ 110 h 406"/>
                <a:gd name="T14" fmla="*/ 50 w 56"/>
                <a:gd name="T15" fmla="*/ 406 h 406"/>
                <a:gd name="T16" fmla="*/ 7 w 56"/>
                <a:gd name="T17" fmla="*/ 406 h 406"/>
                <a:gd name="T18" fmla="*/ 7 w 56"/>
                <a:gd name="T19" fmla="*/ 110 h 4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6" h="406">
                  <a:moveTo>
                    <a:pt x="0" y="28"/>
                  </a:moveTo>
                  <a:cubicBezTo>
                    <a:pt x="0" y="13"/>
                    <a:pt x="13" y="0"/>
                    <a:pt x="29" y="0"/>
                  </a:cubicBezTo>
                  <a:cubicBezTo>
                    <a:pt x="44" y="0"/>
                    <a:pt x="56" y="13"/>
                    <a:pt x="56" y="28"/>
                  </a:cubicBezTo>
                  <a:cubicBezTo>
                    <a:pt x="56" y="44"/>
                    <a:pt x="44" y="57"/>
                    <a:pt x="29" y="57"/>
                  </a:cubicBezTo>
                  <a:cubicBezTo>
                    <a:pt x="13" y="57"/>
                    <a:pt x="0" y="44"/>
                    <a:pt x="0" y="28"/>
                  </a:cubicBezTo>
                  <a:close/>
                  <a:moveTo>
                    <a:pt x="7" y="110"/>
                  </a:moveTo>
                  <a:cubicBezTo>
                    <a:pt x="50" y="110"/>
                    <a:pt x="50" y="110"/>
                    <a:pt x="50" y="110"/>
                  </a:cubicBezTo>
                  <a:cubicBezTo>
                    <a:pt x="50" y="406"/>
                    <a:pt x="50" y="406"/>
                    <a:pt x="50" y="406"/>
                  </a:cubicBezTo>
                  <a:cubicBezTo>
                    <a:pt x="7" y="406"/>
                    <a:pt x="7" y="406"/>
                    <a:pt x="7" y="406"/>
                  </a:cubicBezTo>
                  <a:lnTo>
                    <a:pt x="7" y="1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1" name="Freeform 20">
              <a:extLst>
                <a:ext uri="{FF2B5EF4-FFF2-40B4-BE49-F238E27FC236}">
                  <a16:creationId xmlns:a16="http://schemas.microsoft.com/office/drawing/2014/main" id="{D3B127C7-22FD-48BC-9B8E-27EBE146499C}"/>
                </a:ext>
              </a:extLst>
            </p:cNvPr>
            <p:cNvSpPr>
              <a:spLocks/>
            </p:cNvSpPr>
            <p:nvPr/>
          </p:nvSpPr>
          <p:spPr bwMode="black">
            <a:xfrm>
              <a:off x="6335" y="1982"/>
              <a:ext cx="282" cy="370"/>
            </a:xfrm>
            <a:custGeom>
              <a:avLst/>
              <a:gdLst>
                <a:gd name="T0" fmla="*/ 0 w 230"/>
                <a:gd name="T1" fmla="*/ 264 h 308"/>
                <a:gd name="T2" fmla="*/ 22 w 230"/>
                <a:gd name="T3" fmla="*/ 233 h 308"/>
                <a:gd name="T4" fmla="*/ 122 w 230"/>
                <a:gd name="T5" fmla="*/ 270 h 308"/>
                <a:gd name="T6" fmla="*/ 187 w 230"/>
                <a:gd name="T7" fmla="*/ 224 h 308"/>
                <a:gd name="T8" fmla="*/ 113 w 230"/>
                <a:gd name="T9" fmla="*/ 170 h 308"/>
                <a:gd name="T10" fmla="*/ 14 w 230"/>
                <a:gd name="T11" fmla="*/ 86 h 308"/>
                <a:gd name="T12" fmla="*/ 118 w 230"/>
                <a:gd name="T13" fmla="*/ 0 h 308"/>
                <a:gd name="T14" fmla="*/ 223 w 230"/>
                <a:gd name="T15" fmla="*/ 33 h 308"/>
                <a:gd name="T16" fmla="*/ 203 w 230"/>
                <a:gd name="T17" fmla="*/ 66 h 308"/>
                <a:gd name="T18" fmla="*/ 118 w 230"/>
                <a:gd name="T19" fmla="*/ 38 h 308"/>
                <a:gd name="T20" fmla="*/ 57 w 230"/>
                <a:gd name="T21" fmla="*/ 81 h 308"/>
                <a:gd name="T22" fmla="*/ 134 w 230"/>
                <a:gd name="T23" fmla="*/ 133 h 308"/>
                <a:gd name="T24" fmla="*/ 230 w 230"/>
                <a:gd name="T25" fmla="*/ 219 h 308"/>
                <a:gd name="T26" fmla="*/ 122 w 230"/>
                <a:gd name="T27" fmla="*/ 308 h 308"/>
                <a:gd name="T28" fmla="*/ 0 w 230"/>
                <a:gd name="T29" fmla="*/ 264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0" h="308">
                  <a:moveTo>
                    <a:pt x="0" y="264"/>
                  </a:moveTo>
                  <a:cubicBezTo>
                    <a:pt x="22" y="233"/>
                    <a:pt x="22" y="233"/>
                    <a:pt x="22" y="233"/>
                  </a:cubicBezTo>
                  <a:cubicBezTo>
                    <a:pt x="56" y="258"/>
                    <a:pt x="90" y="270"/>
                    <a:pt x="122" y="270"/>
                  </a:cubicBezTo>
                  <a:cubicBezTo>
                    <a:pt x="161" y="270"/>
                    <a:pt x="187" y="252"/>
                    <a:pt x="187" y="224"/>
                  </a:cubicBezTo>
                  <a:cubicBezTo>
                    <a:pt x="187" y="192"/>
                    <a:pt x="153" y="182"/>
                    <a:pt x="113" y="170"/>
                  </a:cubicBezTo>
                  <a:cubicBezTo>
                    <a:pt x="42" y="150"/>
                    <a:pt x="14" y="129"/>
                    <a:pt x="14" y="86"/>
                  </a:cubicBezTo>
                  <a:cubicBezTo>
                    <a:pt x="14" y="33"/>
                    <a:pt x="59" y="0"/>
                    <a:pt x="118" y="0"/>
                  </a:cubicBezTo>
                  <a:cubicBezTo>
                    <a:pt x="154" y="0"/>
                    <a:pt x="192" y="12"/>
                    <a:pt x="223" y="33"/>
                  </a:cubicBezTo>
                  <a:cubicBezTo>
                    <a:pt x="203" y="66"/>
                    <a:pt x="203" y="66"/>
                    <a:pt x="203" y="66"/>
                  </a:cubicBezTo>
                  <a:cubicBezTo>
                    <a:pt x="173" y="47"/>
                    <a:pt x="144" y="38"/>
                    <a:pt x="118" y="38"/>
                  </a:cubicBezTo>
                  <a:cubicBezTo>
                    <a:pt x="85" y="38"/>
                    <a:pt x="57" y="53"/>
                    <a:pt x="57" y="81"/>
                  </a:cubicBezTo>
                  <a:cubicBezTo>
                    <a:pt x="57" y="107"/>
                    <a:pt x="79" y="115"/>
                    <a:pt x="134" y="133"/>
                  </a:cubicBezTo>
                  <a:cubicBezTo>
                    <a:pt x="181" y="147"/>
                    <a:pt x="230" y="163"/>
                    <a:pt x="230" y="219"/>
                  </a:cubicBezTo>
                  <a:cubicBezTo>
                    <a:pt x="230" y="274"/>
                    <a:pt x="183" y="308"/>
                    <a:pt x="122" y="308"/>
                  </a:cubicBezTo>
                  <a:cubicBezTo>
                    <a:pt x="81" y="308"/>
                    <a:pt x="36" y="293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DDDC76C1-EE98-469A-A6AD-21148374D6C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8114" y="2908233"/>
            <a:ext cx="5354637" cy="895350"/>
          </a:xfrm>
        </p:spPr>
        <p:txBody>
          <a:bodyPr/>
          <a:lstStyle>
            <a:lvl1pPr>
              <a:defRPr sz="4900">
                <a:solidFill>
                  <a:schemeClr val="bg1"/>
                </a:solidFill>
              </a:defRPr>
            </a:lvl1pPr>
            <a:lvl2pPr>
              <a:defRPr sz="3600">
                <a:solidFill>
                  <a:schemeClr val="bg1"/>
                </a:solidFill>
              </a:defRPr>
            </a:lvl2pPr>
            <a:lvl3pPr>
              <a:defRPr sz="32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This is Metropolis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029BE03A-21B0-4196-A033-4E90957BA1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z="2800" dirty="0">
                <a:solidFill>
                  <a:schemeClr val="bg1"/>
                </a:solidFill>
              </a:rPr>
              <a:t>Metropolis Font Check</a:t>
            </a:r>
          </a:p>
        </p:txBody>
      </p:sp>
      <p:sp>
        <p:nvSpPr>
          <p:cNvPr id="51" name="Subtitle 2">
            <a:extLst>
              <a:ext uri="{FF2B5EF4-FFF2-40B4-BE49-F238E27FC236}">
                <a16:creationId xmlns:a16="http://schemas.microsoft.com/office/drawing/2014/main" id="{CB049186-CC25-4BD3-8410-4DE62ED4B08B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592866" y="838105"/>
            <a:ext cx="10962687" cy="247743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Is the Metropolis font installed on my computer?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1A92F24-FC82-4FA9-9362-801284731CC8}"/>
              </a:ext>
            </a:extLst>
          </p:cNvPr>
          <p:cNvSpPr/>
          <p:nvPr userDrawn="1"/>
        </p:nvSpPr>
        <p:spPr bwMode="gray">
          <a:xfrm>
            <a:off x="623363" y="1616678"/>
            <a:ext cx="4633737" cy="2441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100" dirty="0">
                <a:solidFill>
                  <a:schemeClr val="accent4">
                    <a:lumMod val="75000"/>
                  </a:schemeClr>
                </a:solidFill>
              </a:rPr>
              <a:t>Do the fonts in these two sentences match on your screen?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B59E37DB-3217-4772-AE8E-E9673A139975}"/>
              </a:ext>
            </a:extLst>
          </p:cNvPr>
          <p:cNvCxnSpPr>
            <a:cxnSpLocks/>
          </p:cNvCxnSpPr>
          <p:nvPr userDrawn="1"/>
        </p:nvCxnSpPr>
        <p:spPr>
          <a:xfrm>
            <a:off x="623364" y="1860778"/>
            <a:ext cx="7299849" cy="0"/>
          </a:xfrm>
          <a:prstGeom prst="line">
            <a:avLst/>
          </a:prstGeom>
          <a:ln w="25400">
            <a:solidFill>
              <a:schemeClr val="bg1"/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2634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roup 59">
            <a:extLst>
              <a:ext uri="{FF2B5EF4-FFF2-40B4-BE49-F238E27FC236}">
                <a16:creationId xmlns:a16="http://schemas.microsoft.com/office/drawing/2014/main" id="{8442F8FF-5DB1-44B3-AF2C-1A531EA36FEA}"/>
              </a:ext>
            </a:extLst>
          </p:cNvPr>
          <p:cNvGrpSpPr/>
          <p:nvPr userDrawn="1"/>
        </p:nvGrpSpPr>
        <p:grpSpPr bwMode="gray">
          <a:xfrm>
            <a:off x="0" y="0"/>
            <a:ext cx="12188826" cy="6858004"/>
            <a:chOff x="0" y="-4"/>
            <a:chExt cx="12188826" cy="6858004"/>
          </a:xfrm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E2F285D2-B641-461F-87F0-20A9C65B2EF7}"/>
                </a:ext>
              </a:extLst>
            </p:cNvPr>
            <p:cNvGrpSpPr/>
            <p:nvPr/>
          </p:nvGrpSpPr>
          <p:grpSpPr bwMode="gray">
            <a:xfrm>
              <a:off x="609441" y="1600198"/>
              <a:ext cx="10055941" cy="4580469"/>
              <a:chOff x="609441" y="1600198"/>
              <a:chExt cx="10055941" cy="4580469"/>
            </a:xfrm>
          </p:grpSpPr>
          <p:sp>
            <p:nvSpPr>
              <p:cNvPr id="110" name="Rectangle 109">
                <a:extLst>
                  <a:ext uri="{FF2B5EF4-FFF2-40B4-BE49-F238E27FC236}">
                    <a16:creationId xmlns:a16="http://schemas.microsoft.com/office/drawing/2014/main" id="{115EE1AC-AAA1-4CAF-886B-474B1A0C95C4}"/>
                  </a:ext>
                </a:extLst>
              </p:cNvPr>
              <p:cNvSpPr/>
              <p:nvPr/>
            </p:nvSpPr>
            <p:spPr bwMode="gray">
              <a:xfrm>
                <a:off x="609441" y="1600199"/>
                <a:ext cx="914203" cy="4580468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11" name="Rectangle 110">
                <a:extLst>
                  <a:ext uri="{FF2B5EF4-FFF2-40B4-BE49-F238E27FC236}">
                    <a16:creationId xmlns:a16="http://schemas.microsoft.com/office/drawing/2014/main" id="{7037B7F2-249C-4DB7-A4FF-AD7E08892A0F}"/>
                  </a:ext>
                </a:extLst>
              </p:cNvPr>
              <p:cNvSpPr/>
              <p:nvPr/>
            </p:nvSpPr>
            <p:spPr bwMode="gray">
              <a:xfrm>
                <a:off x="2436448" y="1600198"/>
                <a:ext cx="915282" cy="4580468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6B02FE08-2379-4E6C-AE27-D7D2ECAB18B8}"/>
                  </a:ext>
                </a:extLst>
              </p:cNvPr>
              <p:cNvSpPr/>
              <p:nvPr/>
            </p:nvSpPr>
            <p:spPr bwMode="gray">
              <a:xfrm>
                <a:off x="4263453" y="1600198"/>
                <a:ext cx="920909" cy="4580468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13" name="Rectangle 112">
                <a:extLst>
                  <a:ext uri="{FF2B5EF4-FFF2-40B4-BE49-F238E27FC236}">
                    <a16:creationId xmlns:a16="http://schemas.microsoft.com/office/drawing/2014/main" id="{D7C17E9A-3B70-4668-8EAE-9C7D73BACCA1}"/>
                  </a:ext>
                </a:extLst>
              </p:cNvPr>
              <p:cNvSpPr/>
              <p:nvPr/>
            </p:nvSpPr>
            <p:spPr bwMode="gray">
              <a:xfrm>
                <a:off x="6090459" y="1600198"/>
                <a:ext cx="920909" cy="4580468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E02751E5-34AD-4357-BC67-2269F668FD57}"/>
                  </a:ext>
                </a:extLst>
              </p:cNvPr>
              <p:cNvSpPr/>
              <p:nvPr/>
            </p:nvSpPr>
            <p:spPr bwMode="gray">
              <a:xfrm>
                <a:off x="7921943" y="1600198"/>
                <a:ext cx="916431" cy="4580468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15" name="Rectangle 114">
                <a:extLst>
                  <a:ext uri="{FF2B5EF4-FFF2-40B4-BE49-F238E27FC236}">
                    <a16:creationId xmlns:a16="http://schemas.microsoft.com/office/drawing/2014/main" id="{452A85DA-B39F-40AB-B423-9F7CCB3D0D63}"/>
                  </a:ext>
                </a:extLst>
              </p:cNvPr>
              <p:cNvSpPr/>
              <p:nvPr/>
            </p:nvSpPr>
            <p:spPr bwMode="gray">
              <a:xfrm>
                <a:off x="9750028" y="1600198"/>
                <a:ext cx="915354" cy="4580468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C5C1459D-4F6E-4671-8566-3143311EA541}"/>
                </a:ext>
              </a:extLst>
            </p:cNvPr>
            <p:cNvGrpSpPr/>
            <p:nvPr userDrawn="1"/>
          </p:nvGrpSpPr>
          <p:grpSpPr bwMode="gray">
            <a:xfrm>
              <a:off x="0" y="-4"/>
              <a:ext cx="12188826" cy="6858004"/>
              <a:chOff x="0" y="-4"/>
              <a:chExt cx="12188826" cy="6858004"/>
            </a:xfrm>
          </p:grpSpPr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015AFD00-19E3-4F92-9570-1F3E8AEC3EC4}"/>
                  </a:ext>
                </a:extLst>
              </p:cNvPr>
              <p:cNvGrpSpPr/>
              <p:nvPr>
                <p:custDataLst>
                  <p:tags r:id="rId1"/>
                </p:custDataLst>
              </p:nvPr>
            </p:nvGrpSpPr>
            <p:grpSpPr bwMode="gray">
              <a:xfrm>
                <a:off x="0" y="-4"/>
                <a:ext cx="12188826" cy="6858004"/>
                <a:chOff x="0" y="1"/>
                <a:chExt cx="12188826" cy="6858004"/>
              </a:xfrm>
            </p:grpSpPr>
            <p:grpSp>
              <p:nvGrpSpPr>
                <p:cNvPr id="65" name="Group 64">
                  <a:extLst>
                    <a:ext uri="{FF2B5EF4-FFF2-40B4-BE49-F238E27FC236}">
                      <a16:creationId xmlns:a16="http://schemas.microsoft.com/office/drawing/2014/main" id="{56B51E9A-9BC0-4A23-95C7-9E14C94FDF8A}"/>
                    </a:ext>
                  </a:extLst>
                </p:cNvPr>
                <p:cNvGrpSpPr/>
                <p:nvPr/>
              </p:nvGrpSpPr>
              <p:grpSpPr bwMode="gray">
                <a:xfrm>
                  <a:off x="609601" y="2684"/>
                  <a:ext cx="10962504" cy="6855315"/>
                  <a:chOff x="0" y="0"/>
                  <a:chExt cx="10962504" cy="6858000"/>
                </a:xfrm>
              </p:grpSpPr>
              <p:cxnSp>
                <p:nvCxnSpPr>
                  <p:cNvPr id="85" name="Straight Connector 84">
                    <a:extLst>
                      <a:ext uri="{FF2B5EF4-FFF2-40B4-BE49-F238E27FC236}">
                        <a16:creationId xmlns:a16="http://schemas.microsoft.com/office/drawing/2014/main" id="{5B6B4CFD-041A-4081-89A4-C2B194E6465E}"/>
                      </a:ext>
                    </a:extLst>
                  </p:cNvPr>
                  <p:cNvCxnSpPr/>
                  <p:nvPr/>
                </p:nvCxnSpPr>
                <p:spPr bwMode="gray">
                  <a:xfrm>
                    <a:off x="0" y="0"/>
                    <a:ext cx="0" cy="6858000"/>
                  </a:xfrm>
                  <a:prstGeom prst="line">
                    <a:avLst/>
                  </a:prstGeom>
                  <a:ln w="3175">
                    <a:solidFill>
                      <a:schemeClr val="tx1"/>
                    </a:solidFill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6" name="Straight Connector 85">
                    <a:extLst>
                      <a:ext uri="{FF2B5EF4-FFF2-40B4-BE49-F238E27FC236}">
                        <a16:creationId xmlns:a16="http://schemas.microsoft.com/office/drawing/2014/main" id="{C63B978F-4215-434A-A0BE-E77776CE37B1}"/>
                      </a:ext>
                    </a:extLst>
                  </p:cNvPr>
                  <p:cNvCxnSpPr/>
                  <p:nvPr/>
                </p:nvCxnSpPr>
                <p:spPr bwMode="gray">
                  <a:xfrm>
                    <a:off x="914043" y="0"/>
                    <a:ext cx="0" cy="6858000"/>
                  </a:xfrm>
                  <a:prstGeom prst="line">
                    <a:avLst/>
                  </a:prstGeom>
                  <a:ln w="3175">
                    <a:solidFill>
                      <a:schemeClr val="accent1">
                        <a:lumMod val="40000"/>
                        <a:lumOff val="60000"/>
                      </a:schemeClr>
                    </a:solidFill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7" name="Straight Connector 86">
                    <a:extLst>
                      <a:ext uri="{FF2B5EF4-FFF2-40B4-BE49-F238E27FC236}">
                        <a16:creationId xmlns:a16="http://schemas.microsoft.com/office/drawing/2014/main" id="{09EEB78C-3DA9-4AD7-BFB1-207EDE403F9D}"/>
                      </a:ext>
                    </a:extLst>
                  </p:cNvPr>
                  <p:cNvCxnSpPr/>
                  <p:nvPr/>
                </p:nvCxnSpPr>
                <p:spPr bwMode="gray">
                  <a:xfrm>
                    <a:off x="1371064" y="0"/>
                    <a:ext cx="0" cy="6858000"/>
                  </a:xfrm>
                  <a:prstGeom prst="line">
                    <a:avLst/>
                  </a:prstGeom>
                  <a:ln w="3175">
                    <a:solidFill>
                      <a:schemeClr val="accent1">
                        <a:lumMod val="40000"/>
                        <a:lumOff val="60000"/>
                      </a:schemeClr>
                    </a:solidFill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8" name="Straight Connector 87">
                    <a:extLst>
                      <a:ext uri="{FF2B5EF4-FFF2-40B4-BE49-F238E27FC236}">
                        <a16:creationId xmlns:a16="http://schemas.microsoft.com/office/drawing/2014/main" id="{F062D7CE-4A4A-4C41-833F-B30B3E74AEAC}"/>
                      </a:ext>
                    </a:extLst>
                  </p:cNvPr>
                  <p:cNvCxnSpPr/>
                  <p:nvPr/>
                </p:nvCxnSpPr>
                <p:spPr bwMode="gray">
                  <a:xfrm>
                    <a:off x="1828085" y="0"/>
                    <a:ext cx="0" cy="6858000"/>
                  </a:xfrm>
                  <a:prstGeom prst="line">
                    <a:avLst/>
                  </a:prstGeom>
                  <a:ln w="3175">
                    <a:solidFill>
                      <a:schemeClr val="accent1">
                        <a:lumMod val="40000"/>
                        <a:lumOff val="60000"/>
                      </a:schemeClr>
                    </a:solidFill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9" name="Straight Connector 88">
                    <a:extLst>
                      <a:ext uri="{FF2B5EF4-FFF2-40B4-BE49-F238E27FC236}">
                        <a16:creationId xmlns:a16="http://schemas.microsoft.com/office/drawing/2014/main" id="{19C628EF-969E-4429-A992-9AD0AFECF81E}"/>
                      </a:ext>
                    </a:extLst>
                  </p:cNvPr>
                  <p:cNvCxnSpPr/>
                  <p:nvPr/>
                </p:nvCxnSpPr>
                <p:spPr bwMode="gray">
                  <a:xfrm>
                    <a:off x="2285107" y="0"/>
                    <a:ext cx="0" cy="6858000"/>
                  </a:xfrm>
                  <a:prstGeom prst="line">
                    <a:avLst/>
                  </a:prstGeom>
                  <a:ln w="3175">
                    <a:solidFill>
                      <a:schemeClr val="accent1">
                        <a:lumMod val="40000"/>
                        <a:lumOff val="60000"/>
                      </a:schemeClr>
                    </a:solidFill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0" name="Straight Connector 89">
                    <a:extLst>
                      <a:ext uri="{FF2B5EF4-FFF2-40B4-BE49-F238E27FC236}">
                        <a16:creationId xmlns:a16="http://schemas.microsoft.com/office/drawing/2014/main" id="{8C7BD383-0D5C-4E3A-99F7-4DC5A51DF948}"/>
                      </a:ext>
                    </a:extLst>
                  </p:cNvPr>
                  <p:cNvCxnSpPr/>
                  <p:nvPr/>
                </p:nvCxnSpPr>
                <p:spPr bwMode="gray">
                  <a:xfrm>
                    <a:off x="2742128" y="0"/>
                    <a:ext cx="0" cy="6858000"/>
                  </a:xfrm>
                  <a:prstGeom prst="line">
                    <a:avLst/>
                  </a:prstGeom>
                  <a:ln w="3175">
                    <a:solidFill>
                      <a:schemeClr val="accent1">
                        <a:lumMod val="40000"/>
                        <a:lumOff val="60000"/>
                      </a:schemeClr>
                    </a:solidFill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1" name="Straight Connector 90">
                    <a:extLst>
                      <a:ext uri="{FF2B5EF4-FFF2-40B4-BE49-F238E27FC236}">
                        <a16:creationId xmlns:a16="http://schemas.microsoft.com/office/drawing/2014/main" id="{FAA2EE63-4F24-4A26-9268-D15D92D5B068}"/>
                      </a:ext>
                    </a:extLst>
                  </p:cNvPr>
                  <p:cNvCxnSpPr/>
                  <p:nvPr/>
                </p:nvCxnSpPr>
                <p:spPr bwMode="gray">
                  <a:xfrm>
                    <a:off x="3199149" y="0"/>
                    <a:ext cx="0" cy="6858000"/>
                  </a:xfrm>
                  <a:prstGeom prst="line">
                    <a:avLst/>
                  </a:prstGeom>
                  <a:ln w="3175">
                    <a:solidFill>
                      <a:schemeClr val="accent1">
                        <a:lumMod val="40000"/>
                        <a:lumOff val="60000"/>
                      </a:schemeClr>
                    </a:solidFill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2" name="Straight Connector 91">
                    <a:extLst>
                      <a:ext uri="{FF2B5EF4-FFF2-40B4-BE49-F238E27FC236}">
                        <a16:creationId xmlns:a16="http://schemas.microsoft.com/office/drawing/2014/main" id="{F64BB08D-864A-44D4-88F6-679DBAE518B7}"/>
                      </a:ext>
                    </a:extLst>
                  </p:cNvPr>
                  <p:cNvCxnSpPr/>
                  <p:nvPr/>
                </p:nvCxnSpPr>
                <p:spPr bwMode="gray">
                  <a:xfrm>
                    <a:off x="3656171" y="0"/>
                    <a:ext cx="0" cy="6858000"/>
                  </a:xfrm>
                  <a:prstGeom prst="line">
                    <a:avLst/>
                  </a:prstGeom>
                  <a:ln w="3175">
                    <a:solidFill>
                      <a:schemeClr val="accent1">
                        <a:lumMod val="40000"/>
                        <a:lumOff val="60000"/>
                      </a:schemeClr>
                    </a:solidFill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3" name="Straight Connector 92">
                    <a:extLst>
                      <a:ext uri="{FF2B5EF4-FFF2-40B4-BE49-F238E27FC236}">
                        <a16:creationId xmlns:a16="http://schemas.microsoft.com/office/drawing/2014/main" id="{9FA3F8A1-60DA-47E1-92DD-967475B2DF58}"/>
                      </a:ext>
                    </a:extLst>
                  </p:cNvPr>
                  <p:cNvCxnSpPr/>
                  <p:nvPr/>
                </p:nvCxnSpPr>
                <p:spPr bwMode="gray">
                  <a:xfrm>
                    <a:off x="4113192" y="0"/>
                    <a:ext cx="0" cy="6858000"/>
                  </a:xfrm>
                  <a:prstGeom prst="line">
                    <a:avLst/>
                  </a:prstGeom>
                  <a:ln w="3175">
                    <a:solidFill>
                      <a:schemeClr val="accent1">
                        <a:lumMod val="40000"/>
                        <a:lumOff val="60000"/>
                      </a:schemeClr>
                    </a:solidFill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4" name="Straight Connector 93">
                    <a:extLst>
                      <a:ext uri="{FF2B5EF4-FFF2-40B4-BE49-F238E27FC236}">
                        <a16:creationId xmlns:a16="http://schemas.microsoft.com/office/drawing/2014/main" id="{4DECF40D-CC60-45F8-B236-F9FAC1F3E8CF}"/>
                      </a:ext>
                    </a:extLst>
                  </p:cNvPr>
                  <p:cNvCxnSpPr/>
                  <p:nvPr/>
                </p:nvCxnSpPr>
                <p:spPr bwMode="gray">
                  <a:xfrm>
                    <a:off x="4570213" y="0"/>
                    <a:ext cx="0" cy="6858000"/>
                  </a:xfrm>
                  <a:prstGeom prst="line">
                    <a:avLst/>
                  </a:prstGeom>
                  <a:ln w="3175">
                    <a:solidFill>
                      <a:schemeClr val="accent1">
                        <a:lumMod val="40000"/>
                        <a:lumOff val="60000"/>
                      </a:schemeClr>
                    </a:solidFill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5" name="Straight Connector 94">
                    <a:extLst>
                      <a:ext uri="{FF2B5EF4-FFF2-40B4-BE49-F238E27FC236}">
                        <a16:creationId xmlns:a16="http://schemas.microsoft.com/office/drawing/2014/main" id="{623BAEC6-A3C2-4892-9093-BD8EA8A7E0F6}"/>
                      </a:ext>
                    </a:extLst>
                  </p:cNvPr>
                  <p:cNvCxnSpPr/>
                  <p:nvPr/>
                </p:nvCxnSpPr>
                <p:spPr bwMode="gray">
                  <a:xfrm>
                    <a:off x="5027235" y="0"/>
                    <a:ext cx="0" cy="6858000"/>
                  </a:xfrm>
                  <a:prstGeom prst="line">
                    <a:avLst/>
                  </a:prstGeom>
                  <a:ln w="3175">
                    <a:solidFill>
                      <a:schemeClr val="accent1">
                        <a:lumMod val="40000"/>
                        <a:lumOff val="60000"/>
                      </a:schemeClr>
                    </a:solidFill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6" name="Straight Connector 95">
                    <a:extLst>
                      <a:ext uri="{FF2B5EF4-FFF2-40B4-BE49-F238E27FC236}">
                        <a16:creationId xmlns:a16="http://schemas.microsoft.com/office/drawing/2014/main" id="{D4E16FB9-EDCA-4CA6-9212-0AEBFCE175D7}"/>
                      </a:ext>
                    </a:extLst>
                  </p:cNvPr>
                  <p:cNvCxnSpPr/>
                  <p:nvPr/>
                </p:nvCxnSpPr>
                <p:spPr bwMode="gray">
                  <a:xfrm>
                    <a:off x="5484256" y="0"/>
                    <a:ext cx="0" cy="6858000"/>
                  </a:xfrm>
                  <a:prstGeom prst="line">
                    <a:avLst/>
                  </a:prstGeom>
                  <a:ln w="3175">
                    <a:solidFill>
                      <a:schemeClr val="accent1">
                        <a:lumMod val="40000"/>
                        <a:lumOff val="60000"/>
                      </a:schemeClr>
                    </a:solidFill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7" name="Straight Connector 96">
                    <a:extLst>
                      <a:ext uri="{FF2B5EF4-FFF2-40B4-BE49-F238E27FC236}">
                        <a16:creationId xmlns:a16="http://schemas.microsoft.com/office/drawing/2014/main" id="{F3AE637F-804F-4244-9AA9-FF4A629A143C}"/>
                      </a:ext>
                    </a:extLst>
                  </p:cNvPr>
                  <p:cNvCxnSpPr/>
                  <p:nvPr/>
                </p:nvCxnSpPr>
                <p:spPr bwMode="gray">
                  <a:xfrm>
                    <a:off x="5941277" y="0"/>
                    <a:ext cx="0" cy="6858000"/>
                  </a:xfrm>
                  <a:prstGeom prst="line">
                    <a:avLst/>
                  </a:prstGeom>
                  <a:ln w="3175">
                    <a:solidFill>
                      <a:schemeClr val="accent1">
                        <a:lumMod val="40000"/>
                        <a:lumOff val="60000"/>
                      </a:schemeClr>
                    </a:solidFill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8" name="Straight Connector 97">
                    <a:extLst>
                      <a:ext uri="{FF2B5EF4-FFF2-40B4-BE49-F238E27FC236}">
                        <a16:creationId xmlns:a16="http://schemas.microsoft.com/office/drawing/2014/main" id="{5EFB8414-3949-428A-B700-7C38A44425B2}"/>
                      </a:ext>
                    </a:extLst>
                  </p:cNvPr>
                  <p:cNvCxnSpPr/>
                  <p:nvPr/>
                </p:nvCxnSpPr>
                <p:spPr bwMode="gray">
                  <a:xfrm>
                    <a:off x="6398299" y="0"/>
                    <a:ext cx="0" cy="6858000"/>
                  </a:xfrm>
                  <a:prstGeom prst="line">
                    <a:avLst/>
                  </a:prstGeom>
                  <a:ln w="3175">
                    <a:solidFill>
                      <a:schemeClr val="accent1">
                        <a:lumMod val="40000"/>
                        <a:lumOff val="60000"/>
                      </a:schemeClr>
                    </a:solidFill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9" name="Straight Connector 98">
                    <a:extLst>
                      <a:ext uri="{FF2B5EF4-FFF2-40B4-BE49-F238E27FC236}">
                        <a16:creationId xmlns:a16="http://schemas.microsoft.com/office/drawing/2014/main" id="{BA61D1AB-B7D2-4169-B38F-56371D50E1DA}"/>
                      </a:ext>
                    </a:extLst>
                  </p:cNvPr>
                  <p:cNvCxnSpPr/>
                  <p:nvPr/>
                </p:nvCxnSpPr>
                <p:spPr bwMode="gray">
                  <a:xfrm>
                    <a:off x="6855320" y="0"/>
                    <a:ext cx="0" cy="6858000"/>
                  </a:xfrm>
                  <a:prstGeom prst="line">
                    <a:avLst/>
                  </a:prstGeom>
                  <a:ln w="3175">
                    <a:solidFill>
                      <a:schemeClr val="accent1">
                        <a:lumMod val="40000"/>
                        <a:lumOff val="60000"/>
                      </a:schemeClr>
                    </a:solidFill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0" name="Straight Connector 99">
                    <a:extLst>
                      <a:ext uri="{FF2B5EF4-FFF2-40B4-BE49-F238E27FC236}">
                        <a16:creationId xmlns:a16="http://schemas.microsoft.com/office/drawing/2014/main" id="{D00C4593-A442-4B6C-8E9D-80BFEB1746D6}"/>
                      </a:ext>
                    </a:extLst>
                  </p:cNvPr>
                  <p:cNvCxnSpPr/>
                  <p:nvPr/>
                </p:nvCxnSpPr>
                <p:spPr bwMode="gray">
                  <a:xfrm>
                    <a:off x="7312342" y="0"/>
                    <a:ext cx="0" cy="6858000"/>
                  </a:xfrm>
                  <a:prstGeom prst="line">
                    <a:avLst/>
                  </a:prstGeom>
                  <a:ln w="3175">
                    <a:solidFill>
                      <a:schemeClr val="accent1">
                        <a:lumMod val="40000"/>
                        <a:lumOff val="60000"/>
                      </a:schemeClr>
                    </a:solidFill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1" name="Straight Connector 100">
                    <a:extLst>
                      <a:ext uri="{FF2B5EF4-FFF2-40B4-BE49-F238E27FC236}">
                        <a16:creationId xmlns:a16="http://schemas.microsoft.com/office/drawing/2014/main" id="{95B5E413-FAFF-430F-B105-4D122D50AEE1}"/>
                      </a:ext>
                    </a:extLst>
                  </p:cNvPr>
                  <p:cNvCxnSpPr/>
                  <p:nvPr/>
                </p:nvCxnSpPr>
                <p:spPr bwMode="gray">
                  <a:xfrm>
                    <a:off x="7769363" y="0"/>
                    <a:ext cx="0" cy="6858000"/>
                  </a:xfrm>
                  <a:prstGeom prst="line">
                    <a:avLst/>
                  </a:prstGeom>
                  <a:ln w="3175">
                    <a:solidFill>
                      <a:schemeClr val="accent1">
                        <a:lumMod val="40000"/>
                        <a:lumOff val="60000"/>
                      </a:schemeClr>
                    </a:solidFill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2" name="Straight Connector 101">
                    <a:extLst>
                      <a:ext uri="{FF2B5EF4-FFF2-40B4-BE49-F238E27FC236}">
                        <a16:creationId xmlns:a16="http://schemas.microsoft.com/office/drawing/2014/main" id="{2B845328-662D-4D12-A209-6A0B1E78DF14}"/>
                      </a:ext>
                    </a:extLst>
                  </p:cNvPr>
                  <p:cNvCxnSpPr/>
                  <p:nvPr/>
                </p:nvCxnSpPr>
                <p:spPr bwMode="gray">
                  <a:xfrm>
                    <a:off x="8226384" y="0"/>
                    <a:ext cx="0" cy="6858000"/>
                  </a:xfrm>
                  <a:prstGeom prst="line">
                    <a:avLst/>
                  </a:prstGeom>
                  <a:ln w="3175">
                    <a:solidFill>
                      <a:schemeClr val="accent1">
                        <a:lumMod val="40000"/>
                        <a:lumOff val="60000"/>
                      </a:schemeClr>
                    </a:solidFill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3" name="Straight Connector 102">
                    <a:extLst>
                      <a:ext uri="{FF2B5EF4-FFF2-40B4-BE49-F238E27FC236}">
                        <a16:creationId xmlns:a16="http://schemas.microsoft.com/office/drawing/2014/main" id="{2AC19B5D-D919-4A48-953C-03994329E19B}"/>
                      </a:ext>
                    </a:extLst>
                  </p:cNvPr>
                  <p:cNvCxnSpPr/>
                  <p:nvPr/>
                </p:nvCxnSpPr>
                <p:spPr bwMode="gray">
                  <a:xfrm>
                    <a:off x="9140427" y="0"/>
                    <a:ext cx="0" cy="6858000"/>
                  </a:xfrm>
                  <a:prstGeom prst="line">
                    <a:avLst/>
                  </a:prstGeom>
                  <a:ln w="3175">
                    <a:solidFill>
                      <a:schemeClr val="accent1">
                        <a:lumMod val="40000"/>
                        <a:lumOff val="60000"/>
                      </a:schemeClr>
                    </a:solidFill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4" name="Straight Connector 103">
                    <a:extLst>
                      <a:ext uri="{FF2B5EF4-FFF2-40B4-BE49-F238E27FC236}">
                        <a16:creationId xmlns:a16="http://schemas.microsoft.com/office/drawing/2014/main" id="{AC81C8DC-CB2F-445A-8F7B-5A864393B553}"/>
                      </a:ext>
                    </a:extLst>
                  </p:cNvPr>
                  <p:cNvCxnSpPr/>
                  <p:nvPr/>
                </p:nvCxnSpPr>
                <p:spPr bwMode="gray">
                  <a:xfrm>
                    <a:off x="8683406" y="0"/>
                    <a:ext cx="0" cy="6858000"/>
                  </a:xfrm>
                  <a:prstGeom prst="line">
                    <a:avLst/>
                  </a:prstGeom>
                  <a:ln w="3175">
                    <a:solidFill>
                      <a:schemeClr val="accent1">
                        <a:lumMod val="40000"/>
                        <a:lumOff val="60000"/>
                      </a:schemeClr>
                    </a:solidFill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5" name="Straight Connector 104">
                    <a:extLst>
                      <a:ext uri="{FF2B5EF4-FFF2-40B4-BE49-F238E27FC236}">
                        <a16:creationId xmlns:a16="http://schemas.microsoft.com/office/drawing/2014/main" id="{F3CD9F68-6C35-4B43-B8E1-1ABF75D8D588}"/>
                      </a:ext>
                    </a:extLst>
                  </p:cNvPr>
                  <p:cNvCxnSpPr/>
                  <p:nvPr/>
                </p:nvCxnSpPr>
                <p:spPr bwMode="gray">
                  <a:xfrm>
                    <a:off x="9597448" y="0"/>
                    <a:ext cx="0" cy="6858000"/>
                  </a:xfrm>
                  <a:prstGeom prst="line">
                    <a:avLst/>
                  </a:prstGeom>
                  <a:ln w="3175">
                    <a:solidFill>
                      <a:schemeClr val="accent1">
                        <a:lumMod val="40000"/>
                        <a:lumOff val="60000"/>
                      </a:schemeClr>
                    </a:solidFill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6" name="Straight Connector 105">
                    <a:extLst>
                      <a:ext uri="{FF2B5EF4-FFF2-40B4-BE49-F238E27FC236}">
                        <a16:creationId xmlns:a16="http://schemas.microsoft.com/office/drawing/2014/main" id="{BBBCE95B-721C-44A5-8B94-8F0E42FF53FE}"/>
                      </a:ext>
                    </a:extLst>
                  </p:cNvPr>
                  <p:cNvCxnSpPr/>
                  <p:nvPr/>
                </p:nvCxnSpPr>
                <p:spPr bwMode="gray">
                  <a:xfrm>
                    <a:off x="10054470" y="0"/>
                    <a:ext cx="0" cy="6858000"/>
                  </a:xfrm>
                  <a:prstGeom prst="line">
                    <a:avLst/>
                  </a:prstGeom>
                  <a:ln w="3175">
                    <a:solidFill>
                      <a:schemeClr val="accent1">
                        <a:lumMod val="40000"/>
                        <a:lumOff val="60000"/>
                      </a:schemeClr>
                    </a:solidFill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7" name="Straight Connector 106">
                    <a:extLst>
                      <a:ext uri="{FF2B5EF4-FFF2-40B4-BE49-F238E27FC236}">
                        <a16:creationId xmlns:a16="http://schemas.microsoft.com/office/drawing/2014/main" id="{3B934F61-1ED7-4209-A1E3-04C68085B10E}"/>
                      </a:ext>
                    </a:extLst>
                  </p:cNvPr>
                  <p:cNvCxnSpPr/>
                  <p:nvPr/>
                </p:nvCxnSpPr>
                <p:spPr bwMode="gray">
                  <a:xfrm>
                    <a:off x="10511491" y="0"/>
                    <a:ext cx="0" cy="6858000"/>
                  </a:xfrm>
                  <a:prstGeom prst="line">
                    <a:avLst/>
                  </a:prstGeom>
                  <a:ln w="3175">
                    <a:solidFill>
                      <a:schemeClr val="accent1">
                        <a:lumMod val="40000"/>
                        <a:lumOff val="60000"/>
                      </a:schemeClr>
                    </a:solidFill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8" name="Straight Connector 107">
                    <a:extLst>
                      <a:ext uri="{FF2B5EF4-FFF2-40B4-BE49-F238E27FC236}">
                        <a16:creationId xmlns:a16="http://schemas.microsoft.com/office/drawing/2014/main" id="{8F636E46-095E-439D-B78B-EBC72DB23290}"/>
                      </a:ext>
                    </a:extLst>
                  </p:cNvPr>
                  <p:cNvCxnSpPr/>
                  <p:nvPr/>
                </p:nvCxnSpPr>
                <p:spPr bwMode="gray">
                  <a:xfrm>
                    <a:off x="457021" y="0"/>
                    <a:ext cx="0" cy="6858000"/>
                  </a:xfrm>
                  <a:prstGeom prst="line">
                    <a:avLst/>
                  </a:prstGeom>
                  <a:ln w="3175">
                    <a:solidFill>
                      <a:schemeClr val="accent1">
                        <a:lumMod val="40000"/>
                        <a:lumOff val="60000"/>
                      </a:schemeClr>
                    </a:solidFill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9" name="Straight Connector 108">
                    <a:extLst>
                      <a:ext uri="{FF2B5EF4-FFF2-40B4-BE49-F238E27FC236}">
                        <a16:creationId xmlns:a16="http://schemas.microsoft.com/office/drawing/2014/main" id="{61497272-E949-488B-B9F6-FD10BA6526BF}"/>
                      </a:ext>
                    </a:extLst>
                  </p:cNvPr>
                  <p:cNvCxnSpPr/>
                  <p:nvPr/>
                </p:nvCxnSpPr>
                <p:spPr bwMode="gray">
                  <a:xfrm>
                    <a:off x="10962504" y="0"/>
                    <a:ext cx="0" cy="6858000"/>
                  </a:xfrm>
                  <a:prstGeom prst="line">
                    <a:avLst/>
                  </a:prstGeom>
                  <a:ln w="3175">
                    <a:solidFill>
                      <a:schemeClr val="tx1"/>
                    </a:solidFill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66" name="Group 65">
                  <a:extLst>
                    <a:ext uri="{FF2B5EF4-FFF2-40B4-BE49-F238E27FC236}">
                      <a16:creationId xmlns:a16="http://schemas.microsoft.com/office/drawing/2014/main" id="{B645DFBA-090A-4E89-BFE2-570C1D04D7A5}"/>
                    </a:ext>
                  </a:extLst>
                </p:cNvPr>
                <p:cNvGrpSpPr/>
                <p:nvPr/>
              </p:nvGrpSpPr>
              <p:grpSpPr bwMode="gray">
                <a:xfrm>
                  <a:off x="0" y="1"/>
                  <a:ext cx="12188826" cy="6858004"/>
                  <a:chOff x="0" y="1"/>
                  <a:chExt cx="12188826" cy="6858004"/>
                </a:xfrm>
              </p:grpSpPr>
              <p:cxnSp>
                <p:nvCxnSpPr>
                  <p:cNvPr id="67" name="Straight Connector 66">
                    <a:extLst>
                      <a:ext uri="{FF2B5EF4-FFF2-40B4-BE49-F238E27FC236}">
                        <a16:creationId xmlns:a16="http://schemas.microsoft.com/office/drawing/2014/main" id="{E34689D4-9BAE-40BF-B953-E1A0CA4F5C15}"/>
                      </a:ext>
                    </a:extLst>
                  </p:cNvPr>
                  <p:cNvCxnSpPr/>
                  <p:nvPr/>
                </p:nvCxnSpPr>
                <p:spPr bwMode="gray">
                  <a:xfrm rot="5400000">
                    <a:off x="6094413" y="-6094412"/>
                    <a:ext cx="0" cy="12188826"/>
                  </a:xfrm>
                  <a:prstGeom prst="line">
                    <a:avLst/>
                  </a:prstGeom>
                  <a:ln w="3175">
                    <a:solidFill>
                      <a:schemeClr val="accent1">
                        <a:lumMod val="40000"/>
                        <a:lumOff val="60000"/>
                      </a:schemeClr>
                    </a:solidFill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8" name="Straight Connector 67">
                    <a:extLst>
                      <a:ext uri="{FF2B5EF4-FFF2-40B4-BE49-F238E27FC236}">
                        <a16:creationId xmlns:a16="http://schemas.microsoft.com/office/drawing/2014/main" id="{674A3364-6F4C-4749-A110-B336801330E0}"/>
                      </a:ext>
                    </a:extLst>
                  </p:cNvPr>
                  <p:cNvCxnSpPr/>
                  <p:nvPr/>
                </p:nvCxnSpPr>
                <p:spPr bwMode="gray">
                  <a:xfrm rot="5400000">
                    <a:off x="6094413" y="-5637211"/>
                    <a:ext cx="0" cy="12188826"/>
                  </a:xfrm>
                  <a:prstGeom prst="line">
                    <a:avLst/>
                  </a:prstGeom>
                  <a:ln w="3175">
                    <a:solidFill>
                      <a:schemeClr val="accent1">
                        <a:lumMod val="40000"/>
                        <a:lumOff val="60000"/>
                      </a:schemeClr>
                    </a:solidFill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9" name="Straight Connector 68">
                    <a:extLst>
                      <a:ext uri="{FF2B5EF4-FFF2-40B4-BE49-F238E27FC236}">
                        <a16:creationId xmlns:a16="http://schemas.microsoft.com/office/drawing/2014/main" id="{690EC6B6-039D-4549-B1B1-8FF8A3FC2F66}"/>
                      </a:ext>
                    </a:extLst>
                  </p:cNvPr>
                  <p:cNvCxnSpPr/>
                  <p:nvPr/>
                </p:nvCxnSpPr>
                <p:spPr bwMode="gray">
                  <a:xfrm rot="5400000">
                    <a:off x="6094413" y="-5180011"/>
                    <a:ext cx="0" cy="12188826"/>
                  </a:xfrm>
                  <a:prstGeom prst="line">
                    <a:avLst/>
                  </a:prstGeom>
                  <a:ln w="3175">
                    <a:solidFill>
                      <a:schemeClr val="accent1">
                        <a:lumMod val="40000"/>
                        <a:lumOff val="60000"/>
                      </a:schemeClr>
                    </a:solidFill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0" name="Straight Connector 69">
                    <a:extLst>
                      <a:ext uri="{FF2B5EF4-FFF2-40B4-BE49-F238E27FC236}">
                        <a16:creationId xmlns:a16="http://schemas.microsoft.com/office/drawing/2014/main" id="{155F4FAC-9412-45E9-99EC-FDC351D60453}"/>
                      </a:ext>
                    </a:extLst>
                  </p:cNvPr>
                  <p:cNvCxnSpPr/>
                  <p:nvPr/>
                </p:nvCxnSpPr>
                <p:spPr bwMode="gray">
                  <a:xfrm rot="5400000">
                    <a:off x="6094413" y="-3120238"/>
                    <a:ext cx="0" cy="12188826"/>
                  </a:xfrm>
                  <a:prstGeom prst="line">
                    <a:avLst/>
                  </a:prstGeom>
                  <a:ln w="3175">
                    <a:solidFill>
                      <a:schemeClr val="accent1">
                        <a:lumMod val="40000"/>
                        <a:lumOff val="60000"/>
                      </a:schemeClr>
                    </a:solidFill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1" name="Straight Connector 70">
                    <a:extLst>
                      <a:ext uri="{FF2B5EF4-FFF2-40B4-BE49-F238E27FC236}">
                        <a16:creationId xmlns:a16="http://schemas.microsoft.com/office/drawing/2014/main" id="{5A0C0A33-67B3-48C9-9B83-C39DFDEF5E0A}"/>
                      </a:ext>
                    </a:extLst>
                  </p:cNvPr>
                  <p:cNvCxnSpPr/>
                  <p:nvPr/>
                </p:nvCxnSpPr>
                <p:spPr bwMode="gray">
                  <a:xfrm rot="5400000">
                    <a:off x="6094413" y="-2663038"/>
                    <a:ext cx="0" cy="12188826"/>
                  </a:xfrm>
                  <a:prstGeom prst="line">
                    <a:avLst/>
                  </a:prstGeom>
                  <a:ln w="3175">
                    <a:solidFill>
                      <a:schemeClr val="accent1">
                        <a:lumMod val="40000"/>
                        <a:lumOff val="60000"/>
                      </a:schemeClr>
                    </a:solidFill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2" name="Straight Connector 71">
                    <a:extLst>
                      <a:ext uri="{FF2B5EF4-FFF2-40B4-BE49-F238E27FC236}">
                        <a16:creationId xmlns:a16="http://schemas.microsoft.com/office/drawing/2014/main" id="{A87FF284-D960-4A05-8053-9886608C6599}"/>
                      </a:ext>
                    </a:extLst>
                  </p:cNvPr>
                  <p:cNvCxnSpPr/>
                  <p:nvPr/>
                </p:nvCxnSpPr>
                <p:spPr bwMode="gray">
                  <a:xfrm rot="5400000">
                    <a:off x="6094413" y="-2205838"/>
                    <a:ext cx="0" cy="12188826"/>
                  </a:xfrm>
                  <a:prstGeom prst="line">
                    <a:avLst/>
                  </a:prstGeom>
                  <a:ln w="3175">
                    <a:solidFill>
                      <a:schemeClr val="accent1">
                        <a:lumMod val="40000"/>
                        <a:lumOff val="60000"/>
                      </a:schemeClr>
                    </a:solidFill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3" name="Straight Connector 72">
                    <a:extLst>
                      <a:ext uri="{FF2B5EF4-FFF2-40B4-BE49-F238E27FC236}">
                        <a16:creationId xmlns:a16="http://schemas.microsoft.com/office/drawing/2014/main" id="{6BA61019-342C-4EDD-97C6-EDA59774644E}"/>
                      </a:ext>
                    </a:extLst>
                  </p:cNvPr>
                  <p:cNvCxnSpPr/>
                  <p:nvPr/>
                </p:nvCxnSpPr>
                <p:spPr bwMode="gray">
                  <a:xfrm rot="5400000">
                    <a:off x="6094413" y="-1748638"/>
                    <a:ext cx="0" cy="12188826"/>
                  </a:xfrm>
                  <a:prstGeom prst="line">
                    <a:avLst/>
                  </a:prstGeom>
                  <a:ln w="3175">
                    <a:solidFill>
                      <a:schemeClr val="accent1">
                        <a:lumMod val="40000"/>
                        <a:lumOff val="60000"/>
                      </a:schemeClr>
                    </a:solidFill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4" name="Straight Connector 73">
                    <a:extLst>
                      <a:ext uri="{FF2B5EF4-FFF2-40B4-BE49-F238E27FC236}">
                        <a16:creationId xmlns:a16="http://schemas.microsoft.com/office/drawing/2014/main" id="{234785CB-17D0-49DD-8DC9-3C93626DC776}"/>
                      </a:ext>
                    </a:extLst>
                  </p:cNvPr>
                  <p:cNvCxnSpPr/>
                  <p:nvPr/>
                </p:nvCxnSpPr>
                <p:spPr bwMode="gray">
                  <a:xfrm rot="5400000">
                    <a:off x="6094413" y="-1291437"/>
                    <a:ext cx="0" cy="12188826"/>
                  </a:xfrm>
                  <a:prstGeom prst="line">
                    <a:avLst/>
                  </a:prstGeom>
                  <a:ln w="3175">
                    <a:solidFill>
                      <a:schemeClr val="accent1">
                        <a:lumMod val="40000"/>
                        <a:lumOff val="60000"/>
                      </a:schemeClr>
                    </a:solidFill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5" name="Straight Connector 74">
                    <a:extLst>
                      <a:ext uri="{FF2B5EF4-FFF2-40B4-BE49-F238E27FC236}">
                        <a16:creationId xmlns:a16="http://schemas.microsoft.com/office/drawing/2014/main" id="{425DB222-E3A0-48A3-BBD5-FD2616577D2D}"/>
                      </a:ext>
                    </a:extLst>
                  </p:cNvPr>
                  <p:cNvCxnSpPr/>
                  <p:nvPr/>
                </p:nvCxnSpPr>
                <p:spPr bwMode="gray">
                  <a:xfrm rot="5400000">
                    <a:off x="6094413" y="-834237"/>
                    <a:ext cx="0" cy="12188826"/>
                  </a:xfrm>
                  <a:prstGeom prst="line">
                    <a:avLst/>
                  </a:prstGeom>
                  <a:ln w="3175">
                    <a:solidFill>
                      <a:schemeClr val="accent1">
                        <a:lumMod val="40000"/>
                        <a:lumOff val="60000"/>
                      </a:schemeClr>
                    </a:solidFill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6" name="Straight Connector 75">
                    <a:extLst>
                      <a:ext uri="{FF2B5EF4-FFF2-40B4-BE49-F238E27FC236}">
                        <a16:creationId xmlns:a16="http://schemas.microsoft.com/office/drawing/2014/main" id="{C433E4E5-A945-4652-B574-37C6580344B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gray">
                  <a:xfrm flipH="1">
                    <a:off x="1" y="5717376"/>
                    <a:ext cx="12188825" cy="0"/>
                  </a:xfrm>
                  <a:prstGeom prst="line">
                    <a:avLst/>
                  </a:prstGeom>
                  <a:ln w="3175">
                    <a:solidFill>
                      <a:schemeClr val="accent1">
                        <a:lumMod val="40000"/>
                        <a:lumOff val="60000"/>
                      </a:schemeClr>
                    </a:solidFill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7" name="Straight Connector 76">
                    <a:extLst>
                      <a:ext uri="{FF2B5EF4-FFF2-40B4-BE49-F238E27FC236}">
                        <a16:creationId xmlns:a16="http://schemas.microsoft.com/office/drawing/2014/main" id="{352A597B-2B35-4BD4-B07E-D8CEF25A597D}"/>
                      </a:ext>
                    </a:extLst>
                  </p:cNvPr>
                  <p:cNvCxnSpPr/>
                  <p:nvPr/>
                </p:nvCxnSpPr>
                <p:spPr bwMode="gray">
                  <a:xfrm rot="5400000">
                    <a:off x="6094413" y="763592"/>
                    <a:ext cx="0" cy="12188826"/>
                  </a:xfrm>
                  <a:prstGeom prst="line">
                    <a:avLst/>
                  </a:prstGeom>
                  <a:ln w="3175">
                    <a:solidFill>
                      <a:schemeClr val="accent1">
                        <a:lumMod val="40000"/>
                        <a:lumOff val="60000"/>
                      </a:schemeClr>
                    </a:solidFill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8" name="Straight Connector 77">
                    <a:extLst>
                      <a:ext uri="{FF2B5EF4-FFF2-40B4-BE49-F238E27FC236}">
                        <a16:creationId xmlns:a16="http://schemas.microsoft.com/office/drawing/2014/main" id="{9351C336-9D65-42C9-A33F-6971E6322E46}"/>
                      </a:ext>
                    </a:extLst>
                  </p:cNvPr>
                  <p:cNvCxnSpPr/>
                  <p:nvPr/>
                </p:nvCxnSpPr>
                <p:spPr bwMode="gray">
                  <a:xfrm rot="5400000">
                    <a:off x="6094413" y="-5637212"/>
                    <a:ext cx="0" cy="12188826"/>
                  </a:xfrm>
                  <a:prstGeom prst="line">
                    <a:avLst/>
                  </a:prstGeom>
                  <a:ln w="3175">
                    <a:solidFill>
                      <a:schemeClr val="tx1"/>
                    </a:solidFill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9" name="Straight Connector 78">
                    <a:extLst>
                      <a:ext uri="{FF2B5EF4-FFF2-40B4-BE49-F238E27FC236}">
                        <a16:creationId xmlns:a16="http://schemas.microsoft.com/office/drawing/2014/main" id="{FCAD9518-36D4-43F7-839D-D8FE389DF1F1}"/>
                      </a:ext>
                    </a:extLst>
                  </p:cNvPr>
                  <p:cNvCxnSpPr/>
                  <p:nvPr/>
                </p:nvCxnSpPr>
                <p:spPr bwMode="gray">
                  <a:xfrm rot="5400000">
                    <a:off x="6094413" y="-4951411"/>
                    <a:ext cx="0" cy="12188826"/>
                  </a:xfrm>
                  <a:prstGeom prst="line">
                    <a:avLst/>
                  </a:prstGeom>
                  <a:ln w="3175">
                    <a:solidFill>
                      <a:schemeClr val="tx1"/>
                    </a:solidFill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0" name="Straight Connector 79">
                    <a:extLst>
                      <a:ext uri="{FF2B5EF4-FFF2-40B4-BE49-F238E27FC236}">
                        <a16:creationId xmlns:a16="http://schemas.microsoft.com/office/drawing/2014/main" id="{55575B3F-2A8B-4175-B6A5-D60652B87ED0}"/>
                      </a:ext>
                    </a:extLst>
                  </p:cNvPr>
                  <p:cNvCxnSpPr/>
                  <p:nvPr/>
                </p:nvCxnSpPr>
                <p:spPr bwMode="gray">
                  <a:xfrm rot="5400000">
                    <a:off x="6094413" y="86257"/>
                    <a:ext cx="0" cy="12188826"/>
                  </a:xfrm>
                  <a:prstGeom prst="line">
                    <a:avLst/>
                  </a:prstGeom>
                  <a:ln w="3175">
                    <a:solidFill>
                      <a:schemeClr val="tx1"/>
                    </a:solidFill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1" name="Straight Connector 80">
                    <a:extLst>
                      <a:ext uri="{FF2B5EF4-FFF2-40B4-BE49-F238E27FC236}">
                        <a16:creationId xmlns:a16="http://schemas.microsoft.com/office/drawing/2014/main" id="{1CCC90FC-8476-4A2A-8DF1-ECAB053A24FD}"/>
                      </a:ext>
                    </a:extLst>
                  </p:cNvPr>
                  <p:cNvCxnSpPr/>
                  <p:nvPr/>
                </p:nvCxnSpPr>
                <p:spPr bwMode="gray">
                  <a:xfrm rot="5400000">
                    <a:off x="6094413" y="306388"/>
                    <a:ext cx="0" cy="12188826"/>
                  </a:xfrm>
                  <a:prstGeom prst="line">
                    <a:avLst/>
                  </a:prstGeom>
                  <a:ln w="3175">
                    <a:solidFill>
                      <a:schemeClr val="accent1">
                        <a:lumMod val="40000"/>
                        <a:lumOff val="60000"/>
                      </a:schemeClr>
                    </a:solidFill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2" name="Straight Connector 81">
                    <a:extLst>
                      <a:ext uri="{FF2B5EF4-FFF2-40B4-BE49-F238E27FC236}">
                        <a16:creationId xmlns:a16="http://schemas.microsoft.com/office/drawing/2014/main" id="{DFB03C8E-4661-465A-B25F-147D497525A0}"/>
                      </a:ext>
                    </a:extLst>
                  </p:cNvPr>
                  <p:cNvCxnSpPr/>
                  <p:nvPr/>
                </p:nvCxnSpPr>
                <p:spPr bwMode="gray">
                  <a:xfrm rot="5400000">
                    <a:off x="6094413" y="-4034638"/>
                    <a:ext cx="0" cy="12188826"/>
                  </a:xfrm>
                  <a:prstGeom prst="line">
                    <a:avLst/>
                  </a:prstGeom>
                  <a:ln w="3175">
                    <a:solidFill>
                      <a:schemeClr val="accent1">
                        <a:lumMod val="40000"/>
                        <a:lumOff val="60000"/>
                      </a:schemeClr>
                    </a:solidFill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3" name="Straight Connector 82">
                    <a:extLst>
                      <a:ext uri="{FF2B5EF4-FFF2-40B4-BE49-F238E27FC236}">
                        <a16:creationId xmlns:a16="http://schemas.microsoft.com/office/drawing/2014/main" id="{88C8E030-5491-4C40-9E10-B197BD5CD587}"/>
                      </a:ext>
                    </a:extLst>
                  </p:cNvPr>
                  <p:cNvCxnSpPr/>
                  <p:nvPr/>
                </p:nvCxnSpPr>
                <p:spPr bwMode="gray">
                  <a:xfrm rot="5400000">
                    <a:off x="6094413" y="-3577438"/>
                    <a:ext cx="0" cy="12188826"/>
                  </a:xfrm>
                  <a:prstGeom prst="line">
                    <a:avLst/>
                  </a:prstGeom>
                  <a:ln w="3175">
                    <a:solidFill>
                      <a:schemeClr val="accent1">
                        <a:lumMod val="40000"/>
                        <a:lumOff val="60000"/>
                      </a:schemeClr>
                    </a:solidFill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4" name="Straight Connector 83">
                    <a:extLst>
                      <a:ext uri="{FF2B5EF4-FFF2-40B4-BE49-F238E27FC236}">
                        <a16:creationId xmlns:a16="http://schemas.microsoft.com/office/drawing/2014/main" id="{E0EBA261-0409-41DC-98E2-4BF8173333E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gray">
                  <a:xfrm rot="5400000">
                    <a:off x="6094413" y="-4494211"/>
                    <a:ext cx="0" cy="12188826"/>
                  </a:xfrm>
                  <a:prstGeom prst="line">
                    <a:avLst/>
                  </a:prstGeom>
                  <a:ln w="3175">
                    <a:solidFill>
                      <a:schemeClr val="tx1"/>
                    </a:solidFill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B119DAC7-36FB-491E-A6EB-B78E57CAECBF}"/>
                  </a:ext>
                </a:extLst>
              </p:cNvPr>
              <p:cNvSpPr txBox="1"/>
              <p:nvPr userDrawn="1"/>
            </p:nvSpPr>
            <p:spPr bwMode="gray">
              <a:xfrm>
                <a:off x="592866" y="5723466"/>
                <a:ext cx="7329077" cy="47413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>
                <a:no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sz="700" dirty="0"/>
                  <a:t>Footnote: Lorem ipsum dolor sit amet, consectetur adipiscing elit. Maecenas dui magna, sagittis at feugiat eget, viverra eu libero. Vestibulum a justo mi. Etiam blandit tempus odio. Fusce orci lectus, tincidunt eget hendrerit quis, blandit non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42899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O NOT U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B535B2D-9361-4E88-8BBD-C6E1EB066B37}"/>
              </a:ext>
            </a:extLst>
          </p:cNvPr>
          <p:cNvSpPr/>
          <p:nvPr userDrawn="1"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89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dirty="0">
              <a:solidFill>
                <a:schemeClr val="accent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AED08D-D489-4C23-BFE9-9C4A6A94C4DA}"/>
              </a:ext>
            </a:extLst>
          </p:cNvPr>
          <p:cNvSpPr txBox="1"/>
          <p:nvPr userDrawn="1"/>
        </p:nvSpPr>
        <p:spPr>
          <a:xfrm>
            <a:off x="606392" y="721895"/>
            <a:ext cx="10876547" cy="48800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5400" spc="300" dirty="0">
                <a:solidFill>
                  <a:schemeClr val="bg1"/>
                </a:solidFill>
              </a:rPr>
              <a:t>DO NOT USE </a:t>
            </a:r>
          </a:p>
          <a:p>
            <a:pPr algn="ctr">
              <a:lnSpc>
                <a:spcPct val="90000"/>
              </a:lnSpc>
            </a:pPr>
            <a:endParaRPr lang="en-US" sz="5400" spc="300" dirty="0">
              <a:solidFill>
                <a:schemeClr val="bg1"/>
              </a:solidFill>
            </a:endParaRPr>
          </a:p>
          <a:p>
            <a:pPr algn="ctr">
              <a:lnSpc>
                <a:spcPct val="90000"/>
              </a:lnSpc>
            </a:pPr>
            <a:r>
              <a:rPr lang="en-US" sz="5400" spc="300" dirty="0">
                <a:solidFill>
                  <a:schemeClr val="bg1"/>
                </a:solidFill>
              </a:rPr>
              <a:t>ALL LAYOUTS PAST THIS ARE NOT PART OF THIS TEMPLATE</a:t>
            </a:r>
          </a:p>
        </p:txBody>
      </p:sp>
    </p:spTree>
    <p:extLst>
      <p:ext uri="{BB962C8B-B14F-4D97-AF65-F5344CB8AC3E}">
        <p14:creationId xmlns:p14="http://schemas.microsoft.com/office/powerpoint/2010/main" val="3247533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</p:spPr>
        <p:txBody>
          <a:bodyPr vert="horz" wrap="none" lIns="0" tIns="0" rIns="0" bIns="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600203"/>
            <a:ext cx="10969943" cy="458046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A10A873-392A-4A19-8C2B-DD9BE8754574}"/>
              </a:ext>
            </a:extLst>
          </p:cNvPr>
          <p:cNvSpPr/>
          <p:nvPr userDrawn="1"/>
        </p:nvSpPr>
        <p:spPr bwMode="ltGray">
          <a:xfrm>
            <a:off x="-3443" y="6766560"/>
            <a:ext cx="12192265" cy="91440"/>
          </a:xfrm>
          <a:prstGeom prst="rect">
            <a:avLst/>
          </a:prstGeom>
          <a:gradFill flip="none" rotWithShape="1">
            <a:gsLst>
              <a:gs pos="0">
                <a:srgbClr val="AADB1E"/>
              </a:gs>
              <a:gs pos="25000">
                <a:schemeClr val="accent4"/>
              </a:gs>
              <a:gs pos="100000">
                <a:srgbClr val="003D79"/>
              </a:gs>
              <a:gs pos="50000">
                <a:schemeClr val="accent1"/>
              </a:gs>
              <a:gs pos="75000">
                <a:schemeClr val="accent3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C1D3E06-3BD4-444D-80CC-06D1EF0FE80E}"/>
              </a:ext>
            </a:extLst>
          </p:cNvPr>
          <p:cNvGrpSpPr/>
          <p:nvPr userDrawn="1"/>
        </p:nvGrpSpPr>
        <p:grpSpPr bwMode="black">
          <a:xfrm>
            <a:off x="617878" y="6446044"/>
            <a:ext cx="1099793" cy="173355"/>
            <a:chOff x="-84138" y="5622925"/>
            <a:chExt cx="4330701" cy="682626"/>
          </a:xfrm>
        </p:grpSpPr>
        <p:sp>
          <p:nvSpPr>
            <p:cNvPr id="20" name="Freeform 6">
              <a:extLst>
                <a:ext uri="{FF2B5EF4-FFF2-40B4-BE49-F238E27FC236}">
                  <a16:creationId xmlns:a16="http://schemas.microsoft.com/office/drawing/2014/main" id="{B65990C3-6A4D-4AAF-8BC8-286DA747854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1589088" y="5649913"/>
              <a:ext cx="914400" cy="647700"/>
            </a:xfrm>
            <a:custGeom>
              <a:avLst/>
              <a:gdLst>
                <a:gd name="T0" fmla="*/ 52 w 243"/>
                <a:gd name="T1" fmla="*/ 159 h 170"/>
                <a:gd name="T2" fmla="*/ 2 w 243"/>
                <a:gd name="T3" fmla="*/ 19 h 170"/>
                <a:gd name="T4" fmla="*/ 0 w 243"/>
                <a:gd name="T5" fmla="*/ 12 h 170"/>
                <a:gd name="T6" fmla="*/ 13 w 243"/>
                <a:gd name="T7" fmla="*/ 0 h 170"/>
                <a:gd name="T8" fmla="*/ 25 w 243"/>
                <a:gd name="T9" fmla="*/ 11 h 170"/>
                <a:gd name="T10" fmla="*/ 67 w 243"/>
                <a:gd name="T11" fmla="*/ 131 h 170"/>
                <a:gd name="T12" fmla="*/ 109 w 243"/>
                <a:gd name="T13" fmla="*/ 10 h 170"/>
                <a:gd name="T14" fmla="*/ 121 w 243"/>
                <a:gd name="T15" fmla="*/ 0 h 170"/>
                <a:gd name="T16" fmla="*/ 122 w 243"/>
                <a:gd name="T17" fmla="*/ 0 h 170"/>
                <a:gd name="T18" fmla="*/ 135 w 243"/>
                <a:gd name="T19" fmla="*/ 10 h 170"/>
                <a:gd name="T20" fmla="*/ 177 w 243"/>
                <a:gd name="T21" fmla="*/ 131 h 170"/>
                <a:gd name="T22" fmla="*/ 219 w 243"/>
                <a:gd name="T23" fmla="*/ 10 h 170"/>
                <a:gd name="T24" fmla="*/ 231 w 243"/>
                <a:gd name="T25" fmla="*/ 0 h 170"/>
                <a:gd name="T26" fmla="*/ 243 w 243"/>
                <a:gd name="T27" fmla="*/ 12 h 170"/>
                <a:gd name="T28" fmla="*/ 241 w 243"/>
                <a:gd name="T29" fmla="*/ 19 h 170"/>
                <a:gd name="T30" fmla="*/ 191 w 243"/>
                <a:gd name="T31" fmla="*/ 159 h 170"/>
                <a:gd name="T32" fmla="*/ 177 w 243"/>
                <a:gd name="T33" fmla="*/ 170 h 170"/>
                <a:gd name="T34" fmla="*/ 176 w 243"/>
                <a:gd name="T35" fmla="*/ 170 h 170"/>
                <a:gd name="T36" fmla="*/ 163 w 243"/>
                <a:gd name="T37" fmla="*/ 159 h 170"/>
                <a:gd name="T38" fmla="*/ 122 w 243"/>
                <a:gd name="T39" fmla="*/ 40 h 170"/>
                <a:gd name="T40" fmla="*/ 80 w 243"/>
                <a:gd name="T41" fmla="*/ 159 h 170"/>
                <a:gd name="T42" fmla="*/ 66 w 243"/>
                <a:gd name="T43" fmla="*/ 170 h 170"/>
                <a:gd name="T44" fmla="*/ 66 w 243"/>
                <a:gd name="T45" fmla="*/ 170 h 170"/>
                <a:gd name="T46" fmla="*/ 52 w 243"/>
                <a:gd name="T47" fmla="*/ 159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43" h="170">
                  <a:moveTo>
                    <a:pt x="52" y="159"/>
                  </a:moveTo>
                  <a:cubicBezTo>
                    <a:pt x="2" y="19"/>
                    <a:pt x="2" y="19"/>
                    <a:pt x="2" y="19"/>
                  </a:cubicBezTo>
                  <a:cubicBezTo>
                    <a:pt x="1" y="17"/>
                    <a:pt x="0" y="14"/>
                    <a:pt x="0" y="12"/>
                  </a:cubicBezTo>
                  <a:cubicBezTo>
                    <a:pt x="0" y="6"/>
                    <a:pt x="5" y="0"/>
                    <a:pt x="13" y="0"/>
                  </a:cubicBezTo>
                  <a:cubicBezTo>
                    <a:pt x="19" y="0"/>
                    <a:pt x="23" y="4"/>
                    <a:pt x="25" y="11"/>
                  </a:cubicBezTo>
                  <a:cubicBezTo>
                    <a:pt x="67" y="131"/>
                    <a:pt x="67" y="131"/>
                    <a:pt x="67" y="131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11" y="4"/>
                    <a:pt x="114" y="0"/>
                    <a:pt x="121" y="0"/>
                  </a:cubicBezTo>
                  <a:cubicBezTo>
                    <a:pt x="122" y="0"/>
                    <a:pt x="122" y="0"/>
                    <a:pt x="122" y="0"/>
                  </a:cubicBezTo>
                  <a:cubicBezTo>
                    <a:pt x="129" y="0"/>
                    <a:pt x="133" y="4"/>
                    <a:pt x="135" y="10"/>
                  </a:cubicBezTo>
                  <a:cubicBezTo>
                    <a:pt x="177" y="131"/>
                    <a:pt x="177" y="131"/>
                    <a:pt x="177" y="131"/>
                  </a:cubicBezTo>
                  <a:cubicBezTo>
                    <a:pt x="219" y="10"/>
                    <a:pt x="219" y="10"/>
                    <a:pt x="219" y="10"/>
                  </a:cubicBezTo>
                  <a:cubicBezTo>
                    <a:pt x="221" y="5"/>
                    <a:pt x="224" y="0"/>
                    <a:pt x="231" y="0"/>
                  </a:cubicBezTo>
                  <a:cubicBezTo>
                    <a:pt x="238" y="0"/>
                    <a:pt x="243" y="6"/>
                    <a:pt x="243" y="12"/>
                  </a:cubicBezTo>
                  <a:cubicBezTo>
                    <a:pt x="243" y="14"/>
                    <a:pt x="242" y="17"/>
                    <a:pt x="241" y="19"/>
                  </a:cubicBezTo>
                  <a:cubicBezTo>
                    <a:pt x="191" y="159"/>
                    <a:pt x="191" y="159"/>
                    <a:pt x="191" y="159"/>
                  </a:cubicBezTo>
                  <a:cubicBezTo>
                    <a:pt x="188" y="166"/>
                    <a:pt x="183" y="170"/>
                    <a:pt x="177" y="170"/>
                  </a:cubicBezTo>
                  <a:cubicBezTo>
                    <a:pt x="176" y="170"/>
                    <a:pt x="176" y="170"/>
                    <a:pt x="176" y="170"/>
                  </a:cubicBezTo>
                  <a:cubicBezTo>
                    <a:pt x="170" y="170"/>
                    <a:pt x="165" y="166"/>
                    <a:pt x="163" y="159"/>
                  </a:cubicBezTo>
                  <a:cubicBezTo>
                    <a:pt x="122" y="40"/>
                    <a:pt x="122" y="40"/>
                    <a:pt x="122" y="40"/>
                  </a:cubicBezTo>
                  <a:cubicBezTo>
                    <a:pt x="80" y="159"/>
                    <a:pt x="80" y="159"/>
                    <a:pt x="80" y="159"/>
                  </a:cubicBezTo>
                  <a:cubicBezTo>
                    <a:pt x="78" y="166"/>
                    <a:pt x="73" y="170"/>
                    <a:pt x="66" y="170"/>
                  </a:cubicBezTo>
                  <a:cubicBezTo>
                    <a:pt x="66" y="170"/>
                    <a:pt x="66" y="170"/>
                    <a:pt x="66" y="170"/>
                  </a:cubicBezTo>
                  <a:cubicBezTo>
                    <a:pt x="60" y="170"/>
                    <a:pt x="55" y="166"/>
                    <a:pt x="52" y="159"/>
                  </a:cubicBezTo>
                </a:path>
              </a:pathLst>
            </a:custGeom>
            <a:solidFill>
              <a:srgbClr val="7170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aseline="0" dirty="0"/>
            </a:p>
          </p:txBody>
        </p:sp>
        <p:sp>
          <p:nvSpPr>
            <p:cNvPr id="21" name="Freeform 7">
              <a:extLst>
                <a:ext uri="{FF2B5EF4-FFF2-40B4-BE49-F238E27FC236}">
                  <a16:creationId xmlns:a16="http://schemas.microsoft.com/office/drawing/2014/main" id="{1BB1B930-0B72-49D9-807B-10C096968E5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3163888" y="5649913"/>
              <a:ext cx="354013" cy="647700"/>
            </a:xfrm>
            <a:custGeom>
              <a:avLst/>
              <a:gdLst>
                <a:gd name="T0" fmla="*/ 0 w 94"/>
                <a:gd name="T1" fmla="*/ 13 h 170"/>
                <a:gd name="T2" fmla="*/ 12 w 94"/>
                <a:gd name="T3" fmla="*/ 0 h 170"/>
                <a:gd name="T4" fmla="*/ 24 w 94"/>
                <a:gd name="T5" fmla="*/ 13 h 170"/>
                <a:gd name="T6" fmla="*/ 24 w 94"/>
                <a:gd name="T7" fmla="*/ 41 h 170"/>
                <a:gd name="T8" fmla="*/ 82 w 94"/>
                <a:gd name="T9" fmla="*/ 0 h 170"/>
                <a:gd name="T10" fmla="*/ 94 w 94"/>
                <a:gd name="T11" fmla="*/ 13 h 170"/>
                <a:gd name="T12" fmla="*/ 83 w 94"/>
                <a:gd name="T13" fmla="*/ 25 h 170"/>
                <a:gd name="T14" fmla="*/ 24 w 94"/>
                <a:gd name="T15" fmla="*/ 101 h 170"/>
                <a:gd name="T16" fmla="*/ 24 w 94"/>
                <a:gd name="T17" fmla="*/ 157 h 170"/>
                <a:gd name="T18" fmla="*/ 12 w 94"/>
                <a:gd name="T19" fmla="*/ 170 h 170"/>
                <a:gd name="T20" fmla="*/ 0 w 94"/>
                <a:gd name="T21" fmla="*/ 157 h 170"/>
                <a:gd name="T22" fmla="*/ 0 w 94"/>
                <a:gd name="T23" fmla="*/ 13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4" h="170">
                  <a:moveTo>
                    <a:pt x="0" y="13"/>
                  </a:moveTo>
                  <a:cubicBezTo>
                    <a:pt x="0" y="6"/>
                    <a:pt x="5" y="0"/>
                    <a:pt x="12" y="0"/>
                  </a:cubicBezTo>
                  <a:cubicBezTo>
                    <a:pt x="19" y="0"/>
                    <a:pt x="24" y="5"/>
                    <a:pt x="24" y="13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37" y="13"/>
                    <a:pt x="64" y="0"/>
                    <a:pt x="82" y="0"/>
                  </a:cubicBezTo>
                  <a:cubicBezTo>
                    <a:pt x="89" y="0"/>
                    <a:pt x="94" y="6"/>
                    <a:pt x="94" y="13"/>
                  </a:cubicBezTo>
                  <a:cubicBezTo>
                    <a:pt x="94" y="20"/>
                    <a:pt x="89" y="24"/>
                    <a:pt x="83" y="25"/>
                  </a:cubicBezTo>
                  <a:cubicBezTo>
                    <a:pt x="51" y="29"/>
                    <a:pt x="24" y="53"/>
                    <a:pt x="24" y="101"/>
                  </a:cubicBezTo>
                  <a:cubicBezTo>
                    <a:pt x="24" y="157"/>
                    <a:pt x="24" y="157"/>
                    <a:pt x="24" y="157"/>
                  </a:cubicBezTo>
                  <a:cubicBezTo>
                    <a:pt x="24" y="164"/>
                    <a:pt x="19" y="170"/>
                    <a:pt x="12" y="170"/>
                  </a:cubicBezTo>
                  <a:cubicBezTo>
                    <a:pt x="5" y="170"/>
                    <a:pt x="0" y="164"/>
                    <a:pt x="0" y="157"/>
                  </a:cubicBezTo>
                  <a:lnTo>
                    <a:pt x="0" y="13"/>
                  </a:lnTo>
                  <a:close/>
                </a:path>
              </a:pathLst>
            </a:custGeom>
            <a:solidFill>
              <a:srgbClr val="7170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aseline="0" dirty="0"/>
            </a:p>
          </p:txBody>
        </p:sp>
        <p:sp>
          <p:nvSpPr>
            <p:cNvPr id="22" name="Freeform 8">
              <a:extLst>
                <a:ext uri="{FF2B5EF4-FFF2-40B4-BE49-F238E27FC236}">
                  <a16:creationId xmlns:a16="http://schemas.microsoft.com/office/drawing/2014/main" id="{5E1DF962-E59C-4F9C-B967-2BC43B7C3DC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3509963" y="5649913"/>
              <a:ext cx="579438" cy="655638"/>
            </a:xfrm>
            <a:custGeom>
              <a:avLst/>
              <a:gdLst>
                <a:gd name="T0" fmla="*/ 129 w 154"/>
                <a:gd name="T1" fmla="*/ 76 h 172"/>
                <a:gd name="T2" fmla="*/ 77 w 154"/>
                <a:gd name="T3" fmla="*/ 21 h 172"/>
                <a:gd name="T4" fmla="*/ 25 w 154"/>
                <a:gd name="T5" fmla="*/ 76 h 172"/>
                <a:gd name="T6" fmla="*/ 129 w 154"/>
                <a:gd name="T7" fmla="*/ 76 h 172"/>
                <a:gd name="T8" fmla="*/ 81 w 154"/>
                <a:gd name="T9" fmla="*/ 172 h 172"/>
                <a:gd name="T10" fmla="*/ 0 w 154"/>
                <a:gd name="T11" fmla="*/ 86 h 172"/>
                <a:gd name="T12" fmla="*/ 0 w 154"/>
                <a:gd name="T13" fmla="*/ 85 h 172"/>
                <a:gd name="T14" fmla="*/ 78 w 154"/>
                <a:gd name="T15" fmla="*/ 0 h 172"/>
                <a:gd name="T16" fmla="*/ 154 w 154"/>
                <a:gd name="T17" fmla="*/ 83 h 172"/>
                <a:gd name="T18" fmla="*/ 142 w 154"/>
                <a:gd name="T19" fmla="*/ 95 h 172"/>
                <a:gd name="T20" fmla="*/ 25 w 154"/>
                <a:gd name="T21" fmla="*/ 95 h 172"/>
                <a:gd name="T22" fmla="*/ 82 w 154"/>
                <a:gd name="T23" fmla="*/ 150 h 172"/>
                <a:gd name="T24" fmla="*/ 129 w 154"/>
                <a:gd name="T25" fmla="*/ 131 h 172"/>
                <a:gd name="T26" fmla="*/ 136 w 154"/>
                <a:gd name="T27" fmla="*/ 128 h 172"/>
                <a:gd name="T28" fmla="*/ 146 w 154"/>
                <a:gd name="T29" fmla="*/ 139 h 172"/>
                <a:gd name="T30" fmla="*/ 142 w 154"/>
                <a:gd name="T31" fmla="*/ 147 h 172"/>
                <a:gd name="T32" fmla="*/ 81 w 154"/>
                <a:gd name="T33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54" h="172">
                  <a:moveTo>
                    <a:pt x="129" y="76"/>
                  </a:moveTo>
                  <a:cubicBezTo>
                    <a:pt x="127" y="47"/>
                    <a:pt x="110" y="21"/>
                    <a:pt x="77" y="21"/>
                  </a:cubicBezTo>
                  <a:cubicBezTo>
                    <a:pt x="49" y="21"/>
                    <a:pt x="28" y="44"/>
                    <a:pt x="25" y="76"/>
                  </a:cubicBezTo>
                  <a:lnTo>
                    <a:pt x="129" y="76"/>
                  </a:lnTo>
                  <a:close/>
                  <a:moveTo>
                    <a:pt x="81" y="172"/>
                  </a:moveTo>
                  <a:cubicBezTo>
                    <a:pt x="36" y="172"/>
                    <a:pt x="0" y="137"/>
                    <a:pt x="0" y="86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38"/>
                    <a:pt x="33" y="0"/>
                    <a:pt x="78" y="0"/>
                  </a:cubicBezTo>
                  <a:cubicBezTo>
                    <a:pt x="126" y="0"/>
                    <a:pt x="154" y="40"/>
                    <a:pt x="154" y="83"/>
                  </a:cubicBezTo>
                  <a:cubicBezTo>
                    <a:pt x="154" y="90"/>
                    <a:pt x="148" y="95"/>
                    <a:pt x="142" y="95"/>
                  </a:cubicBezTo>
                  <a:cubicBezTo>
                    <a:pt x="25" y="95"/>
                    <a:pt x="25" y="95"/>
                    <a:pt x="25" y="95"/>
                  </a:cubicBezTo>
                  <a:cubicBezTo>
                    <a:pt x="28" y="130"/>
                    <a:pt x="53" y="150"/>
                    <a:pt x="82" y="150"/>
                  </a:cubicBezTo>
                  <a:cubicBezTo>
                    <a:pt x="102" y="150"/>
                    <a:pt x="117" y="142"/>
                    <a:pt x="129" y="131"/>
                  </a:cubicBezTo>
                  <a:cubicBezTo>
                    <a:pt x="131" y="130"/>
                    <a:pt x="133" y="128"/>
                    <a:pt x="136" y="128"/>
                  </a:cubicBezTo>
                  <a:cubicBezTo>
                    <a:pt x="142" y="128"/>
                    <a:pt x="146" y="133"/>
                    <a:pt x="146" y="139"/>
                  </a:cubicBezTo>
                  <a:cubicBezTo>
                    <a:pt x="146" y="142"/>
                    <a:pt x="145" y="145"/>
                    <a:pt x="142" y="147"/>
                  </a:cubicBezTo>
                  <a:cubicBezTo>
                    <a:pt x="127" y="162"/>
                    <a:pt x="109" y="172"/>
                    <a:pt x="81" y="172"/>
                  </a:cubicBezTo>
                </a:path>
              </a:pathLst>
            </a:custGeom>
            <a:solidFill>
              <a:srgbClr val="7170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aseline="0" dirty="0"/>
            </a:p>
          </p:txBody>
        </p:sp>
        <p:sp>
          <p:nvSpPr>
            <p:cNvPr id="23" name="Freeform 9">
              <a:extLst>
                <a:ext uri="{FF2B5EF4-FFF2-40B4-BE49-F238E27FC236}">
                  <a16:creationId xmlns:a16="http://schemas.microsoft.com/office/drawing/2014/main" id="{C586DD09-1AA3-4DE6-9C72-75B08B54381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2503488" y="5649913"/>
              <a:ext cx="547688" cy="655638"/>
            </a:xfrm>
            <a:custGeom>
              <a:avLst/>
              <a:gdLst>
                <a:gd name="T0" fmla="*/ 122 w 146"/>
                <a:gd name="T1" fmla="*/ 107 h 172"/>
                <a:gd name="T2" fmla="*/ 122 w 146"/>
                <a:gd name="T3" fmla="*/ 91 h 172"/>
                <a:gd name="T4" fmla="*/ 74 w 146"/>
                <a:gd name="T5" fmla="*/ 84 h 172"/>
                <a:gd name="T6" fmla="*/ 25 w 146"/>
                <a:gd name="T7" fmla="*/ 118 h 172"/>
                <a:gd name="T8" fmla="*/ 25 w 146"/>
                <a:gd name="T9" fmla="*/ 119 h 172"/>
                <a:gd name="T10" fmla="*/ 67 w 146"/>
                <a:gd name="T11" fmla="*/ 152 h 172"/>
                <a:gd name="T12" fmla="*/ 122 w 146"/>
                <a:gd name="T13" fmla="*/ 107 h 172"/>
                <a:gd name="T14" fmla="*/ 0 w 146"/>
                <a:gd name="T15" fmla="*/ 120 h 172"/>
                <a:gd name="T16" fmla="*/ 0 w 146"/>
                <a:gd name="T17" fmla="*/ 119 h 172"/>
                <a:gd name="T18" fmla="*/ 71 w 146"/>
                <a:gd name="T19" fmla="*/ 66 h 172"/>
                <a:gd name="T20" fmla="*/ 122 w 146"/>
                <a:gd name="T21" fmla="*/ 73 h 172"/>
                <a:gd name="T22" fmla="*/ 122 w 146"/>
                <a:gd name="T23" fmla="*/ 67 h 172"/>
                <a:gd name="T24" fmla="*/ 73 w 146"/>
                <a:gd name="T25" fmla="*/ 22 h 172"/>
                <a:gd name="T26" fmla="*/ 34 w 146"/>
                <a:gd name="T27" fmla="*/ 30 h 172"/>
                <a:gd name="T28" fmla="*/ 30 w 146"/>
                <a:gd name="T29" fmla="*/ 31 h 172"/>
                <a:gd name="T30" fmla="*/ 19 w 146"/>
                <a:gd name="T31" fmla="*/ 20 h 172"/>
                <a:gd name="T32" fmla="*/ 26 w 146"/>
                <a:gd name="T33" fmla="*/ 10 h 172"/>
                <a:gd name="T34" fmla="*/ 75 w 146"/>
                <a:gd name="T35" fmla="*/ 0 h 172"/>
                <a:gd name="T36" fmla="*/ 129 w 146"/>
                <a:gd name="T37" fmla="*/ 19 h 172"/>
                <a:gd name="T38" fmla="*/ 146 w 146"/>
                <a:gd name="T39" fmla="*/ 67 h 172"/>
                <a:gd name="T40" fmla="*/ 146 w 146"/>
                <a:gd name="T41" fmla="*/ 158 h 172"/>
                <a:gd name="T42" fmla="*/ 134 w 146"/>
                <a:gd name="T43" fmla="*/ 170 h 172"/>
                <a:gd name="T44" fmla="*/ 122 w 146"/>
                <a:gd name="T45" fmla="*/ 159 h 172"/>
                <a:gd name="T46" fmla="*/ 122 w 146"/>
                <a:gd name="T47" fmla="*/ 143 h 172"/>
                <a:gd name="T48" fmla="*/ 62 w 146"/>
                <a:gd name="T49" fmla="*/ 172 h 172"/>
                <a:gd name="T50" fmla="*/ 0 w 146"/>
                <a:gd name="T51" fmla="*/ 120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46" h="172">
                  <a:moveTo>
                    <a:pt x="122" y="107"/>
                  </a:moveTo>
                  <a:cubicBezTo>
                    <a:pt x="122" y="91"/>
                    <a:pt x="122" y="91"/>
                    <a:pt x="122" y="91"/>
                  </a:cubicBezTo>
                  <a:cubicBezTo>
                    <a:pt x="110" y="88"/>
                    <a:pt x="94" y="84"/>
                    <a:pt x="74" y="84"/>
                  </a:cubicBezTo>
                  <a:cubicBezTo>
                    <a:pt x="43" y="84"/>
                    <a:pt x="25" y="98"/>
                    <a:pt x="25" y="118"/>
                  </a:cubicBezTo>
                  <a:cubicBezTo>
                    <a:pt x="25" y="119"/>
                    <a:pt x="25" y="119"/>
                    <a:pt x="25" y="119"/>
                  </a:cubicBezTo>
                  <a:cubicBezTo>
                    <a:pt x="25" y="140"/>
                    <a:pt x="45" y="152"/>
                    <a:pt x="67" y="152"/>
                  </a:cubicBezTo>
                  <a:cubicBezTo>
                    <a:pt x="97" y="152"/>
                    <a:pt x="122" y="133"/>
                    <a:pt x="122" y="107"/>
                  </a:cubicBezTo>
                  <a:moveTo>
                    <a:pt x="0" y="120"/>
                  </a:moveTo>
                  <a:cubicBezTo>
                    <a:pt x="0" y="119"/>
                    <a:pt x="0" y="119"/>
                    <a:pt x="0" y="119"/>
                  </a:cubicBezTo>
                  <a:cubicBezTo>
                    <a:pt x="0" y="85"/>
                    <a:pt x="29" y="66"/>
                    <a:pt x="71" y="66"/>
                  </a:cubicBezTo>
                  <a:cubicBezTo>
                    <a:pt x="92" y="66"/>
                    <a:pt x="107" y="69"/>
                    <a:pt x="122" y="73"/>
                  </a:cubicBezTo>
                  <a:cubicBezTo>
                    <a:pt x="122" y="67"/>
                    <a:pt x="122" y="67"/>
                    <a:pt x="122" y="67"/>
                  </a:cubicBezTo>
                  <a:cubicBezTo>
                    <a:pt x="122" y="37"/>
                    <a:pt x="104" y="22"/>
                    <a:pt x="73" y="22"/>
                  </a:cubicBezTo>
                  <a:cubicBezTo>
                    <a:pt x="56" y="22"/>
                    <a:pt x="46" y="24"/>
                    <a:pt x="34" y="30"/>
                  </a:cubicBezTo>
                  <a:cubicBezTo>
                    <a:pt x="33" y="30"/>
                    <a:pt x="31" y="31"/>
                    <a:pt x="30" y="31"/>
                  </a:cubicBezTo>
                  <a:cubicBezTo>
                    <a:pt x="24" y="31"/>
                    <a:pt x="19" y="26"/>
                    <a:pt x="19" y="20"/>
                  </a:cubicBezTo>
                  <a:cubicBezTo>
                    <a:pt x="19" y="15"/>
                    <a:pt x="21" y="12"/>
                    <a:pt x="26" y="10"/>
                  </a:cubicBezTo>
                  <a:cubicBezTo>
                    <a:pt x="42" y="3"/>
                    <a:pt x="54" y="0"/>
                    <a:pt x="75" y="0"/>
                  </a:cubicBezTo>
                  <a:cubicBezTo>
                    <a:pt x="99" y="0"/>
                    <a:pt x="117" y="6"/>
                    <a:pt x="129" y="19"/>
                  </a:cubicBezTo>
                  <a:cubicBezTo>
                    <a:pt x="140" y="30"/>
                    <a:pt x="146" y="46"/>
                    <a:pt x="146" y="67"/>
                  </a:cubicBezTo>
                  <a:cubicBezTo>
                    <a:pt x="146" y="158"/>
                    <a:pt x="146" y="158"/>
                    <a:pt x="146" y="158"/>
                  </a:cubicBezTo>
                  <a:cubicBezTo>
                    <a:pt x="146" y="165"/>
                    <a:pt x="141" y="170"/>
                    <a:pt x="134" y="170"/>
                  </a:cubicBezTo>
                  <a:cubicBezTo>
                    <a:pt x="127" y="170"/>
                    <a:pt x="122" y="165"/>
                    <a:pt x="122" y="159"/>
                  </a:cubicBezTo>
                  <a:cubicBezTo>
                    <a:pt x="122" y="143"/>
                    <a:pt x="122" y="143"/>
                    <a:pt x="122" y="143"/>
                  </a:cubicBezTo>
                  <a:cubicBezTo>
                    <a:pt x="111" y="158"/>
                    <a:pt x="91" y="172"/>
                    <a:pt x="62" y="172"/>
                  </a:cubicBezTo>
                  <a:cubicBezTo>
                    <a:pt x="32" y="172"/>
                    <a:pt x="0" y="154"/>
                    <a:pt x="0" y="120"/>
                  </a:cubicBezTo>
                </a:path>
              </a:pathLst>
            </a:custGeom>
            <a:solidFill>
              <a:srgbClr val="7170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aseline="0" dirty="0"/>
            </a:p>
          </p:txBody>
        </p:sp>
        <p:sp>
          <p:nvSpPr>
            <p:cNvPr id="24" name="Freeform 10">
              <a:extLst>
                <a:ext uri="{FF2B5EF4-FFF2-40B4-BE49-F238E27FC236}">
                  <a16:creationId xmlns:a16="http://schemas.microsoft.com/office/drawing/2014/main" id="{84663C30-A17E-456F-8614-312799660BD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4138" y="5622925"/>
              <a:ext cx="1635125" cy="682625"/>
            </a:xfrm>
            <a:custGeom>
              <a:avLst/>
              <a:gdLst>
                <a:gd name="T0" fmla="*/ 49 w 435"/>
                <a:gd name="T1" fmla="*/ 18 h 179"/>
                <a:gd name="T2" fmla="*/ 17 w 435"/>
                <a:gd name="T3" fmla="*/ 6 h 179"/>
                <a:gd name="T4" fmla="*/ 6 w 435"/>
                <a:gd name="T5" fmla="*/ 37 h 179"/>
                <a:gd name="T6" fmla="*/ 58 w 435"/>
                <a:gd name="T7" fmla="*/ 152 h 179"/>
                <a:gd name="T8" fmla="*/ 92 w 435"/>
                <a:gd name="T9" fmla="*/ 179 h 179"/>
                <a:gd name="T10" fmla="*/ 125 w 435"/>
                <a:gd name="T11" fmla="*/ 152 h 179"/>
                <a:gd name="T12" fmla="*/ 171 w 435"/>
                <a:gd name="T13" fmla="*/ 51 h 179"/>
                <a:gd name="T14" fmla="*/ 178 w 435"/>
                <a:gd name="T15" fmla="*/ 46 h 179"/>
                <a:gd name="T16" fmla="*/ 185 w 435"/>
                <a:gd name="T17" fmla="*/ 54 h 179"/>
                <a:gd name="T18" fmla="*/ 185 w 435"/>
                <a:gd name="T19" fmla="*/ 151 h 179"/>
                <a:gd name="T20" fmla="*/ 209 w 435"/>
                <a:gd name="T21" fmla="*/ 179 h 179"/>
                <a:gd name="T22" fmla="*/ 234 w 435"/>
                <a:gd name="T23" fmla="*/ 151 h 179"/>
                <a:gd name="T24" fmla="*/ 234 w 435"/>
                <a:gd name="T25" fmla="*/ 72 h 179"/>
                <a:gd name="T26" fmla="*/ 260 w 435"/>
                <a:gd name="T27" fmla="*/ 46 h 179"/>
                <a:gd name="T28" fmla="*/ 285 w 435"/>
                <a:gd name="T29" fmla="*/ 72 h 179"/>
                <a:gd name="T30" fmla="*/ 285 w 435"/>
                <a:gd name="T31" fmla="*/ 151 h 179"/>
                <a:gd name="T32" fmla="*/ 310 w 435"/>
                <a:gd name="T33" fmla="*/ 179 h 179"/>
                <a:gd name="T34" fmla="*/ 334 w 435"/>
                <a:gd name="T35" fmla="*/ 151 h 179"/>
                <a:gd name="T36" fmla="*/ 334 w 435"/>
                <a:gd name="T37" fmla="*/ 72 h 179"/>
                <a:gd name="T38" fmla="*/ 360 w 435"/>
                <a:gd name="T39" fmla="*/ 46 h 179"/>
                <a:gd name="T40" fmla="*/ 385 w 435"/>
                <a:gd name="T41" fmla="*/ 72 h 179"/>
                <a:gd name="T42" fmla="*/ 385 w 435"/>
                <a:gd name="T43" fmla="*/ 151 h 179"/>
                <a:gd name="T44" fmla="*/ 410 w 435"/>
                <a:gd name="T45" fmla="*/ 179 h 179"/>
                <a:gd name="T46" fmla="*/ 435 w 435"/>
                <a:gd name="T47" fmla="*/ 151 h 179"/>
                <a:gd name="T48" fmla="*/ 435 w 435"/>
                <a:gd name="T49" fmla="*/ 61 h 179"/>
                <a:gd name="T50" fmla="*/ 375 w 435"/>
                <a:gd name="T51" fmla="*/ 4 h 179"/>
                <a:gd name="T52" fmla="*/ 323 w 435"/>
                <a:gd name="T53" fmla="*/ 26 h 179"/>
                <a:gd name="T54" fmla="*/ 272 w 435"/>
                <a:gd name="T55" fmla="*/ 4 h 179"/>
                <a:gd name="T56" fmla="*/ 223 w 435"/>
                <a:gd name="T57" fmla="*/ 26 h 179"/>
                <a:gd name="T58" fmla="*/ 178 w 435"/>
                <a:gd name="T59" fmla="*/ 4 h 179"/>
                <a:gd name="T60" fmla="*/ 125 w 435"/>
                <a:gd name="T61" fmla="*/ 40 h 179"/>
                <a:gd name="T62" fmla="*/ 92 w 435"/>
                <a:gd name="T63" fmla="*/ 119 h 179"/>
                <a:gd name="T64" fmla="*/ 49 w 435"/>
                <a:gd name="T65" fmla="*/ 18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35" h="179">
                  <a:moveTo>
                    <a:pt x="49" y="18"/>
                  </a:moveTo>
                  <a:cubicBezTo>
                    <a:pt x="43" y="6"/>
                    <a:pt x="30" y="0"/>
                    <a:pt x="17" y="6"/>
                  </a:cubicBezTo>
                  <a:cubicBezTo>
                    <a:pt x="5" y="12"/>
                    <a:pt x="0" y="25"/>
                    <a:pt x="6" y="37"/>
                  </a:cubicBezTo>
                  <a:cubicBezTo>
                    <a:pt x="58" y="152"/>
                    <a:pt x="58" y="152"/>
                    <a:pt x="58" y="152"/>
                  </a:cubicBezTo>
                  <a:cubicBezTo>
                    <a:pt x="67" y="169"/>
                    <a:pt x="75" y="179"/>
                    <a:pt x="92" y="179"/>
                  </a:cubicBezTo>
                  <a:cubicBezTo>
                    <a:pt x="109" y="179"/>
                    <a:pt x="117" y="169"/>
                    <a:pt x="125" y="152"/>
                  </a:cubicBezTo>
                  <a:cubicBezTo>
                    <a:pt x="125" y="152"/>
                    <a:pt x="171" y="52"/>
                    <a:pt x="171" y="51"/>
                  </a:cubicBezTo>
                  <a:cubicBezTo>
                    <a:pt x="172" y="50"/>
                    <a:pt x="173" y="46"/>
                    <a:pt x="178" y="46"/>
                  </a:cubicBezTo>
                  <a:cubicBezTo>
                    <a:pt x="182" y="47"/>
                    <a:pt x="185" y="50"/>
                    <a:pt x="185" y="54"/>
                  </a:cubicBezTo>
                  <a:cubicBezTo>
                    <a:pt x="185" y="151"/>
                    <a:pt x="185" y="151"/>
                    <a:pt x="185" y="151"/>
                  </a:cubicBezTo>
                  <a:cubicBezTo>
                    <a:pt x="185" y="166"/>
                    <a:pt x="193" y="179"/>
                    <a:pt x="209" y="179"/>
                  </a:cubicBezTo>
                  <a:cubicBezTo>
                    <a:pt x="225" y="179"/>
                    <a:pt x="234" y="166"/>
                    <a:pt x="234" y="151"/>
                  </a:cubicBezTo>
                  <a:cubicBezTo>
                    <a:pt x="234" y="72"/>
                    <a:pt x="234" y="72"/>
                    <a:pt x="234" y="72"/>
                  </a:cubicBezTo>
                  <a:cubicBezTo>
                    <a:pt x="234" y="56"/>
                    <a:pt x="245" y="46"/>
                    <a:pt x="260" y="46"/>
                  </a:cubicBezTo>
                  <a:cubicBezTo>
                    <a:pt x="275" y="46"/>
                    <a:pt x="285" y="57"/>
                    <a:pt x="285" y="72"/>
                  </a:cubicBezTo>
                  <a:cubicBezTo>
                    <a:pt x="285" y="151"/>
                    <a:pt x="285" y="151"/>
                    <a:pt x="285" y="151"/>
                  </a:cubicBezTo>
                  <a:cubicBezTo>
                    <a:pt x="285" y="166"/>
                    <a:pt x="294" y="179"/>
                    <a:pt x="310" y="179"/>
                  </a:cubicBezTo>
                  <a:cubicBezTo>
                    <a:pt x="326" y="179"/>
                    <a:pt x="334" y="166"/>
                    <a:pt x="334" y="151"/>
                  </a:cubicBezTo>
                  <a:cubicBezTo>
                    <a:pt x="334" y="72"/>
                    <a:pt x="334" y="72"/>
                    <a:pt x="334" y="72"/>
                  </a:cubicBezTo>
                  <a:cubicBezTo>
                    <a:pt x="334" y="56"/>
                    <a:pt x="345" y="46"/>
                    <a:pt x="360" y="46"/>
                  </a:cubicBezTo>
                  <a:cubicBezTo>
                    <a:pt x="375" y="46"/>
                    <a:pt x="385" y="57"/>
                    <a:pt x="385" y="72"/>
                  </a:cubicBezTo>
                  <a:cubicBezTo>
                    <a:pt x="385" y="151"/>
                    <a:pt x="385" y="151"/>
                    <a:pt x="385" y="151"/>
                  </a:cubicBezTo>
                  <a:cubicBezTo>
                    <a:pt x="385" y="166"/>
                    <a:pt x="394" y="179"/>
                    <a:pt x="410" y="179"/>
                  </a:cubicBezTo>
                  <a:cubicBezTo>
                    <a:pt x="426" y="179"/>
                    <a:pt x="435" y="166"/>
                    <a:pt x="435" y="151"/>
                  </a:cubicBezTo>
                  <a:cubicBezTo>
                    <a:pt x="435" y="61"/>
                    <a:pt x="435" y="61"/>
                    <a:pt x="435" y="61"/>
                  </a:cubicBezTo>
                  <a:cubicBezTo>
                    <a:pt x="435" y="27"/>
                    <a:pt x="408" y="4"/>
                    <a:pt x="375" y="4"/>
                  </a:cubicBezTo>
                  <a:cubicBezTo>
                    <a:pt x="343" y="4"/>
                    <a:pt x="323" y="26"/>
                    <a:pt x="323" y="26"/>
                  </a:cubicBezTo>
                  <a:cubicBezTo>
                    <a:pt x="312" y="12"/>
                    <a:pt x="297" y="4"/>
                    <a:pt x="272" y="4"/>
                  </a:cubicBezTo>
                  <a:cubicBezTo>
                    <a:pt x="246" y="4"/>
                    <a:pt x="223" y="26"/>
                    <a:pt x="223" y="26"/>
                  </a:cubicBezTo>
                  <a:cubicBezTo>
                    <a:pt x="212" y="12"/>
                    <a:pt x="194" y="4"/>
                    <a:pt x="178" y="4"/>
                  </a:cubicBezTo>
                  <a:cubicBezTo>
                    <a:pt x="155" y="4"/>
                    <a:pt x="136" y="14"/>
                    <a:pt x="125" y="40"/>
                  </a:cubicBezTo>
                  <a:cubicBezTo>
                    <a:pt x="92" y="119"/>
                    <a:pt x="92" y="119"/>
                    <a:pt x="92" y="119"/>
                  </a:cubicBezTo>
                  <a:lnTo>
                    <a:pt x="49" y="18"/>
                  </a:lnTo>
                  <a:close/>
                </a:path>
              </a:pathLst>
            </a:custGeom>
            <a:solidFill>
              <a:srgbClr val="7170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aseline="0" dirty="0"/>
            </a:p>
          </p:txBody>
        </p:sp>
        <p:sp>
          <p:nvSpPr>
            <p:cNvPr id="25" name="Freeform 11">
              <a:extLst>
                <a:ext uri="{FF2B5EF4-FFF2-40B4-BE49-F238E27FC236}">
                  <a16:creationId xmlns:a16="http://schemas.microsoft.com/office/drawing/2014/main" id="{EB05CCD1-E6FF-4DBF-BA36-72637BFA33F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4097338" y="5649913"/>
              <a:ext cx="149225" cy="157163"/>
            </a:xfrm>
            <a:custGeom>
              <a:avLst/>
              <a:gdLst>
                <a:gd name="T0" fmla="*/ 37 w 40"/>
                <a:gd name="T1" fmla="*/ 20 h 41"/>
                <a:gd name="T2" fmla="*/ 37 w 40"/>
                <a:gd name="T3" fmla="*/ 20 h 41"/>
                <a:gd name="T4" fmla="*/ 20 w 40"/>
                <a:gd name="T5" fmla="*/ 4 h 41"/>
                <a:gd name="T6" fmla="*/ 3 w 40"/>
                <a:gd name="T7" fmla="*/ 20 h 41"/>
                <a:gd name="T8" fmla="*/ 3 w 40"/>
                <a:gd name="T9" fmla="*/ 21 h 41"/>
                <a:gd name="T10" fmla="*/ 20 w 40"/>
                <a:gd name="T11" fmla="*/ 37 h 41"/>
                <a:gd name="T12" fmla="*/ 37 w 40"/>
                <a:gd name="T13" fmla="*/ 20 h 41"/>
                <a:gd name="T14" fmla="*/ 0 w 40"/>
                <a:gd name="T15" fmla="*/ 21 h 41"/>
                <a:gd name="T16" fmla="*/ 0 w 40"/>
                <a:gd name="T17" fmla="*/ 20 h 41"/>
                <a:gd name="T18" fmla="*/ 20 w 40"/>
                <a:gd name="T19" fmla="*/ 0 h 41"/>
                <a:gd name="T20" fmla="*/ 40 w 40"/>
                <a:gd name="T21" fmla="*/ 20 h 41"/>
                <a:gd name="T22" fmla="*/ 40 w 40"/>
                <a:gd name="T23" fmla="*/ 20 h 41"/>
                <a:gd name="T24" fmla="*/ 20 w 40"/>
                <a:gd name="T25" fmla="*/ 41 h 41"/>
                <a:gd name="T26" fmla="*/ 0 w 40"/>
                <a:gd name="T27" fmla="*/ 21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0" h="41">
                  <a:moveTo>
                    <a:pt x="37" y="20"/>
                  </a:moveTo>
                  <a:cubicBezTo>
                    <a:pt x="37" y="20"/>
                    <a:pt x="37" y="20"/>
                    <a:pt x="37" y="20"/>
                  </a:cubicBezTo>
                  <a:cubicBezTo>
                    <a:pt x="37" y="11"/>
                    <a:pt x="29" y="4"/>
                    <a:pt x="20" y="4"/>
                  </a:cubicBezTo>
                  <a:cubicBezTo>
                    <a:pt x="11" y="4"/>
                    <a:pt x="3" y="11"/>
                    <a:pt x="3" y="20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3" y="30"/>
                    <a:pt x="11" y="37"/>
                    <a:pt x="20" y="37"/>
                  </a:cubicBezTo>
                  <a:cubicBezTo>
                    <a:pt x="29" y="37"/>
                    <a:pt x="37" y="30"/>
                    <a:pt x="37" y="20"/>
                  </a:cubicBezTo>
                  <a:moveTo>
                    <a:pt x="0" y="21"/>
                  </a:moveTo>
                  <a:cubicBezTo>
                    <a:pt x="0" y="20"/>
                    <a:pt x="0" y="20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20"/>
                    <a:pt x="40" y="20"/>
                    <a:pt x="40" y="20"/>
                  </a:cubicBezTo>
                  <a:cubicBezTo>
                    <a:pt x="40" y="32"/>
                    <a:pt x="31" y="41"/>
                    <a:pt x="20" y="41"/>
                  </a:cubicBezTo>
                  <a:cubicBezTo>
                    <a:pt x="8" y="41"/>
                    <a:pt x="0" y="32"/>
                    <a:pt x="0" y="21"/>
                  </a:cubicBezTo>
                </a:path>
              </a:pathLst>
            </a:custGeom>
            <a:solidFill>
              <a:srgbClr val="7170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aseline="0" dirty="0"/>
            </a:p>
          </p:txBody>
        </p:sp>
        <p:sp>
          <p:nvSpPr>
            <p:cNvPr id="26" name="Freeform 12">
              <a:extLst>
                <a:ext uri="{FF2B5EF4-FFF2-40B4-BE49-F238E27FC236}">
                  <a16:creationId xmlns:a16="http://schemas.microsoft.com/office/drawing/2014/main" id="{5918E981-84A6-4893-B532-8EE3239C18E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4141788" y="5688013"/>
              <a:ext cx="63500" cy="76200"/>
            </a:xfrm>
            <a:custGeom>
              <a:avLst/>
              <a:gdLst>
                <a:gd name="T0" fmla="*/ 9 w 17"/>
                <a:gd name="T1" fmla="*/ 10 h 20"/>
                <a:gd name="T2" fmla="*/ 12 w 17"/>
                <a:gd name="T3" fmla="*/ 7 h 20"/>
                <a:gd name="T4" fmla="*/ 12 w 17"/>
                <a:gd name="T5" fmla="*/ 7 h 20"/>
                <a:gd name="T6" fmla="*/ 9 w 17"/>
                <a:gd name="T7" fmla="*/ 4 h 20"/>
                <a:gd name="T8" fmla="*/ 5 w 17"/>
                <a:gd name="T9" fmla="*/ 4 h 20"/>
                <a:gd name="T10" fmla="*/ 5 w 17"/>
                <a:gd name="T11" fmla="*/ 10 h 20"/>
                <a:gd name="T12" fmla="*/ 9 w 17"/>
                <a:gd name="T13" fmla="*/ 10 h 20"/>
                <a:gd name="T14" fmla="*/ 0 w 17"/>
                <a:gd name="T15" fmla="*/ 2 h 20"/>
                <a:gd name="T16" fmla="*/ 2 w 17"/>
                <a:gd name="T17" fmla="*/ 0 h 20"/>
                <a:gd name="T18" fmla="*/ 9 w 17"/>
                <a:gd name="T19" fmla="*/ 0 h 20"/>
                <a:gd name="T20" fmla="*/ 15 w 17"/>
                <a:gd name="T21" fmla="*/ 2 h 20"/>
                <a:gd name="T22" fmla="*/ 17 w 17"/>
                <a:gd name="T23" fmla="*/ 7 h 20"/>
                <a:gd name="T24" fmla="*/ 17 w 17"/>
                <a:gd name="T25" fmla="*/ 7 h 20"/>
                <a:gd name="T26" fmla="*/ 13 w 17"/>
                <a:gd name="T27" fmla="*/ 13 h 20"/>
                <a:gd name="T28" fmla="*/ 16 w 17"/>
                <a:gd name="T29" fmla="*/ 17 h 20"/>
                <a:gd name="T30" fmla="*/ 16 w 17"/>
                <a:gd name="T31" fmla="*/ 18 h 20"/>
                <a:gd name="T32" fmla="*/ 14 w 17"/>
                <a:gd name="T33" fmla="*/ 20 h 20"/>
                <a:gd name="T34" fmla="*/ 12 w 17"/>
                <a:gd name="T35" fmla="*/ 19 h 20"/>
                <a:gd name="T36" fmla="*/ 8 w 17"/>
                <a:gd name="T37" fmla="*/ 14 h 20"/>
                <a:gd name="T38" fmla="*/ 5 w 17"/>
                <a:gd name="T39" fmla="*/ 14 h 20"/>
                <a:gd name="T40" fmla="*/ 5 w 17"/>
                <a:gd name="T41" fmla="*/ 18 h 20"/>
                <a:gd name="T42" fmla="*/ 2 w 17"/>
                <a:gd name="T43" fmla="*/ 20 h 20"/>
                <a:gd name="T44" fmla="*/ 0 w 17"/>
                <a:gd name="T45" fmla="*/ 18 h 20"/>
                <a:gd name="T46" fmla="*/ 0 w 17"/>
                <a:gd name="T47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7" h="20">
                  <a:moveTo>
                    <a:pt x="9" y="10"/>
                  </a:moveTo>
                  <a:cubicBezTo>
                    <a:pt x="11" y="10"/>
                    <a:pt x="12" y="9"/>
                    <a:pt x="12" y="7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2" y="5"/>
                    <a:pt x="11" y="4"/>
                    <a:pt x="9" y="4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5" y="10"/>
                    <a:pt x="5" y="10"/>
                    <a:pt x="5" y="10"/>
                  </a:cubicBezTo>
                  <a:lnTo>
                    <a:pt x="9" y="10"/>
                  </a:lnTo>
                  <a:close/>
                  <a:moveTo>
                    <a:pt x="0" y="2"/>
                  </a:moveTo>
                  <a:cubicBezTo>
                    <a:pt x="0" y="1"/>
                    <a:pt x="1" y="0"/>
                    <a:pt x="2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12" y="0"/>
                    <a:pt x="14" y="1"/>
                    <a:pt x="15" y="2"/>
                  </a:cubicBezTo>
                  <a:cubicBezTo>
                    <a:pt x="16" y="3"/>
                    <a:pt x="17" y="5"/>
                    <a:pt x="17" y="7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17" y="10"/>
                    <a:pt x="15" y="12"/>
                    <a:pt x="13" y="13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7"/>
                    <a:pt x="16" y="18"/>
                    <a:pt x="16" y="18"/>
                  </a:cubicBezTo>
                  <a:cubicBezTo>
                    <a:pt x="16" y="19"/>
                    <a:pt x="15" y="20"/>
                    <a:pt x="14" y="20"/>
                  </a:cubicBezTo>
                  <a:cubicBezTo>
                    <a:pt x="13" y="20"/>
                    <a:pt x="13" y="20"/>
                    <a:pt x="12" y="19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9"/>
                    <a:pt x="4" y="20"/>
                    <a:pt x="2" y="20"/>
                  </a:cubicBezTo>
                  <a:cubicBezTo>
                    <a:pt x="1" y="20"/>
                    <a:pt x="0" y="19"/>
                    <a:pt x="0" y="18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7170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aseline="0" dirty="0"/>
            </a:p>
          </p:txBody>
        </p: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6C16E6-5A1F-46F7-8642-A7F025A5BD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7013" y="735203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586C86-F823-4766-9B10-773EDC51CC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9013" y="7352030"/>
            <a:ext cx="2741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D295A3-96FB-4E80-91AF-4225D266C5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968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  <p:sldLayoutId id="2147483882" r:id="rId11"/>
    <p:sldLayoutId id="2147483883" r:id="rId12"/>
    <p:sldLayoutId id="2147483884" r:id="rId13"/>
    <p:sldLayoutId id="2147483885" r:id="rId14"/>
    <p:sldLayoutId id="2147483886" r:id="rId15"/>
    <p:sldLayoutId id="2147483887" r:id="rId16"/>
    <p:sldLayoutId id="2147483888" r:id="rId17"/>
    <p:sldLayoutId id="2147483889" r:id="rId18"/>
    <p:sldLayoutId id="2147483890" r:id="rId19"/>
    <p:sldLayoutId id="2147483891" r:id="rId20"/>
    <p:sldLayoutId id="2147483892" r:id="rId21"/>
    <p:sldLayoutId id="2147483893" r:id="rId22"/>
    <p:sldLayoutId id="2147483894" r:id="rId23"/>
    <p:sldLayoutId id="2147483895" r:id="rId24"/>
    <p:sldLayoutId id="2147483896" r:id="rId25"/>
    <p:sldLayoutId id="2147483897" r:id="rId26"/>
    <p:sldLayoutId id="2147483898" r:id="rId27"/>
    <p:sldLayoutId id="2147483899" r:id="rId28"/>
    <p:sldLayoutId id="2147483900" r:id="rId29"/>
    <p:sldLayoutId id="2147483901" r:id="rId30"/>
    <p:sldLayoutId id="2147483902" r:id="rId31"/>
    <p:sldLayoutId id="2147483903" r:id="rId3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800"/>
        </a:spcBef>
        <a:buClr>
          <a:schemeClr val="tx1">
            <a:lumMod val="60000"/>
            <a:lumOff val="40000"/>
          </a:schemeClr>
        </a:buClr>
        <a:buSzPct val="90000"/>
        <a:buFont typeface="Arial" panose="020B0604020202020204" pitchFamily="34" charset="0"/>
        <a:buChar char="​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184150" algn="l" defTabSz="914400" rtl="0" eaLnBrk="1" latinLnBrk="0" hangingPunct="1">
        <a:lnSpc>
          <a:spcPct val="100000"/>
        </a:lnSpc>
        <a:spcBef>
          <a:spcPts val="300"/>
        </a:spcBef>
        <a:buClr>
          <a:schemeClr val="tx2"/>
        </a:buClr>
        <a:buSzPct val="90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744538" indent="-169863" algn="l" defTabSz="914400" rtl="0" eaLnBrk="1" latinLnBrk="0" hangingPunct="1">
        <a:lnSpc>
          <a:spcPct val="100000"/>
        </a:lnSpc>
        <a:spcBef>
          <a:spcPts val="300"/>
        </a:spcBef>
        <a:spcAft>
          <a:spcPts val="0"/>
        </a:spcAft>
        <a:buClr>
          <a:schemeClr val="tx2"/>
        </a:buClr>
        <a:buSzPct val="90000"/>
        <a:buFont typeface="Camphor Std" panose="020B0504030404020204" pitchFamily="34" charset="0"/>
        <a:buChar char="–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969963" indent="-166688" algn="l" defTabSz="914400" rtl="0" eaLnBrk="1" latinLnBrk="0" hangingPunct="1">
        <a:lnSpc>
          <a:spcPct val="100000"/>
        </a:lnSpc>
        <a:spcBef>
          <a:spcPts val="300"/>
        </a:spcBef>
        <a:buClr>
          <a:schemeClr val="tx2"/>
        </a:buClr>
        <a:buSzPct val="90000"/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138113" algn="l" defTabSz="914400" rtl="0" eaLnBrk="1" latinLnBrk="0" hangingPunct="1">
        <a:lnSpc>
          <a:spcPct val="100000"/>
        </a:lnSpc>
        <a:spcBef>
          <a:spcPts val="300"/>
        </a:spcBef>
        <a:buClr>
          <a:schemeClr val="tx2"/>
        </a:buClr>
        <a:buSzPct val="90000"/>
        <a:buFont typeface="Camphor Std" panose="020B0504030404020204" pitchFamily="34" charset="0"/>
        <a:buChar char="–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28600" indent="-228600" algn="l" defTabSz="914400" rtl="0" eaLnBrk="1" latinLnBrk="0" hangingPunct="1">
        <a:lnSpc>
          <a:spcPct val="100000"/>
        </a:lnSpc>
        <a:spcBef>
          <a:spcPts val="1800"/>
        </a:spcBef>
        <a:buClr>
          <a:schemeClr val="tx2"/>
        </a:buClr>
        <a:buSzPct val="90000"/>
        <a:buFont typeface="+mj-lt"/>
        <a:buAutoNum type="arabicPeriod"/>
        <a:defRPr sz="2000" kern="1200">
          <a:solidFill>
            <a:schemeClr val="tx2"/>
          </a:solidFill>
          <a:latin typeface="+mn-lt"/>
          <a:ea typeface="+mn-ea"/>
          <a:cs typeface="+mn-cs"/>
        </a:defRPr>
      </a:lvl6pPr>
      <a:lvl7pPr marL="512763" indent="-228600" algn="l" defTabSz="914400" rtl="0" eaLnBrk="1" latinLnBrk="0" hangingPunct="1">
        <a:lnSpc>
          <a:spcPct val="100000"/>
        </a:lnSpc>
        <a:spcBef>
          <a:spcPts val="300"/>
        </a:spcBef>
        <a:buClr>
          <a:schemeClr val="tx2"/>
        </a:buClr>
        <a:buSzPct val="90000"/>
        <a:buFont typeface="+mj-lt"/>
        <a:buAutoNum type="alphaLcPeriod"/>
        <a:defRPr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741363" indent="-166688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SzPct val="90000"/>
        <a:buFont typeface="+mj-lt"/>
        <a:buAutoNum type="romanLcPeriod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84163" indent="-284163" algn="l" defTabSz="914400" rtl="0" eaLnBrk="1" latinLnBrk="0" hangingPunct="1">
        <a:lnSpc>
          <a:spcPct val="100000"/>
        </a:lnSpc>
        <a:spcBef>
          <a:spcPts val="1800"/>
        </a:spcBef>
        <a:buClr>
          <a:schemeClr val="tx2"/>
        </a:buClr>
        <a:buSzPct val="90000"/>
        <a:buFont typeface="+mj-lt"/>
        <a:buAutoNum type="alphaUcPeriod"/>
        <a:defRPr sz="20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39">
          <p15:clr>
            <a:srgbClr val="F26B43"/>
          </p15:clr>
        </p15:guide>
        <p15:guide id="3" orient="horz" pos="1872">
          <p15:clr>
            <a:srgbClr val="F26B43"/>
          </p15:clr>
        </p15:guide>
        <p15:guide id="4" orient="horz" pos="1584">
          <p15:clr>
            <a:srgbClr val="F26B43"/>
          </p15:clr>
        </p15:guide>
        <p15:guide id="5" orient="horz" pos="1296">
          <p15:clr>
            <a:srgbClr val="F26B43"/>
          </p15:clr>
        </p15:guide>
        <p15:guide id="6" orient="horz" pos="1008">
          <p15:clr>
            <a:srgbClr val="F26B43"/>
          </p15:clr>
        </p15:guide>
        <p15:guide id="7" orient="horz" pos="720">
          <p15:clr>
            <a:srgbClr val="F26B43"/>
          </p15:clr>
        </p15:guide>
        <p15:guide id="8" orient="horz" pos="576">
          <p15:clr>
            <a:srgbClr val="F26B43"/>
          </p15:clr>
        </p15:guide>
        <p15:guide id="9" orient="horz" pos="288">
          <p15:clr>
            <a:srgbClr val="F26B43"/>
          </p15:clr>
        </p15:guide>
        <p15:guide id="10" orient="horz">
          <p15:clr>
            <a:srgbClr val="F26B43"/>
          </p15:clr>
        </p15:guide>
        <p15:guide id="11" orient="horz" pos="2448">
          <p15:clr>
            <a:srgbClr val="F26B43"/>
          </p15:clr>
        </p15:guide>
        <p15:guide id="12" orient="horz" pos="2736">
          <p15:clr>
            <a:srgbClr val="F26B43"/>
          </p15:clr>
        </p15:guide>
        <p15:guide id="13" orient="horz" pos="3024">
          <p15:clr>
            <a:srgbClr val="F26B43"/>
          </p15:clr>
        </p15:guide>
        <p15:guide id="14" orient="horz" pos="3312">
          <p15:clr>
            <a:srgbClr val="F26B43"/>
          </p15:clr>
        </p15:guide>
        <p15:guide id="15" orient="horz" pos="3600">
          <p15:clr>
            <a:srgbClr val="F26B43"/>
          </p15:clr>
        </p15:guide>
        <p15:guide id="16" orient="horz" pos="3888">
          <p15:clr>
            <a:srgbClr val="F26B43"/>
          </p15:clr>
        </p15:guide>
        <p15:guide id="17" orient="horz" pos="4032">
          <p15:clr>
            <a:srgbClr val="F26B43"/>
          </p15:clr>
        </p15:guide>
        <p15:guide id="18" pos="3551">
          <p15:clr>
            <a:srgbClr val="F26B43"/>
          </p15:clr>
        </p15:guide>
        <p15:guide id="19" pos="3263">
          <p15:clr>
            <a:srgbClr val="F26B43"/>
          </p15:clr>
        </p15:guide>
        <p15:guide id="20" pos="2975">
          <p15:clr>
            <a:srgbClr val="F26B43"/>
          </p15:clr>
        </p15:guide>
        <p15:guide id="21" pos="2687">
          <p15:clr>
            <a:srgbClr val="F26B43"/>
          </p15:clr>
        </p15:guide>
        <p15:guide id="22" pos="2399">
          <p15:clr>
            <a:srgbClr val="F26B43"/>
          </p15:clr>
        </p15:guide>
        <p15:guide id="23" pos="2111">
          <p15:clr>
            <a:srgbClr val="F26B43"/>
          </p15:clr>
        </p15:guide>
        <p15:guide id="24" pos="1823">
          <p15:clr>
            <a:srgbClr val="F26B43"/>
          </p15:clr>
        </p15:guide>
        <p15:guide id="25" pos="1535">
          <p15:clr>
            <a:srgbClr val="F26B43"/>
          </p15:clr>
        </p15:guide>
        <p15:guide id="26" pos="1247">
          <p15:clr>
            <a:srgbClr val="F26B43"/>
          </p15:clr>
        </p15:guide>
        <p15:guide id="27" pos="959">
          <p15:clr>
            <a:srgbClr val="F26B43"/>
          </p15:clr>
        </p15:guide>
        <p15:guide id="28" pos="671">
          <p15:clr>
            <a:srgbClr val="F26B43"/>
          </p15:clr>
        </p15:guide>
        <p15:guide id="29" pos="383">
          <p15:clr>
            <a:srgbClr val="F26B43"/>
          </p15:clr>
        </p15:guide>
        <p15:guide id="30" pos="4127">
          <p15:clr>
            <a:srgbClr val="F26B43"/>
          </p15:clr>
        </p15:guide>
        <p15:guide id="31" pos="4415">
          <p15:clr>
            <a:srgbClr val="F26B43"/>
          </p15:clr>
        </p15:guide>
        <p15:guide id="32" pos="4703">
          <p15:clr>
            <a:srgbClr val="F26B43"/>
          </p15:clr>
        </p15:guide>
        <p15:guide id="33" pos="4991">
          <p15:clr>
            <a:srgbClr val="F26B43"/>
          </p15:clr>
        </p15:guide>
        <p15:guide id="34" pos="5279">
          <p15:clr>
            <a:srgbClr val="F26B43"/>
          </p15:clr>
        </p15:guide>
        <p15:guide id="35" pos="5567">
          <p15:clr>
            <a:srgbClr val="F26B43"/>
          </p15:clr>
        </p15:guide>
        <p15:guide id="36" pos="5855">
          <p15:clr>
            <a:srgbClr val="F26B43"/>
          </p15:clr>
        </p15:guide>
        <p15:guide id="37" pos="6143">
          <p15:clr>
            <a:srgbClr val="F26B43"/>
          </p15:clr>
        </p15:guide>
        <p15:guide id="38" pos="6431">
          <p15:clr>
            <a:srgbClr val="F26B43"/>
          </p15:clr>
        </p15:guide>
        <p15:guide id="39" pos="6719">
          <p15:clr>
            <a:srgbClr val="F26B43"/>
          </p15:clr>
        </p15:guide>
        <p15:guide id="40" pos="7007">
          <p15:clr>
            <a:srgbClr val="F26B43"/>
          </p15:clr>
        </p15:guide>
        <p15:guide id="41" pos="7295">
          <p15:clr>
            <a:srgbClr val="F26B43"/>
          </p15:clr>
        </p15:guide>
        <p15:guide id="42" pos="7678">
          <p15:clr>
            <a:srgbClr val="F26B43"/>
          </p15:clr>
        </p15:guide>
        <p15:guide id="43" orient="horz" pos="4320">
          <p15:clr>
            <a:srgbClr val="F26B43"/>
          </p15:clr>
        </p15:guide>
        <p15:guide id="4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video" Target="../media/media1.mov"/><Relationship Id="rId1" Type="http://schemas.microsoft.com/office/2007/relationships/media" Target="../media/media1.mov"/><Relationship Id="rId5" Type="http://schemas.openxmlformats.org/officeDocument/2006/relationships/image" Target="../media/image12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video" Target="../media/media2.mov"/><Relationship Id="rId1" Type="http://schemas.microsoft.com/office/2007/relationships/media" Target="../media/media2.mov"/><Relationship Id="rId6" Type="http://schemas.openxmlformats.org/officeDocument/2006/relationships/image" Target="../media/image14.emf"/><Relationship Id="rId5" Type="http://schemas.openxmlformats.org/officeDocument/2006/relationships/image" Target="../media/image13.pn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15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video" Target="../media/media3.mov"/><Relationship Id="rId1" Type="http://schemas.microsoft.com/office/2007/relationships/media" Target="../media/media3.mov"/><Relationship Id="rId5" Type="http://schemas.openxmlformats.org/officeDocument/2006/relationships/image" Target="../media/image16.pn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gi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63C1E39-47A3-4DE2-94D6-ACF90DA5B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Stencil Guidelines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F174FA0-7373-4D5E-8546-C62714ABEB2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is-IS" dirty="0"/>
              <a:t>2020 v2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3096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370C110-E62A-4087-8D3E-DF461D4D9873}"/>
              </a:ext>
            </a:extLst>
          </p:cNvPr>
          <p:cNvSpPr/>
          <p:nvPr/>
        </p:nvSpPr>
        <p:spPr>
          <a:xfrm>
            <a:off x="615545" y="650005"/>
            <a:ext cx="1082348" cy="26161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Box with text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BE97507-07D2-4DD5-BBAB-F47EFA18832C}"/>
              </a:ext>
            </a:extLst>
          </p:cNvPr>
          <p:cNvCxnSpPr>
            <a:cxnSpLocks/>
          </p:cNvCxnSpPr>
          <p:nvPr/>
        </p:nvCxnSpPr>
        <p:spPr>
          <a:xfrm>
            <a:off x="615547" y="902860"/>
            <a:ext cx="5232580" cy="0"/>
          </a:xfrm>
          <a:prstGeom prst="line">
            <a:avLst/>
          </a:prstGeom>
          <a:ln w="2540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B917A2DE-CFAC-47CB-9EE6-1C22786136D6}"/>
              </a:ext>
            </a:extLst>
          </p:cNvPr>
          <p:cNvSpPr/>
          <p:nvPr/>
        </p:nvSpPr>
        <p:spPr>
          <a:xfrm>
            <a:off x="2330690" y="1375057"/>
            <a:ext cx="723899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800" dirty="0"/>
              <a:t>Text color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783C279-5C88-4DE0-A475-8295AF6A1296}"/>
              </a:ext>
            </a:extLst>
          </p:cNvPr>
          <p:cNvSpPr/>
          <p:nvPr/>
        </p:nvSpPr>
        <p:spPr>
          <a:xfrm>
            <a:off x="615545" y="2189243"/>
            <a:ext cx="851515" cy="26161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Color Box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68DDFA31-4982-4C57-ABDC-7E1359EE1ED4}"/>
              </a:ext>
            </a:extLst>
          </p:cNvPr>
          <p:cNvCxnSpPr>
            <a:cxnSpLocks/>
          </p:cNvCxnSpPr>
          <p:nvPr/>
        </p:nvCxnSpPr>
        <p:spPr>
          <a:xfrm>
            <a:off x="615547" y="2442098"/>
            <a:ext cx="5232580" cy="0"/>
          </a:xfrm>
          <a:prstGeom prst="line">
            <a:avLst/>
          </a:prstGeom>
          <a:ln w="2540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34BECFD4-3644-44E4-A498-E93F88111190}"/>
              </a:ext>
            </a:extLst>
          </p:cNvPr>
          <p:cNvSpPr>
            <a:spLocks noChangeAspect="1"/>
          </p:cNvSpPr>
          <p:nvPr/>
        </p:nvSpPr>
        <p:spPr bwMode="gray">
          <a:xfrm>
            <a:off x="620307" y="2652104"/>
            <a:ext cx="457200" cy="457200"/>
          </a:xfrm>
          <a:prstGeom prst="rect">
            <a:avLst/>
          </a:prstGeom>
          <a:solidFill>
            <a:srgbClr val="79BF43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Aft>
                <a:spcPts val="900"/>
              </a:spcAft>
            </a:pPr>
            <a:r>
              <a:rPr lang="en-US" sz="1000"/>
              <a:t>1</a:t>
            </a:r>
            <a:endParaRPr lang="en-US" sz="1000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AF18BEA-20D6-4433-9FFB-F298BFD7C0FC}"/>
              </a:ext>
            </a:extLst>
          </p:cNvPr>
          <p:cNvSpPr>
            <a:spLocks noChangeAspect="1"/>
          </p:cNvSpPr>
          <p:nvPr/>
        </p:nvSpPr>
        <p:spPr bwMode="gray">
          <a:xfrm>
            <a:off x="1289506" y="2643558"/>
            <a:ext cx="474292" cy="474292"/>
          </a:xfrm>
          <a:prstGeom prst="rect">
            <a:avLst/>
          </a:prstGeom>
          <a:solidFill>
            <a:srgbClr val="212354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Aft>
                <a:spcPts val="900"/>
              </a:spcAft>
            </a:pPr>
            <a:r>
              <a:rPr lang="en-US" sz="1000" dirty="0"/>
              <a:t>2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261E911-C3E0-4913-8ABA-D4689D5FCFDC}"/>
              </a:ext>
            </a:extLst>
          </p:cNvPr>
          <p:cNvSpPr>
            <a:spLocks noChangeAspect="1"/>
          </p:cNvSpPr>
          <p:nvPr/>
        </p:nvSpPr>
        <p:spPr bwMode="gray">
          <a:xfrm>
            <a:off x="1990202" y="2652104"/>
            <a:ext cx="457200" cy="457200"/>
          </a:xfrm>
          <a:prstGeom prst="rect">
            <a:avLst/>
          </a:prstGeom>
          <a:solidFill>
            <a:srgbClr val="1D458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Aft>
                <a:spcPts val="900"/>
              </a:spcAft>
            </a:pPr>
            <a:r>
              <a:rPr lang="en-US" sz="1000" dirty="0"/>
              <a:t>3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0BAD46D-848F-4D92-B476-2A327E334545}"/>
              </a:ext>
            </a:extLst>
          </p:cNvPr>
          <p:cNvSpPr>
            <a:spLocks noChangeAspect="1"/>
          </p:cNvSpPr>
          <p:nvPr/>
        </p:nvSpPr>
        <p:spPr bwMode="gray">
          <a:xfrm>
            <a:off x="2669652" y="2652104"/>
            <a:ext cx="457200" cy="457200"/>
          </a:xfrm>
          <a:prstGeom prst="rect">
            <a:avLst/>
          </a:prstGeom>
          <a:solidFill>
            <a:srgbClr val="238FC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Aft>
                <a:spcPts val="900"/>
              </a:spcAft>
            </a:pPr>
            <a:r>
              <a:rPr lang="en-US" sz="1000" dirty="0"/>
              <a:t>4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09CCB1B-409D-4FF6-81FF-5868AB8BED02}"/>
              </a:ext>
            </a:extLst>
          </p:cNvPr>
          <p:cNvSpPr>
            <a:spLocks noChangeAspect="1"/>
          </p:cNvSpPr>
          <p:nvPr/>
        </p:nvSpPr>
        <p:spPr bwMode="gray">
          <a:xfrm>
            <a:off x="3349712" y="2652104"/>
            <a:ext cx="457200" cy="457200"/>
          </a:xfrm>
          <a:prstGeom prst="rect">
            <a:avLst/>
          </a:prstGeom>
          <a:solidFill>
            <a:srgbClr val="1CBFD3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Aft>
                <a:spcPts val="900"/>
              </a:spcAft>
            </a:pPr>
            <a:r>
              <a:rPr lang="en-US" sz="1000" dirty="0"/>
              <a:t>5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7807E7E-7493-4973-A698-E3A52FDA649F}"/>
              </a:ext>
            </a:extLst>
          </p:cNvPr>
          <p:cNvSpPr>
            <a:spLocks noChangeAspect="1"/>
          </p:cNvSpPr>
          <p:nvPr/>
        </p:nvSpPr>
        <p:spPr bwMode="gray">
          <a:xfrm>
            <a:off x="4041252" y="2652104"/>
            <a:ext cx="457200" cy="457200"/>
          </a:xfrm>
          <a:prstGeom prst="rect">
            <a:avLst/>
          </a:prstGeom>
          <a:solidFill>
            <a:srgbClr val="0C9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 dirty="0">
                <a:solidFill>
                  <a:schemeClr val="lt1"/>
                </a:solidFill>
              </a:rPr>
              <a:t>6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7C3F985-DF09-451F-B44C-E5055CCFB0D5}"/>
              </a:ext>
            </a:extLst>
          </p:cNvPr>
          <p:cNvSpPr>
            <a:spLocks noChangeAspect="1"/>
          </p:cNvSpPr>
          <p:nvPr/>
        </p:nvSpPr>
        <p:spPr bwMode="gray">
          <a:xfrm>
            <a:off x="4727052" y="2652104"/>
            <a:ext cx="457200" cy="457200"/>
          </a:xfrm>
          <a:prstGeom prst="rect">
            <a:avLst/>
          </a:prstGeom>
          <a:solidFill>
            <a:srgbClr val="F6C22B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Aft>
                <a:spcPts val="900"/>
              </a:spcAft>
            </a:pPr>
            <a:r>
              <a:rPr lang="en-US" sz="1000" dirty="0">
                <a:solidFill>
                  <a:schemeClr val="tx2"/>
                </a:solidFill>
              </a:rPr>
              <a:t>7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4633E6A-0682-4D4D-BF53-5FB74B719F8D}"/>
              </a:ext>
            </a:extLst>
          </p:cNvPr>
          <p:cNvSpPr>
            <a:spLocks noChangeAspect="1"/>
          </p:cNvSpPr>
          <p:nvPr/>
        </p:nvSpPr>
        <p:spPr bwMode="gray">
          <a:xfrm>
            <a:off x="620307" y="3236304"/>
            <a:ext cx="457200" cy="457200"/>
          </a:xfrm>
          <a:prstGeom prst="rect">
            <a:avLst/>
          </a:prstGeom>
          <a:solidFill>
            <a:srgbClr val="EB7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 dirty="0">
                <a:solidFill>
                  <a:schemeClr val="lt1"/>
                </a:solidFill>
              </a:rPr>
              <a:t>8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BE85A98-B1BC-4437-878F-EDA225264E4F}"/>
              </a:ext>
            </a:extLst>
          </p:cNvPr>
          <p:cNvSpPr>
            <a:spLocks noChangeAspect="1"/>
          </p:cNvSpPr>
          <p:nvPr/>
        </p:nvSpPr>
        <p:spPr bwMode="gray">
          <a:xfrm>
            <a:off x="1298052" y="3236304"/>
            <a:ext cx="457200" cy="457200"/>
          </a:xfrm>
          <a:prstGeom prst="rect">
            <a:avLst/>
          </a:prstGeom>
          <a:solidFill>
            <a:srgbClr val="A02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 dirty="0">
                <a:solidFill>
                  <a:schemeClr val="lt1"/>
                </a:solidFill>
              </a:rPr>
              <a:t>9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7F9796E-D20D-44C7-B94C-F30ECDA9A135}"/>
              </a:ext>
            </a:extLst>
          </p:cNvPr>
          <p:cNvSpPr>
            <a:spLocks noChangeAspect="1"/>
          </p:cNvSpPr>
          <p:nvPr/>
        </p:nvSpPr>
        <p:spPr bwMode="gray">
          <a:xfrm>
            <a:off x="1990202" y="3236304"/>
            <a:ext cx="457200" cy="457200"/>
          </a:xfrm>
          <a:prstGeom prst="rect">
            <a:avLst/>
          </a:prstGeom>
          <a:solidFill>
            <a:srgbClr val="7945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 dirty="0"/>
              <a:t>10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0819B32-4D95-47F5-92CB-D276AC7677B5}"/>
              </a:ext>
            </a:extLst>
          </p:cNvPr>
          <p:cNvSpPr>
            <a:spLocks noChangeAspect="1"/>
          </p:cNvSpPr>
          <p:nvPr/>
        </p:nvSpPr>
        <p:spPr bwMode="gray">
          <a:xfrm>
            <a:off x="2669652" y="3236304"/>
            <a:ext cx="457200" cy="457200"/>
          </a:xfrm>
          <a:prstGeom prst="rect">
            <a:avLst/>
          </a:prstGeom>
          <a:solidFill>
            <a:srgbClr val="231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 dirty="0"/>
              <a:t>11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5B22F45-C82F-4404-BB4C-B7C8958002F3}"/>
              </a:ext>
            </a:extLst>
          </p:cNvPr>
          <p:cNvSpPr>
            <a:spLocks noChangeAspect="1"/>
          </p:cNvSpPr>
          <p:nvPr/>
        </p:nvSpPr>
        <p:spPr bwMode="gray">
          <a:xfrm>
            <a:off x="3349712" y="3236304"/>
            <a:ext cx="457200" cy="457200"/>
          </a:xfrm>
          <a:prstGeom prst="rect">
            <a:avLst/>
          </a:prstGeom>
          <a:solidFill>
            <a:srgbClr val="DDE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b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 dirty="0">
                <a:solidFill>
                  <a:schemeClr val="tx2">
                    <a:lumMod val="50000"/>
                  </a:schemeClr>
                </a:solidFill>
              </a:rPr>
              <a:t>12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B433935-2AE9-425C-BF85-29428A30C56E}"/>
              </a:ext>
            </a:extLst>
          </p:cNvPr>
          <p:cNvSpPr>
            <a:spLocks noChangeAspect="1"/>
          </p:cNvSpPr>
          <p:nvPr/>
        </p:nvSpPr>
        <p:spPr bwMode="gray">
          <a:xfrm>
            <a:off x="4041252" y="3236304"/>
            <a:ext cx="457200" cy="457200"/>
          </a:xfrm>
          <a:prstGeom prst="rect">
            <a:avLst/>
          </a:prstGeom>
          <a:solidFill>
            <a:srgbClr val="E9F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b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 dirty="0">
                <a:solidFill>
                  <a:schemeClr val="tx2">
                    <a:lumMod val="50000"/>
                  </a:schemeClr>
                </a:solidFill>
              </a:rPr>
              <a:t>13</a:t>
            </a:r>
          </a:p>
        </p:txBody>
      </p:sp>
      <p:sp>
        <p:nvSpPr>
          <p:cNvPr id="248" name="Rectangle 247">
            <a:extLst>
              <a:ext uri="{FF2B5EF4-FFF2-40B4-BE49-F238E27FC236}">
                <a16:creationId xmlns:a16="http://schemas.microsoft.com/office/drawing/2014/main" id="{2C10742E-6932-4D56-AC8D-C0569F34B211}"/>
              </a:ext>
            </a:extLst>
          </p:cNvPr>
          <p:cNvSpPr>
            <a:spLocks noChangeAspect="1"/>
          </p:cNvSpPr>
          <p:nvPr/>
        </p:nvSpPr>
        <p:spPr>
          <a:xfrm>
            <a:off x="9365638" y="5094203"/>
            <a:ext cx="1199801" cy="448706"/>
          </a:xfrm>
          <a:prstGeom prst="rect">
            <a:avLst/>
          </a:prstGeom>
          <a:solidFill>
            <a:srgbClr val="248ED1"/>
          </a:solidFill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249" name="Freeform 5">
            <a:extLst>
              <a:ext uri="{FF2B5EF4-FFF2-40B4-BE49-F238E27FC236}">
                <a16:creationId xmlns:a16="http://schemas.microsoft.com/office/drawing/2014/main" id="{685FE564-90F0-453C-8D99-7E6EA0C2C8DA}"/>
              </a:ext>
            </a:extLst>
          </p:cNvPr>
          <p:cNvSpPr>
            <a:spLocks noChangeAspect="1"/>
          </p:cNvSpPr>
          <p:nvPr/>
        </p:nvSpPr>
        <p:spPr bwMode="auto">
          <a:xfrm>
            <a:off x="7502602" y="4981020"/>
            <a:ext cx="731520" cy="731520"/>
          </a:xfrm>
          <a:custGeom>
            <a:avLst/>
            <a:gdLst>
              <a:gd name="T0" fmla="*/ 267 w 534"/>
              <a:gd name="T1" fmla="*/ 0 h 534"/>
              <a:gd name="T2" fmla="*/ 534 w 534"/>
              <a:gd name="T3" fmla="*/ 267 h 534"/>
              <a:gd name="T4" fmla="*/ 267 w 534"/>
              <a:gd name="T5" fmla="*/ 534 h 534"/>
              <a:gd name="T6" fmla="*/ 0 w 534"/>
              <a:gd name="T7" fmla="*/ 267 h 534"/>
              <a:gd name="T8" fmla="*/ 267 w 534"/>
              <a:gd name="T9" fmla="*/ 0 h 5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34" h="534">
                <a:moveTo>
                  <a:pt x="267" y="0"/>
                </a:moveTo>
                <a:lnTo>
                  <a:pt x="534" y="267"/>
                </a:lnTo>
                <a:lnTo>
                  <a:pt x="267" y="534"/>
                </a:lnTo>
                <a:lnTo>
                  <a:pt x="0" y="267"/>
                </a:lnTo>
                <a:lnTo>
                  <a:pt x="267" y="0"/>
                </a:lnTo>
                <a:close/>
              </a:path>
            </a:pathLst>
          </a:custGeom>
          <a:solidFill>
            <a:srgbClr val="248ED1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250" name="Rectangle 249">
            <a:extLst>
              <a:ext uri="{FF2B5EF4-FFF2-40B4-BE49-F238E27FC236}">
                <a16:creationId xmlns:a16="http://schemas.microsoft.com/office/drawing/2014/main" id="{50BED859-D323-4331-B7B1-55F61E802FE1}"/>
              </a:ext>
            </a:extLst>
          </p:cNvPr>
          <p:cNvSpPr/>
          <p:nvPr/>
        </p:nvSpPr>
        <p:spPr>
          <a:xfrm>
            <a:off x="6571082" y="4538764"/>
            <a:ext cx="678391" cy="26161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Shapes</a:t>
            </a:r>
          </a:p>
        </p:txBody>
      </p:sp>
      <p:cxnSp>
        <p:nvCxnSpPr>
          <p:cNvPr id="251" name="Straight Connector 250">
            <a:extLst>
              <a:ext uri="{FF2B5EF4-FFF2-40B4-BE49-F238E27FC236}">
                <a16:creationId xmlns:a16="http://schemas.microsoft.com/office/drawing/2014/main" id="{A6B1E99E-CED2-4673-8B31-F3366191E95D}"/>
              </a:ext>
            </a:extLst>
          </p:cNvPr>
          <p:cNvCxnSpPr>
            <a:cxnSpLocks/>
          </p:cNvCxnSpPr>
          <p:nvPr/>
        </p:nvCxnSpPr>
        <p:spPr>
          <a:xfrm>
            <a:off x="6571084" y="4791619"/>
            <a:ext cx="5232580" cy="0"/>
          </a:xfrm>
          <a:prstGeom prst="line">
            <a:avLst/>
          </a:prstGeom>
          <a:ln w="2540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" name="Rectangle 251">
            <a:extLst>
              <a:ext uri="{FF2B5EF4-FFF2-40B4-BE49-F238E27FC236}">
                <a16:creationId xmlns:a16="http://schemas.microsoft.com/office/drawing/2014/main" id="{D7C90622-8448-467C-87A8-823E115D1843}"/>
              </a:ext>
            </a:extLst>
          </p:cNvPr>
          <p:cNvSpPr>
            <a:spLocks noChangeAspect="1"/>
          </p:cNvSpPr>
          <p:nvPr/>
        </p:nvSpPr>
        <p:spPr>
          <a:xfrm>
            <a:off x="6571084" y="4973703"/>
            <a:ext cx="731520" cy="731520"/>
          </a:xfrm>
          <a:prstGeom prst="rect">
            <a:avLst/>
          </a:prstGeom>
          <a:solidFill>
            <a:srgbClr val="248ED1"/>
          </a:solidFill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53" name="Oval 252">
            <a:extLst>
              <a:ext uri="{FF2B5EF4-FFF2-40B4-BE49-F238E27FC236}">
                <a16:creationId xmlns:a16="http://schemas.microsoft.com/office/drawing/2014/main" id="{B5206D12-6C62-4FA3-B040-A74A3C9357C3}"/>
              </a:ext>
            </a:extLst>
          </p:cNvPr>
          <p:cNvSpPr>
            <a:spLocks noChangeAspect="1"/>
          </p:cNvSpPr>
          <p:nvPr/>
        </p:nvSpPr>
        <p:spPr>
          <a:xfrm>
            <a:off x="8434120" y="4979791"/>
            <a:ext cx="731520" cy="731520"/>
          </a:xfrm>
          <a:prstGeom prst="ellipse">
            <a:avLst/>
          </a:prstGeom>
          <a:solidFill>
            <a:srgbClr val="248ED1"/>
          </a:solidFill>
          <a:ln>
            <a:noFill/>
          </a:ln>
          <a:effectLst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3</a:t>
            </a:r>
          </a:p>
        </p:txBody>
      </p:sp>
      <p:sp>
        <p:nvSpPr>
          <p:cNvPr id="260" name="Rectangle 259">
            <a:extLst>
              <a:ext uri="{FF2B5EF4-FFF2-40B4-BE49-F238E27FC236}">
                <a16:creationId xmlns:a16="http://schemas.microsoft.com/office/drawing/2014/main" id="{AB0C4E54-709F-4AF9-80F6-BA8209112810}"/>
              </a:ext>
            </a:extLst>
          </p:cNvPr>
          <p:cNvSpPr/>
          <p:nvPr/>
        </p:nvSpPr>
        <p:spPr>
          <a:xfrm>
            <a:off x="6408069" y="5895039"/>
            <a:ext cx="5649413" cy="723275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marL="173037" lv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200" dirty="0"/>
              <a:t>Use the above provided shapes only. Use only flat colors for the shapes and use the color from the color palette only.</a:t>
            </a:r>
          </a:p>
          <a:p>
            <a:pPr marL="173037" lv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200" dirty="0">
                <a:solidFill>
                  <a:srgbClr val="820024"/>
                </a:solidFill>
              </a:rPr>
              <a:t>Do not use Gradients, Drop shadows, Reflections and 3D effects</a:t>
            </a:r>
            <a:r>
              <a:rPr lang="en-US" sz="1200" dirty="0"/>
              <a:t>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3A8A927-010C-4C74-9098-8A53C6411FAB}"/>
              </a:ext>
            </a:extLst>
          </p:cNvPr>
          <p:cNvSpPr/>
          <p:nvPr/>
        </p:nvSpPr>
        <p:spPr>
          <a:xfrm>
            <a:off x="10765438" y="5094203"/>
            <a:ext cx="1197864" cy="448056"/>
          </a:xfrm>
          <a:prstGeom prst="roundRect">
            <a:avLst>
              <a:gd name="adj" fmla="val 50000"/>
            </a:avLst>
          </a:prstGeom>
          <a:solidFill>
            <a:srgbClr val="248ED1"/>
          </a:solidFill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DA646F76-76CB-4E5F-B226-904F555E38B6}"/>
              </a:ext>
            </a:extLst>
          </p:cNvPr>
          <p:cNvSpPr/>
          <p:nvPr/>
        </p:nvSpPr>
        <p:spPr>
          <a:xfrm>
            <a:off x="6554496" y="650005"/>
            <a:ext cx="797013" cy="26161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Use case</a:t>
            </a:r>
          </a:p>
        </p:txBody>
      </p: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94ED92DF-9D81-4803-A9B4-22A7A7BEFE17}"/>
              </a:ext>
            </a:extLst>
          </p:cNvPr>
          <p:cNvCxnSpPr>
            <a:cxnSpLocks/>
          </p:cNvCxnSpPr>
          <p:nvPr/>
        </p:nvCxnSpPr>
        <p:spPr>
          <a:xfrm>
            <a:off x="6554498" y="902860"/>
            <a:ext cx="5232580" cy="0"/>
          </a:xfrm>
          <a:prstGeom prst="line">
            <a:avLst/>
          </a:prstGeom>
          <a:ln w="2540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Rectangle 97">
            <a:extLst>
              <a:ext uri="{FF2B5EF4-FFF2-40B4-BE49-F238E27FC236}">
                <a16:creationId xmlns:a16="http://schemas.microsoft.com/office/drawing/2014/main" id="{3293BC2C-ACA3-46AC-95CA-5BCCCA59E7E8}"/>
              </a:ext>
            </a:extLst>
          </p:cNvPr>
          <p:cNvSpPr>
            <a:spLocks noChangeAspect="1"/>
          </p:cNvSpPr>
          <p:nvPr/>
        </p:nvSpPr>
        <p:spPr bwMode="gray">
          <a:xfrm>
            <a:off x="6551613" y="1143000"/>
            <a:ext cx="1371600" cy="474292"/>
          </a:xfrm>
          <a:prstGeom prst="rect">
            <a:avLst/>
          </a:prstGeom>
          <a:solidFill>
            <a:srgbClr val="7DB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 dirty="0"/>
              <a:t>Text</a:t>
            </a:r>
            <a:endParaRPr lang="en-US" sz="1000" dirty="0">
              <a:solidFill>
                <a:schemeClr val="lt1"/>
              </a:solidFill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D814B410-5CF7-42C6-B9C0-FC344E97619D}"/>
              </a:ext>
            </a:extLst>
          </p:cNvPr>
          <p:cNvSpPr/>
          <p:nvPr/>
        </p:nvSpPr>
        <p:spPr>
          <a:xfrm>
            <a:off x="7991475" y="1241647"/>
            <a:ext cx="1453107" cy="276999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marL="173037" lv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200" dirty="0"/>
              <a:t>Box with text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E3728D58-EB17-4284-A465-360BF8A77014}"/>
              </a:ext>
            </a:extLst>
          </p:cNvPr>
          <p:cNvSpPr/>
          <p:nvPr/>
        </p:nvSpPr>
        <p:spPr>
          <a:xfrm>
            <a:off x="7972425" y="2108536"/>
            <a:ext cx="1453107" cy="461665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marL="173037" lv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200" dirty="0"/>
              <a:t>Box with text and icon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C42E012-AC27-4D63-8E11-D60855459CD8}"/>
              </a:ext>
            </a:extLst>
          </p:cNvPr>
          <p:cNvGrpSpPr/>
          <p:nvPr/>
        </p:nvGrpSpPr>
        <p:grpSpPr>
          <a:xfrm>
            <a:off x="6572739" y="3120282"/>
            <a:ext cx="1075936" cy="1083075"/>
            <a:chOff x="6858489" y="3739407"/>
            <a:chExt cx="1075936" cy="1083075"/>
          </a:xfrm>
        </p:grpSpPr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951B32DC-122B-4FF5-B221-8B7F0607B917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6858489" y="3739407"/>
              <a:ext cx="921150" cy="92115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rgbClr val="1E448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000" dirty="0">
                <a:solidFill>
                  <a:schemeClr val="lt1"/>
                </a:solidFill>
              </a:endParaRPr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EC147E19-7329-479D-8B1A-9A4A31AC557B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6937075" y="3825132"/>
              <a:ext cx="921150" cy="92115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rgbClr val="1E448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000" dirty="0">
                <a:solidFill>
                  <a:schemeClr val="lt1"/>
                </a:solidFill>
              </a:endParaRPr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AD0F9A99-1858-46B3-B23B-B50DF05867B2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7013275" y="3901332"/>
              <a:ext cx="921150" cy="921150"/>
            </a:xfrm>
            <a:prstGeom prst="rect">
              <a:avLst/>
            </a:prstGeom>
            <a:solidFill>
              <a:srgbClr val="1E458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000" dirty="0"/>
                <a:t>Text</a:t>
              </a:r>
              <a:endParaRPr lang="en-US" sz="1000" dirty="0">
                <a:solidFill>
                  <a:schemeClr val="lt1"/>
                </a:solidFill>
              </a:endParaRPr>
            </a:p>
          </p:txBody>
        </p:sp>
      </p:grpSp>
      <p:sp>
        <p:nvSpPr>
          <p:cNvPr id="127" name="Rectangle 126">
            <a:extLst>
              <a:ext uri="{FF2B5EF4-FFF2-40B4-BE49-F238E27FC236}">
                <a16:creationId xmlns:a16="http://schemas.microsoft.com/office/drawing/2014/main" id="{84F06151-C457-4480-9442-F0FB704EA743}"/>
              </a:ext>
            </a:extLst>
          </p:cNvPr>
          <p:cNvSpPr/>
          <p:nvPr/>
        </p:nvSpPr>
        <p:spPr>
          <a:xfrm>
            <a:off x="7972425" y="3531723"/>
            <a:ext cx="1453107" cy="276999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marL="173037" lv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200" dirty="0"/>
              <a:t>Group boxes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A2330854-41DC-4CF8-862C-105783C44590}"/>
              </a:ext>
            </a:extLst>
          </p:cNvPr>
          <p:cNvSpPr/>
          <p:nvPr/>
        </p:nvSpPr>
        <p:spPr>
          <a:xfrm>
            <a:off x="615545" y="3980190"/>
            <a:ext cx="1273105" cy="26161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Box with outline</a:t>
            </a:r>
          </a:p>
        </p:txBody>
      </p: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5742F707-6F3D-4BAA-A293-2BD54FF136BD}"/>
              </a:ext>
            </a:extLst>
          </p:cNvPr>
          <p:cNvCxnSpPr>
            <a:cxnSpLocks/>
          </p:cNvCxnSpPr>
          <p:nvPr/>
        </p:nvCxnSpPr>
        <p:spPr>
          <a:xfrm>
            <a:off x="615547" y="4233045"/>
            <a:ext cx="5232580" cy="0"/>
          </a:xfrm>
          <a:prstGeom prst="line">
            <a:avLst/>
          </a:prstGeom>
          <a:ln w="2540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Rectangle 136">
            <a:extLst>
              <a:ext uri="{FF2B5EF4-FFF2-40B4-BE49-F238E27FC236}">
                <a16:creationId xmlns:a16="http://schemas.microsoft.com/office/drawing/2014/main" id="{7BF71A72-CA33-4F6A-A42A-F2BE1509A4DF}"/>
              </a:ext>
            </a:extLst>
          </p:cNvPr>
          <p:cNvSpPr>
            <a:spLocks noChangeAspect="1"/>
          </p:cNvSpPr>
          <p:nvPr/>
        </p:nvSpPr>
        <p:spPr bwMode="gray">
          <a:xfrm>
            <a:off x="620307" y="4443051"/>
            <a:ext cx="457200" cy="457200"/>
          </a:xfrm>
          <a:prstGeom prst="rect">
            <a:avLst/>
          </a:prstGeom>
          <a:noFill/>
          <a:ln w="25400">
            <a:solidFill>
              <a:srgbClr val="79BF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 dirty="0">
                <a:solidFill>
                  <a:schemeClr val="tx1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9CF1AEE5-EC71-4AB5-8AB4-0E7D960837FC}"/>
              </a:ext>
            </a:extLst>
          </p:cNvPr>
          <p:cNvSpPr>
            <a:spLocks noChangeAspect="1"/>
          </p:cNvSpPr>
          <p:nvPr/>
        </p:nvSpPr>
        <p:spPr bwMode="gray">
          <a:xfrm>
            <a:off x="1289506" y="4434505"/>
            <a:ext cx="474292" cy="474292"/>
          </a:xfrm>
          <a:prstGeom prst="rect">
            <a:avLst/>
          </a:prstGeom>
          <a:noFill/>
          <a:ln w="25400">
            <a:solidFill>
              <a:srgbClr val="2221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 dirty="0">
                <a:solidFill>
                  <a:schemeClr val="tx1">
                    <a:lumMod val="50000"/>
                  </a:schemeClr>
                </a:solidFill>
              </a:rPr>
              <a:t>2</a:t>
            </a: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234E9CFD-55F4-4C9C-A656-D489A20C0579}"/>
              </a:ext>
            </a:extLst>
          </p:cNvPr>
          <p:cNvSpPr>
            <a:spLocks noChangeAspect="1"/>
          </p:cNvSpPr>
          <p:nvPr/>
        </p:nvSpPr>
        <p:spPr bwMode="gray">
          <a:xfrm>
            <a:off x="1990202" y="4443051"/>
            <a:ext cx="457200" cy="457200"/>
          </a:xfrm>
          <a:prstGeom prst="rect">
            <a:avLst/>
          </a:prstGeom>
          <a:noFill/>
          <a:ln w="25400">
            <a:solidFill>
              <a:srgbClr val="1E45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 dirty="0">
                <a:solidFill>
                  <a:schemeClr val="tx1">
                    <a:lumMod val="50000"/>
                  </a:schemeClr>
                </a:solidFill>
              </a:rPr>
              <a:t>3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DD73EDCD-20B1-4965-960D-5F3F7FBD58E8}"/>
              </a:ext>
            </a:extLst>
          </p:cNvPr>
          <p:cNvSpPr>
            <a:spLocks noChangeAspect="1"/>
          </p:cNvSpPr>
          <p:nvPr/>
        </p:nvSpPr>
        <p:spPr bwMode="gray">
          <a:xfrm>
            <a:off x="2669652" y="4443051"/>
            <a:ext cx="457200" cy="457200"/>
          </a:xfrm>
          <a:prstGeom prst="rect">
            <a:avLst/>
          </a:prstGeom>
          <a:noFill/>
          <a:ln w="25400">
            <a:solidFill>
              <a:srgbClr val="248E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 dirty="0">
                <a:solidFill>
                  <a:schemeClr val="tx1">
                    <a:lumMod val="50000"/>
                  </a:schemeClr>
                </a:solidFill>
              </a:rPr>
              <a:t>4</a:t>
            </a: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EB5A0F05-DD7E-4D69-B100-D44763403FF1}"/>
              </a:ext>
            </a:extLst>
          </p:cNvPr>
          <p:cNvSpPr>
            <a:spLocks noChangeAspect="1"/>
          </p:cNvSpPr>
          <p:nvPr/>
        </p:nvSpPr>
        <p:spPr bwMode="gray">
          <a:xfrm>
            <a:off x="3349712" y="4443051"/>
            <a:ext cx="457200" cy="457200"/>
          </a:xfrm>
          <a:prstGeom prst="rect">
            <a:avLst/>
          </a:prstGeom>
          <a:noFill/>
          <a:ln w="25400">
            <a:solidFill>
              <a:srgbClr val="1CB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 dirty="0">
                <a:solidFill>
                  <a:schemeClr val="tx1">
                    <a:lumMod val="50000"/>
                  </a:schemeClr>
                </a:solidFill>
              </a:rPr>
              <a:t>5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C4EB6C8F-2ABC-40CB-8913-1DC18E1700FA}"/>
              </a:ext>
            </a:extLst>
          </p:cNvPr>
          <p:cNvSpPr>
            <a:spLocks noChangeAspect="1"/>
          </p:cNvSpPr>
          <p:nvPr/>
        </p:nvSpPr>
        <p:spPr bwMode="gray">
          <a:xfrm>
            <a:off x="4041252" y="4443051"/>
            <a:ext cx="457200" cy="457200"/>
          </a:xfrm>
          <a:prstGeom prst="rect">
            <a:avLst/>
          </a:prstGeom>
          <a:noFill/>
          <a:ln w="25400">
            <a:solidFill>
              <a:srgbClr val="1296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 dirty="0">
                <a:solidFill>
                  <a:schemeClr val="tx1">
                    <a:lumMod val="50000"/>
                  </a:schemeClr>
                </a:solidFill>
              </a:rPr>
              <a:t>6</a:t>
            </a: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FFA20668-024B-4061-9EEC-DD3976D9C752}"/>
              </a:ext>
            </a:extLst>
          </p:cNvPr>
          <p:cNvSpPr>
            <a:spLocks noChangeAspect="1"/>
          </p:cNvSpPr>
          <p:nvPr/>
        </p:nvSpPr>
        <p:spPr bwMode="gray">
          <a:xfrm>
            <a:off x="4727052" y="4443051"/>
            <a:ext cx="457200" cy="457200"/>
          </a:xfrm>
          <a:prstGeom prst="rect">
            <a:avLst/>
          </a:prstGeom>
          <a:noFill/>
          <a:ln w="25400">
            <a:solidFill>
              <a:srgbClr val="F7C3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 dirty="0">
                <a:solidFill>
                  <a:schemeClr val="tx1">
                    <a:lumMod val="50000"/>
                  </a:schemeClr>
                </a:solidFill>
              </a:rPr>
              <a:t>7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C09781EA-0B26-45C7-91A1-FBB64F5FDD18}"/>
              </a:ext>
            </a:extLst>
          </p:cNvPr>
          <p:cNvSpPr>
            <a:spLocks noChangeAspect="1"/>
          </p:cNvSpPr>
          <p:nvPr/>
        </p:nvSpPr>
        <p:spPr bwMode="gray">
          <a:xfrm>
            <a:off x="620307" y="5027251"/>
            <a:ext cx="457200" cy="457200"/>
          </a:xfrm>
          <a:prstGeom prst="rect">
            <a:avLst/>
          </a:prstGeom>
          <a:noFill/>
          <a:ln w="25400">
            <a:solidFill>
              <a:srgbClr val="EB78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 dirty="0">
                <a:solidFill>
                  <a:schemeClr val="tx1">
                    <a:lumMod val="50000"/>
                  </a:schemeClr>
                </a:solidFill>
              </a:rPr>
              <a:t>8</a:t>
            </a: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02F277C7-9825-4C92-9728-F5E49623DF37}"/>
              </a:ext>
            </a:extLst>
          </p:cNvPr>
          <p:cNvSpPr>
            <a:spLocks noChangeAspect="1"/>
          </p:cNvSpPr>
          <p:nvPr/>
        </p:nvSpPr>
        <p:spPr bwMode="gray">
          <a:xfrm>
            <a:off x="1298052" y="5027251"/>
            <a:ext cx="457200" cy="457200"/>
          </a:xfrm>
          <a:prstGeom prst="rect">
            <a:avLst/>
          </a:prstGeom>
          <a:noFill/>
          <a:ln w="25400">
            <a:solidFill>
              <a:srgbClr val="A129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 dirty="0">
                <a:solidFill>
                  <a:schemeClr val="tx1">
                    <a:lumMod val="50000"/>
                  </a:schemeClr>
                </a:solidFill>
              </a:rPr>
              <a:t>9</a:t>
            </a: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D2CE4947-CEE3-482A-A249-0739A4D29A4B}"/>
              </a:ext>
            </a:extLst>
          </p:cNvPr>
          <p:cNvSpPr>
            <a:spLocks noChangeAspect="1"/>
          </p:cNvSpPr>
          <p:nvPr/>
        </p:nvSpPr>
        <p:spPr bwMode="gray">
          <a:xfrm>
            <a:off x="1990202" y="5027251"/>
            <a:ext cx="457200" cy="457200"/>
          </a:xfrm>
          <a:prstGeom prst="rect">
            <a:avLst/>
          </a:prstGeom>
          <a:noFill/>
          <a:ln w="25400">
            <a:solidFill>
              <a:srgbClr val="7945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 dirty="0">
                <a:solidFill>
                  <a:schemeClr val="tx1">
                    <a:lumMod val="50000"/>
                  </a:schemeClr>
                </a:solidFill>
              </a:rPr>
              <a:t>10</a:t>
            </a: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EBB57774-741A-4D8B-B5F0-D0A94B2CA467}"/>
              </a:ext>
            </a:extLst>
          </p:cNvPr>
          <p:cNvSpPr>
            <a:spLocks noChangeAspect="1"/>
          </p:cNvSpPr>
          <p:nvPr/>
        </p:nvSpPr>
        <p:spPr bwMode="gray">
          <a:xfrm>
            <a:off x="2669652" y="5027251"/>
            <a:ext cx="457200" cy="457200"/>
          </a:xfrm>
          <a:prstGeom prst="rect">
            <a:avLst/>
          </a:prstGeom>
          <a:noFill/>
          <a:ln w="25400">
            <a:solidFill>
              <a:srgbClr val="221E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 dirty="0">
                <a:solidFill>
                  <a:schemeClr val="tx1">
                    <a:lumMod val="50000"/>
                  </a:schemeClr>
                </a:solidFill>
              </a:rPr>
              <a:t>11</a:t>
            </a: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7582AABD-4036-4525-83AA-C5D422AE8A91}"/>
              </a:ext>
            </a:extLst>
          </p:cNvPr>
          <p:cNvSpPr>
            <a:spLocks noChangeAspect="1"/>
          </p:cNvSpPr>
          <p:nvPr/>
        </p:nvSpPr>
        <p:spPr bwMode="gray">
          <a:xfrm>
            <a:off x="3349712" y="5027251"/>
            <a:ext cx="457200" cy="457200"/>
          </a:xfrm>
          <a:prstGeom prst="rect">
            <a:avLst/>
          </a:prstGeom>
          <a:noFill/>
          <a:ln w="25400">
            <a:solidFill>
              <a:srgbClr val="DD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b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 dirty="0">
                <a:solidFill>
                  <a:schemeClr val="tx1">
                    <a:lumMod val="50000"/>
                  </a:schemeClr>
                </a:solidFill>
              </a:rPr>
              <a:t>12</a:t>
            </a: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03C3BDAD-5DB9-4C86-B5D0-D41AF8E388E4}"/>
              </a:ext>
            </a:extLst>
          </p:cNvPr>
          <p:cNvSpPr>
            <a:spLocks noChangeAspect="1"/>
          </p:cNvSpPr>
          <p:nvPr/>
        </p:nvSpPr>
        <p:spPr bwMode="gray">
          <a:xfrm>
            <a:off x="4041252" y="5027251"/>
            <a:ext cx="457200" cy="457200"/>
          </a:xfrm>
          <a:prstGeom prst="rect">
            <a:avLst/>
          </a:prstGeom>
          <a:noFill/>
          <a:ln w="25400">
            <a:solidFill>
              <a:srgbClr val="EAF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b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 dirty="0">
                <a:solidFill>
                  <a:schemeClr val="tx1">
                    <a:lumMod val="50000"/>
                  </a:schemeClr>
                </a:solidFill>
              </a:rPr>
              <a:t>13</a:t>
            </a: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C5037929-3D7E-4CC9-8051-C7B698D0BE4A}"/>
              </a:ext>
            </a:extLst>
          </p:cNvPr>
          <p:cNvSpPr>
            <a:spLocks noChangeAspect="1"/>
          </p:cNvSpPr>
          <p:nvPr/>
        </p:nvSpPr>
        <p:spPr bwMode="gray">
          <a:xfrm>
            <a:off x="622567" y="1244600"/>
            <a:ext cx="1371600" cy="474292"/>
          </a:xfrm>
          <a:prstGeom prst="rect">
            <a:avLst/>
          </a:prstGeom>
          <a:solidFill>
            <a:srgbClr val="7BB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 dirty="0"/>
              <a:t>Text</a:t>
            </a:r>
            <a:endParaRPr lang="en-US" sz="1000" dirty="0">
              <a:solidFill>
                <a:schemeClr val="lt1"/>
              </a:solidFill>
            </a:endParaRP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E4971720-4AF2-40FE-A68B-DD83F507FF70}"/>
              </a:ext>
            </a:extLst>
          </p:cNvPr>
          <p:cNvSpPr/>
          <p:nvPr/>
        </p:nvSpPr>
        <p:spPr>
          <a:xfrm>
            <a:off x="2286613" y="1730721"/>
            <a:ext cx="65532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800" dirty="0"/>
              <a:t>Box color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68D86B4-278A-4527-862B-E270B8101444}"/>
              </a:ext>
            </a:extLst>
          </p:cNvPr>
          <p:cNvCxnSpPr>
            <a:cxnSpLocks/>
          </p:cNvCxnSpPr>
          <p:nvPr/>
        </p:nvCxnSpPr>
        <p:spPr bwMode="gray">
          <a:xfrm>
            <a:off x="1467060" y="1480714"/>
            <a:ext cx="894110" cy="2065"/>
          </a:xfrm>
          <a:prstGeom prst="line">
            <a:avLst/>
          </a:prstGeom>
          <a:ln w="25400">
            <a:solidFill>
              <a:schemeClr val="tx1"/>
            </a:solidFill>
            <a:miter lim="800000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18EC41D6-2FA6-41C8-A85C-A5055FFD8212}"/>
              </a:ext>
            </a:extLst>
          </p:cNvPr>
          <p:cNvCxnSpPr>
            <a:cxnSpLocks/>
            <a:stCxn id="150" idx="2"/>
          </p:cNvCxnSpPr>
          <p:nvPr/>
        </p:nvCxnSpPr>
        <p:spPr bwMode="gray">
          <a:xfrm rot="16200000" flipH="1">
            <a:off x="1755446" y="1271813"/>
            <a:ext cx="128164" cy="1022322"/>
          </a:xfrm>
          <a:prstGeom prst="bentConnector2">
            <a:avLst/>
          </a:prstGeom>
          <a:ln w="25400">
            <a:solidFill>
              <a:schemeClr val="tx1"/>
            </a:solidFill>
            <a:miter lim="800000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Rectangle 160">
            <a:extLst>
              <a:ext uri="{FF2B5EF4-FFF2-40B4-BE49-F238E27FC236}">
                <a16:creationId xmlns:a16="http://schemas.microsoft.com/office/drawing/2014/main" id="{8A312E3E-F3BC-4C06-8025-13E8C10C540F}"/>
              </a:ext>
            </a:extLst>
          </p:cNvPr>
          <p:cNvSpPr/>
          <p:nvPr/>
        </p:nvSpPr>
        <p:spPr>
          <a:xfrm>
            <a:off x="5057835" y="1375057"/>
            <a:ext cx="723899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800" dirty="0"/>
              <a:t>Text color</a:t>
            </a: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98FA68FE-FD4C-479F-B135-A6920239D2EF}"/>
              </a:ext>
            </a:extLst>
          </p:cNvPr>
          <p:cNvSpPr>
            <a:spLocks noChangeAspect="1"/>
          </p:cNvSpPr>
          <p:nvPr/>
        </p:nvSpPr>
        <p:spPr bwMode="gray">
          <a:xfrm>
            <a:off x="3349712" y="1244600"/>
            <a:ext cx="1371600" cy="474292"/>
          </a:xfrm>
          <a:prstGeom prst="rect">
            <a:avLst/>
          </a:prstGeom>
          <a:noFill/>
          <a:ln w="25400">
            <a:solidFill>
              <a:srgbClr val="78BE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 dirty="0">
                <a:solidFill>
                  <a:schemeClr val="tx1">
                    <a:lumMod val="50000"/>
                  </a:schemeClr>
                </a:solidFill>
              </a:rPr>
              <a:t>Text</a:t>
            </a: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D3DAB341-6E4E-4936-8695-EE0F522DC920}"/>
              </a:ext>
            </a:extLst>
          </p:cNvPr>
          <p:cNvSpPr/>
          <p:nvPr/>
        </p:nvSpPr>
        <p:spPr>
          <a:xfrm>
            <a:off x="5013758" y="1730721"/>
            <a:ext cx="65532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800" dirty="0"/>
              <a:t>Box color</a:t>
            </a:r>
          </a:p>
        </p:txBody>
      </p: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C813B8D9-FB3A-4A01-8CD2-B8F5B6E04D0A}"/>
              </a:ext>
            </a:extLst>
          </p:cNvPr>
          <p:cNvCxnSpPr>
            <a:cxnSpLocks/>
          </p:cNvCxnSpPr>
          <p:nvPr/>
        </p:nvCxnSpPr>
        <p:spPr bwMode="gray">
          <a:xfrm>
            <a:off x="4194205" y="1480714"/>
            <a:ext cx="894110" cy="2065"/>
          </a:xfrm>
          <a:prstGeom prst="line">
            <a:avLst/>
          </a:prstGeom>
          <a:ln w="25400">
            <a:solidFill>
              <a:schemeClr val="tx1"/>
            </a:solidFill>
            <a:miter lim="800000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: Elbow 164">
            <a:extLst>
              <a:ext uri="{FF2B5EF4-FFF2-40B4-BE49-F238E27FC236}">
                <a16:creationId xmlns:a16="http://schemas.microsoft.com/office/drawing/2014/main" id="{FC3BE3AE-177F-4DE6-8BB7-03CCE7FBF527}"/>
              </a:ext>
            </a:extLst>
          </p:cNvPr>
          <p:cNvCxnSpPr>
            <a:cxnSpLocks/>
            <a:stCxn id="162" idx="2"/>
          </p:cNvCxnSpPr>
          <p:nvPr/>
        </p:nvCxnSpPr>
        <p:spPr bwMode="gray">
          <a:xfrm rot="16200000" flipH="1">
            <a:off x="4482591" y="1271813"/>
            <a:ext cx="128164" cy="1022322"/>
          </a:xfrm>
          <a:prstGeom prst="bentConnector2">
            <a:avLst/>
          </a:prstGeom>
          <a:ln w="25400">
            <a:solidFill>
              <a:schemeClr val="tx1"/>
            </a:solidFill>
            <a:miter lim="800000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Rectangle 167">
            <a:extLst>
              <a:ext uri="{FF2B5EF4-FFF2-40B4-BE49-F238E27FC236}">
                <a16:creationId xmlns:a16="http://schemas.microsoft.com/office/drawing/2014/main" id="{D2C7DCEF-3832-48A3-B07B-456CFB3BCF1C}"/>
              </a:ext>
            </a:extLst>
          </p:cNvPr>
          <p:cNvSpPr>
            <a:spLocks noChangeAspect="1"/>
          </p:cNvSpPr>
          <p:nvPr/>
        </p:nvSpPr>
        <p:spPr bwMode="gray">
          <a:xfrm>
            <a:off x="10140575" y="1143000"/>
            <a:ext cx="1371600" cy="474292"/>
          </a:xfrm>
          <a:prstGeom prst="rect">
            <a:avLst/>
          </a:prstGeom>
          <a:noFill/>
          <a:ln w="25400">
            <a:solidFill>
              <a:srgbClr val="7CBE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 dirty="0">
                <a:solidFill>
                  <a:schemeClr val="tx1">
                    <a:lumMod val="50000"/>
                  </a:schemeClr>
                </a:solidFill>
              </a:rPr>
              <a:t>Text</a:t>
            </a: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53BA35C1-5D8A-4E5F-91EB-5629A0303E9D}"/>
              </a:ext>
            </a:extLst>
          </p:cNvPr>
          <p:cNvSpPr/>
          <p:nvPr/>
        </p:nvSpPr>
        <p:spPr>
          <a:xfrm>
            <a:off x="10099822" y="1732896"/>
            <a:ext cx="1453107" cy="461665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marL="173037" lv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200" dirty="0"/>
              <a:t>Out line Box with text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6510A80-E534-B04A-82D7-42A7568FA1AA}"/>
              </a:ext>
            </a:extLst>
          </p:cNvPr>
          <p:cNvGrpSpPr/>
          <p:nvPr/>
        </p:nvGrpSpPr>
        <p:grpSpPr>
          <a:xfrm>
            <a:off x="6548992" y="1895475"/>
            <a:ext cx="1031638" cy="930241"/>
            <a:chOff x="6548992" y="1895475"/>
            <a:chExt cx="1031638" cy="930241"/>
          </a:xfrm>
        </p:grpSpPr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9DF7C202-07EC-4E6A-908E-F1F4E105D61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553898" y="1895475"/>
              <a:ext cx="1021826" cy="930241"/>
            </a:xfrm>
            <a:prstGeom prst="rect">
              <a:avLst/>
            </a:prstGeom>
            <a:solidFill>
              <a:srgbClr val="268FCF"/>
            </a:solidFill>
            <a:ln>
              <a:noFill/>
            </a:ln>
            <a:effectLst/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BE0F640B-115A-44D3-BA40-DE86596CE736}"/>
                </a:ext>
              </a:extLst>
            </p:cNvPr>
            <p:cNvSpPr/>
            <p:nvPr/>
          </p:nvSpPr>
          <p:spPr>
            <a:xfrm>
              <a:off x="6548992" y="2495852"/>
              <a:ext cx="1031638" cy="21544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800" dirty="0">
                  <a:solidFill>
                    <a:schemeClr val="bg1"/>
                  </a:solidFill>
                </a:rPr>
                <a:t>Physical Storage</a:t>
              </a: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0F7CDF65-DCF0-8941-B391-73AD4EEBFFE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74311" y="2065631"/>
              <a:ext cx="381000" cy="3175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53649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creen Recording 2020-07-17 at 7.13.29 PM" descr="Screen Recording 2020-07-17 at 7.13.29 PM">
            <a:hlinkClick r:id="" action="ppaction://media"/>
            <a:extLst>
              <a:ext uri="{FF2B5EF4-FFF2-40B4-BE49-F238E27FC236}">
                <a16:creationId xmlns:a16="http://schemas.microsoft.com/office/drawing/2014/main" id="{E01C06D2-0666-C942-8005-829303FE653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692539" y="2020274"/>
            <a:ext cx="7147824" cy="4025893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B5754093-421E-47BC-93C1-3451680C61F8}"/>
              </a:ext>
            </a:extLst>
          </p:cNvPr>
          <p:cNvSpPr>
            <a:spLocks noChangeAspect="1"/>
          </p:cNvSpPr>
          <p:nvPr/>
        </p:nvSpPr>
        <p:spPr bwMode="gray">
          <a:xfrm>
            <a:off x="664142" y="3897555"/>
            <a:ext cx="1655545" cy="1337911"/>
          </a:xfrm>
          <a:prstGeom prst="rect">
            <a:avLst/>
          </a:prstGeom>
          <a:solidFill>
            <a:srgbClr val="DD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b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 dirty="0">
                <a:solidFill>
                  <a:schemeClr val="tx2">
                    <a:lumMod val="50000"/>
                  </a:schemeClr>
                </a:solidFill>
              </a:rPr>
              <a:t>Group 1</a:t>
            </a:r>
          </a:p>
        </p:txBody>
      </p:sp>
      <p:sp>
        <p:nvSpPr>
          <p:cNvPr id="10" name="Title 4">
            <a:extLst>
              <a:ext uri="{FF2B5EF4-FFF2-40B4-BE49-F238E27FC236}">
                <a16:creationId xmlns:a16="http://schemas.microsoft.com/office/drawing/2014/main" id="{F4CD8F40-1082-4982-B31A-2882AE00E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</p:spPr>
        <p:txBody>
          <a:bodyPr/>
          <a:lstStyle/>
          <a:p>
            <a:r>
              <a:rPr lang="en-US" dirty="0"/>
              <a:t>Drawing Technical diagrams</a:t>
            </a:r>
          </a:p>
        </p:txBody>
      </p:sp>
      <p:sp>
        <p:nvSpPr>
          <p:cNvPr id="11" name="Subtitle 1">
            <a:extLst>
              <a:ext uri="{FF2B5EF4-FFF2-40B4-BE49-F238E27FC236}">
                <a16:creationId xmlns:a16="http://schemas.microsoft.com/office/drawing/2014/main" id="{D48730DF-B310-4628-A463-9BFF396D152E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592866" y="811830"/>
            <a:ext cx="10962687" cy="247743"/>
          </a:xfrm>
        </p:spPr>
        <p:txBody>
          <a:bodyPr/>
          <a:lstStyle/>
          <a:p>
            <a:r>
              <a:rPr lang="en-US" dirty="0"/>
              <a:t>How to use the color boxes?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0E7C681-6F7F-4D80-9449-12630B4EDC64}"/>
              </a:ext>
            </a:extLst>
          </p:cNvPr>
          <p:cNvSpPr/>
          <p:nvPr/>
        </p:nvSpPr>
        <p:spPr>
          <a:xfrm>
            <a:off x="427261" y="1267148"/>
            <a:ext cx="6502928" cy="1061829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marL="344487" lvl="1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First copy the color boxes to the slide where you want to draw the diagrams.</a:t>
            </a:r>
          </a:p>
          <a:p>
            <a:pPr marL="344487" lvl="1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Copy and paste (ctrl and drag) the color box you need and just type in the words.</a:t>
            </a:r>
          </a:p>
          <a:p>
            <a:pPr marL="344487" lvl="1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Resize the box accordingly.</a:t>
            </a:r>
          </a:p>
          <a:p>
            <a:pPr marL="344487" lvl="1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Use color box 12 and 13 only to show groups</a:t>
            </a:r>
          </a:p>
        </p:txBody>
      </p:sp>
      <p:sp>
        <p:nvSpPr>
          <p:cNvPr id="34" name="Arrow: Pentagon 33">
            <a:extLst>
              <a:ext uri="{FF2B5EF4-FFF2-40B4-BE49-F238E27FC236}">
                <a16:creationId xmlns:a16="http://schemas.microsoft.com/office/drawing/2014/main" id="{4F6B2FAA-09A9-42C2-B294-DC18E61A54F2}"/>
              </a:ext>
            </a:extLst>
          </p:cNvPr>
          <p:cNvSpPr/>
          <p:nvPr/>
        </p:nvSpPr>
        <p:spPr bwMode="gray">
          <a:xfrm>
            <a:off x="4389440" y="4793174"/>
            <a:ext cx="1601786" cy="455509"/>
          </a:xfrm>
          <a:prstGeom prst="homePlat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73152" rIns="182880" bIns="73152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dirty="0"/>
              <a:t>Run the ppt to </a:t>
            </a:r>
            <a:br>
              <a:rPr lang="en-US" sz="1000" dirty="0"/>
            </a:br>
            <a:r>
              <a:rPr lang="en-US" sz="1000" dirty="0"/>
              <a:t>see this animation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69B9562-D257-4D48-ADA9-0D42E7753CB7}"/>
              </a:ext>
            </a:extLst>
          </p:cNvPr>
          <p:cNvSpPr>
            <a:spLocks noChangeAspect="1"/>
          </p:cNvSpPr>
          <p:nvPr/>
        </p:nvSpPr>
        <p:spPr bwMode="gray">
          <a:xfrm>
            <a:off x="762458" y="4008039"/>
            <a:ext cx="1458913" cy="457200"/>
          </a:xfrm>
          <a:prstGeom prst="rect">
            <a:avLst/>
          </a:prstGeom>
          <a:solidFill>
            <a:srgbClr val="7AB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 dirty="0">
                <a:solidFill>
                  <a:schemeClr val="lt1"/>
                </a:solidFill>
              </a:rPr>
              <a:t>Source site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BA96BF4-55D1-4985-8CA7-9151BBC0FC69}"/>
              </a:ext>
            </a:extLst>
          </p:cNvPr>
          <p:cNvSpPr>
            <a:spLocks noChangeAspect="1"/>
          </p:cNvSpPr>
          <p:nvPr/>
        </p:nvSpPr>
        <p:spPr bwMode="gray">
          <a:xfrm>
            <a:off x="762458" y="4532409"/>
            <a:ext cx="1458913" cy="457200"/>
          </a:xfrm>
          <a:prstGeom prst="rect">
            <a:avLst/>
          </a:prstGeom>
          <a:solidFill>
            <a:srgbClr val="7AB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 dirty="0">
                <a:solidFill>
                  <a:schemeClr val="lt1"/>
                </a:solidFill>
              </a:rPr>
              <a:t>Source site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B54FCE2-4512-4B36-AF92-3F2279514B0C}"/>
              </a:ext>
            </a:extLst>
          </p:cNvPr>
          <p:cNvSpPr>
            <a:spLocks noChangeAspect="1"/>
          </p:cNvSpPr>
          <p:nvPr/>
        </p:nvSpPr>
        <p:spPr bwMode="gray">
          <a:xfrm>
            <a:off x="2521818" y="3897555"/>
            <a:ext cx="1655545" cy="1337911"/>
          </a:xfrm>
          <a:prstGeom prst="rect">
            <a:avLst/>
          </a:prstGeom>
          <a:solidFill>
            <a:srgbClr val="EB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b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 dirty="0">
                <a:solidFill>
                  <a:schemeClr val="tx2">
                    <a:lumMod val="50000"/>
                  </a:schemeClr>
                </a:solidFill>
              </a:rPr>
              <a:t>Group 2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D58429C-C563-45D4-BCFF-6E74A6F8A2EC}"/>
              </a:ext>
            </a:extLst>
          </p:cNvPr>
          <p:cNvSpPr>
            <a:spLocks noChangeAspect="1"/>
          </p:cNvSpPr>
          <p:nvPr/>
        </p:nvSpPr>
        <p:spPr bwMode="gray">
          <a:xfrm>
            <a:off x="2620134" y="4008039"/>
            <a:ext cx="1458913" cy="457200"/>
          </a:xfrm>
          <a:prstGeom prst="rect">
            <a:avLst/>
          </a:prstGeom>
          <a:solidFill>
            <a:srgbClr val="7AB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 dirty="0">
                <a:solidFill>
                  <a:schemeClr val="lt1"/>
                </a:solidFill>
              </a:rPr>
              <a:t>Source site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6C77841-DC05-4020-AA7A-A664E9F4ED66}"/>
              </a:ext>
            </a:extLst>
          </p:cNvPr>
          <p:cNvSpPr>
            <a:spLocks noChangeAspect="1"/>
          </p:cNvSpPr>
          <p:nvPr/>
        </p:nvSpPr>
        <p:spPr bwMode="gray">
          <a:xfrm>
            <a:off x="2620134" y="4532409"/>
            <a:ext cx="1458913" cy="457200"/>
          </a:xfrm>
          <a:prstGeom prst="rect">
            <a:avLst/>
          </a:prstGeom>
          <a:solidFill>
            <a:srgbClr val="7AB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 dirty="0">
                <a:solidFill>
                  <a:schemeClr val="lt1"/>
                </a:solidFill>
              </a:rPr>
              <a:t>Source site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82ABC78-F67E-4170-8D66-A2FB7CF6780A}"/>
              </a:ext>
            </a:extLst>
          </p:cNvPr>
          <p:cNvSpPr/>
          <p:nvPr/>
        </p:nvSpPr>
        <p:spPr>
          <a:xfrm>
            <a:off x="615545" y="3509930"/>
            <a:ext cx="1975221" cy="26161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Use case for box 12 and 13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AA3818CA-3F61-46B9-B097-EC8522B66D37}"/>
              </a:ext>
            </a:extLst>
          </p:cNvPr>
          <p:cNvCxnSpPr>
            <a:cxnSpLocks/>
          </p:cNvCxnSpPr>
          <p:nvPr/>
        </p:nvCxnSpPr>
        <p:spPr>
          <a:xfrm>
            <a:off x="615547" y="3762785"/>
            <a:ext cx="3773893" cy="0"/>
          </a:xfrm>
          <a:prstGeom prst="line">
            <a:avLst/>
          </a:prstGeom>
          <a:ln w="2540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9B5EBA7C-EFB2-4C89-BE9C-100CA92F1BED}"/>
              </a:ext>
            </a:extLst>
          </p:cNvPr>
          <p:cNvSpPr>
            <a:spLocks noChangeAspect="1"/>
          </p:cNvSpPr>
          <p:nvPr/>
        </p:nvSpPr>
        <p:spPr bwMode="gray">
          <a:xfrm>
            <a:off x="724127" y="2634373"/>
            <a:ext cx="1394960" cy="457200"/>
          </a:xfrm>
          <a:prstGeom prst="rect">
            <a:avLst/>
          </a:prstGeom>
          <a:solidFill>
            <a:srgbClr val="7AB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 dirty="0">
                <a:solidFill>
                  <a:schemeClr val="lt1"/>
                </a:solidFill>
              </a:rPr>
              <a:t>Source site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7787F7DE-5EBD-A245-A590-A98BD0D44495}"/>
              </a:ext>
            </a:extLst>
          </p:cNvPr>
          <p:cNvSpPr>
            <a:spLocks noChangeAspect="1"/>
          </p:cNvSpPr>
          <p:nvPr/>
        </p:nvSpPr>
        <p:spPr bwMode="gray">
          <a:xfrm>
            <a:off x="7197619" y="505477"/>
            <a:ext cx="457200" cy="457200"/>
          </a:xfrm>
          <a:prstGeom prst="rect">
            <a:avLst/>
          </a:prstGeom>
          <a:solidFill>
            <a:srgbClr val="78BE2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Aft>
                <a:spcPts val="900"/>
              </a:spcAft>
            </a:pPr>
            <a:r>
              <a:rPr lang="en-US" sz="1000"/>
              <a:t>1</a:t>
            </a:r>
            <a:endParaRPr lang="en-US" sz="1000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73471F8-DA1E-674C-9CF3-13BEA041A40A}"/>
              </a:ext>
            </a:extLst>
          </p:cNvPr>
          <p:cNvSpPr>
            <a:spLocks noChangeAspect="1"/>
          </p:cNvSpPr>
          <p:nvPr/>
        </p:nvSpPr>
        <p:spPr bwMode="gray">
          <a:xfrm>
            <a:off x="7866818" y="496931"/>
            <a:ext cx="474292" cy="474292"/>
          </a:xfrm>
          <a:prstGeom prst="rect">
            <a:avLst/>
          </a:prstGeom>
          <a:solidFill>
            <a:srgbClr val="212354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Aft>
                <a:spcPts val="900"/>
              </a:spcAft>
            </a:pPr>
            <a:r>
              <a:rPr lang="en-US" sz="1000" dirty="0"/>
              <a:t>2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A5ACA25-308C-6F4E-9FFE-1C1C0C17C8DF}"/>
              </a:ext>
            </a:extLst>
          </p:cNvPr>
          <p:cNvSpPr>
            <a:spLocks noChangeAspect="1"/>
          </p:cNvSpPr>
          <p:nvPr/>
        </p:nvSpPr>
        <p:spPr bwMode="gray">
          <a:xfrm>
            <a:off x="8567514" y="505477"/>
            <a:ext cx="457200" cy="457200"/>
          </a:xfrm>
          <a:prstGeom prst="rect">
            <a:avLst/>
          </a:prstGeom>
          <a:solidFill>
            <a:srgbClr val="1D428A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Aft>
                <a:spcPts val="900"/>
              </a:spcAft>
            </a:pPr>
            <a:r>
              <a:rPr lang="en-US" sz="1000" dirty="0"/>
              <a:t>3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D6391F4-A452-2045-8C3C-556164231B35}"/>
              </a:ext>
            </a:extLst>
          </p:cNvPr>
          <p:cNvSpPr>
            <a:spLocks noChangeAspect="1"/>
          </p:cNvSpPr>
          <p:nvPr/>
        </p:nvSpPr>
        <p:spPr bwMode="gray">
          <a:xfrm>
            <a:off x="9246964" y="505477"/>
            <a:ext cx="457200" cy="457200"/>
          </a:xfrm>
          <a:prstGeom prst="rect">
            <a:avLst/>
          </a:prstGeom>
          <a:solidFill>
            <a:srgbClr val="0091DA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Aft>
                <a:spcPts val="900"/>
              </a:spcAft>
            </a:pPr>
            <a:r>
              <a:rPr lang="en-US" sz="1000" dirty="0"/>
              <a:t>4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9190715-632E-C44E-A3B2-0A011E44FF46}"/>
              </a:ext>
            </a:extLst>
          </p:cNvPr>
          <p:cNvSpPr>
            <a:spLocks noChangeAspect="1"/>
          </p:cNvSpPr>
          <p:nvPr/>
        </p:nvSpPr>
        <p:spPr bwMode="gray">
          <a:xfrm>
            <a:off x="9927024" y="505477"/>
            <a:ext cx="457200" cy="457200"/>
          </a:xfrm>
          <a:prstGeom prst="rect">
            <a:avLst/>
          </a:prstGeom>
          <a:solidFill>
            <a:srgbClr val="00C1D5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Aft>
                <a:spcPts val="900"/>
              </a:spcAft>
            </a:pPr>
            <a:r>
              <a:rPr lang="en-US" sz="1000" dirty="0"/>
              <a:t>5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5D947145-7D89-A448-B0F0-B6EA361DBEFC}"/>
              </a:ext>
            </a:extLst>
          </p:cNvPr>
          <p:cNvSpPr>
            <a:spLocks noChangeAspect="1"/>
          </p:cNvSpPr>
          <p:nvPr/>
        </p:nvSpPr>
        <p:spPr bwMode="gray">
          <a:xfrm>
            <a:off x="10618564" y="505477"/>
            <a:ext cx="457200" cy="457200"/>
          </a:xfrm>
          <a:prstGeom prst="rect">
            <a:avLst/>
          </a:prstGeom>
          <a:solidFill>
            <a:srgbClr val="0C9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 dirty="0">
                <a:solidFill>
                  <a:schemeClr val="lt1"/>
                </a:solidFill>
              </a:rPr>
              <a:t>6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DCDCDC6-80C8-174D-B7CA-22F3D98B7FD1}"/>
              </a:ext>
            </a:extLst>
          </p:cNvPr>
          <p:cNvSpPr>
            <a:spLocks noChangeAspect="1"/>
          </p:cNvSpPr>
          <p:nvPr/>
        </p:nvSpPr>
        <p:spPr bwMode="gray">
          <a:xfrm>
            <a:off x="11304364" y="505477"/>
            <a:ext cx="457200" cy="457200"/>
          </a:xfrm>
          <a:prstGeom prst="rect">
            <a:avLst/>
          </a:prstGeom>
          <a:solidFill>
            <a:srgbClr val="F6C22B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Aft>
                <a:spcPts val="900"/>
              </a:spcAft>
            </a:pPr>
            <a:r>
              <a:rPr lang="en-US" sz="1000" dirty="0">
                <a:solidFill>
                  <a:schemeClr val="tx2"/>
                </a:solidFill>
              </a:rPr>
              <a:t>7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6A4B828-F439-5243-A692-4265325D4CD6}"/>
              </a:ext>
            </a:extLst>
          </p:cNvPr>
          <p:cNvSpPr>
            <a:spLocks noChangeAspect="1"/>
          </p:cNvSpPr>
          <p:nvPr/>
        </p:nvSpPr>
        <p:spPr bwMode="gray">
          <a:xfrm>
            <a:off x="7197619" y="1089677"/>
            <a:ext cx="457200" cy="457200"/>
          </a:xfrm>
          <a:prstGeom prst="rect">
            <a:avLst/>
          </a:prstGeom>
          <a:solidFill>
            <a:srgbClr val="EB7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 dirty="0">
                <a:solidFill>
                  <a:schemeClr val="lt1"/>
                </a:solidFill>
              </a:rPr>
              <a:t>8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88449EBA-71BA-B54F-A3BD-D6A421FF9DD9}"/>
              </a:ext>
            </a:extLst>
          </p:cNvPr>
          <p:cNvSpPr>
            <a:spLocks noChangeAspect="1"/>
          </p:cNvSpPr>
          <p:nvPr/>
        </p:nvSpPr>
        <p:spPr bwMode="gray">
          <a:xfrm>
            <a:off x="7875364" y="1089677"/>
            <a:ext cx="457200" cy="457200"/>
          </a:xfrm>
          <a:prstGeom prst="rect">
            <a:avLst/>
          </a:prstGeom>
          <a:solidFill>
            <a:srgbClr val="A02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 dirty="0">
                <a:solidFill>
                  <a:schemeClr val="lt1"/>
                </a:solidFill>
              </a:rPr>
              <a:t>9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799123B8-3DB2-2C4D-8842-E315B66F2D89}"/>
              </a:ext>
            </a:extLst>
          </p:cNvPr>
          <p:cNvSpPr>
            <a:spLocks noChangeAspect="1"/>
          </p:cNvSpPr>
          <p:nvPr/>
        </p:nvSpPr>
        <p:spPr bwMode="gray">
          <a:xfrm>
            <a:off x="8567514" y="1089677"/>
            <a:ext cx="457200" cy="457200"/>
          </a:xfrm>
          <a:prstGeom prst="rect">
            <a:avLst/>
          </a:prstGeom>
          <a:solidFill>
            <a:srgbClr val="7F35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 dirty="0"/>
              <a:t>10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7C8BB903-8C32-2745-B237-B60DF565AB6C}"/>
              </a:ext>
            </a:extLst>
          </p:cNvPr>
          <p:cNvSpPr>
            <a:spLocks noChangeAspect="1"/>
          </p:cNvSpPr>
          <p:nvPr/>
        </p:nvSpPr>
        <p:spPr bwMode="gray">
          <a:xfrm>
            <a:off x="9246964" y="1089677"/>
            <a:ext cx="457200" cy="457200"/>
          </a:xfrm>
          <a:prstGeom prst="rect">
            <a:avLst/>
          </a:prstGeom>
          <a:solidFill>
            <a:srgbClr val="231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 dirty="0"/>
              <a:t>11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1190C948-7E88-2F44-B09A-7F8D4C880E27}"/>
              </a:ext>
            </a:extLst>
          </p:cNvPr>
          <p:cNvSpPr>
            <a:spLocks noChangeAspect="1"/>
          </p:cNvSpPr>
          <p:nvPr/>
        </p:nvSpPr>
        <p:spPr bwMode="gray">
          <a:xfrm>
            <a:off x="9927024" y="1089677"/>
            <a:ext cx="457200" cy="457200"/>
          </a:xfrm>
          <a:prstGeom prst="rect">
            <a:avLst/>
          </a:prstGeom>
          <a:solidFill>
            <a:srgbClr val="DDE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b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 dirty="0">
                <a:solidFill>
                  <a:schemeClr val="tx2">
                    <a:lumMod val="50000"/>
                  </a:schemeClr>
                </a:solidFill>
              </a:rPr>
              <a:t>12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80CD402-DEC6-EE40-BC70-3578FFF077BD}"/>
              </a:ext>
            </a:extLst>
          </p:cNvPr>
          <p:cNvSpPr>
            <a:spLocks noChangeAspect="1"/>
          </p:cNvSpPr>
          <p:nvPr/>
        </p:nvSpPr>
        <p:spPr bwMode="gray">
          <a:xfrm>
            <a:off x="10618564" y="1089677"/>
            <a:ext cx="457200" cy="457200"/>
          </a:xfrm>
          <a:prstGeom prst="rect">
            <a:avLst/>
          </a:prstGeom>
          <a:solidFill>
            <a:srgbClr val="E9F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b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 dirty="0">
                <a:solidFill>
                  <a:schemeClr val="tx2">
                    <a:lumMod val="50000"/>
                  </a:schemeClr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3774633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283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Rectangle 124">
            <a:extLst>
              <a:ext uri="{FF2B5EF4-FFF2-40B4-BE49-F238E27FC236}">
                <a16:creationId xmlns:a16="http://schemas.microsoft.com/office/drawing/2014/main" id="{951B32DC-122B-4FF5-B221-8B7F0607B917}"/>
              </a:ext>
            </a:extLst>
          </p:cNvPr>
          <p:cNvSpPr>
            <a:spLocks noChangeAspect="1"/>
          </p:cNvSpPr>
          <p:nvPr/>
        </p:nvSpPr>
        <p:spPr bwMode="gray">
          <a:xfrm>
            <a:off x="6790870" y="3238123"/>
            <a:ext cx="921150" cy="921150"/>
          </a:xfrm>
          <a:prstGeom prst="rect">
            <a:avLst/>
          </a:prstGeom>
          <a:solidFill>
            <a:schemeClr val="bg1"/>
          </a:solidFill>
          <a:ln w="25400">
            <a:solidFill>
              <a:srgbClr val="1D46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000" dirty="0">
              <a:solidFill>
                <a:schemeClr val="l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70C110-E62A-4087-8D3E-DF461D4D9873}"/>
              </a:ext>
            </a:extLst>
          </p:cNvPr>
          <p:cNvSpPr/>
          <p:nvPr/>
        </p:nvSpPr>
        <p:spPr>
          <a:xfrm>
            <a:off x="615545" y="650005"/>
            <a:ext cx="676788" cy="26161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Arrows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BE97507-07D2-4DD5-BBAB-F47EFA18832C}"/>
              </a:ext>
            </a:extLst>
          </p:cNvPr>
          <p:cNvCxnSpPr>
            <a:cxnSpLocks/>
          </p:cNvCxnSpPr>
          <p:nvPr/>
        </p:nvCxnSpPr>
        <p:spPr>
          <a:xfrm>
            <a:off x="615547" y="902860"/>
            <a:ext cx="5232580" cy="0"/>
          </a:xfrm>
          <a:prstGeom prst="line">
            <a:avLst/>
          </a:prstGeom>
          <a:ln w="2540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0" name="Rectangle 249">
            <a:extLst>
              <a:ext uri="{FF2B5EF4-FFF2-40B4-BE49-F238E27FC236}">
                <a16:creationId xmlns:a16="http://schemas.microsoft.com/office/drawing/2014/main" id="{50BED859-D323-4331-B7B1-55F61E802FE1}"/>
              </a:ext>
            </a:extLst>
          </p:cNvPr>
          <p:cNvSpPr/>
          <p:nvPr/>
        </p:nvSpPr>
        <p:spPr>
          <a:xfrm>
            <a:off x="608013" y="2246199"/>
            <a:ext cx="1027845" cy="26161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Arrow types</a:t>
            </a:r>
          </a:p>
        </p:txBody>
      </p:sp>
      <p:cxnSp>
        <p:nvCxnSpPr>
          <p:cNvPr id="251" name="Straight Connector 250">
            <a:extLst>
              <a:ext uri="{FF2B5EF4-FFF2-40B4-BE49-F238E27FC236}">
                <a16:creationId xmlns:a16="http://schemas.microsoft.com/office/drawing/2014/main" id="{A6B1E99E-CED2-4673-8B31-F3366191E95D}"/>
              </a:ext>
            </a:extLst>
          </p:cNvPr>
          <p:cNvCxnSpPr>
            <a:cxnSpLocks/>
          </p:cNvCxnSpPr>
          <p:nvPr/>
        </p:nvCxnSpPr>
        <p:spPr>
          <a:xfrm>
            <a:off x="608015" y="2499054"/>
            <a:ext cx="5232580" cy="0"/>
          </a:xfrm>
          <a:prstGeom prst="line">
            <a:avLst/>
          </a:prstGeom>
          <a:ln w="2540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0" name="Rectangle 259">
            <a:extLst>
              <a:ext uri="{FF2B5EF4-FFF2-40B4-BE49-F238E27FC236}">
                <a16:creationId xmlns:a16="http://schemas.microsoft.com/office/drawing/2014/main" id="{AB0C4E54-709F-4AF9-80F6-BA8209112810}"/>
              </a:ext>
            </a:extLst>
          </p:cNvPr>
          <p:cNvSpPr/>
          <p:nvPr/>
        </p:nvSpPr>
        <p:spPr>
          <a:xfrm>
            <a:off x="445000" y="2783324"/>
            <a:ext cx="1660025" cy="276999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marL="173037" lv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200" dirty="0"/>
              <a:t>Single sided arrows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DA646F76-76CB-4E5F-B226-904F555E38B6}"/>
              </a:ext>
            </a:extLst>
          </p:cNvPr>
          <p:cNvSpPr/>
          <p:nvPr/>
        </p:nvSpPr>
        <p:spPr>
          <a:xfrm>
            <a:off x="6554496" y="650005"/>
            <a:ext cx="797013" cy="26161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Use case</a:t>
            </a:r>
          </a:p>
        </p:txBody>
      </p: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94ED92DF-9D81-4803-A9B4-22A7A7BEFE17}"/>
              </a:ext>
            </a:extLst>
          </p:cNvPr>
          <p:cNvCxnSpPr>
            <a:cxnSpLocks/>
          </p:cNvCxnSpPr>
          <p:nvPr/>
        </p:nvCxnSpPr>
        <p:spPr>
          <a:xfrm>
            <a:off x="6554498" y="902860"/>
            <a:ext cx="5232580" cy="0"/>
          </a:xfrm>
          <a:prstGeom prst="line">
            <a:avLst/>
          </a:prstGeom>
          <a:ln w="2540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Rectangle 97">
            <a:extLst>
              <a:ext uri="{FF2B5EF4-FFF2-40B4-BE49-F238E27FC236}">
                <a16:creationId xmlns:a16="http://schemas.microsoft.com/office/drawing/2014/main" id="{3293BC2C-ACA3-46AC-95CA-5BCCCA59E7E8}"/>
              </a:ext>
            </a:extLst>
          </p:cNvPr>
          <p:cNvSpPr>
            <a:spLocks noChangeAspect="1"/>
          </p:cNvSpPr>
          <p:nvPr/>
        </p:nvSpPr>
        <p:spPr bwMode="gray">
          <a:xfrm>
            <a:off x="8647113" y="3623477"/>
            <a:ext cx="1371600" cy="474292"/>
          </a:xfrm>
          <a:prstGeom prst="rect">
            <a:avLst/>
          </a:prstGeom>
          <a:solidFill>
            <a:srgbClr val="79B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 dirty="0"/>
              <a:t>Text</a:t>
            </a:r>
            <a:endParaRPr lang="en-US" sz="1000" dirty="0">
              <a:solidFill>
                <a:schemeClr val="lt1"/>
              </a:solidFill>
            </a:endParaRP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EC147E19-7329-479D-8B1A-9A4A31AC557B}"/>
              </a:ext>
            </a:extLst>
          </p:cNvPr>
          <p:cNvSpPr>
            <a:spLocks noChangeAspect="1"/>
          </p:cNvSpPr>
          <p:nvPr/>
        </p:nvSpPr>
        <p:spPr bwMode="gray">
          <a:xfrm>
            <a:off x="6869456" y="3323848"/>
            <a:ext cx="921150" cy="921150"/>
          </a:xfrm>
          <a:prstGeom prst="rect">
            <a:avLst/>
          </a:prstGeom>
          <a:solidFill>
            <a:schemeClr val="bg1"/>
          </a:solidFill>
          <a:ln w="25400">
            <a:solidFill>
              <a:srgbClr val="1D46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000" dirty="0">
              <a:solidFill>
                <a:schemeClr val="lt1"/>
              </a:solidFill>
            </a:endParaRP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AD0F9A99-1858-46B3-B23B-B50DF05867B2}"/>
              </a:ext>
            </a:extLst>
          </p:cNvPr>
          <p:cNvSpPr>
            <a:spLocks noChangeAspect="1"/>
          </p:cNvSpPr>
          <p:nvPr/>
        </p:nvSpPr>
        <p:spPr bwMode="gray">
          <a:xfrm>
            <a:off x="6945656" y="3400048"/>
            <a:ext cx="921150" cy="921150"/>
          </a:xfrm>
          <a:prstGeom prst="rect">
            <a:avLst/>
          </a:prstGeom>
          <a:solidFill>
            <a:srgbClr val="1E45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 dirty="0"/>
              <a:t>Text</a:t>
            </a:r>
            <a:endParaRPr lang="en-US" sz="1000" dirty="0">
              <a:solidFill>
                <a:schemeClr val="lt1"/>
              </a:solidFill>
            </a:endParaRP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E22D7352-34B6-4C2D-B128-44CBB2443CE3}"/>
              </a:ext>
            </a:extLst>
          </p:cNvPr>
          <p:cNvCxnSpPr>
            <a:cxnSpLocks/>
          </p:cNvCxnSpPr>
          <p:nvPr/>
        </p:nvCxnSpPr>
        <p:spPr bwMode="gray">
          <a:xfrm>
            <a:off x="686982" y="1269953"/>
            <a:ext cx="1021853" cy="0"/>
          </a:xfrm>
          <a:prstGeom prst="line">
            <a:avLst/>
          </a:prstGeom>
          <a:ln w="25400">
            <a:solidFill>
              <a:srgbClr val="3F3F3F"/>
            </a:solidFill>
            <a:miter lim="800000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57198DC9-C1E4-4F61-878E-5E1413FBD121}"/>
              </a:ext>
            </a:extLst>
          </p:cNvPr>
          <p:cNvSpPr/>
          <p:nvPr/>
        </p:nvSpPr>
        <p:spPr>
          <a:xfrm>
            <a:off x="1856627" y="1103600"/>
            <a:ext cx="131617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800" dirty="0"/>
              <a:t>Use this connector to show the connections</a:t>
            </a: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6ED76DE7-C98C-4EB7-858D-47C01C269A8D}"/>
              </a:ext>
            </a:extLst>
          </p:cNvPr>
          <p:cNvCxnSpPr>
            <a:cxnSpLocks/>
          </p:cNvCxnSpPr>
          <p:nvPr/>
        </p:nvCxnSpPr>
        <p:spPr bwMode="gray">
          <a:xfrm>
            <a:off x="686982" y="1847803"/>
            <a:ext cx="1021853" cy="0"/>
          </a:xfrm>
          <a:prstGeom prst="line">
            <a:avLst/>
          </a:prstGeom>
          <a:ln w="25400">
            <a:solidFill>
              <a:srgbClr val="3F3F3F"/>
            </a:solidFill>
            <a:miter lim="800000"/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Rectangle 73">
            <a:extLst>
              <a:ext uri="{FF2B5EF4-FFF2-40B4-BE49-F238E27FC236}">
                <a16:creationId xmlns:a16="http://schemas.microsoft.com/office/drawing/2014/main" id="{445198F9-812B-4785-991D-3130367FA84B}"/>
              </a:ext>
            </a:extLst>
          </p:cNvPr>
          <p:cNvSpPr/>
          <p:nvPr/>
        </p:nvSpPr>
        <p:spPr>
          <a:xfrm>
            <a:off x="1856627" y="1702899"/>
            <a:ext cx="127092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800" dirty="0"/>
              <a:t>Use arrow connector to show the data flow</a:t>
            </a:r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6C28B1C8-178B-42C3-B5C2-F3962E6B9232}"/>
              </a:ext>
            </a:extLst>
          </p:cNvPr>
          <p:cNvCxnSpPr>
            <a:cxnSpLocks/>
          </p:cNvCxnSpPr>
          <p:nvPr/>
        </p:nvCxnSpPr>
        <p:spPr bwMode="gray">
          <a:xfrm>
            <a:off x="3172802" y="1269953"/>
            <a:ext cx="1021853" cy="0"/>
          </a:xfrm>
          <a:prstGeom prst="line">
            <a:avLst/>
          </a:prstGeom>
          <a:ln w="25400">
            <a:solidFill>
              <a:srgbClr val="3F3F3F"/>
            </a:solidFill>
            <a:prstDash val="sysDot"/>
            <a:miter lim="800000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BCCA1DC8-C450-47D5-9B41-FC5DAEB605C9}"/>
              </a:ext>
            </a:extLst>
          </p:cNvPr>
          <p:cNvCxnSpPr>
            <a:cxnSpLocks/>
          </p:cNvCxnSpPr>
          <p:nvPr/>
        </p:nvCxnSpPr>
        <p:spPr bwMode="gray">
          <a:xfrm>
            <a:off x="3172802" y="1847803"/>
            <a:ext cx="1021853" cy="0"/>
          </a:xfrm>
          <a:prstGeom prst="line">
            <a:avLst/>
          </a:prstGeom>
          <a:ln w="25400">
            <a:solidFill>
              <a:srgbClr val="3F3F3F"/>
            </a:solidFill>
            <a:prstDash val="sysDot"/>
            <a:miter lim="800000"/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BB744A53-0F42-49EB-9E62-58D860F7A77C}"/>
              </a:ext>
            </a:extLst>
          </p:cNvPr>
          <p:cNvCxnSpPr>
            <a:cxnSpLocks/>
          </p:cNvCxnSpPr>
          <p:nvPr/>
        </p:nvCxnSpPr>
        <p:spPr bwMode="gray">
          <a:xfrm>
            <a:off x="615545" y="3200400"/>
            <a:ext cx="449668" cy="0"/>
          </a:xfrm>
          <a:prstGeom prst="line">
            <a:avLst/>
          </a:prstGeom>
          <a:ln w="25400">
            <a:solidFill>
              <a:srgbClr val="3F3F3F"/>
            </a:solidFill>
            <a:miter lim="800000"/>
            <a:headEnd type="non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60908DD9-B6AA-4181-9C2C-B74177863E6B}"/>
              </a:ext>
            </a:extLst>
          </p:cNvPr>
          <p:cNvCxnSpPr>
            <a:cxnSpLocks/>
          </p:cNvCxnSpPr>
          <p:nvPr/>
        </p:nvCxnSpPr>
        <p:spPr bwMode="gray">
          <a:xfrm>
            <a:off x="1522413" y="3200400"/>
            <a:ext cx="457200" cy="0"/>
          </a:xfrm>
          <a:prstGeom prst="line">
            <a:avLst/>
          </a:prstGeom>
          <a:ln w="25400">
            <a:solidFill>
              <a:srgbClr val="3F3F3F"/>
            </a:solidFill>
            <a:miter lim="800000"/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E89D502-14F0-4E90-A8FC-B50450A40817}"/>
              </a:ext>
            </a:extLst>
          </p:cNvPr>
          <p:cNvCxnSpPr/>
          <p:nvPr/>
        </p:nvCxnSpPr>
        <p:spPr bwMode="gray">
          <a:xfrm>
            <a:off x="2671763" y="2971800"/>
            <a:ext cx="0" cy="457200"/>
          </a:xfrm>
          <a:prstGeom prst="line">
            <a:avLst/>
          </a:prstGeom>
          <a:ln w="25400">
            <a:solidFill>
              <a:srgbClr val="3F3F3F"/>
            </a:solidFill>
            <a:miter lim="800000"/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ADA8DE31-15F9-4712-AE1D-2D51934451F4}"/>
              </a:ext>
            </a:extLst>
          </p:cNvPr>
          <p:cNvCxnSpPr/>
          <p:nvPr/>
        </p:nvCxnSpPr>
        <p:spPr bwMode="gray">
          <a:xfrm>
            <a:off x="3600450" y="2971800"/>
            <a:ext cx="0" cy="457200"/>
          </a:xfrm>
          <a:prstGeom prst="line">
            <a:avLst/>
          </a:prstGeom>
          <a:ln w="25400">
            <a:solidFill>
              <a:srgbClr val="3F3F3F"/>
            </a:solidFill>
            <a:miter lim="800000"/>
            <a:headEnd type="non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3898DE7C-FE06-4802-8666-7A020D26EA52}"/>
              </a:ext>
            </a:extLst>
          </p:cNvPr>
          <p:cNvCxnSpPr>
            <a:cxnSpLocks/>
          </p:cNvCxnSpPr>
          <p:nvPr/>
        </p:nvCxnSpPr>
        <p:spPr bwMode="gray">
          <a:xfrm>
            <a:off x="4273145" y="3200400"/>
            <a:ext cx="449668" cy="0"/>
          </a:xfrm>
          <a:prstGeom prst="line">
            <a:avLst/>
          </a:prstGeom>
          <a:ln w="25400">
            <a:solidFill>
              <a:srgbClr val="3F3F3F"/>
            </a:solidFill>
            <a:prstDash val="sysDot"/>
            <a:miter lim="800000"/>
            <a:headEnd type="non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6983922E-BEDD-4403-9AD4-A5205CAEFDDD}"/>
              </a:ext>
            </a:extLst>
          </p:cNvPr>
          <p:cNvCxnSpPr>
            <a:cxnSpLocks/>
          </p:cNvCxnSpPr>
          <p:nvPr/>
        </p:nvCxnSpPr>
        <p:spPr bwMode="gray">
          <a:xfrm>
            <a:off x="5180013" y="3200400"/>
            <a:ext cx="457200" cy="0"/>
          </a:xfrm>
          <a:prstGeom prst="line">
            <a:avLst/>
          </a:prstGeom>
          <a:ln w="25400">
            <a:solidFill>
              <a:srgbClr val="3F3F3F"/>
            </a:solidFill>
            <a:prstDash val="sysDot"/>
            <a:miter lim="800000"/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B7DFC8C9-FC33-47F9-B7F7-11639CB29539}"/>
              </a:ext>
            </a:extLst>
          </p:cNvPr>
          <p:cNvCxnSpPr/>
          <p:nvPr/>
        </p:nvCxnSpPr>
        <p:spPr bwMode="gray">
          <a:xfrm>
            <a:off x="840379" y="3425236"/>
            <a:ext cx="0" cy="457200"/>
          </a:xfrm>
          <a:prstGeom prst="line">
            <a:avLst/>
          </a:prstGeom>
          <a:ln w="25400">
            <a:solidFill>
              <a:srgbClr val="3F3F3F"/>
            </a:solidFill>
            <a:prstDash val="sysDot"/>
            <a:miter lim="800000"/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895F3C7E-3515-487F-A751-CB7B9FEA96D5}"/>
              </a:ext>
            </a:extLst>
          </p:cNvPr>
          <p:cNvCxnSpPr/>
          <p:nvPr/>
        </p:nvCxnSpPr>
        <p:spPr bwMode="gray">
          <a:xfrm>
            <a:off x="1751013" y="3425236"/>
            <a:ext cx="0" cy="457200"/>
          </a:xfrm>
          <a:prstGeom prst="line">
            <a:avLst/>
          </a:prstGeom>
          <a:ln w="25400">
            <a:solidFill>
              <a:srgbClr val="3F3F3F"/>
            </a:solidFill>
            <a:prstDash val="sysDot"/>
            <a:miter lim="800000"/>
            <a:headEnd type="non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Rectangle 130">
            <a:extLst>
              <a:ext uri="{FF2B5EF4-FFF2-40B4-BE49-F238E27FC236}">
                <a16:creationId xmlns:a16="http://schemas.microsoft.com/office/drawing/2014/main" id="{25F19FD6-C649-4B7F-8341-A37BCAD27E78}"/>
              </a:ext>
            </a:extLst>
          </p:cNvPr>
          <p:cNvSpPr/>
          <p:nvPr/>
        </p:nvSpPr>
        <p:spPr>
          <a:xfrm>
            <a:off x="445000" y="4244998"/>
            <a:ext cx="1777500" cy="276999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marL="173037" lv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200" dirty="0"/>
              <a:t>Double sided arrows</a:t>
            </a:r>
          </a:p>
        </p:txBody>
      </p: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7EB7C770-145D-4AAA-9634-894017041918}"/>
              </a:ext>
            </a:extLst>
          </p:cNvPr>
          <p:cNvCxnSpPr>
            <a:cxnSpLocks/>
          </p:cNvCxnSpPr>
          <p:nvPr/>
        </p:nvCxnSpPr>
        <p:spPr bwMode="gray">
          <a:xfrm>
            <a:off x="615545" y="4687474"/>
            <a:ext cx="449668" cy="0"/>
          </a:xfrm>
          <a:prstGeom prst="line">
            <a:avLst/>
          </a:prstGeom>
          <a:ln w="25400">
            <a:solidFill>
              <a:srgbClr val="3F3F3F"/>
            </a:solidFill>
            <a:miter lim="800000"/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B11304B8-742C-4678-BBDC-29153B842D76}"/>
              </a:ext>
            </a:extLst>
          </p:cNvPr>
          <p:cNvCxnSpPr/>
          <p:nvPr/>
        </p:nvCxnSpPr>
        <p:spPr bwMode="gray">
          <a:xfrm>
            <a:off x="840379" y="4877974"/>
            <a:ext cx="0" cy="457200"/>
          </a:xfrm>
          <a:prstGeom prst="line">
            <a:avLst/>
          </a:prstGeom>
          <a:ln w="25400">
            <a:solidFill>
              <a:srgbClr val="3F3F3F"/>
            </a:solidFill>
            <a:miter lim="800000"/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CC8EAC6B-82B1-43C2-A1EA-7BF0530FEB54}"/>
              </a:ext>
            </a:extLst>
          </p:cNvPr>
          <p:cNvCxnSpPr>
            <a:cxnSpLocks/>
          </p:cNvCxnSpPr>
          <p:nvPr/>
        </p:nvCxnSpPr>
        <p:spPr bwMode="gray">
          <a:xfrm>
            <a:off x="1529945" y="4687474"/>
            <a:ext cx="449668" cy="0"/>
          </a:xfrm>
          <a:prstGeom prst="line">
            <a:avLst/>
          </a:prstGeom>
          <a:ln w="25400">
            <a:solidFill>
              <a:srgbClr val="3F3F3F"/>
            </a:solidFill>
            <a:miter lim="800000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8D97D303-42E9-4232-AC5D-F07F5D449B49}"/>
              </a:ext>
            </a:extLst>
          </p:cNvPr>
          <p:cNvCxnSpPr/>
          <p:nvPr/>
        </p:nvCxnSpPr>
        <p:spPr bwMode="gray">
          <a:xfrm>
            <a:off x="1754779" y="4877974"/>
            <a:ext cx="0" cy="457200"/>
          </a:xfrm>
          <a:prstGeom prst="line">
            <a:avLst/>
          </a:prstGeom>
          <a:ln w="25400">
            <a:solidFill>
              <a:srgbClr val="3F3F3F"/>
            </a:solidFill>
            <a:miter lim="800000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A1DA2AEC-0BFB-4222-8EA4-EE7C6B91B20E}"/>
              </a:ext>
            </a:extLst>
          </p:cNvPr>
          <p:cNvCxnSpPr>
            <a:cxnSpLocks/>
          </p:cNvCxnSpPr>
          <p:nvPr/>
        </p:nvCxnSpPr>
        <p:spPr bwMode="gray">
          <a:xfrm>
            <a:off x="2436813" y="4687474"/>
            <a:ext cx="449668" cy="0"/>
          </a:xfrm>
          <a:prstGeom prst="line">
            <a:avLst/>
          </a:prstGeom>
          <a:ln w="25400">
            <a:solidFill>
              <a:srgbClr val="3F3F3F"/>
            </a:solidFill>
            <a:prstDash val="sysDot"/>
            <a:miter lim="800000"/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0E625C3D-A367-4F7B-A29C-A7D61D47FEA6}"/>
              </a:ext>
            </a:extLst>
          </p:cNvPr>
          <p:cNvCxnSpPr/>
          <p:nvPr/>
        </p:nvCxnSpPr>
        <p:spPr bwMode="gray">
          <a:xfrm>
            <a:off x="2661647" y="4877974"/>
            <a:ext cx="0" cy="457200"/>
          </a:xfrm>
          <a:prstGeom prst="line">
            <a:avLst/>
          </a:prstGeom>
          <a:ln w="25400">
            <a:solidFill>
              <a:srgbClr val="3F3F3F"/>
            </a:solidFill>
            <a:prstDash val="sysDot"/>
            <a:miter lim="800000"/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8E116EB8-9099-4554-B68E-841899D0C71B}"/>
              </a:ext>
            </a:extLst>
          </p:cNvPr>
          <p:cNvCxnSpPr>
            <a:cxnSpLocks/>
          </p:cNvCxnSpPr>
          <p:nvPr/>
        </p:nvCxnSpPr>
        <p:spPr bwMode="gray">
          <a:xfrm>
            <a:off x="3351213" y="4687474"/>
            <a:ext cx="449668" cy="0"/>
          </a:xfrm>
          <a:prstGeom prst="line">
            <a:avLst/>
          </a:prstGeom>
          <a:ln w="25400">
            <a:solidFill>
              <a:srgbClr val="3F3F3F"/>
            </a:solidFill>
            <a:prstDash val="sysDot"/>
            <a:miter lim="800000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BD87CA50-753F-4E12-85FF-DD499759F902}"/>
              </a:ext>
            </a:extLst>
          </p:cNvPr>
          <p:cNvCxnSpPr/>
          <p:nvPr/>
        </p:nvCxnSpPr>
        <p:spPr bwMode="gray">
          <a:xfrm>
            <a:off x="3576047" y="4877974"/>
            <a:ext cx="0" cy="457200"/>
          </a:xfrm>
          <a:prstGeom prst="line">
            <a:avLst/>
          </a:prstGeom>
          <a:ln w="25400">
            <a:solidFill>
              <a:srgbClr val="3F3F3F"/>
            </a:solidFill>
            <a:prstDash val="sysDot"/>
            <a:miter lim="800000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172F3FB8-230B-4436-B182-F84D20CAAFA2}"/>
              </a:ext>
            </a:extLst>
          </p:cNvPr>
          <p:cNvCxnSpPr>
            <a:cxnSpLocks/>
            <a:endCxn id="125" idx="0"/>
          </p:cNvCxnSpPr>
          <p:nvPr/>
        </p:nvCxnSpPr>
        <p:spPr bwMode="gray">
          <a:xfrm>
            <a:off x="7238283" y="2378140"/>
            <a:ext cx="13162" cy="859983"/>
          </a:xfrm>
          <a:prstGeom prst="line">
            <a:avLst/>
          </a:prstGeom>
          <a:ln w="25400">
            <a:solidFill>
              <a:srgbClr val="3F3F3F"/>
            </a:solidFill>
            <a:miter lim="800000"/>
            <a:headEnd type="non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8EFB1046-E307-40FF-8CBD-602692FD0DB2}"/>
              </a:ext>
            </a:extLst>
          </p:cNvPr>
          <p:cNvCxnSpPr>
            <a:cxnSpLocks/>
            <a:endCxn id="98" idx="1"/>
          </p:cNvCxnSpPr>
          <p:nvPr/>
        </p:nvCxnSpPr>
        <p:spPr bwMode="gray">
          <a:xfrm flipV="1">
            <a:off x="7866806" y="3860623"/>
            <a:ext cx="780307" cy="178"/>
          </a:xfrm>
          <a:prstGeom prst="line">
            <a:avLst/>
          </a:prstGeom>
          <a:ln w="25400">
            <a:solidFill>
              <a:srgbClr val="3F3F3F"/>
            </a:solidFill>
            <a:prstDash val="sysDot"/>
            <a:miter lim="800000"/>
            <a:headEnd type="non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Rectangle 141">
            <a:extLst>
              <a:ext uri="{FF2B5EF4-FFF2-40B4-BE49-F238E27FC236}">
                <a16:creationId xmlns:a16="http://schemas.microsoft.com/office/drawing/2014/main" id="{7545A809-2D28-4439-9426-12A303ADC179}"/>
              </a:ext>
            </a:extLst>
          </p:cNvPr>
          <p:cNvSpPr>
            <a:spLocks noChangeAspect="1"/>
          </p:cNvSpPr>
          <p:nvPr/>
        </p:nvSpPr>
        <p:spPr bwMode="gray">
          <a:xfrm>
            <a:off x="6725256" y="5299677"/>
            <a:ext cx="1371600" cy="474292"/>
          </a:xfrm>
          <a:prstGeom prst="rect">
            <a:avLst/>
          </a:prstGeom>
          <a:solidFill>
            <a:srgbClr val="79B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 dirty="0"/>
              <a:t>Text</a:t>
            </a:r>
            <a:endParaRPr lang="en-US" sz="1000" dirty="0">
              <a:solidFill>
                <a:schemeClr val="lt1"/>
              </a:solidFill>
            </a:endParaRPr>
          </a:p>
        </p:txBody>
      </p: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00AE5CAC-2275-4195-8602-71360B67C6F5}"/>
              </a:ext>
            </a:extLst>
          </p:cNvPr>
          <p:cNvCxnSpPr>
            <a:cxnSpLocks/>
            <a:stCxn id="123" idx="2"/>
            <a:endCxn id="142" idx="0"/>
          </p:cNvCxnSpPr>
          <p:nvPr/>
        </p:nvCxnSpPr>
        <p:spPr bwMode="gray">
          <a:xfrm>
            <a:off x="7406231" y="4321198"/>
            <a:ext cx="4825" cy="978479"/>
          </a:xfrm>
          <a:prstGeom prst="line">
            <a:avLst/>
          </a:prstGeom>
          <a:ln w="25400">
            <a:solidFill>
              <a:srgbClr val="3F3F3F"/>
            </a:solidFill>
            <a:miter lim="800000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Rectangle 143">
            <a:extLst>
              <a:ext uri="{FF2B5EF4-FFF2-40B4-BE49-F238E27FC236}">
                <a16:creationId xmlns:a16="http://schemas.microsoft.com/office/drawing/2014/main" id="{B9ACB8C1-D155-449C-BFC2-DADB55358926}"/>
              </a:ext>
            </a:extLst>
          </p:cNvPr>
          <p:cNvSpPr>
            <a:spLocks noChangeAspect="1"/>
          </p:cNvSpPr>
          <p:nvPr/>
        </p:nvSpPr>
        <p:spPr bwMode="gray">
          <a:xfrm>
            <a:off x="10018713" y="2064300"/>
            <a:ext cx="1371600" cy="474292"/>
          </a:xfrm>
          <a:prstGeom prst="rect">
            <a:avLst/>
          </a:prstGeom>
          <a:solidFill>
            <a:srgbClr val="228E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 dirty="0"/>
              <a:t>Text</a:t>
            </a:r>
            <a:endParaRPr lang="en-US" sz="1000" dirty="0">
              <a:solidFill>
                <a:schemeClr val="lt1"/>
              </a:solidFill>
            </a:endParaRPr>
          </a:p>
        </p:txBody>
      </p: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44A7BC68-7842-42CC-A841-B58D91F14735}"/>
              </a:ext>
            </a:extLst>
          </p:cNvPr>
          <p:cNvCxnSpPr>
            <a:stCxn id="98" idx="0"/>
            <a:endCxn id="144" idx="1"/>
          </p:cNvCxnSpPr>
          <p:nvPr/>
        </p:nvCxnSpPr>
        <p:spPr bwMode="gray">
          <a:xfrm rot="5400000" flipH="1" flipV="1">
            <a:off x="9014798" y="2619562"/>
            <a:ext cx="1322031" cy="685800"/>
          </a:xfrm>
          <a:prstGeom prst="bentConnector2">
            <a:avLst/>
          </a:prstGeom>
          <a:ln w="25400">
            <a:solidFill>
              <a:srgbClr val="3F3F3F"/>
            </a:solidFill>
            <a:miter lim="800000"/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8" name="Group 77">
            <a:extLst>
              <a:ext uri="{FF2B5EF4-FFF2-40B4-BE49-F238E27FC236}">
                <a16:creationId xmlns:a16="http://schemas.microsoft.com/office/drawing/2014/main" id="{AC839237-561C-4652-9BB0-DC43E1AE4035}"/>
              </a:ext>
            </a:extLst>
          </p:cNvPr>
          <p:cNvGrpSpPr/>
          <p:nvPr/>
        </p:nvGrpSpPr>
        <p:grpSpPr>
          <a:xfrm>
            <a:off x="6730907" y="1479751"/>
            <a:ext cx="1021826" cy="918580"/>
            <a:chOff x="616188" y="1824622"/>
            <a:chExt cx="1021826" cy="918580"/>
          </a:xfrm>
        </p:grpSpPr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FAD61E91-1AD2-45A0-AB33-F14A23AA41E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16188" y="1824622"/>
              <a:ext cx="1021826" cy="918580"/>
            </a:xfrm>
            <a:prstGeom prst="rect">
              <a:avLst/>
            </a:prstGeom>
            <a:solidFill>
              <a:srgbClr val="248ED0"/>
            </a:solidFill>
            <a:ln>
              <a:noFill/>
            </a:ln>
            <a:effectLst/>
          </p:spPr>
          <p:txBody>
            <a:bodyPr vert="horz" wrap="square" lIns="91440" tIns="91440" rIns="91440" bIns="91440" numCol="1" anchor="b" anchorCtr="1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sz="800" dirty="0">
                  <a:solidFill>
                    <a:schemeClr val="bg1"/>
                  </a:solidFill>
                </a:rPr>
                <a:t>Text</a:t>
              </a:r>
            </a:p>
          </p:txBody>
        </p:sp>
        <p:grpSp>
          <p:nvGrpSpPr>
            <p:cNvPr id="81" name="Group 4">
              <a:extLst>
                <a:ext uri="{FF2B5EF4-FFF2-40B4-BE49-F238E27FC236}">
                  <a16:creationId xmlns:a16="http://schemas.microsoft.com/office/drawing/2014/main" id="{6E598FDB-33BF-4EE3-9200-45E1C83E95F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98854" y="1939041"/>
              <a:ext cx="456494" cy="458505"/>
              <a:chOff x="3612" y="1931"/>
              <a:chExt cx="454" cy="456"/>
            </a:xfrm>
            <a:solidFill>
              <a:schemeClr val="bg1"/>
            </a:solidFill>
          </p:grpSpPr>
          <p:sp>
            <p:nvSpPr>
              <p:cNvPr id="82" name="Freeform 5">
                <a:extLst>
                  <a:ext uri="{FF2B5EF4-FFF2-40B4-BE49-F238E27FC236}">
                    <a16:creationId xmlns:a16="http://schemas.microsoft.com/office/drawing/2014/main" id="{18018F82-9CCE-49D2-8B92-A69A5073F8F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612" y="1931"/>
                <a:ext cx="454" cy="129"/>
              </a:xfrm>
              <a:custGeom>
                <a:avLst/>
                <a:gdLst>
                  <a:gd name="T0" fmla="*/ 0 w 454"/>
                  <a:gd name="T1" fmla="*/ 0 h 129"/>
                  <a:gd name="T2" fmla="*/ 0 w 454"/>
                  <a:gd name="T3" fmla="*/ 129 h 129"/>
                  <a:gd name="T4" fmla="*/ 454 w 454"/>
                  <a:gd name="T5" fmla="*/ 129 h 129"/>
                  <a:gd name="T6" fmla="*/ 454 w 454"/>
                  <a:gd name="T7" fmla="*/ 0 h 129"/>
                  <a:gd name="T8" fmla="*/ 0 w 454"/>
                  <a:gd name="T9" fmla="*/ 0 h 129"/>
                  <a:gd name="T10" fmla="*/ 435 w 454"/>
                  <a:gd name="T11" fmla="*/ 110 h 129"/>
                  <a:gd name="T12" fmla="*/ 19 w 454"/>
                  <a:gd name="T13" fmla="*/ 110 h 129"/>
                  <a:gd name="T14" fmla="*/ 19 w 454"/>
                  <a:gd name="T15" fmla="*/ 19 h 129"/>
                  <a:gd name="T16" fmla="*/ 435 w 454"/>
                  <a:gd name="T17" fmla="*/ 19 h 129"/>
                  <a:gd name="T18" fmla="*/ 435 w 454"/>
                  <a:gd name="T19" fmla="*/ 110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54" h="129">
                    <a:moveTo>
                      <a:pt x="0" y="0"/>
                    </a:moveTo>
                    <a:lnTo>
                      <a:pt x="0" y="129"/>
                    </a:lnTo>
                    <a:lnTo>
                      <a:pt x="454" y="129"/>
                    </a:lnTo>
                    <a:lnTo>
                      <a:pt x="454" y="0"/>
                    </a:lnTo>
                    <a:lnTo>
                      <a:pt x="0" y="0"/>
                    </a:lnTo>
                    <a:close/>
                    <a:moveTo>
                      <a:pt x="435" y="110"/>
                    </a:moveTo>
                    <a:lnTo>
                      <a:pt x="19" y="110"/>
                    </a:lnTo>
                    <a:lnTo>
                      <a:pt x="19" y="19"/>
                    </a:lnTo>
                    <a:lnTo>
                      <a:pt x="435" y="19"/>
                    </a:lnTo>
                    <a:lnTo>
                      <a:pt x="435" y="11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3" name="Freeform 6">
                <a:extLst>
                  <a:ext uri="{FF2B5EF4-FFF2-40B4-BE49-F238E27FC236}">
                    <a16:creationId xmlns:a16="http://schemas.microsoft.com/office/drawing/2014/main" id="{E7862963-ACA4-44AC-8F3C-7BCFAD57E32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612" y="2095"/>
                <a:ext cx="454" cy="129"/>
              </a:xfrm>
              <a:custGeom>
                <a:avLst/>
                <a:gdLst>
                  <a:gd name="T0" fmla="*/ 0 w 454"/>
                  <a:gd name="T1" fmla="*/ 129 h 129"/>
                  <a:gd name="T2" fmla="*/ 454 w 454"/>
                  <a:gd name="T3" fmla="*/ 129 h 129"/>
                  <a:gd name="T4" fmla="*/ 454 w 454"/>
                  <a:gd name="T5" fmla="*/ 0 h 129"/>
                  <a:gd name="T6" fmla="*/ 0 w 454"/>
                  <a:gd name="T7" fmla="*/ 0 h 129"/>
                  <a:gd name="T8" fmla="*/ 0 w 454"/>
                  <a:gd name="T9" fmla="*/ 129 h 129"/>
                  <a:gd name="T10" fmla="*/ 19 w 454"/>
                  <a:gd name="T11" fmla="*/ 19 h 129"/>
                  <a:gd name="T12" fmla="*/ 435 w 454"/>
                  <a:gd name="T13" fmla="*/ 19 h 129"/>
                  <a:gd name="T14" fmla="*/ 435 w 454"/>
                  <a:gd name="T15" fmla="*/ 110 h 129"/>
                  <a:gd name="T16" fmla="*/ 19 w 454"/>
                  <a:gd name="T17" fmla="*/ 110 h 129"/>
                  <a:gd name="T18" fmla="*/ 19 w 454"/>
                  <a:gd name="T19" fmla="*/ 19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54" h="129">
                    <a:moveTo>
                      <a:pt x="0" y="129"/>
                    </a:moveTo>
                    <a:lnTo>
                      <a:pt x="454" y="129"/>
                    </a:lnTo>
                    <a:lnTo>
                      <a:pt x="454" y="0"/>
                    </a:lnTo>
                    <a:lnTo>
                      <a:pt x="0" y="0"/>
                    </a:lnTo>
                    <a:lnTo>
                      <a:pt x="0" y="129"/>
                    </a:lnTo>
                    <a:close/>
                    <a:moveTo>
                      <a:pt x="19" y="19"/>
                    </a:moveTo>
                    <a:lnTo>
                      <a:pt x="435" y="19"/>
                    </a:lnTo>
                    <a:lnTo>
                      <a:pt x="435" y="110"/>
                    </a:lnTo>
                    <a:lnTo>
                      <a:pt x="19" y="110"/>
                    </a:lnTo>
                    <a:lnTo>
                      <a:pt x="19" y="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4" name="Freeform 7">
                <a:extLst>
                  <a:ext uri="{FF2B5EF4-FFF2-40B4-BE49-F238E27FC236}">
                    <a16:creationId xmlns:a16="http://schemas.microsoft.com/office/drawing/2014/main" id="{95108C9F-922D-4EFC-A66E-68E4A08FE08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612" y="2257"/>
                <a:ext cx="454" cy="130"/>
              </a:xfrm>
              <a:custGeom>
                <a:avLst/>
                <a:gdLst>
                  <a:gd name="T0" fmla="*/ 0 w 454"/>
                  <a:gd name="T1" fmla="*/ 130 h 130"/>
                  <a:gd name="T2" fmla="*/ 454 w 454"/>
                  <a:gd name="T3" fmla="*/ 130 h 130"/>
                  <a:gd name="T4" fmla="*/ 454 w 454"/>
                  <a:gd name="T5" fmla="*/ 0 h 130"/>
                  <a:gd name="T6" fmla="*/ 0 w 454"/>
                  <a:gd name="T7" fmla="*/ 0 h 130"/>
                  <a:gd name="T8" fmla="*/ 0 w 454"/>
                  <a:gd name="T9" fmla="*/ 130 h 130"/>
                  <a:gd name="T10" fmla="*/ 19 w 454"/>
                  <a:gd name="T11" fmla="*/ 19 h 130"/>
                  <a:gd name="T12" fmla="*/ 435 w 454"/>
                  <a:gd name="T13" fmla="*/ 19 h 130"/>
                  <a:gd name="T14" fmla="*/ 435 w 454"/>
                  <a:gd name="T15" fmla="*/ 111 h 130"/>
                  <a:gd name="T16" fmla="*/ 19 w 454"/>
                  <a:gd name="T17" fmla="*/ 111 h 130"/>
                  <a:gd name="T18" fmla="*/ 19 w 454"/>
                  <a:gd name="T19" fmla="*/ 19 h 1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54" h="130">
                    <a:moveTo>
                      <a:pt x="0" y="130"/>
                    </a:moveTo>
                    <a:lnTo>
                      <a:pt x="454" y="130"/>
                    </a:lnTo>
                    <a:lnTo>
                      <a:pt x="454" y="0"/>
                    </a:lnTo>
                    <a:lnTo>
                      <a:pt x="0" y="0"/>
                    </a:lnTo>
                    <a:lnTo>
                      <a:pt x="0" y="130"/>
                    </a:lnTo>
                    <a:close/>
                    <a:moveTo>
                      <a:pt x="19" y="19"/>
                    </a:moveTo>
                    <a:lnTo>
                      <a:pt x="435" y="19"/>
                    </a:lnTo>
                    <a:lnTo>
                      <a:pt x="435" y="111"/>
                    </a:lnTo>
                    <a:lnTo>
                      <a:pt x="19" y="111"/>
                    </a:lnTo>
                    <a:lnTo>
                      <a:pt x="19" y="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5" name="Rectangle 8">
                <a:extLst>
                  <a:ext uri="{FF2B5EF4-FFF2-40B4-BE49-F238E27FC236}">
                    <a16:creationId xmlns:a16="http://schemas.microsoft.com/office/drawing/2014/main" id="{730D9292-E359-48D3-BDB4-D044F0CC7B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2" y="1963"/>
                <a:ext cx="19" cy="6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91" name="Rectangle 9">
                <a:extLst>
                  <a:ext uri="{FF2B5EF4-FFF2-40B4-BE49-F238E27FC236}">
                    <a16:creationId xmlns:a16="http://schemas.microsoft.com/office/drawing/2014/main" id="{49DCDF35-69BA-49DB-9BD4-D72348F9B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66" y="1963"/>
                <a:ext cx="19" cy="6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99" name="Rectangle 10">
                <a:extLst>
                  <a:ext uri="{FF2B5EF4-FFF2-40B4-BE49-F238E27FC236}">
                    <a16:creationId xmlns:a16="http://schemas.microsoft.com/office/drawing/2014/main" id="{430352B8-401B-475B-B027-A83ABC1028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29" y="1963"/>
                <a:ext cx="19" cy="6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22" name="Rectangle 11">
                <a:extLst>
                  <a:ext uri="{FF2B5EF4-FFF2-40B4-BE49-F238E27FC236}">
                    <a16:creationId xmlns:a16="http://schemas.microsoft.com/office/drawing/2014/main" id="{829664E3-87B7-48BE-A6B5-B690BBED91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29" y="2127"/>
                <a:ext cx="19" cy="64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27" name="Rectangle 12">
                <a:extLst>
                  <a:ext uri="{FF2B5EF4-FFF2-40B4-BE49-F238E27FC236}">
                    <a16:creationId xmlns:a16="http://schemas.microsoft.com/office/drawing/2014/main" id="{AA956F92-78E4-4845-BB4F-C105BB3269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92" y="1963"/>
                <a:ext cx="19" cy="6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45" name="Rectangle 13">
                <a:extLst>
                  <a:ext uri="{FF2B5EF4-FFF2-40B4-BE49-F238E27FC236}">
                    <a16:creationId xmlns:a16="http://schemas.microsoft.com/office/drawing/2014/main" id="{A9C08562-4E62-43C3-B0A0-C1C693AE2B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92" y="2127"/>
                <a:ext cx="19" cy="64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46" name="Oval 14">
                <a:extLst>
                  <a:ext uri="{FF2B5EF4-FFF2-40B4-BE49-F238E27FC236}">
                    <a16:creationId xmlns:a16="http://schemas.microsoft.com/office/drawing/2014/main" id="{EF01CE44-337F-4F86-8B28-2B140CFE3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65" y="1972"/>
                <a:ext cx="44" cy="4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47" name="Rectangle 15">
                <a:extLst>
                  <a:ext uri="{FF2B5EF4-FFF2-40B4-BE49-F238E27FC236}">
                    <a16:creationId xmlns:a16="http://schemas.microsoft.com/office/drawing/2014/main" id="{A15F0EF5-7B31-4777-B02D-947251035B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2" y="2127"/>
                <a:ext cx="19" cy="64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48" name="Rectangle 16">
                <a:extLst>
                  <a:ext uri="{FF2B5EF4-FFF2-40B4-BE49-F238E27FC236}">
                    <a16:creationId xmlns:a16="http://schemas.microsoft.com/office/drawing/2014/main" id="{D5D753ED-0781-48F4-BAAF-1533776F15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66" y="2127"/>
                <a:ext cx="19" cy="64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49" name="Oval 17">
                <a:extLst>
                  <a:ext uri="{FF2B5EF4-FFF2-40B4-BE49-F238E27FC236}">
                    <a16:creationId xmlns:a16="http://schemas.microsoft.com/office/drawing/2014/main" id="{F46C8B82-E508-4018-944B-C74AEC0236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65" y="2135"/>
                <a:ext cx="44" cy="44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50" name="Rectangle 18">
                <a:extLst>
                  <a:ext uri="{FF2B5EF4-FFF2-40B4-BE49-F238E27FC236}">
                    <a16:creationId xmlns:a16="http://schemas.microsoft.com/office/drawing/2014/main" id="{77280E0F-284D-4C6E-9C75-6A40687D7C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2" y="2289"/>
                <a:ext cx="19" cy="66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51" name="Rectangle 19">
                <a:extLst>
                  <a:ext uri="{FF2B5EF4-FFF2-40B4-BE49-F238E27FC236}">
                    <a16:creationId xmlns:a16="http://schemas.microsoft.com/office/drawing/2014/main" id="{AE5F1066-CAC0-4575-8C6B-C53FD81321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66" y="2289"/>
                <a:ext cx="19" cy="66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52" name="Rectangle 20">
                <a:extLst>
                  <a:ext uri="{FF2B5EF4-FFF2-40B4-BE49-F238E27FC236}">
                    <a16:creationId xmlns:a16="http://schemas.microsoft.com/office/drawing/2014/main" id="{AB6520AA-1EAD-4B2B-89DC-8CE922627E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29" y="2289"/>
                <a:ext cx="19" cy="66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53" name="Rectangle 21">
                <a:extLst>
                  <a:ext uri="{FF2B5EF4-FFF2-40B4-BE49-F238E27FC236}">
                    <a16:creationId xmlns:a16="http://schemas.microsoft.com/office/drawing/2014/main" id="{18503F88-6352-4741-9217-E8B6F9423F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92" y="2289"/>
                <a:ext cx="19" cy="66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54" name="Oval 22">
                <a:extLst>
                  <a:ext uri="{FF2B5EF4-FFF2-40B4-BE49-F238E27FC236}">
                    <a16:creationId xmlns:a16="http://schemas.microsoft.com/office/drawing/2014/main" id="{EC8C5F05-884D-457D-8EAE-AAF928437A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65" y="2299"/>
                <a:ext cx="44" cy="4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58973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creen Recording 2020-07-17 at 8.14.53 PM" descr="Screen Recording 2020-07-17 at 8.14.53 PM">
            <a:hlinkClick r:id="" action="ppaction://media"/>
            <a:extLst>
              <a:ext uri="{FF2B5EF4-FFF2-40B4-BE49-F238E27FC236}">
                <a16:creationId xmlns:a16="http://schemas.microsoft.com/office/drawing/2014/main" id="{2B2531EC-A723-524D-861B-97E37D430EF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235407" y="2943586"/>
            <a:ext cx="5844305" cy="3291708"/>
          </a:xfrm>
          <a:prstGeom prst="rect">
            <a:avLst/>
          </a:prstGeom>
        </p:spPr>
      </p:pic>
      <p:sp>
        <p:nvSpPr>
          <p:cNvPr id="10" name="Title 4">
            <a:extLst>
              <a:ext uri="{FF2B5EF4-FFF2-40B4-BE49-F238E27FC236}">
                <a16:creationId xmlns:a16="http://schemas.microsoft.com/office/drawing/2014/main" id="{F4CD8F40-1082-4982-B31A-2882AE00E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</p:spPr>
        <p:txBody>
          <a:bodyPr/>
          <a:lstStyle/>
          <a:p>
            <a:r>
              <a:rPr lang="en-US" dirty="0"/>
              <a:t>Drawing Technical diagrams</a:t>
            </a:r>
          </a:p>
        </p:txBody>
      </p:sp>
      <p:sp>
        <p:nvSpPr>
          <p:cNvPr id="11" name="Subtitle 1">
            <a:extLst>
              <a:ext uri="{FF2B5EF4-FFF2-40B4-BE49-F238E27FC236}">
                <a16:creationId xmlns:a16="http://schemas.microsoft.com/office/drawing/2014/main" id="{D48730DF-B310-4628-A463-9BFF396D152E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592866" y="811830"/>
            <a:ext cx="10962687" cy="247743"/>
          </a:xfrm>
        </p:spPr>
        <p:txBody>
          <a:bodyPr/>
          <a:lstStyle/>
          <a:p>
            <a:r>
              <a:rPr lang="en-US" dirty="0"/>
              <a:t>How to use the arrows and connectors?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0E7C681-6F7F-4D80-9449-12630B4EDC64}"/>
              </a:ext>
            </a:extLst>
          </p:cNvPr>
          <p:cNvSpPr/>
          <p:nvPr/>
        </p:nvSpPr>
        <p:spPr>
          <a:xfrm>
            <a:off x="427261" y="1267148"/>
            <a:ext cx="6249764" cy="1061829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marL="344487" lvl="1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First draw the required boxes with text </a:t>
            </a:r>
          </a:p>
          <a:p>
            <a:pPr marL="344487" lvl="1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Copy and paste the arrows and move them to their correct position.</a:t>
            </a:r>
          </a:p>
          <a:p>
            <a:pPr marL="344487" lvl="1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Resize the arrow if required.</a:t>
            </a:r>
          </a:p>
          <a:p>
            <a:pPr marL="344487" lvl="1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Use color to differentiate the data flows.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EA797546-5B58-4B4D-A46E-88D7E98E5D5E}"/>
              </a:ext>
            </a:extLst>
          </p:cNvPr>
          <p:cNvCxnSpPr>
            <a:cxnSpLocks/>
          </p:cNvCxnSpPr>
          <p:nvPr/>
        </p:nvCxnSpPr>
        <p:spPr bwMode="gray">
          <a:xfrm>
            <a:off x="6115407" y="661002"/>
            <a:ext cx="449668" cy="0"/>
          </a:xfrm>
          <a:prstGeom prst="line">
            <a:avLst/>
          </a:prstGeom>
          <a:ln w="25400">
            <a:solidFill>
              <a:srgbClr val="3F3F3F"/>
            </a:solidFill>
            <a:miter lim="800000"/>
            <a:headEnd type="non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6F1A860E-9F93-4639-932B-00870FBB0C78}"/>
              </a:ext>
            </a:extLst>
          </p:cNvPr>
          <p:cNvCxnSpPr>
            <a:cxnSpLocks/>
          </p:cNvCxnSpPr>
          <p:nvPr/>
        </p:nvCxnSpPr>
        <p:spPr bwMode="gray">
          <a:xfrm>
            <a:off x="7022275" y="661002"/>
            <a:ext cx="457200" cy="0"/>
          </a:xfrm>
          <a:prstGeom prst="line">
            <a:avLst/>
          </a:prstGeom>
          <a:ln w="25400">
            <a:solidFill>
              <a:srgbClr val="3F3F3F"/>
            </a:solidFill>
            <a:miter lim="800000"/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0414752-B957-41DB-A8D8-89D3BF73857F}"/>
              </a:ext>
            </a:extLst>
          </p:cNvPr>
          <p:cNvCxnSpPr>
            <a:cxnSpLocks/>
          </p:cNvCxnSpPr>
          <p:nvPr/>
        </p:nvCxnSpPr>
        <p:spPr bwMode="gray">
          <a:xfrm>
            <a:off x="8171625" y="432402"/>
            <a:ext cx="0" cy="457200"/>
          </a:xfrm>
          <a:prstGeom prst="line">
            <a:avLst/>
          </a:prstGeom>
          <a:ln w="25400">
            <a:solidFill>
              <a:srgbClr val="3F3F3F"/>
            </a:solidFill>
            <a:miter lim="800000"/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EE1C1868-6ADF-4C77-8783-C36841CFCEC0}"/>
              </a:ext>
            </a:extLst>
          </p:cNvPr>
          <p:cNvCxnSpPr>
            <a:cxnSpLocks/>
          </p:cNvCxnSpPr>
          <p:nvPr/>
        </p:nvCxnSpPr>
        <p:spPr bwMode="gray">
          <a:xfrm>
            <a:off x="8881314" y="432402"/>
            <a:ext cx="0" cy="457200"/>
          </a:xfrm>
          <a:prstGeom prst="line">
            <a:avLst/>
          </a:prstGeom>
          <a:ln w="25400">
            <a:solidFill>
              <a:srgbClr val="3F3F3F"/>
            </a:solidFill>
            <a:miter lim="800000"/>
            <a:headEnd type="non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2B081D9D-86BE-4257-B4F6-EBF1601517F9}"/>
              </a:ext>
            </a:extLst>
          </p:cNvPr>
          <p:cNvCxnSpPr>
            <a:cxnSpLocks/>
          </p:cNvCxnSpPr>
          <p:nvPr/>
        </p:nvCxnSpPr>
        <p:spPr bwMode="gray">
          <a:xfrm>
            <a:off x="6115407" y="1395344"/>
            <a:ext cx="449668" cy="0"/>
          </a:xfrm>
          <a:prstGeom prst="line">
            <a:avLst/>
          </a:prstGeom>
          <a:ln w="25400">
            <a:solidFill>
              <a:srgbClr val="3F3F3F"/>
            </a:solidFill>
            <a:prstDash val="sysDot"/>
            <a:miter lim="800000"/>
            <a:headEnd type="non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B8C39B21-EE84-402B-B3B7-2C9778BD11B5}"/>
              </a:ext>
            </a:extLst>
          </p:cNvPr>
          <p:cNvCxnSpPr>
            <a:cxnSpLocks/>
          </p:cNvCxnSpPr>
          <p:nvPr/>
        </p:nvCxnSpPr>
        <p:spPr bwMode="gray">
          <a:xfrm>
            <a:off x="7022275" y="1395344"/>
            <a:ext cx="457200" cy="0"/>
          </a:xfrm>
          <a:prstGeom prst="line">
            <a:avLst/>
          </a:prstGeom>
          <a:ln w="25400">
            <a:solidFill>
              <a:srgbClr val="3F3F3F"/>
            </a:solidFill>
            <a:prstDash val="sysDot"/>
            <a:miter lim="800000"/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48F48279-9F3E-4655-863B-535BCA62205D}"/>
              </a:ext>
            </a:extLst>
          </p:cNvPr>
          <p:cNvCxnSpPr>
            <a:cxnSpLocks/>
          </p:cNvCxnSpPr>
          <p:nvPr/>
        </p:nvCxnSpPr>
        <p:spPr bwMode="gray">
          <a:xfrm>
            <a:off x="8171625" y="1166744"/>
            <a:ext cx="0" cy="457200"/>
          </a:xfrm>
          <a:prstGeom prst="line">
            <a:avLst/>
          </a:prstGeom>
          <a:ln w="25400">
            <a:solidFill>
              <a:srgbClr val="3F3F3F"/>
            </a:solidFill>
            <a:prstDash val="sysDot"/>
            <a:miter lim="800000"/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595FBB05-1673-41CB-AAFE-C960BD89E494}"/>
              </a:ext>
            </a:extLst>
          </p:cNvPr>
          <p:cNvCxnSpPr>
            <a:cxnSpLocks/>
          </p:cNvCxnSpPr>
          <p:nvPr/>
        </p:nvCxnSpPr>
        <p:spPr bwMode="gray">
          <a:xfrm>
            <a:off x="8881314" y="1166744"/>
            <a:ext cx="0" cy="457200"/>
          </a:xfrm>
          <a:prstGeom prst="line">
            <a:avLst/>
          </a:prstGeom>
          <a:ln w="25400">
            <a:solidFill>
              <a:srgbClr val="3F3F3F"/>
            </a:solidFill>
            <a:prstDash val="sysDot"/>
            <a:miter lim="800000"/>
            <a:headEnd type="non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5FC8320B-173D-4391-BFF1-BD103F631CF6}"/>
              </a:ext>
            </a:extLst>
          </p:cNvPr>
          <p:cNvCxnSpPr>
            <a:cxnSpLocks/>
          </p:cNvCxnSpPr>
          <p:nvPr/>
        </p:nvCxnSpPr>
        <p:spPr bwMode="gray">
          <a:xfrm>
            <a:off x="9522817" y="432402"/>
            <a:ext cx="0" cy="457200"/>
          </a:xfrm>
          <a:prstGeom prst="line">
            <a:avLst/>
          </a:prstGeom>
          <a:ln w="25400">
            <a:solidFill>
              <a:srgbClr val="3F3F3F"/>
            </a:solidFill>
            <a:miter lim="800000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62DFD32C-75A0-4FE6-8C31-5C963AB3920B}"/>
              </a:ext>
            </a:extLst>
          </p:cNvPr>
          <p:cNvCxnSpPr>
            <a:cxnSpLocks/>
          </p:cNvCxnSpPr>
          <p:nvPr/>
        </p:nvCxnSpPr>
        <p:spPr bwMode="gray">
          <a:xfrm>
            <a:off x="9345531" y="1395344"/>
            <a:ext cx="457200" cy="0"/>
          </a:xfrm>
          <a:prstGeom prst="line">
            <a:avLst/>
          </a:prstGeom>
          <a:ln w="25400">
            <a:solidFill>
              <a:srgbClr val="3F3F3F"/>
            </a:solidFill>
            <a:prstDash val="sysDot"/>
            <a:miter lim="800000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Arrow: Pentagon 88">
            <a:extLst>
              <a:ext uri="{FF2B5EF4-FFF2-40B4-BE49-F238E27FC236}">
                <a16:creationId xmlns:a16="http://schemas.microsoft.com/office/drawing/2014/main" id="{2354ADDA-9330-4E69-A632-BF79C90DF3D7}"/>
              </a:ext>
            </a:extLst>
          </p:cNvPr>
          <p:cNvSpPr/>
          <p:nvPr/>
        </p:nvSpPr>
        <p:spPr bwMode="gray">
          <a:xfrm>
            <a:off x="6184042" y="5420030"/>
            <a:ext cx="1601786" cy="455509"/>
          </a:xfrm>
          <a:prstGeom prst="homePlat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73152" rIns="182880" bIns="73152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dirty="0"/>
              <a:t>Run the ppt to </a:t>
            </a:r>
            <a:br>
              <a:rPr lang="en-US" sz="1000" dirty="0"/>
            </a:br>
            <a:r>
              <a:rPr lang="en-US" sz="1000" dirty="0"/>
              <a:t>see this animation</a:t>
            </a:r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8728F9A0-42AE-1A48-AA15-05E5898F65E7}"/>
              </a:ext>
            </a:extLst>
          </p:cNvPr>
          <p:cNvCxnSpPr>
            <a:cxnSpLocks/>
          </p:cNvCxnSpPr>
          <p:nvPr/>
        </p:nvCxnSpPr>
        <p:spPr bwMode="gray">
          <a:xfrm>
            <a:off x="10179541" y="432402"/>
            <a:ext cx="0" cy="457200"/>
          </a:xfrm>
          <a:prstGeom prst="line">
            <a:avLst/>
          </a:prstGeom>
          <a:ln w="25400">
            <a:solidFill>
              <a:srgbClr val="3F3F3F"/>
            </a:solidFill>
            <a:prstDash val="sysDot"/>
            <a:miter lim="800000"/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9CC903A-A40D-694C-9CFE-744C6BBCB04F}"/>
              </a:ext>
            </a:extLst>
          </p:cNvPr>
          <p:cNvSpPr txBox="1"/>
          <p:nvPr/>
        </p:nvSpPr>
        <p:spPr>
          <a:xfrm>
            <a:off x="10539307" y="2052320"/>
            <a:ext cx="65" cy="184666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pPr algn="l">
              <a:spcAft>
                <a:spcPts val="600"/>
              </a:spcAft>
            </a:pPr>
            <a:endParaRPr lang="en-US" sz="1200" dirty="0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8A81E9C8-739C-1B49-B933-F52CAE265A32}"/>
              </a:ext>
            </a:extLst>
          </p:cNvPr>
          <p:cNvCxnSpPr>
            <a:cxnSpLocks/>
          </p:cNvCxnSpPr>
          <p:nvPr/>
        </p:nvCxnSpPr>
        <p:spPr bwMode="gray">
          <a:xfrm>
            <a:off x="9982224" y="1395344"/>
            <a:ext cx="457200" cy="0"/>
          </a:xfrm>
          <a:prstGeom prst="line">
            <a:avLst/>
          </a:prstGeom>
          <a:ln w="25400">
            <a:solidFill>
              <a:srgbClr val="3F3F3F"/>
            </a:solidFill>
            <a:prstDash val="solid"/>
            <a:miter lim="800000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Rectangle 5">
            <a:extLst>
              <a:ext uri="{FF2B5EF4-FFF2-40B4-BE49-F238E27FC236}">
                <a16:creationId xmlns:a16="http://schemas.microsoft.com/office/drawing/2014/main" id="{9A9763CD-1551-A348-8FFF-E1207D419D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748" y="2824894"/>
            <a:ext cx="1335024" cy="526605"/>
          </a:xfrm>
          <a:prstGeom prst="rect">
            <a:avLst/>
          </a:prstGeom>
          <a:solidFill>
            <a:srgbClr val="6DB33F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Source site</a:t>
            </a:r>
          </a:p>
        </p:txBody>
      </p:sp>
      <p:sp>
        <p:nvSpPr>
          <p:cNvPr id="97" name="Rectangle 9">
            <a:extLst>
              <a:ext uri="{FF2B5EF4-FFF2-40B4-BE49-F238E27FC236}">
                <a16:creationId xmlns:a16="http://schemas.microsoft.com/office/drawing/2014/main" id="{E26F2477-D938-2F49-AE88-7338418E33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9056" y="3831884"/>
            <a:ext cx="1338409" cy="526605"/>
          </a:xfrm>
          <a:prstGeom prst="rect">
            <a:avLst/>
          </a:prstGeom>
          <a:solidFill>
            <a:srgbClr val="0095D3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VR Appliance</a:t>
            </a:r>
          </a:p>
        </p:txBody>
      </p:sp>
      <p:sp>
        <p:nvSpPr>
          <p:cNvPr id="98" name="Rectangle 10">
            <a:extLst>
              <a:ext uri="{FF2B5EF4-FFF2-40B4-BE49-F238E27FC236}">
                <a16:creationId xmlns:a16="http://schemas.microsoft.com/office/drawing/2014/main" id="{6695137F-7854-4C45-9682-153EDA987C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5158" y="2824894"/>
            <a:ext cx="1335024" cy="526605"/>
          </a:xfrm>
          <a:prstGeom prst="rect">
            <a:avLst/>
          </a:prstGeom>
          <a:solidFill>
            <a:srgbClr val="6DB33F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Target site</a:t>
            </a:r>
          </a:p>
        </p:txBody>
      </p:sp>
      <p:sp>
        <p:nvSpPr>
          <p:cNvPr id="99" name="Rectangle 27">
            <a:extLst>
              <a:ext uri="{FF2B5EF4-FFF2-40B4-BE49-F238E27FC236}">
                <a16:creationId xmlns:a16="http://schemas.microsoft.com/office/drawing/2014/main" id="{D39D859B-D5B7-0B44-943A-440B437EED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8825" y="4737342"/>
            <a:ext cx="66678" cy="66678"/>
          </a:xfrm>
          <a:prstGeom prst="rect">
            <a:avLst/>
          </a:pr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0" name="Rectangle 28">
            <a:extLst>
              <a:ext uri="{FF2B5EF4-FFF2-40B4-BE49-F238E27FC236}">
                <a16:creationId xmlns:a16="http://schemas.microsoft.com/office/drawing/2014/main" id="{A7D0D9F3-DAED-5741-A248-5A23D57CE8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0657" y="4737342"/>
            <a:ext cx="66678" cy="66678"/>
          </a:xfrm>
          <a:prstGeom prst="rect">
            <a:avLst/>
          </a:pr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1" name="Rectangle 29">
            <a:extLst>
              <a:ext uri="{FF2B5EF4-FFF2-40B4-BE49-F238E27FC236}">
                <a16:creationId xmlns:a16="http://schemas.microsoft.com/office/drawing/2014/main" id="{2F4583A1-A767-6A4C-9747-D02C816AAE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3247" y="4737342"/>
            <a:ext cx="65920" cy="66678"/>
          </a:xfrm>
          <a:prstGeom prst="rect">
            <a:avLst/>
          </a:pr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2" name="Rectangle 9">
            <a:extLst>
              <a:ext uri="{FF2B5EF4-FFF2-40B4-BE49-F238E27FC236}">
                <a16:creationId xmlns:a16="http://schemas.microsoft.com/office/drawing/2014/main" id="{F7F81AC3-DA31-D041-9F72-060A203AE0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3466" y="3831884"/>
            <a:ext cx="1338409" cy="526605"/>
          </a:xfrm>
          <a:prstGeom prst="rect">
            <a:avLst/>
          </a:prstGeom>
          <a:solidFill>
            <a:srgbClr val="0095D3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VR Appliance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E95AC0F0-4EDA-C34B-B512-723E6EBD3D31}"/>
              </a:ext>
            </a:extLst>
          </p:cNvPr>
          <p:cNvSpPr/>
          <p:nvPr/>
        </p:nvSpPr>
        <p:spPr>
          <a:xfrm>
            <a:off x="2303088" y="3718756"/>
            <a:ext cx="96052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100" dirty="0">
                <a:solidFill>
                  <a:srgbClr val="519FD4"/>
                </a:solidFill>
              </a:rPr>
              <a:t>Replication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9E92CF73-A41C-D544-8311-D52A9B7D31C4}"/>
              </a:ext>
            </a:extLst>
          </p:cNvPr>
          <p:cNvSpPr txBox="1"/>
          <p:nvPr/>
        </p:nvSpPr>
        <p:spPr>
          <a:xfrm>
            <a:off x="3843132" y="4981502"/>
            <a:ext cx="169069" cy="184666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200" dirty="0">
                <a:solidFill>
                  <a:schemeClr val="tx2"/>
                </a:solidFill>
              </a:rPr>
              <a:t>t0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43C8898B-249C-EB42-844B-CA0936DC3AD5}"/>
              </a:ext>
            </a:extLst>
          </p:cNvPr>
          <p:cNvSpPr txBox="1"/>
          <p:nvPr/>
        </p:nvSpPr>
        <p:spPr>
          <a:xfrm>
            <a:off x="4763096" y="4981502"/>
            <a:ext cx="169069" cy="184666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200" dirty="0">
                <a:solidFill>
                  <a:schemeClr val="tx2"/>
                </a:solidFill>
              </a:rPr>
              <a:t>t1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991D5611-4003-6F44-B9C8-E77431E979EB}"/>
              </a:ext>
            </a:extLst>
          </p:cNvPr>
          <p:cNvSpPr txBox="1"/>
          <p:nvPr/>
        </p:nvSpPr>
        <p:spPr>
          <a:xfrm>
            <a:off x="5307940" y="4981502"/>
            <a:ext cx="169069" cy="184666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200" dirty="0">
                <a:solidFill>
                  <a:schemeClr val="tx2"/>
                </a:solidFill>
              </a:rPr>
              <a:t>t2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668D61F6-0949-EA40-BDA5-153CA9980C73}"/>
              </a:ext>
            </a:extLst>
          </p:cNvPr>
          <p:cNvSpPr txBox="1"/>
          <p:nvPr/>
        </p:nvSpPr>
        <p:spPr>
          <a:xfrm>
            <a:off x="5776104" y="4981502"/>
            <a:ext cx="169069" cy="184666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200" dirty="0">
                <a:solidFill>
                  <a:schemeClr val="tx2"/>
                </a:solidFill>
              </a:rPr>
              <a:t>t3</a:t>
            </a:r>
          </a:p>
        </p:txBody>
      </p:sp>
      <p:pic>
        <p:nvPicPr>
          <p:cNvPr id="108" name="Picture 107">
            <a:extLst>
              <a:ext uri="{FF2B5EF4-FFF2-40B4-BE49-F238E27FC236}">
                <a16:creationId xmlns:a16="http://schemas.microsoft.com/office/drawing/2014/main" id="{9E464CA2-96E2-FE4F-A5CA-969F30C59B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8364" y="4584942"/>
            <a:ext cx="304800" cy="304800"/>
          </a:xfrm>
          <a:prstGeom prst="rect">
            <a:avLst/>
          </a:prstGeom>
        </p:spPr>
      </p:pic>
      <p:pic>
        <p:nvPicPr>
          <p:cNvPr id="109" name="Picture 108">
            <a:extLst>
              <a:ext uri="{FF2B5EF4-FFF2-40B4-BE49-F238E27FC236}">
                <a16:creationId xmlns:a16="http://schemas.microsoft.com/office/drawing/2014/main" id="{3F8447C6-AC6F-4449-8975-E6EE4892507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75266" y="4584942"/>
            <a:ext cx="304800" cy="304800"/>
          </a:xfrm>
          <a:prstGeom prst="rect">
            <a:avLst/>
          </a:prstGeom>
        </p:spPr>
      </p:pic>
      <p:pic>
        <p:nvPicPr>
          <p:cNvPr id="110" name="Picture 109">
            <a:extLst>
              <a:ext uri="{FF2B5EF4-FFF2-40B4-BE49-F238E27FC236}">
                <a16:creationId xmlns:a16="http://schemas.microsoft.com/office/drawing/2014/main" id="{912A1115-725D-764E-861E-1FAF2DEC27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5230" y="4584942"/>
            <a:ext cx="304800" cy="304800"/>
          </a:xfrm>
          <a:prstGeom prst="rect">
            <a:avLst/>
          </a:prstGeom>
        </p:spPr>
      </p:pic>
      <p:pic>
        <p:nvPicPr>
          <p:cNvPr id="111" name="Picture 110">
            <a:extLst>
              <a:ext uri="{FF2B5EF4-FFF2-40B4-BE49-F238E27FC236}">
                <a16:creationId xmlns:a16="http://schemas.microsoft.com/office/drawing/2014/main" id="{5DF87AF5-F0F3-1842-A0E9-9437632748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40074" y="4584942"/>
            <a:ext cx="304800" cy="304800"/>
          </a:xfrm>
          <a:prstGeom prst="rect">
            <a:avLst/>
          </a:prstGeom>
        </p:spPr>
      </p:pic>
      <p:pic>
        <p:nvPicPr>
          <p:cNvPr id="112" name="Picture 111">
            <a:extLst>
              <a:ext uri="{FF2B5EF4-FFF2-40B4-BE49-F238E27FC236}">
                <a16:creationId xmlns:a16="http://schemas.microsoft.com/office/drawing/2014/main" id="{229201B6-D374-1245-9261-218B11C10D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08238" y="4584942"/>
            <a:ext cx="304800" cy="304800"/>
          </a:xfrm>
          <a:prstGeom prst="rect">
            <a:avLst/>
          </a:prstGeom>
        </p:spPr>
      </p:pic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B84A41EB-F482-E84D-9DE1-D6F9BD2A61EC}"/>
              </a:ext>
            </a:extLst>
          </p:cNvPr>
          <p:cNvCxnSpPr>
            <a:cxnSpLocks/>
            <a:endCxn id="97" idx="0"/>
          </p:cNvCxnSpPr>
          <p:nvPr/>
        </p:nvCxnSpPr>
        <p:spPr bwMode="gray">
          <a:xfrm>
            <a:off x="1298260" y="3347052"/>
            <a:ext cx="1" cy="484832"/>
          </a:xfrm>
          <a:prstGeom prst="line">
            <a:avLst/>
          </a:prstGeom>
          <a:ln w="25400">
            <a:solidFill>
              <a:srgbClr val="3F3F3F"/>
            </a:solidFill>
            <a:miter lim="800000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D43BD852-F699-D34D-BEBE-27F422FCE8B0}"/>
              </a:ext>
            </a:extLst>
          </p:cNvPr>
          <p:cNvCxnSpPr>
            <a:cxnSpLocks/>
            <a:endCxn id="102" idx="0"/>
          </p:cNvCxnSpPr>
          <p:nvPr/>
        </p:nvCxnSpPr>
        <p:spPr bwMode="gray">
          <a:xfrm>
            <a:off x="4312670" y="3347052"/>
            <a:ext cx="1" cy="484832"/>
          </a:xfrm>
          <a:prstGeom prst="line">
            <a:avLst/>
          </a:prstGeom>
          <a:ln w="25400">
            <a:solidFill>
              <a:srgbClr val="3F3F3F"/>
            </a:solidFill>
            <a:miter lim="800000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0485A2BA-7187-9B40-A0EA-3FBE672F774A}"/>
              </a:ext>
            </a:extLst>
          </p:cNvPr>
          <p:cNvCxnSpPr>
            <a:cxnSpLocks/>
            <a:endCxn id="102" idx="1"/>
          </p:cNvCxnSpPr>
          <p:nvPr/>
        </p:nvCxnSpPr>
        <p:spPr bwMode="gray">
          <a:xfrm flipV="1">
            <a:off x="1966317" y="4095187"/>
            <a:ext cx="1677149" cy="6246"/>
          </a:xfrm>
          <a:prstGeom prst="line">
            <a:avLst/>
          </a:prstGeom>
          <a:ln w="25400">
            <a:solidFill>
              <a:srgbClr val="3F3F3F"/>
            </a:solidFill>
            <a:miter lim="800000"/>
            <a:headEnd type="non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154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43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370C110-E62A-4087-8D3E-DF461D4D9873}"/>
              </a:ext>
            </a:extLst>
          </p:cNvPr>
          <p:cNvSpPr/>
          <p:nvPr/>
        </p:nvSpPr>
        <p:spPr>
          <a:xfrm>
            <a:off x="615245" y="647496"/>
            <a:ext cx="1681871" cy="26161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Icons and Legend box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BE97507-07D2-4DD5-BBAB-F47EFA18832C}"/>
              </a:ext>
            </a:extLst>
          </p:cNvPr>
          <p:cNvCxnSpPr>
            <a:cxnSpLocks/>
          </p:cNvCxnSpPr>
          <p:nvPr/>
        </p:nvCxnSpPr>
        <p:spPr>
          <a:xfrm>
            <a:off x="615247" y="900351"/>
            <a:ext cx="5232580" cy="0"/>
          </a:xfrm>
          <a:prstGeom prst="line">
            <a:avLst/>
          </a:prstGeom>
          <a:ln w="2540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3" name="Rectangle 262">
            <a:extLst>
              <a:ext uri="{FF2B5EF4-FFF2-40B4-BE49-F238E27FC236}">
                <a16:creationId xmlns:a16="http://schemas.microsoft.com/office/drawing/2014/main" id="{96CF8972-1C05-45C3-AE1F-6C21F05C2111}"/>
              </a:ext>
            </a:extLst>
          </p:cNvPr>
          <p:cNvSpPr/>
          <p:nvPr/>
        </p:nvSpPr>
        <p:spPr>
          <a:xfrm>
            <a:off x="489756" y="1162707"/>
            <a:ext cx="383310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/>
              <a:t>Use icon along with labels for easy identification. </a:t>
            </a:r>
          </a:p>
        </p:txBody>
      </p:sp>
      <p:sp>
        <p:nvSpPr>
          <p:cNvPr id="324" name="Rectangle 323">
            <a:extLst>
              <a:ext uri="{FF2B5EF4-FFF2-40B4-BE49-F238E27FC236}">
                <a16:creationId xmlns:a16="http://schemas.microsoft.com/office/drawing/2014/main" id="{E2F97D8C-7801-4226-81AA-A8DB186CF4CA}"/>
              </a:ext>
            </a:extLst>
          </p:cNvPr>
          <p:cNvSpPr/>
          <p:nvPr/>
        </p:nvSpPr>
        <p:spPr>
          <a:xfrm>
            <a:off x="526145" y="2514229"/>
            <a:ext cx="94048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With in color box</a:t>
            </a:r>
          </a:p>
        </p:txBody>
      </p:sp>
      <p:sp>
        <p:nvSpPr>
          <p:cNvPr id="325" name="Rectangle 324">
            <a:extLst>
              <a:ext uri="{FF2B5EF4-FFF2-40B4-BE49-F238E27FC236}">
                <a16:creationId xmlns:a16="http://schemas.microsoft.com/office/drawing/2014/main" id="{E036E918-E54D-40A0-87DE-3D15A566CCF5}"/>
              </a:ext>
            </a:extLst>
          </p:cNvPr>
          <p:cNvSpPr/>
          <p:nvPr/>
        </p:nvSpPr>
        <p:spPr>
          <a:xfrm>
            <a:off x="2238658" y="2514229"/>
            <a:ext cx="113158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Stand alone icons</a:t>
            </a:r>
          </a:p>
        </p:txBody>
      </p:sp>
      <p:sp>
        <p:nvSpPr>
          <p:cNvPr id="330" name="Rectangle 329">
            <a:extLst>
              <a:ext uri="{FF2B5EF4-FFF2-40B4-BE49-F238E27FC236}">
                <a16:creationId xmlns:a16="http://schemas.microsoft.com/office/drawing/2014/main" id="{579D44E0-4E2C-439E-AC21-8742A0CF53BD}"/>
              </a:ext>
            </a:extLst>
          </p:cNvPr>
          <p:cNvSpPr/>
          <p:nvPr/>
        </p:nvSpPr>
        <p:spPr>
          <a:xfrm>
            <a:off x="2288631" y="2178941"/>
            <a:ext cx="1031638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Physical Storage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11D000ED-0BDA-4E19-BB0F-8D31D10FB93E}"/>
              </a:ext>
            </a:extLst>
          </p:cNvPr>
          <p:cNvSpPr/>
          <p:nvPr/>
        </p:nvSpPr>
        <p:spPr>
          <a:xfrm>
            <a:off x="605620" y="4081790"/>
            <a:ext cx="1681871" cy="26161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Icons and Legend box</a:t>
            </a:r>
          </a:p>
        </p:txBody>
      </p: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BF527CFE-D8AB-4164-9453-E510493B24EA}"/>
              </a:ext>
            </a:extLst>
          </p:cNvPr>
          <p:cNvCxnSpPr>
            <a:cxnSpLocks/>
          </p:cNvCxnSpPr>
          <p:nvPr/>
        </p:nvCxnSpPr>
        <p:spPr>
          <a:xfrm>
            <a:off x="605622" y="4334645"/>
            <a:ext cx="5232580" cy="0"/>
          </a:xfrm>
          <a:prstGeom prst="line">
            <a:avLst/>
          </a:prstGeom>
          <a:ln w="2540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Rectangle 98">
            <a:extLst>
              <a:ext uri="{FF2B5EF4-FFF2-40B4-BE49-F238E27FC236}">
                <a16:creationId xmlns:a16="http://schemas.microsoft.com/office/drawing/2014/main" id="{D91A74A0-5415-4686-96BE-E1D73DBEBC44}"/>
              </a:ext>
            </a:extLst>
          </p:cNvPr>
          <p:cNvSpPr/>
          <p:nvPr/>
        </p:nvSpPr>
        <p:spPr>
          <a:xfrm>
            <a:off x="509006" y="3155139"/>
            <a:ext cx="477246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/>
              <a:t>Please refer sides from slide no 14 for approved set of icons. </a:t>
            </a:r>
          </a:p>
          <a:p>
            <a:r>
              <a:rPr lang="en-US" sz="1200" dirty="0"/>
              <a:t>If you require any new icons please contact the graphic team.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1A8F5BAA-BD0A-4A7F-B8BE-386C5BEE676B}"/>
              </a:ext>
            </a:extLst>
          </p:cNvPr>
          <p:cNvSpPr/>
          <p:nvPr/>
        </p:nvSpPr>
        <p:spPr>
          <a:xfrm>
            <a:off x="489756" y="5580708"/>
            <a:ext cx="578876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/>
              <a:t>Use the legend box when you what to show case multiple connection types.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EA16AABF-5B7D-4DD6-B8EB-23C2016ECB93}"/>
              </a:ext>
            </a:extLst>
          </p:cNvPr>
          <p:cNvSpPr/>
          <p:nvPr/>
        </p:nvSpPr>
        <p:spPr>
          <a:xfrm>
            <a:off x="6554496" y="650005"/>
            <a:ext cx="797013" cy="26161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Use case</a:t>
            </a:r>
          </a:p>
        </p:txBody>
      </p: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0F0B7454-C463-4626-AA57-E4BF41BE0256}"/>
              </a:ext>
            </a:extLst>
          </p:cNvPr>
          <p:cNvCxnSpPr>
            <a:cxnSpLocks/>
          </p:cNvCxnSpPr>
          <p:nvPr/>
        </p:nvCxnSpPr>
        <p:spPr>
          <a:xfrm>
            <a:off x="6554498" y="902860"/>
            <a:ext cx="5232580" cy="0"/>
          </a:xfrm>
          <a:prstGeom prst="line">
            <a:avLst/>
          </a:prstGeom>
          <a:ln w="2540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6" name="Rectangle 225">
            <a:extLst>
              <a:ext uri="{FF2B5EF4-FFF2-40B4-BE49-F238E27FC236}">
                <a16:creationId xmlns:a16="http://schemas.microsoft.com/office/drawing/2014/main" id="{8B3B4457-3572-4CED-BFF4-362BFF3F61AA}"/>
              </a:ext>
            </a:extLst>
          </p:cNvPr>
          <p:cNvSpPr>
            <a:spLocks noChangeAspect="1"/>
          </p:cNvSpPr>
          <p:nvPr/>
        </p:nvSpPr>
        <p:spPr bwMode="gray">
          <a:xfrm>
            <a:off x="626953" y="4539739"/>
            <a:ext cx="1154831" cy="649064"/>
          </a:xfrm>
          <a:prstGeom prst="rect">
            <a:avLst/>
          </a:prstGeom>
          <a:noFill/>
          <a:ln w="19050">
            <a:solidFill>
              <a:srgbClr val="0095D3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200000"/>
              </a:lnSpc>
            </a:pPr>
            <a:r>
              <a:rPr lang="en-US" sz="800" dirty="0">
                <a:solidFill>
                  <a:schemeClr val="tx2"/>
                </a:solidFill>
              </a:rPr>
              <a:t>Legend 1</a:t>
            </a:r>
          </a:p>
          <a:p>
            <a:pPr>
              <a:lnSpc>
                <a:spcPct val="200000"/>
              </a:lnSpc>
            </a:pPr>
            <a:r>
              <a:rPr lang="en-US" sz="800" dirty="0">
                <a:solidFill>
                  <a:schemeClr val="tx2"/>
                </a:solidFill>
              </a:rPr>
              <a:t>Legend 2</a:t>
            </a:r>
          </a:p>
        </p:txBody>
      </p:sp>
      <p:sp>
        <p:nvSpPr>
          <p:cNvPr id="227" name="Line 36">
            <a:extLst>
              <a:ext uri="{FF2B5EF4-FFF2-40B4-BE49-F238E27FC236}">
                <a16:creationId xmlns:a16="http://schemas.microsoft.com/office/drawing/2014/main" id="{C566E0DA-D1A6-4496-B32D-B36E87E3A15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7844" y="4746593"/>
            <a:ext cx="263684" cy="0"/>
          </a:xfrm>
          <a:prstGeom prst="line">
            <a:avLst/>
          </a:prstGeom>
          <a:noFill/>
          <a:ln w="19050" cap="flat">
            <a:solidFill>
              <a:srgbClr val="FABB6A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8" name="Line 36">
            <a:extLst>
              <a:ext uri="{FF2B5EF4-FFF2-40B4-BE49-F238E27FC236}">
                <a16:creationId xmlns:a16="http://schemas.microsoft.com/office/drawing/2014/main" id="{2E1160BD-7990-4361-A38D-C127E91A3C4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7844" y="5004989"/>
            <a:ext cx="263684" cy="0"/>
          </a:xfrm>
          <a:prstGeom prst="line">
            <a:avLst/>
          </a:prstGeom>
          <a:noFill/>
          <a:ln w="19050" cap="flat">
            <a:solidFill>
              <a:srgbClr val="3D3D3F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222" name="Group 221">
            <a:extLst>
              <a:ext uri="{FF2B5EF4-FFF2-40B4-BE49-F238E27FC236}">
                <a16:creationId xmlns:a16="http://schemas.microsoft.com/office/drawing/2014/main" id="{A9879353-9604-3048-A30B-BE067B95E7DA}"/>
              </a:ext>
            </a:extLst>
          </p:cNvPr>
          <p:cNvGrpSpPr/>
          <p:nvPr/>
        </p:nvGrpSpPr>
        <p:grpSpPr>
          <a:xfrm>
            <a:off x="515908" y="1473616"/>
            <a:ext cx="1031638" cy="930241"/>
            <a:chOff x="6548992" y="1895475"/>
            <a:chExt cx="1031638" cy="930241"/>
          </a:xfrm>
        </p:grpSpPr>
        <p:sp>
          <p:nvSpPr>
            <p:cNvPr id="223" name="Rectangle 222">
              <a:extLst>
                <a:ext uri="{FF2B5EF4-FFF2-40B4-BE49-F238E27FC236}">
                  <a16:creationId xmlns:a16="http://schemas.microsoft.com/office/drawing/2014/main" id="{6AA1D3EC-CC44-D74A-B05C-8BEFA1A2761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553898" y="1895475"/>
              <a:ext cx="1021826" cy="930241"/>
            </a:xfrm>
            <a:prstGeom prst="rect">
              <a:avLst/>
            </a:prstGeom>
            <a:solidFill>
              <a:srgbClr val="268FCF"/>
            </a:solidFill>
            <a:ln>
              <a:noFill/>
            </a:ln>
            <a:effectLst/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229" name="Rectangle 228">
              <a:extLst>
                <a:ext uri="{FF2B5EF4-FFF2-40B4-BE49-F238E27FC236}">
                  <a16:creationId xmlns:a16="http://schemas.microsoft.com/office/drawing/2014/main" id="{4E104ACD-9DA2-1149-B885-BFCD28AFA1EE}"/>
                </a:ext>
              </a:extLst>
            </p:cNvPr>
            <p:cNvSpPr/>
            <p:nvPr/>
          </p:nvSpPr>
          <p:spPr>
            <a:xfrm>
              <a:off x="6548992" y="2495852"/>
              <a:ext cx="1031638" cy="21544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800" dirty="0">
                  <a:solidFill>
                    <a:schemeClr val="bg1"/>
                  </a:solidFill>
                </a:rPr>
                <a:t>Physical Storage</a:t>
              </a:r>
            </a:p>
          </p:txBody>
        </p:sp>
        <p:pic>
          <p:nvPicPr>
            <p:cNvPr id="230" name="Picture 229">
              <a:extLst>
                <a:ext uri="{FF2B5EF4-FFF2-40B4-BE49-F238E27FC236}">
                  <a16:creationId xmlns:a16="http://schemas.microsoft.com/office/drawing/2014/main" id="{BDC1DEE1-B1B7-9042-BE21-3EA0349410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74311" y="2065631"/>
              <a:ext cx="381000" cy="317500"/>
            </a:xfrm>
            <a:prstGeom prst="rect">
              <a:avLst/>
            </a:prstGeom>
          </p:spPr>
        </p:pic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5C5FD346-D988-F249-A497-08184ABD88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3950" y="1705892"/>
            <a:ext cx="381000" cy="317500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C08EE420-7049-4704-96D3-3145B6045623}"/>
              </a:ext>
            </a:extLst>
          </p:cNvPr>
          <p:cNvGrpSpPr/>
          <p:nvPr/>
        </p:nvGrpSpPr>
        <p:grpSpPr>
          <a:xfrm>
            <a:off x="7509664" y="1762925"/>
            <a:ext cx="3409950" cy="3101346"/>
            <a:chOff x="4389436" y="1861297"/>
            <a:chExt cx="3409950" cy="3101346"/>
          </a:xfrm>
        </p:grpSpPr>
        <p:grpSp>
          <p:nvGrpSpPr>
            <p:cNvPr id="24" name="Graphic 5">
              <a:extLst>
                <a:ext uri="{FF2B5EF4-FFF2-40B4-BE49-F238E27FC236}">
                  <a16:creationId xmlns:a16="http://schemas.microsoft.com/office/drawing/2014/main" id="{ED3B8CB8-4447-4503-9666-ABCFEB097128}"/>
                </a:ext>
              </a:extLst>
            </p:cNvPr>
            <p:cNvGrpSpPr/>
            <p:nvPr/>
          </p:nvGrpSpPr>
          <p:grpSpPr>
            <a:xfrm>
              <a:off x="6932611" y="2055114"/>
              <a:ext cx="866775" cy="495300"/>
              <a:chOff x="6932611" y="2055114"/>
              <a:chExt cx="866775" cy="495300"/>
            </a:xfrm>
            <a:noFill/>
          </p:grpSpPr>
          <p:sp>
            <p:nvSpPr>
              <p:cNvPr id="165" name="Freeform: Shape 164">
                <a:extLst>
                  <a:ext uri="{FF2B5EF4-FFF2-40B4-BE49-F238E27FC236}">
                    <a16:creationId xmlns:a16="http://schemas.microsoft.com/office/drawing/2014/main" id="{54729366-0196-4985-88CA-CB94A9FED94F}"/>
                  </a:ext>
                </a:extLst>
              </p:cNvPr>
              <p:cNvSpPr/>
              <p:nvPr/>
            </p:nvSpPr>
            <p:spPr>
              <a:xfrm>
                <a:off x="6932611" y="2055114"/>
                <a:ext cx="14287" cy="14287"/>
              </a:xfrm>
              <a:custGeom>
                <a:avLst/>
                <a:gdLst>
                  <a:gd name="connsiteX0" fmla="*/ 0 w 14287"/>
                  <a:gd name="connsiteY0" fmla="*/ 14288 h 14287"/>
                  <a:gd name="connsiteX1" fmla="*/ 0 w 14287"/>
                  <a:gd name="connsiteY1" fmla="*/ 0 h 14287"/>
                  <a:gd name="connsiteX2" fmla="*/ 14288 w 14287"/>
                  <a:gd name="connsiteY2" fmla="*/ 0 h 14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4287" h="14287">
                    <a:moveTo>
                      <a:pt x="0" y="14288"/>
                    </a:moveTo>
                    <a:lnTo>
                      <a:pt x="0" y="0"/>
                    </a:lnTo>
                    <a:lnTo>
                      <a:pt x="14288" y="0"/>
                    </a:lnTo>
                  </a:path>
                </a:pathLst>
              </a:custGeom>
              <a:noFill/>
              <a:ln w="9525" cap="flat">
                <a:solidFill>
                  <a:srgbClr val="21BFD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66" name="Freeform: Shape 165">
                <a:extLst>
                  <a:ext uri="{FF2B5EF4-FFF2-40B4-BE49-F238E27FC236}">
                    <a16:creationId xmlns:a16="http://schemas.microsoft.com/office/drawing/2014/main" id="{20892B0B-2278-4EF6-9D88-EAB8A8BEECC8}"/>
                  </a:ext>
                </a:extLst>
              </p:cNvPr>
              <p:cNvSpPr/>
              <p:nvPr/>
            </p:nvSpPr>
            <p:spPr>
              <a:xfrm>
                <a:off x="6975759" y="2055114"/>
                <a:ext cx="794861" cy="9525"/>
              </a:xfrm>
              <a:custGeom>
                <a:avLst/>
                <a:gdLst>
                  <a:gd name="connsiteX0" fmla="*/ 0 w 794861"/>
                  <a:gd name="connsiteY0" fmla="*/ 0 h 9525"/>
                  <a:gd name="connsiteX1" fmla="*/ 794861 w 794861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94861" h="9525">
                    <a:moveTo>
                      <a:pt x="0" y="0"/>
                    </a:moveTo>
                    <a:lnTo>
                      <a:pt x="794861" y="0"/>
                    </a:lnTo>
                  </a:path>
                </a:pathLst>
              </a:custGeom>
              <a:ln w="9525" cap="flat">
                <a:solidFill>
                  <a:srgbClr val="21BFD3"/>
                </a:solidFill>
                <a:custDash>
                  <a:ds d="227588" sp="227588"/>
                </a:custDash>
                <a:round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6CEC53A7-F5DF-4703-8DE6-5E1165E51E6A}"/>
                  </a:ext>
                </a:extLst>
              </p:cNvPr>
              <p:cNvSpPr/>
              <p:nvPr/>
            </p:nvSpPr>
            <p:spPr>
              <a:xfrm>
                <a:off x="7785099" y="2055114"/>
                <a:ext cx="14287" cy="14287"/>
              </a:xfrm>
              <a:custGeom>
                <a:avLst/>
                <a:gdLst>
                  <a:gd name="connsiteX0" fmla="*/ 0 w 14287"/>
                  <a:gd name="connsiteY0" fmla="*/ 0 h 14287"/>
                  <a:gd name="connsiteX1" fmla="*/ 14288 w 14287"/>
                  <a:gd name="connsiteY1" fmla="*/ 0 h 14287"/>
                  <a:gd name="connsiteX2" fmla="*/ 14288 w 14287"/>
                  <a:gd name="connsiteY2" fmla="*/ 14288 h 14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4287" h="14287">
                    <a:moveTo>
                      <a:pt x="0" y="0"/>
                    </a:moveTo>
                    <a:lnTo>
                      <a:pt x="14288" y="0"/>
                    </a:lnTo>
                    <a:lnTo>
                      <a:pt x="14288" y="14288"/>
                    </a:lnTo>
                  </a:path>
                </a:pathLst>
              </a:custGeom>
              <a:noFill/>
              <a:ln w="9525" cap="flat">
                <a:solidFill>
                  <a:srgbClr val="21BFD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68" name="Freeform: Shape 167">
                <a:extLst>
                  <a:ext uri="{FF2B5EF4-FFF2-40B4-BE49-F238E27FC236}">
                    <a16:creationId xmlns:a16="http://schemas.microsoft.com/office/drawing/2014/main" id="{A7F9DAF6-1A22-44D8-AE5E-4A2B891AE0A5}"/>
                  </a:ext>
                </a:extLst>
              </p:cNvPr>
              <p:cNvSpPr/>
              <p:nvPr/>
            </p:nvSpPr>
            <p:spPr>
              <a:xfrm>
                <a:off x="7799386" y="2096833"/>
                <a:ext cx="9525" cy="425576"/>
              </a:xfrm>
              <a:custGeom>
                <a:avLst/>
                <a:gdLst>
                  <a:gd name="connsiteX0" fmla="*/ 0 w 9525"/>
                  <a:gd name="connsiteY0" fmla="*/ 0 h 425576"/>
                  <a:gd name="connsiteX1" fmla="*/ 0 w 9525"/>
                  <a:gd name="connsiteY1" fmla="*/ 425577 h 4255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525" h="425576">
                    <a:moveTo>
                      <a:pt x="0" y="0"/>
                    </a:moveTo>
                    <a:lnTo>
                      <a:pt x="0" y="425577"/>
                    </a:lnTo>
                  </a:path>
                </a:pathLst>
              </a:custGeom>
              <a:ln w="9525" cap="flat">
                <a:solidFill>
                  <a:srgbClr val="21BFD3"/>
                </a:solidFill>
                <a:custDash>
                  <a:ds d="216180" sp="216180"/>
                </a:custDash>
                <a:round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3842F116-7BCE-4D28-A0FD-01F6157BD035}"/>
                  </a:ext>
                </a:extLst>
              </p:cNvPr>
              <p:cNvSpPr/>
              <p:nvPr/>
            </p:nvSpPr>
            <p:spPr>
              <a:xfrm>
                <a:off x="7785099" y="2536126"/>
                <a:ext cx="14287" cy="14287"/>
              </a:xfrm>
              <a:custGeom>
                <a:avLst/>
                <a:gdLst>
                  <a:gd name="connsiteX0" fmla="*/ 14288 w 14287"/>
                  <a:gd name="connsiteY0" fmla="*/ 0 h 14287"/>
                  <a:gd name="connsiteX1" fmla="*/ 14288 w 14287"/>
                  <a:gd name="connsiteY1" fmla="*/ 14288 h 14287"/>
                  <a:gd name="connsiteX2" fmla="*/ 0 w 14287"/>
                  <a:gd name="connsiteY2" fmla="*/ 14288 h 14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4287" h="14287">
                    <a:moveTo>
                      <a:pt x="14288" y="0"/>
                    </a:moveTo>
                    <a:lnTo>
                      <a:pt x="14288" y="14288"/>
                    </a:lnTo>
                    <a:lnTo>
                      <a:pt x="0" y="14288"/>
                    </a:lnTo>
                  </a:path>
                </a:pathLst>
              </a:custGeom>
              <a:noFill/>
              <a:ln w="9525" cap="flat">
                <a:solidFill>
                  <a:srgbClr val="21BFD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F1875A9E-E565-4751-9B5E-5C6925D3A84C}"/>
                  </a:ext>
                </a:extLst>
              </p:cNvPr>
              <p:cNvSpPr/>
              <p:nvPr/>
            </p:nvSpPr>
            <p:spPr>
              <a:xfrm>
                <a:off x="6961377" y="2550414"/>
                <a:ext cx="794861" cy="9525"/>
              </a:xfrm>
              <a:custGeom>
                <a:avLst/>
                <a:gdLst>
                  <a:gd name="connsiteX0" fmla="*/ 794861 w 794861"/>
                  <a:gd name="connsiteY0" fmla="*/ 0 h 9525"/>
                  <a:gd name="connsiteX1" fmla="*/ 0 w 794861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94861" h="9525">
                    <a:moveTo>
                      <a:pt x="794861" y="0"/>
                    </a:moveTo>
                    <a:lnTo>
                      <a:pt x="0" y="0"/>
                    </a:lnTo>
                  </a:path>
                </a:pathLst>
              </a:custGeom>
              <a:ln w="9525" cap="flat">
                <a:solidFill>
                  <a:srgbClr val="21BFD3"/>
                </a:solidFill>
                <a:custDash>
                  <a:ds d="227588" sp="227588"/>
                </a:custDash>
                <a:round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723E6390-8E9E-4047-A3C2-8FEA7D9A79B0}"/>
                  </a:ext>
                </a:extLst>
              </p:cNvPr>
              <p:cNvSpPr/>
              <p:nvPr/>
            </p:nvSpPr>
            <p:spPr>
              <a:xfrm>
                <a:off x="6932611" y="2536126"/>
                <a:ext cx="14287" cy="14287"/>
              </a:xfrm>
              <a:custGeom>
                <a:avLst/>
                <a:gdLst>
                  <a:gd name="connsiteX0" fmla="*/ 14288 w 14287"/>
                  <a:gd name="connsiteY0" fmla="*/ 14288 h 14287"/>
                  <a:gd name="connsiteX1" fmla="*/ 0 w 14287"/>
                  <a:gd name="connsiteY1" fmla="*/ 14288 h 14287"/>
                  <a:gd name="connsiteX2" fmla="*/ 0 w 14287"/>
                  <a:gd name="connsiteY2" fmla="*/ 0 h 14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4287" h="14287">
                    <a:moveTo>
                      <a:pt x="14288" y="14288"/>
                    </a:moveTo>
                    <a:lnTo>
                      <a:pt x="0" y="14288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flat">
                <a:solidFill>
                  <a:srgbClr val="21BFD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0FFC9774-8CDB-4594-9D67-C690FE531198}"/>
                  </a:ext>
                </a:extLst>
              </p:cNvPr>
              <p:cNvSpPr/>
              <p:nvPr/>
            </p:nvSpPr>
            <p:spPr>
              <a:xfrm>
                <a:off x="6932611" y="2083117"/>
                <a:ext cx="9525" cy="425576"/>
              </a:xfrm>
              <a:custGeom>
                <a:avLst/>
                <a:gdLst>
                  <a:gd name="connsiteX0" fmla="*/ 0 w 9525"/>
                  <a:gd name="connsiteY0" fmla="*/ 425577 h 425576"/>
                  <a:gd name="connsiteX1" fmla="*/ 0 w 9525"/>
                  <a:gd name="connsiteY1" fmla="*/ 0 h 4255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525" h="425576">
                    <a:moveTo>
                      <a:pt x="0" y="425577"/>
                    </a:moveTo>
                    <a:lnTo>
                      <a:pt x="0" y="0"/>
                    </a:lnTo>
                  </a:path>
                </a:pathLst>
              </a:custGeom>
              <a:ln w="9525" cap="flat">
                <a:solidFill>
                  <a:srgbClr val="21BFD3"/>
                </a:solidFill>
                <a:custDash>
                  <a:ds d="216180" sp="216180"/>
                </a:custDash>
                <a:round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B3DFE65-EBDC-4E9F-9A16-BDC336C6C362}"/>
                </a:ext>
              </a:extLst>
            </p:cNvPr>
            <p:cNvSpPr txBox="1"/>
            <p:nvPr/>
          </p:nvSpPr>
          <p:spPr>
            <a:xfrm>
              <a:off x="7264175" y="2156963"/>
              <a:ext cx="479738" cy="11541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en-IN" sz="750" spc="0" baseline="0" dirty="0">
                  <a:solidFill>
                    <a:srgbClr val="231F20"/>
                  </a:solidFill>
                  <a:latin typeface="Metropolis-Regular"/>
                  <a:sym typeface="Metropolis-Regular"/>
                  <a:rtl val="0"/>
                </a:rPr>
                <a:t>Legend 1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0231D53-45AB-4F03-AA95-B0F2E0AD5C3E}"/>
                </a:ext>
              </a:extLst>
            </p:cNvPr>
            <p:cNvSpPr txBox="1"/>
            <p:nvPr/>
          </p:nvSpPr>
          <p:spPr>
            <a:xfrm>
              <a:off x="7257467" y="2339496"/>
              <a:ext cx="513153" cy="11541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en-IN" sz="750" spc="0" baseline="0" dirty="0">
                  <a:solidFill>
                    <a:srgbClr val="231F20"/>
                  </a:solidFill>
                  <a:latin typeface="Metropolis-Regular"/>
                  <a:sym typeface="Metropolis-Regular"/>
                  <a:rtl val="0"/>
                </a:rPr>
                <a:t>Legend 2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62E8871-B502-4CB0-8E1C-3314D05B396B}"/>
                </a:ext>
              </a:extLst>
            </p:cNvPr>
            <p:cNvSpPr txBox="1"/>
            <p:nvPr/>
          </p:nvSpPr>
          <p:spPr>
            <a:xfrm>
              <a:off x="5197849" y="1861297"/>
              <a:ext cx="607464" cy="11541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n-IN" sz="750" spc="0" baseline="0" dirty="0">
                  <a:solidFill>
                    <a:srgbClr val="231F20"/>
                  </a:solidFill>
                  <a:latin typeface="Metropolis-Regular"/>
                  <a:sym typeface="Metropolis-Regular"/>
                  <a:rtl val="0"/>
                </a:rPr>
                <a:t>Client Device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B216EE6-2751-4329-A8B1-77FE042F88FE}"/>
                </a:ext>
              </a:extLst>
            </p:cNvPr>
            <p:cNvSpPr txBox="1"/>
            <p:nvPr/>
          </p:nvSpPr>
          <p:spPr>
            <a:xfrm>
              <a:off x="5762636" y="2503600"/>
              <a:ext cx="424796" cy="23083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IN" sz="750" dirty="0">
                  <a:solidFill>
                    <a:srgbClr val="231F20"/>
                  </a:solidFill>
                  <a:latin typeface="Metropolis-Regular"/>
                  <a:sym typeface="Metropolis-Regular"/>
                  <a:rtl val="0"/>
                </a:rPr>
                <a:t>External</a:t>
              </a:r>
              <a:br>
                <a:rPr lang="en-IN" sz="750" dirty="0">
                  <a:solidFill>
                    <a:srgbClr val="231F20"/>
                  </a:solidFill>
                  <a:latin typeface="Metropolis-Regular"/>
                  <a:sym typeface="Metropolis-Regular"/>
                  <a:rtl val="0"/>
                </a:rPr>
              </a:br>
              <a:r>
                <a:rPr lang="en-IN" sz="750" dirty="0">
                  <a:solidFill>
                    <a:srgbClr val="231F20"/>
                  </a:solidFill>
                  <a:latin typeface="Metropolis-Regular"/>
                  <a:sym typeface="Metropolis-Regular"/>
                  <a:rtl val="0"/>
                </a:rPr>
                <a:t>Network </a:t>
              </a:r>
              <a:endParaRPr lang="en-IN" sz="750" spc="0" baseline="0" dirty="0">
                <a:solidFill>
                  <a:srgbClr val="231F20"/>
                </a:solidFill>
                <a:latin typeface="Metropolis-Regular"/>
                <a:sym typeface="Metropolis-Regular"/>
                <a:rtl val="0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6301D03-4E81-4B2D-B443-B2BB9AB25EBB}"/>
                </a:ext>
              </a:extLst>
            </p:cNvPr>
            <p:cNvSpPr txBox="1"/>
            <p:nvPr/>
          </p:nvSpPr>
          <p:spPr>
            <a:xfrm>
              <a:off x="5799720" y="2911577"/>
              <a:ext cx="429605" cy="23083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IN" sz="750" dirty="0">
                  <a:solidFill>
                    <a:srgbClr val="231F20"/>
                  </a:solidFill>
                  <a:latin typeface="Metropolis-Regular"/>
                  <a:sym typeface="Metropolis-Regular"/>
                  <a:rtl val="0"/>
                </a:rPr>
                <a:t>Load</a:t>
              </a:r>
              <a:br>
                <a:rPr lang="en-IN" sz="750" dirty="0">
                  <a:solidFill>
                    <a:srgbClr val="231F20"/>
                  </a:solidFill>
                  <a:latin typeface="Metropolis-Regular"/>
                  <a:sym typeface="Metropolis-Regular"/>
                  <a:rtl val="0"/>
                </a:rPr>
              </a:br>
              <a:r>
                <a:rPr lang="en-IN" sz="750" dirty="0">
                  <a:solidFill>
                    <a:srgbClr val="231F20"/>
                  </a:solidFill>
                  <a:latin typeface="Metropolis-Regular"/>
                  <a:sym typeface="Metropolis-Regular"/>
                  <a:rtl val="0"/>
                </a:rPr>
                <a:t>Balancer </a:t>
              </a:r>
              <a:endParaRPr lang="en-IN" sz="750" spc="0" baseline="0" dirty="0">
                <a:solidFill>
                  <a:srgbClr val="231F20"/>
                </a:solidFill>
                <a:latin typeface="Metropolis-Regular"/>
                <a:sym typeface="Metropolis-Regular"/>
                <a:rtl val="0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C1413C4-1701-45C4-88DF-B30A278AF0A2}"/>
                </a:ext>
              </a:extLst>
            </p:cNvPr>
            <p:cNvSpPr/>
            <p:nvPr/>
          </p:nvSpPr>
          <p:spPr>
            <a:xfrm>
              <a:off x="4389436" y="2807589"/>
              <a:ext cx="2343150" cy="819149"/>
            </a:xfrm>
            <a:custGeom>
              <a:avLst/>
              <a:gdLst>
                <a:gd name="connsiteX0" fmla="*/ 0 w 2343150"/>
                <a:gd name="connsiteY0" fmla="*/ 0 h 819149"/>
                <a:gd name="connsiteX1" fmla="*/ 2343150 w 2343150"/>
                <a:gd name="connsiteY1" fmla="*/ 0 h 819149"/>
                <a:gd name="connsiteX2" fmla="*/ 2343150 w 2343150"/>
                <a:gd name="connsiteY2" fmla="*/ 819150 h 819149"/>
                <a:gd name="connsiteX3" fmla="*/ 0 w 2343150"/>
                <a:gd name="connsiteY3" fmla="*/ 819150 h 819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43150" h="819149">
                  <a:moveTo>
                    <a:pt x="0" y="0"/>
                  </a:moveTo>
                  <a:lnTo>
                    <a:pt x="2343150" y="0"/>
                  </a:lnTo>
                  <a:lnTo>
                    <a:pt x="2343150" y="819150"/>
                  </a:lnTo>
                  <a:lnTo>
                    <a:pt x="0" y="819150"/>
                  </a:lnTo>
                  <a:close/>
                </a:path>
              </a:pathLst>
            </a:custGeom>
            <a:noFill/>
            <a:ln w="9525" cap="flat">
              <a:solidFill>
                <a:srgbClr val="288FCE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43D6ABDF-C2A5-488D-8D14-0D6233CFBB54}"/>
                </a:ext>
              </a:extLst>
            </p:cNvPr>
            <p:cNvSpPr/>
            <p:nvPr/>
          </p:nvSpPr>
          <p:spPr>
            <a:xfrm>
              <a:off x="5818186" y="3947922"/>
              <a:ext cx="9525" cy="123825"/>
            </a:xfrm>
            <a:custGeom>
              <a:avLst/>
              <a:gdLst>
                <a:gd name="connsiteX0" fmla="*/ 0 w 9525"/>
                <a:gd name="connsiteY0" fmla="*/ 0 h 123825"/>
                <a:gd name="connsiteX1" fmla="*/ 0 w 9525"/>
                <a:gd name="connsiteY1" fmla="*/ 123825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123825">
                  <a:moveTo>
                    <a:pt x="0" y="0"/>
                  </a:moveTo>
                  <a:lnTo>
                    <a:pt x="0" y="123825"/>
                  </a:lnTo>
                </a:path>
              </a:pathLst>
            </a:custGeom>
            <a:ln w="9525" cap="flat">
              <a:solidFill>
                <a:srgbClr val="F5C22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AFFFDC43-AC19-41B2-9650-676238237B5F}"/>
                </a:ext>
              </a:extLst>
            </p:cNvPr>
            <p:cNvSpPr/>
            <p:nvPr/>
          </p:nvSpPr>
          <p:spPr>
            <a:xfrm>
              <a:off x="5292787" y="3937444"/>
              <a:ext cx="9525" cy="123825"/>
            </a:xfrm>
            <a:custGeom>
              <a:avLst/>
              <a:gdLst>
                <a:gd name="connsiteX0" fmla="*/ 0 w 9525"/>
                <a:gd name="connsiteY0" fmla="*/ 0 h 123825"/>
                <a:gd name="connsiteX1" fmla="*/ 0 w 9525"/>
                <a:gd name="connsiteY1" fmla="*/ 123825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123825">
                  <a:moveTo>
                    <a:pt x="0" y="0"/>
                  </a:moveTo>
                  <a:lnTo>
                    <a:pt x="0" y="123825"/>
                  </a:lnTo>
                </a:path>
              </a:pathLst>
            </a:custGeom>
            <a:ln w="9525" cap="flat">
              <a:solidFill>
                <a:srgbClr val="F5C22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F7368D7D-D133-484A-B08C-FB95D16E107A}"/>
                </a:ext>
              </a:extLst>
            </p:cNvPr>
            <p:cNvSpPr/>
            <p:nvPr/>
          </p:nvSpPr>
          <p:spPr>
            <a:xfrm>
              <a:off x="5555487" y="4064889"/>
              <a:ext cx="9525" cy="123825"/>
            </a:xfrm>
            <a:custGeom>
              <a:avLst/>
              <a:gdLst>
                <a:gd name="connsiteX0" fmla="*/ 0 w 9525"/>
                <a:gd name="connsiteY0" fmla="*/ 0 h 123825"/>
                <a:gd name="connsiteX1" fmla="*/ 0 w 9525"/>
                <a:gd name="connsiteY1" fmla="*/ 123825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123825">
                  <a:moveTo>
                    <a:pt x="0" y="0"/>
                  </a:moveTo>
                  <a:lnTo>
                    <a:pt x="0" y="123825"/>
                  </a:lnTo>
                </a:path>
              </a:pathLst>
            </a:custGeom>
            <a:ln w="9525" cap="flat">
              <a:solidFill>
                <a:srgbClr val="F5C22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84687163-C5AA-46DA-8FC3-167B74F0A8E1}"/>
                </a:ext>
              </a:extLst>
            </p:cNvPr>
            <p:cNvSpPr/>
            <p:nvPr/>
          </p:nvSpPr>
          <p:spPr>
            <a:xfrm>
              <a:off x="4751386" y="4064889"/>
              <a:ext cx="9525" cy="123825"/>
            </a:xfrm>
            <a:custGeom>
              <a:avLst/>
              <a:gdLst>
                <a:gd name="connsiteX0" fmla="*/ 0 w 9525"/>
                <a:gd name="connsiteY0" fmla="*/ 0 h 123825"/>
                <a:gd name="connsiteX1" fmla="*/ 0 w 9525"/>
                <a:gd name="connsiteY1" fmla="*/ 123825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123825">
                  <a:moveTo>
                    <a:pt x="0" y="0"/>
                  </a:moveTo>
                  <a:lnTo>
                    <a:pt x="0" y="123825"/>
                  </a:lnTo>
                </a:path>
              </a:pathLst>
            </a:custGeom>
            <a:ln w="9525" cap="flat">
              <a:solidFill>
                <a:srgbClr val="F5C22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55DA5C8F-E43E-4E45-8B1F-68A547D7C5D0}"/>
                </a:ext>
              </a:extLst>
            </p:cNvPr>
            <p:cNvSpPr/>
            <p:nvPr/>
          </p:nvSpPr>
          <p:spPr>
            <a:xfrm>
              <a:off x="6370636" y="4064889"/>
              <a:ext cx="9525" cy="123825"/>
            </a:xfrm>
            <a:custGeom>
              <a:avLst/>
              <a:gdLst>
                <a:gd name="connsiteX0" fmla="*/ 0 w 9525"/>
                <a:gd name="connsiteY0" fmla="*/ 0 h 123825"/>
                <a:gd name="connsiteX1" fmla="*/ 0 w 9525"/>
                <a:gd name="connsiteY1" fmla="*/ 123825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123825">
                  <a:moveTo>
                    <a:pt x="0" y="0"/>
                  </a:moveTo>
                  <a:lnTo>
                    <a:pt x="0" y="123825"/>
                  </a:lnTo>
                </a:path>
              </a:pathLst>
            </a:custGeom>
            <a:ln w="9525" cap="flat">
              <a:solidFill>
                <a:srgbClr val="F5C22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ACF9C53F-A78C-4647-BA21-309556007101}"/>
                </a:ext>
              </a:extLst>
            </p:cNvPr>
            <p:cNvSpPr/>
            <p:nvPr/>
          </p:nvSpPr>
          <p:spPr>
            <a:xfrm>
              <a:off x="5818186" y="3464814"/>
              <a:ext cx="9525" cy="200025"/>
            </a:xfrm>
            <a:custGeom>
              <a:avLst/>
              <a:gdLst>
                <a:gd name="connsiteX0" fmla="*/ 0 w 9525"/>
                <a:gd name="connsiteY0" fmla="*/ 0 h 200025"/>
                <a:gd name="connsiteX1" fmla="*/ 0 w 9525"/>
                <a:gd name="connsiteY1" fmla="*/ 200025 h 20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200025">
                  <a:moveTo>
                    <a:pt x="0" y="0"/>
                  </a:moveTo>
                  <a:lnTo>
                    <a:pt x="0" y="200025"/>
                  </a:lnTo>
                </a:path>
              </a:pathLst>
            </a:custGeom>
            <a:ln w="9525" cap="flat">
              <a:solidFill>
                <a:srgbClr val="2123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E3B1C6FC-543E-45C1-A1A1-DB047A682C16}"/>
                </a:ext>
              </a:extLst>
            </p:cNvPr>
            <p:cNvSpPr/>
            <p:nvPr/>
          </p:nvSpPr>
          <p:spPr>
            <a:xfrm>
              <a:off x="5292787" y="3474339"/>
              <a:ext cx="9525" cy="200025"/>
            </a:xfrm>
            <a:custGeom>
              <a:avLst/>
              <a:gdLst>
                <a:gd name="connsiteX0" fmla="*/ 0 w 9525"/>
                <a:gd name="connsiteY0" fmla="*/ 0 h 200025"/>
                <a:gd name="connsiteX1" fmla="*/ 0 w 9525"/>
                <a:gd name="connsiteY1" fmla="*/ 200025 h 20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200025">
                  <a:moveTo>
                    <a:pt x="0" y="0"/>
                  </a:moveTo>
                  <a:lnTo>
                    <a:pt x="0" y="200025"/>
                  </a:lnTo>
                </a:path>
              </a:pathLst>
            </a:custGeom>
            <a:ln w="9525" cap="flat">
              <a:solidFill>
                <a:srgbClr val="2123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64F18738-9370-49BA-87A9-BD18EFD3A91C}"/>
                </a:ext>
              </a:extLst>
            </p:cNvPr>
            <p:cNvSpPr/>
            <p:nvPr/>
          </p:nvSpPr>
          <p:spPr>
            <a:xfrm>
              <a:off x="5554725" y="2264664"/>
              <a:ext cx="9525" cy="265080"/>
            </a:xfrm>
            <a:custGeom>
              <a:avLst/>
              <a:gdLst>
                <a:gd name="connsiteX0" fmla="*/ 0 w 9525"/>
                <a:gd name="connsiteY0" fmla="*/ 265081 h 265080"/>
                <a:gd name="connsiteX1" fmla="*/ 0 w 9525"/>
                <a:gd name="connsiteY1" fmla="*/ 0 h 265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265080">
                  <a:moveTo>
                    <a:pt x="0" y="265081"/>
                  </a:moveTo>
                  <a:lnTo>
                    <a:pt x="0" y="0"/>
                  </a:lnTo>
                </a:path>
              </a:pathLst>
            </a:custGeom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grpSp>
          <p:nvGrpSpPr>
            <p:cNvPr id="39" name="Graphic 5">
              <a:extLst>
                <a:ext uri="{FF2B5EF4-FFF2-40B4-BE49-F238E27FC236}">
                  <a16:creationId xmlns:a16="http://schemas.microsoft.com/office/drawing/2014/main" id="{4C24F557-6B43-4B25-8EA0-C8D9B27FCE4D}"/>
                </a:ext>
              </a:extLst>
            </p:cNvPr>
            <p:cNvGrpSpPr/>
            <p:nvPr/>
          </p:nvGrpSpPr>
          <p:grpSpPr>
            <a:xfrm>
              <a:off x="5292787" y="3188588"/>
              <a:ext cx="523875" cy="209550"/>
              <a:chOff x="5292787" y="3188588"/>
              <a:chExt cx="523875" cy="209550"/>
            </a:xfrm>
            <a:noFill/>
          </p:grpSpPr>
          <p:sp>
            <p:nvSpPr>
              <p:cNvPr id="163" name="Freeform: Shape 162">
                <a:extLst>
                  <a:ext uri="{FF2B5EF4-FFF2-40B4-BE49-F238E27FC236}">
                    <a16:creationId xmlns:a16="http://schemas.microsoft.com/office/drawing/2014/main" id="{5895B312-6789-4F78-AA7A-EC6E9F7E554C}"/>
                  </a:ext>
                </a:extLst>
              </p:cNvPr>
              <p:cNvSpPr/>
              <p:nvPr/>
            </p:nvSpPr>
            <p:spPr>
              <a:xfrm>
                <a:off x="5578537" y="3188588"/>
                <a:ext cx="238125" cy="209550"/>
              </a:xfrm>
              <a:custGeom>
                <a:avLst/>
                <a:gdLst>
                  <a:gd name="connsiteX0" fmla="*/ 238125 w 238125"/>
                  <a:gd name="connsiteY0" fmla="*/ 209550 h 209550"/>
                  <a:gd name="connsiteX1" fmla="*/ 238125 w 238125"/>
                  <a:gd name="connsiteY1" fmla="*/ 83629 h 209550"/>
                  <a:gd name="connsiteX2" fmla="*/ 0 w 238125"/>
                  <a:gd name="connsiteY2" fmla="*/ 83629 h 209550"/>
                  <a:gd name="connsiteX3" fmla="*/ 0 w 238125"/>
                  <a:gd name="connsiteY3" fmla="*/ 0 h 209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38125" h="209550">
                    <a:moveTo>
                      <a:pt x="238125" y="209550"/>
                    </a:moveTo>
                    <a:lnTo>
                      <a:pt x="238125" y="83629"/>
                    </a:lnTo>
                    <a:lnTo>
                      <a:pt x="0" y="83629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64" name="Freeform: Shape 163">
                <a:extLst>
                  <a:ext uri="{FF2B5EF4-FFF2-40B4-BE49-F238E27FC236}">
                    <a16:creationId xmlns:a16="http://schemas.microsoft.com/office/drawing/2014/main" id="{9EADBE16-B67C-4624-8F0D-0EC9887C0ABF}"/>
                  </a:ext>
                </a:extLst>
              </p:cNvPr>
              <p:cNvSpPr/>
              <p:nvPr/>
            </p:nvSpPr>
            <p:spPr>
              <a:xfrm>
                <a:off x="5292787" y="3188588"/>
                <a:ext cx="238125" cy="209550"/>
              </a:xfrm>
              <a:custGeom>
                <a:avLst/>
                <a:gdLst>
                  <a:gd name="connsiteX0" fmla="*/ 0 w 238125"/>
                  <a:gd name="connsiteY0" fmla="*/ 209550 h 209550"/>
                  <a:gd name="connsiteX1" fmla="*/ 0 w 238125"/>
                  <a:gd name="connsiteY1" fmla="*/ 83629 h 209550"/>
                  <a:gd name="connsiteX2" fmla="*/ 238125 w 238125"/>
                  <a:gd name="connsiteY2" fmla="*/ 83629 h 209550"/>
                  <a:gd name="connsiteX3" fmla="*/ 238125 w 238125"/>
                  <a:gd name="connsiteY3" fmla="*/ 0 h 209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38125" h="209550">
                    <a:moveTo>
                      <a:pt x="0" y="209550"/>
                    </a:moveTo>
                    <a:lnTo>
                      <a:pt x="0" y="83629"/>
                    </a:lnTo>
                    <a:lnTo>
                      <a:pt x="238125" y="83629"/>
                    </a:lnTo>
                    <a:lnTo>
                      <a:pt x="238125" y="0"/>
                    </a:lnTo>
                  </a:path>
                </a:pathLst>
              </a:custGeom>
              <a:noFill/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grpSp>
          <p:nvGrpSpPr>
            <p:cNvPr id="40" name="Graphic 5">
              <a:extLst>
                <a:ext uri="{FF2B5EF4-FFF2-40B4-BE49-F238E27FC236}">
                  <a16:creationId xmlns:a16="http://schemas.microsoft.com/office/drawing/2014/main" id="{AD8069F5-F135-427F-A1A2-AF9095C49E47}"/>
                </a:ext>
              </a:extLst>
            </p:cNvPr>
            <p:cNvGrpSpPr/>
            <p:nvPr/>
          </p:nvGrpSpPr>
          <p:grpSpPr>
            <a:xfrm>
              <a:off x="5992589" y="3428809"/>
              <a:ext cx="109442" cy="28575"/>
              <a:chOff x="5992589" y="3428809"/>
              <a:chExt cx="109442" cy="28575"/>
            </a:xfrm>
            <a:solidFill>
              <a:srgbClr val="3D3D3F"/>
            </a:solidFill>
          </p:grpSpPr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B1FD49B7-8A0E-4B51-9DAC-8F184F43B173}"/>
                  </a:ext>
                </a:extLst>
              </p:cNvPr>
              <p:cNvSpPr/>
              <p:nvPr/>
            </p:nvSpPr>
            <p:spPr>
              <a:xfrm>
                <a:off x="5992589" y="3428809"/>
                <a:ext cx="28575" cy="28575"/>
              </a:xfrm>
              <a:custGeom>
                <a:avLst/>
                <a:gdLst>
                  <a:gd name="connsiteX0" fmla="*/ 0 w 28575"/>
                  <a:gd name="connsiteY0" fmla="*/ 0 h 28575"/>
                  <a:gd name="connsiteX1" fmla="*/ 28575 w 28575"/>
                  <a:gd name="connsiteY1" fmla="*/ 0 h 28575"/>
                  <a:gd name="connsiteX2" fmla="*/ 28575 w 28575"/>
                  <a:gd name="connsiteY2" fmla="*/ 28575 h 28575"/>
                  <a:gd name="connsiteX3" fmla="*/ 0 w 28575"/>
                  <a:gd name="connsiteY3" fmla="*/ 2857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8575" h="28575">
                    <a:moveTo>
                      <a:pt x="0" y="0"/>
                    </a:moveTo>
                    <a:lnTo>
                      <a:pt x="28575" y="0"/>
                    </a:lnTo>
                    <a:lnTo>
                      <a:pt x="28575" y="28575"/>
                    </a:lnTo>
                    <a:lnTo>
                      <a:pt x="0" y="28575"/>
                    </a:lnTo>
                    <a:close/>
                  </a:path>
                </a:pathLst>
              </a:custGeom>
              <a:solidFill>
                <a:srgbClr val="3D3D3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555110CB-78E9-41E7-B2D7-F662991CCDB3}"/>
                  </a:ext>
                </a:extLst>
              </p:cNvPr>
              <p:cNvSpPr/>
              <p:nvPr/>
            </p:nvSpPr>
            <p:spPr>
              <a:xfrm>
                <a:off x="6033070" y="3428809"/>
                <a:ext cx="28575" cy="28575"/>
              </a:xfrm>
              <a:custGeom>
                <a:avLst/>
                <a:gdLst>
                  <a:gd name="connsiteX0" fmla="*/ 0 w 28575"/>
                  <a:gd name="connsiteY0" fmla="*/ 0 h 28575"/>
                  <a:gd name="connsiteX1" fmla="*/ 28575 w 28575"/>
                  <a:gd name="connsiteY1" fmla="*/ 0 h 28575"/>
                  <a:gd name="connsiteX2" fmla="*/ 28575 w 28575"/>
                  <a:gd name="connsiteY2" fmla="*/ 28575 h 28575"/>
                  <a:gd name="connsiteX3" fmla="*/ 0 w 28575"/>
                  <a:gd name="connsiteY3" fmla="*/ 2857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8575" h="28575">
                    <a:moveTo>
                      <a:pt x="0" y="0"/>
                    </a:moveTo>
                    <a:lnTo>
                      <a:pt x="28575" y="0"/>
                    </a:lnTo>
                    <a:lnTo>
                      <a:pt x="28575" y="28575"/>
                    </a:lnTo>
                    <a:lnTo>
                      <a:pt x="0" y="28575"/>
                    </a:lnTo>
                    <a:close/>
                  </a:path>
                </a:pathLst>
              </a:custGeom>
              <a:solidFill>
                <a:srgbClr val="3D3D3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19405F99-6B56-48D8-A0DE-329F62F4862F}"/>
                  </a:ext>
                </a:extLst>
              </p:cNvPr>
              <p:cNvSpPr/>
              <p:nvPr/>
            </p:nvSpPr>
            <p:spPr>
              <a:xfrm>
                <a:off x="6073456" y="3428809"/>
                <a:ext cx="28575" cy="28575"/>
              </a:xfrm>
              <a:custGeom>
                <a:avLst/>
                <a:gdLst>
                  <a:gd name="connsiteX0" fmla="*/ 0 w 28575"/>
                  <a:gd name="connsiteY0" fmla="*/ 0 h 28575"/>
                  <a:gd name="connsiteX1" fmla="*/ 28575 w 28575"/>
                  <a:gd name="connsiteY1" fmla="*/ 0 h 28575"/>
                  <a:gd name="connsiteX2" fmla="*/ 28575 w 28575"/>
                  <a:gd name="connsiteY2" fmla="*/ 28575 h 28575"/>
                  <a:gd name="connsiteX3" fmla="*/ 0 w 28575"/>
                  <a:gd name="connsiteY3" fmla="*/ 2857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8575" h="28575">
                    <a:moveTo>
                      <a:pt x="0" y="0"/>
                    </a:moveTo>
                    <a:lnTo>
                      <a:pt x="28575" y="0"/>
                    </a:lnTo>
                    <a:lnTo>
                      <a:pt x="28575" y="28575"/>
                    </a:lnTo>
                    <a:lnTo>
                      <a:pt x="0" y="28575"/>
                    </a:lnTo>
                    <a:close/>
                  </a:path>
                </a:pathLst>
              </a:custGeom>
              <a:solidFill>
                <a:srgbClr val="3D3D3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grpSp>
          <p:nvGrpSpPr>
            <p:cNvPr id="41" name="Graphic 5">
              <a:extLst>
                <a:ext uri="{FF2B5EF4-FFF2-40B4-BE49-F238E27FC236}">
                  <a16:creationId xmlns:a16="http://schemas.microsoft.com/office/drawing/2014/main" id="{AFC56619-6B23-428B-BF03-1CEE4D3DBF3C}"/>
                </a:ext>
              </a:extLst>
            </p:cNvPr>
            <p:cNvGrpSpPr/>
            <p:nvPr/>
          </p:nvGrpSpPr>
          <p:grpSpPr>
            <a:xfrm>
              <a:off x="5992589" y="3790473"/>
              <a:ext cx="109442" cy="28575"/>
              <a:chOff x="5992589" y="3790473"/>
              <a:chExt cx="109442" cy="28575"/>
            </a:xfrm>
            <a:solidFill>
              <a:srgbClr val="3D3D3F"/>
            </a:solidFill>
          </p:grpSpPr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8853EDCC-50F7-4F0B-81EE-82EFCE6CCE99}"/>
                  </a:ext>
                </a:extLst>
              </p:cNvPr>
              <p:cNvSpPr/>
              <p:nvPr/>
            </p:nvSpPr>
            <p:spPr>
              <a:xfrm>
                <a:off x="5992589" y="3790473"/>
                <a:ext cx="28575" cy="28575"/>
              </a:xfrm>
              <a:custGeom>
                <a:avLst/>
                <a:gdLst>
                  <a:gd name="connsiteX0" fmla="*/ 0 w 28575"/>
                  <a:gd name="connsiteY0" fmla="*/ 0 h 28575"/>
                  <a:gd name="connsiteX1" fmla="*/ 28575 w 28575"/>
                  <a:gd name="connsiteY1" fmla="*/ 0 h 28575"/>
                  <a:gd name="connsiteX2" fmla="*/ 28575 w 28575"/>
                  <a:gd name="connsiteY2" fmla="*/ 28575 h 28575"/>
                  <a:gd name="connsiteX3" fmla="*/ 0 w 28575"/>
                  <a:gd name="connsiteY3" fmla="*/ 2857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8575" h="28575">
                    <a:moveTo>
                      <a:pt x="0" y="0"/>
                    </a:moveTo>
                    <a:lnTo>
                      <a:pt x="28575" y="0"/>
                    </a:lnTo>
                    <a:lnTo>
                      <a:pt x="28575" y="28575"/>
                    </a:lnTo>
                    <a:lnTo>
                      <a:pt x="0" y="28575"/>
                    </a:lnTo>
                    <a:close/>
                  </a:path>
                </a:pathLst>
              </a:custGeom>
              <a:solidFill>
                <a:srgbClr val="3D3D3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AB5E7000-9989-4EB0-8F94-AB6F07FCFD62}"/>
                  </a:ext>
                </a:extLst>
              </p:cNvPr>
              <p:cNvSpPr/>
              <p:nvPr/>
            </p:nvSpPr>
            <p:spPr>
              <a:xfrm>
                <a:off x="6033070" y="3790473"/>
                <a:ext cx="28575" cy="28575"/>
              </a:xfrm>
              <a:custGeom>
                <a:avLst/>
                <a:gdLst>
                  <a:gd name="connsiteX0" fmla="*/ 0 w 28575"/>
                  <a:gd name="connsiteY0" fmla="*/ 0 h 28575"/>
                  <a:gd name="connsiteX1" fmla="*/ 28575 w 28575"/>
                  <a:gd name="connsiteY1" fmla="*/ 0 h 28575"/>
                  <a:gd name="connsiteX2" fmla="*/ 28575 w 28575"/>
                  <a:gd name="connsiteY2" fmla="*/ 28575 h 28575"/>
                  <a:gd name="connsiteX3" fmla="*/ 0 w 28575"/>
                  <a:gd name="connsiteY3" fmla="*/ 2857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8575" h="28575">
                    <a:moveTo>
                      <a:pt x="0" y="0"/>
                    </a:moveTo>
                    <a:lnTo>
                      <a:pt x="28575" y="0"/>
                    </a:lnTo>
                    <a:lnTo>
                      <a:pt x="28575" y="28575"/>
                    </a:lnTo>
                    <a:lnTo>
                      <a:pt x="0" y="28575"/>
                    </a:lnTo>
                    <a:close/>
                  </a:path>
                </a:pathLst>
              </a:custGeom>
              <a:solidFill>
                <a:srgbClr val="3D3D3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F0E4FA00-BFD9-4BC4-94CF-054388922420}"/>
                  </a:ext>
                </a:extLst>
              </p:cNvPr>
              <p:cNvSpPr/>
              <p:nvPr/>
            </p:nvSpPr>
            <p:spPr>
              <a:xfrm>
                <a:off x="6073456" y="3790473"/>
                <a:ext cx="28575" cy="28575"/>
              </a:xfrm>
              <a:custGeom>
                <a:avLst/>
                <a:gdLst>
                  <a:gd name="connsiteX0" fmla="*/ 0 w 28575"/>
                  <a:gd name="connsiteY0" fmla="*/ 0 h 28575"/>
                  <a:gd name="connsiteX1" fmla="*/ 28575 w 28575"/>
                  <a:gd name="connsiteY1" fmla="*/ 0 h 28575"/>
                  <a:gd name="connsiteX2" fmla="*/ 28575 w 28575"/>
                  <a:gd name="connsiteY2" fmla="*/ 28575 h 28575"/>
                  <a:gd name="connsiteX3" fmla="*/ 0 w 28575"/>
                  <a:gd name="connsiteY3" fmla="*/ 2857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8575" h="28575">
                    <a:moveTo>
                      <a:pt x="0" y="0"/>
                    </a:moveTo>
                    <a:lnTo>
                      <a:pt x="28575" y="0"/>
                    </a:lnTo>
                    <a:lnTo>
                      <a:pt x="28575" y="28575"/>
                    </a:lnTo>
                    <a:lnTo>
                      <a:pt x="0" y="28575"/>
                    </a:lnTo>
                    <a:close/>
                  </a:path>
                </a:pathLst>
              </a:custGeom>
              <a:solidFill>
                <a:srgbClr val="3D3D3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F3A41231-FEC6-425A-8408-7227B5005354}"/>
                </a:ext>
              </a:extLst>
            </p:cNvPr>
            <p:cNvSpPr/>
            <p:nvPr/>
          </p:nvSpPr>
          <p:spPr>
            <a:xfrm>
              <a:off x="5554725" y="2664714"/>
              <a:ext cx="9525" cy="247650"/>
            </a:xfrm>
            <a:custGeom>
              <a:avLst/>
              <a:gdLst>
                <a:gd name="connsiteX0" fmla="*/ 0 w 9525"/>
                <a:gd name="connsiteY0" fmla="*/ 247650 h 247650"/>
                <a:gd name="connsiteX1" fmla="*/ 0 w 9525"/>
                <a:gd name="connsiteY1" fmla="*/ 0 h 247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247650">
                  <a:moveTo>
                    <a:pt x="0" y="247650"/>
                  </a:moveTo>
                  <a:lnTo>
                    <a:pt x="0" y="0"/>
                  </a:lnTo>
                </a:path>
              </a:pathLst>
            </a:custGeom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503B377B-53F0-48E7-985B-4192021099ED}"/>
                </a:ext>
              </a:extLst>
            </p:cNvPr>
            <p:cNvSpPr/>
            <p:nvPr/>
          </p:nvSpPr>
          <p:spPr>
            <a:xfrm>
              <a:off x="4389436" y="4064889"/>
              <a:ext cx="2343150" cy="9525"/>
            </a:xfrm>
            <a:custGeom>
              <a:avLst/>
              <a:gdLst>
                <a:gd name="connsiteX0" fmla="*/ 2343150 w 2343150"/>
                <a:gd name="connsiteY0" fmla="*/ 0 h 9525"/>
                <a:gd name="connsiteX1" fmla="*/ 0 w 234315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43150" h="9525">
                  <a:moveTo>
                    <a:pt x="2343150" y="0"/>
                  </a:moveTo>
                  <a:lnTo>
                    <a:pt x="0" y="0"/>
                  </a:lnTo>
                </a:path>
              </a:pathLst>
            </a:custGeom>
            <a:ln w="9525" cap="flat">
              <a:solidFill>
                <a:srgbClr val="F5C22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F935566A-319C-4E91-88F3-F36C068329A8}"/>
                </a:ext>
              </a:extLst>
            </p:cNvPr>
            <p:cNvSpPr txBox="1"/>
            <p:nvPr/>
          </p:nvSpPr>
          <p:spPr>
            <a:xfrm>
              <a:off x="4442663" y="2830518"/>
              <a:ext cx="216406" cy="1154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en-IN" sz="750" spc="0" baseline="0" dirty="0">
                  <a:solidFill>
                    <a:srgbClr val="0195D3"/>
                  </a:solidFill>
                  <a:latin typeface="Metropolis-Regular"/>
                  <a:sym typeface="Metropolis-Regular"/>
                  <a:rtl val="0"/>
                </a:rPr>
                <a:t>DMZ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A01EF55-7C77-4A02-A671-F25EE5287F9D}"/>
                </a:ext>
              </a:extLst>
            </p:cNvPr>
            <p:cNvSpPr txBox="1"/>
            <p:nvPr/>
          </p:nvSpPr>
          <p:spPr>
            <a:xfrm>
              <a:off x="4442663" y="3213396"/>
              <a:ext cx="686085" cy="34624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r">
                <a:spcAft>
                  <a:spcPts val="600"/>
                </a:spcAft>
              </a:pPr>
              <a:r>
                <a:rPr lang="en-IN" sz="750" spc="0" baseline="0" dirty="0">
                  <a:solidFill>
                    <a:srgbClr val="231F20"/>
                  </a:solidFill>
                  <a:latin typeface="Metropolis-Regular"/>
                  <a:sym typeface="Metropolis-Regular"/>
                  <a:rtl val="0"/>
                </a:rPr>
                <a:t>Unified </a:t>
              </a:r>
              <a:r>
                <a:rPr lang="en-IN" sz="750" dirty="0">
                  <a:solidFill>
                    <a:srgbClr val="231F20"/>
                  </a:solidFill>
                  <a:latin typeface="Metropolis-Regular"/>
                  <a:sym typeface="Metropolis-Regular"/>
                  <a:rtl val="0"/>
                </a:rPr>
                <a:t>Access</a:t>
              </a:r>
              <a:br>
                <a:rPr lang="en-IN" sz="750" dirty="0">
                  <a:solidFill>
                    <a:srgbClr val="231F20"/>
                  </a:solidFill>
                  <a:latin typeface="Metropolis-Regular"/>
                  <a:sym typeface="Metropolis-Regular"/>
                  <a:rtl val="0"/>
                </a:rPr>
              </a:br>
              <a:r>
                <a:rPr lang="en-IN" sz="750" dirty="0">
                  <a:solidFill>
                    <a:srgbClr val="231F20"/>
                  </a:solidFill>
                  <a:latin typeface="Metropolis-Regular"/>
                  <a:sym typeface="Metropolis-Regular"/>
                  <a:rtl val="0"/>
                </a:rPr>
                <a:t>Gateway</a:t>
              </a:r>
              <a:br>
                <a:rPr lang="en-IN" sz="750" dirty="0">
                  <a:solidFill>
                    <a:srgbClr val="231F20"/>
                  </a:solidFill>
                  <a:latin typeface="Metropolis-Regular"/>
                  <a:sym typeface="Metropolis-Regular"/>
                  <a:rtl val="0"/>
                </a:rPr>
              </a:br>
              <a:r>
                <a:rPr lang="en-IN" sz="750" dirty="0">
                  <a:solidFill>
                    <a:srgbClr val="231F20"/>
                  </a:solidFill>
                  <a:latin typeface="Metropolis-Regular"/>
                  <a:sym typeface="Metropolis-Regular"/>
                  <a:rtl val="0"/>
                </a:rPr>
                <a:t>appliance</a:t>
              </a:r>
              <a:endParaRPr lang="en-IN" sz="750" spc="0" baseline="0" dirty="0">
                <a:solidFill>
                  <a:srgbClr val="231F20"/>
                </a:solidFill>
                <a:latin typeface="Metropolis-Regular"/>
                <a:sym typeface="Metropolis-Regular"/>
                <a:rtl val="0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EB9B7851-62A7-424B-AA86-129C1DFFCEE0}"/>
                </a:ext>
              </a:extLst>
            </p:cNvPr>
            <p:cNvSpPr txBox="1"/>
            <p:nvPr/>
          </p:nvSpPr>
          <p:spPr>
            <a:xfrm>
              <a:off x="4797536" y="3708585"/>
              <a:ext cx="357470" cy="23083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r">
                <a:spcAft>
                  <a:spcPts val="600"/>
                </a:spcAft>
              </a:pPr>
              <a:r>
                <a:rPr lang="en-IN" sz="750" dirty="0">
                  <a:solidFill>
                    <a:srgbClr val="231F20"/>
                  </a:solidFill>
                  <a:latin typeface="Metropolis-Regular"/>
                  <a:sym typeface="Metropolis-Regular"/>
                  <a:rtl val="0"/>
                </a:rPr>
                <a:t>Horizon</a:t>
              </a:r>
              <a:br>
                <a:rPr lang="en-IN" sz="750" dirty="0">
                  <a:solidFill>
                    <a:srgbClr val="231F20"/>
                  </a:solidFill>
                  <a:latin typeface="Metropolis-Regular"/>
                  <a:sym typeface="Metropolis-Regular"/>
                  <a:rtl val="0"/>
                </a:rPr>
              </a:br>
              <a:r>
                <a:rPr lang="en-IN" sz="750" dirty="0">
                  <a:solidFill>
                    <a:srgbClr val="231F20"/>
                  </a:solidFill>
                  <a:latin typeface="Metropolis-Regular"/>
                  <a:sym typeface="Metropolis-Regular"/>
                  <a:rtl val="0"/>
                </a:rPr>
                <a:t>Server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6E43AB63-DDD3-4E9B-A195-52CB3E472F50}"/>
                </a:ext>
              </a:extLst>
            </p:cNvPr>
            <p:cNvSpPr txBox="1"/>
            <p:nvPr/>
          </p:nvSpPr>
          <p:spPr>
            <a:xfrm>
              <a:off x="4525736" y="4500699"/>
              <a:ext cx="434414" cy="34624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n-IN" sz="750" dirty="0">
                  <a:solidFill>
                    <a:srgbClr val="231F20"/>
                  </a:solidFill>
                  <a:latin typeface="Metropolis-Regular"/>
                  <a:sym typeface="Metropolis-Regular"/>
                  <a:rtl val="0"/>
                </a:rPr>
                <a:t>Microsoft</a:t>
              </a:r>
              <a:br>
                <a:rPr lang="en-IN" sz="750" dirty="0">
                  <a:solidFill>
                    <a:srgbClr val="231F20"/>
                  </a:solidFill>
                  <a:latin typeface="Metropolis-Regular"/>
                  <a:sym typeface="Metropolis-Regular"/>
                  <a:rtl val="0"/>
                </a:rPr>
              </a:br>
              <a:r>
                <a:rPr lang="en-IN" sz="750" dirty="0">
                  <a:solidFill>
                    <a:srgbClr val="231F20"/>
                  </a:solidFill>
                  <a:latin typeface="Metropolis-Regular"/>
                  <a:sym typeface="Metropolis-Regular"/>
                  <a:rtl val="0"/>
                </a:rPr>
                <a:t>Active</a:t>
              </a:r>
              <a:br>
                <a:rPr lang="en-IN" sz="750" dirty="0">
                  <a:solidFill>
                    <a:srgbClr val="231F20"/>
                  </a:solidFill>
                  <a:latin typeface="Metropolis-Regular"/>
                  <a:sym typeface="Metropolis-Regular"/>
                  <a:rtl val="0"/>
                </a:rPr>
              </a:br>
              <a:r>
                <a:rPr lang="en-IN" sz="750" dirty="0">
                  <a:solidFill>
                    <a:srgbClr val="231F20"/>
                  </a:solidFill>
                  <a:latin typeface="Metropolis-Regular"/>
                  <a:sym typeface="Metropolis-Regular"/>
                  <a:rtl val="0"/>
                </a:rPr>
                <a:t>Directory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9EEC9AE7-2393-418D-8D61-F48289016814}"/>
                </a:ext>
              </a:extLst>
            </p:cNvPr>
            <p:cNvSpPr txBox="1"/>
            <p:nvPr/>
          </p:nvSpPr>
          <p:spPr>
            <a:xfrm>
              <a:off x="5155984" y="4500978"/>
              <a:ext cx="766235" cy="461665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n-IN" sz="750" spc="0" baseline="0" dirty="0" err="1">
                  <a:solidFill>
                    <a:srgbClr val="231F20"/>
                  </a:solidFill>
                  <a:latin typeface="Metropolis-Regular"/>
                  <a:sym typeface="Metropolis-Regular"/>
                  <a:rtl val="0"/>
                </a:rPr>
                <a:t>ESXi</a:t>
              </a:r>
              <a:br>
                <a:rPr lang="en-IN" sz="750" dirty="0">
                  <a:solidFill>
                    <a:srgbClr val="231F20"/>
                  </a:solidFill>
                  <a:latin typeface="Metropolis-Regular"/>
                  <a:sym typeface="Metropolis-Regular"/>
                  <a:rtl val="0"/>
                </a:rPr>
              </a:br>
              <a:r>
                <a:rPr lang="en-IN" sz="750" dirty="0">
                  <a:solidFill>
                    <a:srgbClr val="231F20"/>
                  </a:solidFill>
                  <a:latin typeface="Metropolis-Regular"/>
                  <a:sym typeface="Metropolis-Regular"/>
                  <a:rtl val="0"/>
                </a:rPr>
                <a:t>hosts running</a:t>
              </a:r>
              <a:br>
                <a:rPr lang="en-IN" sz="750" dirty="0">
                  <a:solidFill>
                    <a:srgbClr val="231F20"/>
                  </a:solidFill>
                  <a:latin typeface="Metropolis-Regular"/>
                  <a:sym typeface="Metropolis-Regular"/>
                  <a:rtl val="0"/>
                </a:rPr>
              </a:br>
              <a:r>
                <a:rPr lang="en-IN" sz="750" dirty="0">
                  <a:solidFill>
                    <a:srgbClr val="231F20"/>
                  </a:solidFill>
                  <a:latin typeface="Metropolis-Regular"/>
                  <a:sym typeface="Metropolis-Regular"/>
                  <a:rtl val="0"/>
                </a:rPr>
                <a:t>Virtual Desktop</a:t>
              </a:r>
              <a:br>
                <a:rPr lang="en-IN" sz="750" dirty="0">
                  <a:solidFill>
                    <a:srgbClr val="231F20"/>
                  </a:solidFill>
                  <a:latin typeface="Metropolis-Regular"/>
                  <a:sym typeface="Metropolis-Regular"/>
                  <a:rtl val="0"/>
                </a:rPr>
              </a:br>
              <a:r>
                <a:rPr lang="en-IN" sz="750" dirty="0">
                  <a:solidFill>
                    <a:srgbClr val="231F20"/>
                  </a:solidFill>
                  <a:latin typeface="Metropolis-Regular"/>
                  <a:sym typeface="Metropolis-Regular"/>
                  <a:rtl val="0"/>
                </a:rPr>
                <a:t>Virtual machines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088DA171-AC0B-4B4D-84CD-842E645E8474}"/>
                </a:ext>
              </a:extLst>
            </p:cNvPr>
            <p:cNvSpPr txBox="1"/>
            <p:nvPr/>
          </p:nvSpPr>
          <p:spPr>
            <a:xfrm>
              <a:off x="6094412" y="4500698"/>
              <a:ext cx="604333" cy="34624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n-IN" sz="750" dirty="0">
                  <a:solidFill>
                    <a:srgbClr val="231F20"/>
                  </a:solidFill>
                  <a:latin typeface="Metropolis-Regular"/>
                  <a:sym typeface="Metropolis-Regular"/>
                  <a:rtl val="0"/>
                </a:rPr>
                <a:t>vCenter</a:t>
              </a:r>
              <a:br>
                <a:rPr lang="en-IN" sz="750" dirty="0">
                  <a:solidFill>
                    <a:srgbClr val="231F20"/>
                  </a:solidFill>
                  <a:latin typeface="Metropolis-Regular"/>
                  <a:sym typeface="Metropolis-Regular"/>
                  <a:rtl val="0"/>
                </a:rPr>
              </a:br>
              <a:r>
                <a:rPr lang="en-IN" sz="750" dirty="0">
                  <a:solidFill>
                    <a:srgbClr val="231F20"/>
                  </a:solidFill>
                  <a:latin typeface="Metropolis-Regular"/>
                  <a:sym typeface="Metropolis-Regular"/>
                  <a:rtl val="0"/>
                </a:rPr>
                <a:t>Management</a:t>
              </a:r>
              <a:br>
                <a:rPr lang="en-IN" sz="750" dirty="0">
                  <a:solidFill>
                    <a:srgbClr val="231F20"/>
                  </a:solidFill>
                  <a:latin typeface="Metropolis-Regular"/>
                  <a:sym typeface="Metropolis-Regular"/>
                  <a:rtl val="0"/>
                </a:rPr>
              </a:br>
              <a:r>
                <a:rPr lang="en-IN" sz="750" dirty="0">
                  <a:solidFill>
                    <a:srgbClr val="231F20"/>
                  </a:solidFill>
                  <a:latin typeface="Metropolis-Regular"/>
                  <a:sym typeface="Metropolis-Regular"/>
                  <a:rtl val="0"/>
                </a:rPr>
                <a:t>Server</a:t>
              </a:r>
              <a:endParaRPr lang="en-IN" sz="750" spc="0" baseline="0" dirty="0">
                <a:solidFill>
                  <a:srgbClr val="231F20"/>
                </a:solidFill>
                <a:latin typeface="Metropolis-Regular"/>
                <a:sym typeface="Metropolis-Regular"/>
                <a:rtl val="0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5D567D8D-E409-4144-9851-12A6B26A0BF9}"/>
                </a:ext>
              </a:extLst>
            </p:cNvPr>
            <p:cNvSpPr/>
            <p:nvPr/>
          </p:nvSpPr>
          <p:spPr>
            <a:xfrm>
              <a:off x="7018336" y="2217039"/>
              <a:ext cx="200025" cy="9525"/>
            </a:xfrm>
            <a:custGeom>
              <a:avLst/>
              <a:gdLst>
                <a:gd name="connsiteX0" fmla="*/ 200025 w 200025"/>
                <a:gd name="connsiteY0" fmla="*/ 0 h 9525"/>
                <a:gd name="connsiteX1" fmla="*/ 0 w 20002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0025" h="9525">
                  <a:moveTo>
                    <a:pt x="200025" y="0"/>
                  </a:moveTo>
                  <a:lnTo>
                    <a:pt x="0" y="0"/>
                  </a:lnTo>
                </a:path>
              </a:pathLst>
            </a:custGeom>
            <a:ln w="14288" cap="flat">
              <a:solidFill>
                <a:srgbClr val="F5C22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A66D0D29-C0AF-4618-96E4-586A41073A1F}"/>
                </a:ext>
              </a:extLst>
            </p:cNvPr>
            <p:cNvSpPr/>
            <p:nvPr/>
          </p:nvSpPr>
          <p:spPr>
            <a:xfrm>
              <a:off x="7018336" y="2407539"/>
              <a:ext cx="200025" cy="9525"/>
            </a:xfrm>
            <a:custGeom>
              <a:avLst/>
              <a:gdLst>
                <a:gd name="connsiteX0" fmla="*/ 200025 w 200025"/>
                <a:gd name="connsiteY0" fmla="*/ 0 h 9525"/>
                <a:gd name="connsiteX1" fmla="*/ 0 w 20002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0025" h="9525">
                  <a:moveTo>
                    <a:pt x="200025" y="0"/>
                  </a:moveTo>
                  <a:lnTo>
                    <a:pt x="0" y="0"/>
                  </a:lnTo>
                </a:path>
              </a:pathLst>
            </a:custGeom>
            <a:ln w="14288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grpSp>
          <p:nvGrpSpPr>
            <p:cNvPr id="52" name="Graphic 5">
              <a:extLst>
                <a:ext uri="{FF2B5EF4-FFF2-40B4-BE49-F238E27FC236}">
                  <a16:creationId xmlns:a16="http://schemas.microsoft.com/office/drawing/2014/main" id="{4D33D438-1B34-49B4-AC87-FA83FF34E773}"/>
                </a:ext>
              </a:extLst>
            </p:cNvPr>
            <p:cNvGrpSpPr/>
            <p:nvPr/>
          </p:nvGrpSpPr>
          <p:grpSpPr>
            <a:xfrm>
              <a:off x="5157532" y="3398138"/>
              <a:ext cx="794289" cy="76200"/>
              <a:chOff x="5157532" y="3398138"/>
              <a:chExt cx="794289" cy="76200"/>
            </a:xfrm>
            <a:solidFill>
              <a:srgbClr val="010101"/>
            </a:solidFill>
          </p:grpSpPr>
          <p:grpSp>
            <p:nvGrpSpPr>
              <p:cNvPr id="141" name="Graphic 5">
                <a:extLst>
                  <a:ext uri="{FF2B5EF4-FFF2-40B4-BE49-F238E27FC236}">
                    <a16:creationId xmlns:a16="http://schemas.microsoft.com/office/drawing/2014/main" id="{50EF2A04-8AD6-4231-B954-EEEF46543200}"/>
                  </a:ext>
                </a:extLst>
              </p:cNvPr>
              <p:cNvGrpSpPr/>
              <p:nvPr/>
            </p:nvGrpSpPr>
            <p:grpSpPr>
              <a:xfrm>
                <a:off x="5157532" y="3398138"/>
                <a:ext cx="281463" cy="76200"/>
                <a:chOff x="5157532" y="3398138"/>
                <a:chExt cx="281463" cy="76200"/>
              </a:xfrm>
              <a:solidFill>
                <a:srgbClr val="010101"/>
              </a:solidFill>
            </p:grpSpPr>
            <p:sp>
              <p:nvSpPr>
                <p:cNvPr id="150" name="Freeform: Shape 149">
                  <a:extLst>
                    <a:ext uri="{FF2B5EF4-FFF2-40B4-BE49-F238E27FC236}">
                      <a16:creationId xmlns:a16="http://schemas.microsoft.com/office/drawing/2014/main" id="{B7978E21-218D-4519-984E-E986F278E4D7}"/>
                    </a:ext>
                  </a:extLst>
                </p:cNvPr>
                <p:cNvSpPr/>
                <p:nvPr/>
              </p:nvSpPr>
              <p:spPr>
                <a:xfrm>
                  <a:off x="5157532" y="3398138"/>
                  <a:ext cx="281463" cy="76200"/>
                </a:xfrm>
                <a:custGeom>
                  <a:avLst/>
                  <a:gdLst>
                    <a:gd name="connsiteX0" fmla="*/ 271653 w 281463"/>
                    <a:gd name="connsiteY0" fmla="*/ 9525 h 76200"/>
                    <a:gd name="connsiteX1" fmla="*/ 271939 w 281463"/>
                    <a:gd name="connsiteY1" fmla="*/ 66675 h 76200"/>
                    <a:gd name="connsiteX2" fmla="*/ 9906 w 281463"/>
                    <a:gd name="connsiteY2" fmla="*/ 66675 h 76200"/>
                    <a:gd name="connsiteX3" fmla="*/ 9620 w 281463"/>
                    <a:gd name="connsiteY3" fmla="*/ 9525 h 76200"/>
                    <a:gd name="connsiteX4" fmla="*/ 271653 w 281463"/>
                    <a:gd name="connsiteY4" fmla="*/ 9525 h 76200"/>
                    <a:gd name="connsiteX5" fmla="*/ 281083 w 281463"/>
                    <a:gd name="connsiteY5" fmla="*/ 0 h 76200"/>
                    <a:gd name="connsiteX6" fmla="*/ 0 w 281463"/>
                    <a:gd name="connsiteY6" fmla="*/ 0 h 76200"/>
                    <a:gd name="connsiteX7" fmla="*/ 381 w 281463"/>
                    <a:gd name="connsiteY7" fmla="*/ 76200 h 76200"/>
                    <a:gd name="connsiteX8" fmla="*/ 281464 w 281463"/>
                    <a:gd name="connsiteY8" fmla="*/ 76200 h 76200"/>
                    <a:gd name="connsiteX9" fmla="*/ 281083 w 281463"/>
                    <a:gd name="connsiteY9" fmla="*/ 0 h 76200"/>
                    <a:gd name="connsiteX10" fmla="*/ 281083 w 281463"/>
                    <a:gd name="connsiteY10" fmla="*/ 0 h 762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281463" h="76200">
                      <a:moveTo>
                        <a:pt x="271653" y="9525"/>
                      </a:moveTo>
                      <a:lnTo>
                        <a:pt x="271939" y="66675"/>
                      </a:lnTo>
                      <a:lnTo>
                        <a:pt x="9906" y="66675"/>
                      </a:lnTo>
                      <a:lnTo>
                        <a:pt x="9620" y="9525"/>
                      </a:lnTo>
                      <a:lnTo>
                        <a:pt x="271653" y="9525"/>
                      </a:lnTo>
                      <a:moveTo>
                        <a:pt x="281083" y="0"/>
                      </a:moveTo>
                      <a:lnTo>
                        <a:pt x="0" y="0"/>
                      </a:lnTo>
                      <a:lnTo>
                        <a:pt x="381" y="76200"/>
                      </a:lnTo>
                      <a:lnTo>
                        <a:pt x="281464" y="76200"/>
                      </a:lnTo>
                      <a:lnTo>
                        <a:pt x="281083" y="0"/>
                      </a:lnTo>
                      <a:lnTo>
                        <a:pt x="281083" y="0"/>
                      </a:lnTo>
                      <a:close/>
                    </a:path>
                  </a:pathLst>
                </a:custGeom>
                <a:solidFill>
                  <a:srgbClr val="01010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grpSp>
              <p:nvGrpSpPr>
                <p:cNvPr id="151" name="Graphic 5">
                  <a:extLst>
                    <a:ext uri="{FF2B5EF4-FFF2-40B4-BE49-F238E27FC236}">
                      <a16:creationId xmlns:a16="http://schemas.microsoft.com/office/drawing/2014/main" id="{57EEBF96-BB6C-4AFF-B3C8-617718FE0FF7}"/>
                    </a:ext>
                  </a:extLst>
                </p:cNvPr>
                <p:cNvGrpSpPr/>
                <p:nvPr/>
              </p:nvGrpSpPr>
              <p:grpSpPr>
                <a:xfrm>
                  <a:off x="5186964" y="3421380"/>
                  <a:ext cx="54006" cy="29622"/>
                  <a:chOff x="5186964" y="3421380"/>
                  <a:chExt cx="54006" cy="29622"/>
                </a:xfrm>
                <a:solidFill>
                  <a:srgbClr val="010101"/>
                </a:solidFill>
              </p:grpSpPr>
              <p:sp>
                <p:nvSpPr>
                  <p:cNvPr id="153" name="Freeform: Shape 152">
                    <a:extLst>
                      <a:ext uri="{FF2B5EF4-FFF2-40B4-BE49-F238E27FC236}">
                        <a16:creationId xmlns:a16="http://schemas.microsoft.com/office/drawing/2014/main" id="{5251BA51-AD87-498C-A326-62C6A04E4B57}"/>
                      </a:ext>
                    </a:extLst>
                  </p:cNvPr>
                  <p:cNvSpPr/>
                  <p:nvPr/>
                </p:nvSpPr>
                <p:spPr>
                  <a:xfrm>
                    <a:off x="5186964" y="3421380"/>
                    <a:ext cx="9525" cy="29622"/>
                  </a:xfrm>
                  <a:custGeom>
                    <a:avLst/>
                    <a:gdLst>
                      <a:gd name="connsiteX0" fmla="*/ 0 w 9525"/>
                      <a:gd name="connsiteY0" fmla="*/ 0 h 29622"/>
                      <a:gd name="connsiteX1" fmla="*/ 9525 w 9525"/>
                      <a:gd name="connsiteY1" fmla="*/ 0 h 29622"/>
                      <a:gd name="connsiteX2" fmla="*/ 9525 w 9525"/>
                      <a:gd name="connsiteY2" fmla="*/ 29623 h 29622"/>
                      <a:gd name="connsiteX3" fmla="*/ 0 w 9525"/>
                      <a:gd name="connsiteY3" fmla="*/ 29623 h 2962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9525" h="29622">
                        <a:moveTo>
                          <a:pt x="0" y="0"/>
                        </a:moveTo>
                        <a:lnTo>
                          <a:pt x="9525" y="0"/>
                        </a:lnTo>
                        <a:lnTo>
                          <a:pt x="9525" y="29623"/>
                        </a:lnTo>
                        <a:lnTo>
                          <a:pt x="0" y="29623"/>
                        </a:lnTo>
                        <a:close/>
                      </a:path>
                    </a:pathLst>
                  </a:custGeom>
                  <a:solidFill>
                    <a:srgbClr val="010101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  <p:sp>
                <p:nvSpPr>
                  <p:cNvPr id="154" name="Freeform: Shape 153">
                    <a:extLst>
                      <a:ext uri="{FF2B5EF4-FFF2-40B4-BE49-F238E27FC236}">
                        <a16:creationId xmlns:a16="http://schemas.microsoft.com/office/drawing/2014/main" id="{AB8440BD-ED6F-4799-A620-E9F371C541AF}"/>
                      </a:ext>
                    </a:extLst>
                  </p:cNvPr>
                  <p:cNvSpPr/>
                  <p:nvPr/>
                </p:nvSpPr>
                <p:spPr>
                  <a:xfrm>
                    <a:off x="5201823" y="3421380"/>
                    <a:ext cx="9525" cy="29622"/>
                  </a:xfrm>
                  <a:custGeom>
                    <a:avLst/>
                    <a:gdLst>
                      <a:gd name="connsiteX0" fmla="*/ 0 w 9525"/>
                      <a:gd name="connsiteY0" fmla="*/ 0 h 29622"/>
                      <a:gd name="connsiteX1" fmla="*/ 9525 w 9525"/>
                      <a:gd name="connsiteY1" fmla="*/ 0 h 29622"/>
                      <a:gd name="connsiteX2" fmla="*/ 9525 w 9525"/>
                      <a:gd name="connsiteY2" fmla="*/ 29623 h 29622"/>
                      <a:gd name="connsiteX3" fmla="*/ 0 w 9525"/>
                      <a:gd name="connsiteY3" fmla="*/ 29623 h 2962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9525" h="29622">
                        <a:moveTo>
                          <a:pt x="0" y="0"/>
                        </a:moveTo>
                        <a:lnTo>
                          <a:pt x="9525" y="0"/>
                        </a:lnTo>
                        <a:lnTo>
                          <a:pt x="9525" y="29623"/>
                        </a:lnTo>
                        <a:lnTo>
                          <a:pt x="0" y="29623"/>
                        </a:lnTo>
                        <a:close/>
                      </a:path>
                    </a:pathLst>
                  </a:custGeom>
                  <a:solidFill>
                    <a:srgbClr val="010101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  <p:sp>
                <p:nvSpPr>
                  <p:cNvPr id="155" name="Freeform: Shape 154">
                    <a:extLst>
                      <a:ext uri="{FF2B5EF4-FFF2-40B4-BE49-F238E27FC236}">
                        <a16:creationId xmlns:a16="http://schemas.microsoft.com/office/drawing/2014/main" id="{205A9FB7-BF11-482A-A26D-FF54BD2E75D1}"/>
                      </a:ext>
                    </a:extLst>
                  </p:cNvPr>
                  <p:cNvSpPr/>
                  <p:nvPr/>
                </p:nvSpPr>
                <p:spPr>
                  <a:xfrm>
                    <a:off x="5216682" y="3421380"/>
                    <a:ext cx="9525" cy="29622"/>
                  </a:xfrm>
                  <a:custGeom>
                    <a:avLst/>
                    <a:gdLst>
                      <a:gd name="connsiteX0" fmla="*/ 0 w 9525"/>
                      <a:gd name="connsiteY0" fmla="*/ 0 h 29622"/>
                      <a:gd name="connsiteX1" fmla="*/ 9525 w 9525"/>
                      <a:gd name="connsiteY1" fmla="*/ 0 h 29622"/>
                      <a:gd name="connsiteX2" fmla="*/ 9525 w 9525"/>
                      <a:gd name="connsiteY2" fmla="*/ 29623 h 29622"/>
                      <a:gd name="connsiteX3" fmla="*/ 0 w 9525"/>
                      <a:gd name="connsiteY3" fmla="*/ 29623 h 2962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9525" h="29622">
                        <a:moveTo>
                          <a:pt x="0" y="0"/>
                        </a:moveTo>
                        <a:lnTo>
                          <a:pt x="9525" y="0"/>
                        </a:lnTo>
                        <a:lnTo>
                          <a:pt x="9525" y="29623"/>
                        </a:lnTo>
                        <a:lnTo>
                          <a:pt x="0" y="29623"/>
                        </a:lnTo>
                        <a:close/>
                      </a:path>
                    </a:pathLst>
                  </a:custGeom>
                  <a:solidFill>
                    <a:srgbClr val="010101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  <p:sp>
                <p:nvSpPr>
                  <p:cNvPr id="156" name="Freeform: Shape 155">
                    <a:extLst>
                      <a:ext uri="{FF2B5EF4-FFF2-40B4-BE49-F238E27FC236}">
                        <a16:creationId xmlns:a16="http://schemas.microsoft.com/office/drawing/2014/main" id="{60C06FD6-2519-4323-9691-00880E19DDF4}"/>
                      </a:ext>
                    </a:extLst>
                  </p:cNvPr>
                  <p:cNvSpPr/>
                  <p:nvPr/>
                </p:nvSpPr>
                <p:spPr>
                  <a:xfrm>
                    <a:off x="5231446" y="3421380"/>
                    <a:ext cx="9525" cy="29622"/>
                  </a:xfrm>
                  <a:custGeom>
                    <a:avLst/>
                    <a:gdLst>
                      <a:gd name="connsiteX0" fmla="*/ 0 w 9525"/>
                      <a:gd name="connsiteY0" fmla="*/ 0 h 29622"/>
                      <a:gd name="connsiteX1" fmla="*/ 9525 w 9525"/>
                      <a:gd name="connsiteY1" fmla="*/ 0 h 29622"/>
                      <a:gd name="connsiteX2" fmla="*/ 9525 w 9525"/>
                      <a:gd name="connsiteY2" fmla="*/ 29623 h 29622"/>
                      <a:gd name="connsiteX3" fmla="*/ 0 w 9525"/>
                      <a:gd name="connsiteY3" fmla="*/ 29623 h 2962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9525" h="29622">
                        <a:moveTo>
                          <a:pt x="0" y="0"/>
                        </a:moveTo>
                        <a:lnTo>
                          <a:pt x="9525" y="0"/>
                        </a:lnTo>
                        <a:lnTo>
                          <a:pt x="9525" y="29623"/>
                        </a:lnTo>
                        <a:lnTo>
                          <a:pt x="0" y="29623"/>
                        </a:lnTo>
                        <a:close/>
                      </a:path>
                    </a:pathLst>
                  </a:custGeom>
                  <a:solidFill>
                    <a:srgbClr val="010101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</p:grpSp>
            <p:sp>
              <p:nvSpPr>
                <p:cNvPr id="152" name="Freeform: Shape 151">
                  <a:extLst>
                    <a:ext uri="{FF2B5EF4-FFF2-40B4-BE49-F238E27FC236}">
                      <a16:creationId xmlns:a16="http://schemas.microsoft.com/office/drawing/2014/main" id="{1E8C160C-E50E-4FE9-90E1-EE2F20B95334}"/>
                    </a:ext>
                  </a:extLst>
                </p:cNvPr>
                <p:cNvSpPr/>
                <p:nvPr/>
              </p:nvSpPr>
              <p:spPr>
                <a:xfrm>
                  <a:off x="5396038" y="3428904"/>
                  <a:ext cx="14859" cy="14859"/>
                </a:xfrm>
                <a:custGeom>
                  <a:avLst/>
                  <a:gdLst>
                    <a:gd name="connsiteX0" fmla="*/ 14859 w 14859"/>
                    <a:gd name="connsiteY0" fmla="*/ 7430 h 14859"/>
                    <a:gd name="connsiteX1" fmla="*/ 7429 w 14859"/>
                    <a:gd name="connsiteY1" fmla="*/ 14859 h 14859"/>
                    <a:gd name="connsiteX2" fmla="*/ 0 w 14859"/>
                    <a:gd name="connsiteY2" fmla="*/ 7430 h 14859"/>
                    <a:gd name="connsiteX3" fmla="*/ 7429 w 14859"/>
                    <a:gd name="connsiteY3" fmla="*/ 0 h 14859"/>
                    <a:gd name="connsiteX4" fmla="*/ 14859 w 14859"/>
                    <a:gd name="connsiteY4" fmla="*/ 7430 h 148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859" h="14859">
                      <a:moveTo>
                        <a:pt x="14859" y="7430"/>
                      </a:moveTo>
                      <a:cubicBezTo>
                        <a:pt x="14859" y="11533"/>
                        <a:pt x="11533" y="14859"/>
                        <a:pt x="7429" y="14859"/>
                      </a:cubicBezTo>
                      <a:cubicBezTo>
                        <a:pt x="3326" y="14859"/>
                        <a:pt x="0" y="11533"/>
                        <a:pt x="0" y="7430"/>
                      </a:cubicBezTo>
                      <a:cubicBezTo>
                        <a:pt x="0" y="3326"/>
                        <a:pt x="3326" y="0"/>
                        <a:pt x="7429" y="0"/>
                      </a:cubicBezTo>
                      <a:cubicBezTo>
                        <a:pt x="11533" y="0"/>
                        <a:pt x="14859" y="3326"/>
                        <a:pt x="14859" y="7430"/>
                      </a:cubicBezTo>
                      <a:close/>
                    </a:path>
                  </a:pathLst>
                </a:custGeom>
                <a:solidFill>
                  <a:srgbClr val="01010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</p:grpSp>
          <p:grpSp>
            <p:nvGrpSpPr>
              <p:cNvPr id="142" name="Graphic 5">
                <a:extLst>
                  <a:ext uri="{FF2B5EF4-FFF2-40B4-BE49-F238E27FC236}">
                    <a16:creationId xmlns:a16="http://schemas.microsoft.com/office/drawing/2014/main" id="{337ACF0B-2707-4C58-B0A6-25360E5965E9}"/>
                  </a:ext>
                </a:extLst>
              </p:cNvPr>
              <p:cNvGrpSpPr/>
              <p:nvPr/>
            </p:nvGrpSpPr>
            <p:grpSpPr>
              <a:xfrm>
                <a:off x="5670358" y="3398138"/>
                <a:ext cx="281463" cy="76200"/>
                <a:chOff x="5670358" y="3398138"/>
                <a:chExt cx="281463" cy="76200"/>
              </a:xfrm>
              <a:solidFill>
                <a:srgbClr val="010101"/>
              </a:solidFill>
            </p:grpSpPr>
            <p:sp>
              <p:nvSpPr>
                <p:cNvPr id="143" name="Freeform: Shape 142">
                  <a:extLst>
                    <a:ext uri="{FF2B5EF4-FFF2-40B4-BE49-F238E27FC236}">
                      <a16:creationId xmlns:a16="http://schemas.microsoft.com/office/drawing/2014/main" id="{E9061D4C-5232-4A5E-8BC6-A18A7928AE8A}"/>
                    </a:ext>
                  </a:extLst>
                </p:cNvPr>
                <p:cNvSpPr/>
                <p:nvPr/>
              </p:nvSpPr>
              <p:spPr>
                <a:xfrm>
                  <a:off x="5670358" y="3398138"/>
                  <a:ext cx="281463" cy="76200"/>
                </a:xfrm>
                <a:custGeom>
                  <a:avLst/>
                  <a:gdLst>
                    <a:gd name="connsiteX0" fmla="*/ 271558 w 281463"/>
                    <a:gd name="connsiteY0" fmla="*/ 9525 h 76200"/>
                    <a:gd name="connsiteX1" fmla="*/ 271844 w 281463"/>
                    <a:gd name="connsiteY1" fmla="*/ 66675 h 76200"/>
                    <a:gd name="connsiteX2" fmla="*/ 9811 w 281463"/>
                    <a:gd name="connsiteY2" fmla="*/ 66675 h 76200"/>
                    <a:gd name="connsiteX3" fmla="*/ 9525 w 281463"/>
                    <a:gd name="connsiteY3" fmla="*/ 9525 h 76200"/>
                    <a:gd name="connsiteX4" fmla="*/ 271558 w 281463"/>
                    <a:gd name="connsiteY4" fmla="*/ 9525 h 76200"/>
                    <a:gd name="connsiteX5" fmla="*/ 281083 w 281463"/>
                    <a:gd name="connsiteY5" fmla="*/ 0 h 76200"/>
                    <a:gd name="connsiteX6" fmla="*/ 0 w 281463"/>
                    <a:gd name="connsiteY6" fmla="*/ 0 h 76200"/>
                    <a:gd name="connsiteX7" fmla="*/ 381 w 281463"/>
                    <a:gd name="connsiteY7" fmla="*/ 76200 h 76200"/>
                    <a:gd name="connsiteX8" fmla="*/ 281464 w 281463"/>
                    <a:gd name="connsiteY8" fmla="*/ 76200 h 76200"/>
                    <a:gd name="connsiteX9" fmla="*/ 281083 w 281463"/>
                    <a:gd name="connsiteY9" fmla="*/ 0 h 76200"/>
                    <a:gd name="connsiteX10" fmla="*/ 281083 w 281463"/>
                    <a:gd name="connsiteY10" fmla="*/ 0 h 762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281463" h="76200">
                      <a:moveTo>
                        <a:pt x="271558" y="9525"/>
                      </a:moveTo>
                      <a:lnTo>
                        <a:pt x="271844" y="66675"/>
                      </a:lnTo>
                      <a:lnTo>
                        <a:pt x="9811" y="66675"/>
                      </a:lnTo>
                      <a:lnTo>
                        <a:pt x="9525" y="9525"/>
                      </a:lnTo>
                      <a:lnTo>
                        <a:pt x="271558" y="9525"/>
                      </a:lnTo>
                      <a:moveTo>
                        <a:pt x="281083" y="0"/>
                      </a:moveTo>
                      <a:lnTo>
                        <a:pt x="0" y="0"/>
                      </a:lnTo>
                      <a:lnTo>
                        <a:pt x="381" y="76200"/>
                      </a:lnTo>
                      <a:lnTo>
                        <a:pt x="281464" y="76200"/>
                      </a:lnTo>
                      <a:lnTo>
                        <a:pt x="281083" y="0"/>
                      </a:lnTo>
                      <a:lnTo>
                        <a:pt x="281083" y="0"/>
                      </a:lnTo>
                      <a:close/>
                    </a:path>
                  </a:pathLst>
                </a:custGeom>
                <a:solidFill>
                  <a:srgbClr val="01010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grpSp>
              <p:nvGrpSpPr>
                <p:cNvPr id="144" name="Graphic 5">
                  <a:extLst>
                    <a:ext uri="{FF2B5EF4-FFF2-40B4-BE49-F238E27FC236}">
                      <a16:creationId xmlns:a16="http://schemas.microsoft.com/office/drawing/2014/main" id="{D67E0FA6-BF05-42B2-9A41-D2329B79BCE1}"/>
                    </a:ext>
                  </a:extLst>
                </p:cNvPr>
                <p:cNvGrpSpPr/>
                <p:nvPr/>
              </p:nvGrpSpPr>
              <p:grpSpPr>
                <a:xfrm>
                  <a:off x="5699790" y="3421380"/>
                  <a:ext cx="54006" cy="29622"/>
                  <a:chOff x="5699790" y="3421380"/>
                  <a:chExt cx="54006" cy="29622"/>
                </a:xfrm>
                <a:solidFill>
                  <a:srgbClr val="010101"/>
                </a:solidFill>
              </p:grpSpPr>
              <p:sp>
                <p:nvSpPr>
                  <p:cNvPr id="146" name="Freeform: Shape 145">
                    <a:extLst>
                      <a:ext uri="{FF2B5EF4-FFF2-40B4-BE49-F238E27FC236}">
                        <a16:creationId xmlns:a16="http://schemas.microsoft.com/office/drawing/2014/main" id="{299A0708-DA48-4314-AA09-EC6F2FB8A2CE}"/>
                      </a:ext>
                    </a:extLst>
                  </p:cNvPr>
                  <p:cNvSpPr/>
                  <p:nvPr/>
                </p:nvSpPr>
                <p:spPr>
                  <a:xfrm>
                    <a:off x="5699790" y="3421380"/>
                    <a:ext cx="9525" cy="29622"/>
                  </a:xfrm>
                  <a:custGeom>
                    <a:avLst/>
                    <a:gdLst>
                      <a:gd name="connsiteX0" fmla="*/ 0 w 9525"/>
                      <a:gd name="connsiteY0" fmla="*/ 0 h 29622"/>
                      <a:gd name="connsiteX1" fmla="*/ 9525 w 9525"/>
                      <a:gd name="connsiteY1" fmla="*/ 0 h 29622"/>
                      <a:gd name="connsiteX2" fmla="*/ 9525 w 9525"/>
                      <a:gd name="connsiteY2" fmla="*/ 29623 h 29622"/>
                      <a:gd name="connsiteX3" fmla="*/ 0 w 9525"/>
                      <a:gd name="connsiteY3" fmla="*/ 29623 h 2962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9525" h="29622">
                        <a:moveTo>
                          <a:pt x="0" y="0"/>
                        </a:moveTo>
                        <a:lnTo>
                          <a:pt x="9525" y="0"/>
                        </a:lnTo>
                        <a:lnTo>
                          <a:pt x="9525" y="29623"/>
                        </a:lnTo>
                        <a:lnTo>
                          <a:pt x="0" y="29623"/>
                        </a:lnTo>
                        <a:close/>
                      </a:path>
                    </a:pathLst>
                  </a:custGeom>
                  <a:solidFill>
                    <a:srgbClr val="010101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  <p:sp>
                <p:nvSpPr>
                  <p:cNvPr id="147" name="Freeform: Shape 146">
                    <a:extLst>
                      <a:ext uri="{FF2B5EF4-FFF2-40B4-BE49-F238E27FC236}">
                        <a16:creationId xmlns:a16="http://schemas.microsoft.com/office/drawing/2014/main" id="{D3647FF2-5B72-4261-8149-EDFD5133F9A9}"/>
                      </a:ext>
                    </a:extLst>
                  </p:cNvPr>
                  <p:cNvSpPr/>
                  <p:nvPr/>
                </p:nvSpPr>
                <p:spPr>
                  <a:xfrm>
                    <a:off x="5714554" y="3421380"/>
                    <a:ext cx="9525" cy="29622"/>
                  </a:xfrm>
                  <a:custGeom>
                    <a:avLst/>
                    <a:gdLst>
                      <a:gd name="connsiteX0" fmla="*/ 0 w 9525"/>
                      <a:gd name="connsiteY0" fmla="*/ 0 h 29622"/>
                      <a:gd name="connsiteX1" fmla="*/ 9525 w 9525"/>
                      <a:gd name="connsiteY1" fmla="*/ 0 h 29622"/>
                      <a:gd name="connsiteX2" fmla="*/ 9525 w 9525"/>
                      <a:gd name="connsiteY2" fmla="*/ 29623 h 29622"/>
                      <a:gd name="connsiteX3" fmla="*/ 0 w 9525"/>
                      <a:gd name="connsiteY3" fmla="*/ 29623 h 2962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9525" h="29622">
                        <a:moveTo>
                          <a:pt x="0" y="0"/>
                        </a:moveTo>
                        <a:lnTo>
                          <a:pt x="9525" y="0"/>
                        </a:lnTo>
                        <a:lnTo>
                          <a:pt x="9525" y="29623"/>
                        </a:lnTo>
                        <a:lnTo>
                          <a:pt x="0" y="29623"/>
                        </a:lnTo>
                        <a:close/>
                      </a:path>
                    </a:pathLst>
                  </a:custGeom>
                  <a:solidFill>
                    <a:srgbClr val="010101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  <p:sp>
                <p:nvSpPr>
                  <p:cNvPr id="148" name="Freeform: Shape 147">
                    <a:extLst>
                      <a:ext uri="{FF2B5EF4-FFF2-40B4-BE49-F238E27FC236}">
                        <a16:creationId xmlns:a16="http://schemas.microsoft.com/office/drawing/2014/main" id="{BF752FFD-10EB-4A29-8A1B-6DE48A8BE772}"/>
                      </a:ext>
                    </a:extLst>
                  </p:cNvPr>
                  <p:cNvSpPr/>
                  <p:nvPr/>
                </p:nvSpPr>
                <p:spPr>
                  <a:xfrm>
                    <a:off x="5729413" y="3421380"/>
                    <a:ext cx="9525" cy="29622"/>
                  </a:xfrm>
                  <a:custGeom>
                    <a:avLst/>
                    <a:gdLst>
                      <a:gd name="connsiteX0" fmla="*/ 0 w 9525"/>
                      <a:gd name="connsiteY0" fmla="*/ 0 h 29622"/>
                      <a:gd name="connsiteX1" fmla="*/ 9525 w 9525"/>
                      <a:gd name="connsiteY1" fmla="*/ 0 h 29622"/>
                      <a:gd name="connsiteX2" fmla="*/ 9525 w 9525"/>
                      <a:gd name="connsiteY2" fmla="*/ 29623 h 29622"/>
                      <a:gd name="connsiteX3" fmla="*/ 0 w 9525"/>
                      <a:gd name="connsiteY3" fmla="*/ 29623 h 2962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9525" h="29622">
                        <a:moveTo>
                          <a:pt x="0" y="0"/>
                        </a:moveTo>
                        <a:lnTo>
                          <a:pt x="9525" y="0"/>
                        </a:lnTo>
                        <a:lnTo>
                          <a:pt x="9525" y="29623"/>
                        </a:lnTo>
                        <a:lnTo>
                          <a:pt x="0" y="29623"/>
                        </a:lnTo>
                        <a:close/>
                      </a:path>
                    </a:pathLst>
                  </a:custGeom>
                  <a:solidFill>
                    <a:srgbClr val="010101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  <p:sp>
                <p:nvSpPr>
                  <p:cNvPr id="149" name="Freeform: Shape 148">
                    <a:extLst>
                      <a:ext uri="{FF2B5EF4-FFF2-40B4-BE49-F238E27FC236}">
                        <a16:creationId xmlns:a16="http://schemas.microsoft.com/office/drawing/2014/main" id="{7735B4BD-8F9D-4D25-9C95-CAE8F656BDDC}"/>
                      </a:ext>
                    </a:extLst>
                  </p:cNvPr>
                  <p:cNvSpPr/>
                  <p:nvPr/>
                </p:nvSpPr>
                <p:spPr>
                  <a:xfrm>
                    <a:off x="5744272" y="3421380"/>
                    <a:ext cx="9525" cy="29622"/>
                  </a:xfrm>
                  <a:custGeom>
                    <a:avLst/>
                    <a:gdLst>
                      <a:gd name="connsiteX0" fmla="*/ 0 w 9525"/>
                      <a:gd name="connsiteY0" fmla="*/ 0 h 29622"/>
                      <a:gd name="connsiteX1" fmla="*/ 9525 w 9525"/>
                      <a:gd name="connsiteY1" fmla="*/ 0 h 29622"/>
                      <a:gd name="connsiteX2" fmla="*/ 9525 w 9525"/>
                      <a:gd name="connsiteY2" fmla="*/ 29623 h 29622"/>
                      <a:gd name="connsiteX3" fmla="*/ 0 w 9525"/>
                      <a:gd name="connsiteY3" fmla="*/ 29623 h 2962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9525" h="29622">
                        <a:moveTo>
                          <a:pt x="0" y="0"/>
                        </a:moveTo>
                        <a:lnTo>
                          <a:pt x="9525" y="0"/>
                        </a:lnTo>
                        <a:lnTo>
                          <a:pt x="9525" y="29623"/>
                        </a:lnTo>
                        <a:lnTo>
                          <a:pt x="0" y="29623"/>
                        </a:lnTo>
                        <a:close/>
                      </a:path>
                    </a:pathLst>
                  </a:custGeom>
                  <a:solidFill>
                    <a:srgbClr val="010101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</p:grpSp>
            <p:sp>
              <p:nvSpPr>
                <p:cNvPr id="145" name="Freeform: Shape 144">
                  <a:extLst>
                    <a:ext uri="{FF2B5EF4-FFF2-40B4-BE49-F238E27FC236}">
                      <a16:creationId xmlns:a16="http://schemas.microsoft.com/office/drawing/2014/main" id="{49027047-1E6E-4B33-9328-16610F7E3D39}"/>
                    </a:ext>
                  </a:extLst>
                </p:cNvPr>
                <p:cNvSpPr/>
                <p:nvPr/>
              </p:nvSpPr>
              <p:spPr>
                <a:xfrm>
                  <a:off x="5908769" y="3428904"/>
                  <a:ext cx="14859" cy="14859"/>
                </a:xfrm>
                <a:custGeom>
                  <a:avLst/>
                  <a:gdLst>
                    <a:gd name="connsiteX0" fmla="*/ 14859 w 14859"/>
                    <a:gd name="connsiteY0" fmla="*/ 7430 h 14859"/>
                    <a:gd name="connsiteX1" fmla="*/ 7430 w 14859"/>
                    <a:gd name="connsiteY1" fmla="*/ 14859 h 14859"/>
                    <a:gd name="connsiteX2" fmla="*/ 0 w 14859"/>
                    <a:gd name="connsiteY2" fmla="*/ 7430 h 14859"/>
                    <a:gd name="connsiteX3" fmla="*/ 7430 w 14859"/>
                    <a:gd name="connsiteY3" fmla="*/ 0 h 14859"/>
                    <a:gd name="connsiteX4" fmla="*/ 14859 w 14859"/>
                    <a:gd name="connsiteY4" fmla="*/ 7430 h 148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859" h="14859">
                      <a:moveTo>
                        <a:pt x="14859" y="7430"/>
                      </a:moveTo>
                      <a:cubicBezTo>
                        <a:pt x="14859" y="11533"/>
                        <a:pt x="11533" y="14859"/>
                        <a:pt x="7430" y="14859"/>
                      </a:cubicBezTo>
                      <a:cubicBezTo>
                        <a:pt x="3326" y="14859"/>
                        <a:pt x="0" y="11533"/>
                        <a:pt x="0" y="7430"/>
                      </a:cubicBezTo>
                      <a:cubicBezTo>
                        <a:pt x="0" y="3326"/>
                        <a:pt x="3326" y="0"/>
                        <a:pt x="7430" y="0"/>
                      </a:cubicBezTo>
                      <a:cubicBezTo>
                        <a:pt x="11533" y="0"/>
                        <a:pt x="14859" y="3326"/>
                        <a:pt x="14859" y="7430"/>
                      </a:cubicBezTo>
                      <a:close/>
                    </a:path>
                  </a:pathLst>
                </a:custGeom>
                <a:solidFill>
                  <a:srgbClr val="01010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</p:grpSp>
        </p:grp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7DA986EB-23C7-4DBE-9828-10BA152AD6DF}"/>
                </a:ext>
              </a:extLst>
            </p:cNvPr>
            <p:cNvSpPr/>
            <p:nvPr/>
          </p:nvSpPr>
          <p:spPr>
            <a:xfrm>
              <a:off x="5411743" y="2506122"/>
              <a:ext cx="285779" cy="162782"/>
            </a:xfrm>
            <a:custGeom>
              <a:avLst/>
              <a:gdLst>
                <a:gd name="connsiteX0" fmla="*/ 184511 w 285779"/>
                <a:gd name="connsiteY0" fmla="*/ 9525 h 162782"/>
                <a:gd name="connsiteX1" fmla="*/ 185844 w 285779"/>
                <a:gd name="connsiteY1" fmla="*/ 9525 h 162782"/>
                <a:gd name="connsiteX2" fmla="*/ 236707 w 285779"/>
                <a:gd name="connsiteY2" fmla="*/ 61817 h 162782"/>
                <a:gd name="connsiteX3" fmla="*/ 237470 w 285779"/>
                <a:gd name="connsiteY3" fmla="*/ 69723 h 162782"/>
                <a:gd name="connsiteX4" fmla="*/ 245375 w 285779"/>
                <a:gd name="connsiteY4" fmla="*/ 70485 h 162782"/>
                <a:gd name="connsiteX5" fmla="*/ 276332 w 285779"/>
                <a:gd name="connsiteY5" fmla="*/ 112395 h 162782"/>
                <a:gd name="connsiteX6" fmla="*/ 242232 w 285779"/>
                <a:gd name="connsiteY6" fmla="*/ 152686 h 162782"/>
                <a:gd name="connsiteX7" fmla="*/ 241470 w 285779"/>
                <a:gd name="connsiteY7" fmla="*/ 152686 h 162782"/>
                <a:gd name="connsiteX8" fmla="*/ 236422 w 285779"/>
                <a:gd name="connsiteY8" fmla="*/ 152686 h 162782"/>
                <a:gd name="connsiteX9" fmla="*/ 142982 w 285779"/>
                <a:gd name="connsiteY9" fmla="*/ 152971 h 162782"/>
                <a:gd name="connsiteX10" fmla="*/ 48779 w 285779"/>
                <a:gd name="connsiteY10" fmla="*/ 153257 h 162782"/>
                <a:gd name="connsiteX11" fmla="*/ 44112 w 285779"/>
                <a:gd name="connsiteY11" fmla="*/ 153257 h 162782"/>
                <a:gd name="connsiteX12" fmla="*/ 9632 w 285779"/>
                <a:gd name="connsiteY12" fmla="*/ 118110 h 162782"/>
                <a:gd name="connsiteX13" fmla="*/ 42017 w 285779"/>
                <a:gd name="connsiteY13" fmla="*/ 86487 h 162782"/>
                <a:gd name="connsiteX14" fmla="*/ 42874 w 285779"/>
                <a:gd name="connsiteY14" fmla="*/ 86487 h 162782"/>
                <a:gd name="connsiteX15" fmla="*/ 50875 w 285779"/>
                <a:gd name="connsiteY15" fmla="*/ 87630 h 162782"/>
                <a:gd name="connsiteX16" fmla="*/ 60590 w 285779"/>
                <a:gd name="connsiteY16" fmla="*/ 90297 h 162782"/>
                <a:gd name="connsiteX17" fmla="*/ 62686 w 285779"/>
                <a:gd name="connsiteY17" fmla="*/ 80391 h 162782"/>
                <a:gd name="connsiteX18" fmla="*/ 104786 w 285779"/>
                <a:gd name="connsiteY18" fmla="*/ 46101 h 162782"/>
                <a:gd name="connsiteX19" fmla="*/ 105834 w 285779"/>
                <a:gd name="connsiteY19" fmla="*/ 46101 h 162782"/>
                <a:gd name="connsiteX20" fmla="*/ 123265 w 285779"/>
                <a:gd name="connsiteY20" fmla="*/ 50292 h 162782"/>
                <a:gd name="connsiteX21" fmla="*/ 132504 w 285779"/>
                <a:gd name="connsiteY21" fmla="*/ 54769 h 162782"/>
                <a:gd name="connsiteX22" fmla="*/ 136219 w 285779"/>
                <a:gd name="connsiteY22" fmla="*/ 45148 h 162782"/>
                <a:gd name="connsiteX23" fmla="*/ 184511 w 285779"/>
                <a:gd name="connsiteY23" fmla="*/ 9525 h 162782"/>
                <a:gd name="connsiteX24" fmla="*/ 184511 w 285779"/>
                <a:gd name="connsiteY24" fmla="*/ 0 h 162782"/>
                <a:gd name="connsiteX25" fmla="*/ 127361 w 285779"/>
                <a:gd name="connsiteY25" fmla="*/ 41529 h 162782"/>
                <a:gd name="connsiteX26" fmla="*/ 106025 w 285779"/>
                <a:gd name="connsiteY26" fmla="*/ 36481 h 162782"/>
                <a:gd name="connsiteX27" fmla="*/ 104691 w 285779"/>
                <a:gd name="connsiteY27" fmla="*/ 36481 h 162782"/>
                <a:gd name="connsiteX28" fmla="*/ 53256 w 285779"/>
                <a:gd name="connsiteY28" fmla="*/ 78296 h 162782"/>
                <a:gd name="connsiteX29" fmla="*/ 42969 w 285779"/>
                <a:gd name="connsiteY29" fmla="*/ 76867 h 162782"/>
                <a:gd name="connsiteX30" fmla="*/ 41921 w 285779"/>
                <a:gd name="connsiteY30" fmla="*/ 76867 h 162782"/>
                <a:gd name="connsiteX31" fmla="*/ 11 w 285779"/>
                <a:gd name="connsiteY31" fmla="*/ 117824 h 162782"/>
                <a:gd name="connsiteX32" fmla="*/ 43731 w 285779"/>
                <a:gd name="connsiteY32" fmla="*/ 162782 h 162782"/>
                <a:gd name="connsiteX33" fmla="*/ 48684 w 285779"/>
                <a:gd name="connsiteY33" fmla="*/ 162782 h 162782"/>
                <a:gd name="connsiteX34" fmla="*/ 236327 w 285779"/>
                <a:gd name="connsiteY34" fmla="*/ 162211 h 162782"/>
                <a:gd name="connsiteX35" fmla="*/ 241184 w 285779"/>
                <a:gd name="connsiteY35" fmla="*/ 162211 h 162782"/>
                <a:gd name="connsiteX36" fmla="*/ 242137 w 285779"/>
                <a:gd name="connsiteY36" fmla="*/ 162211 h 162782"/>
                <a:gd name="connsiteX37" fmla="*/ 285761 w 285779"/>
                <a:gd name="connsiteY37" fmla="*/ 112681 h 162782"/>
                <a:gd name="connsiteX38" fmla="*/ 246137 w 285779"/>
                <a:gd name="connsiteY38" fmla="*/ 61150 h 162782"/>
                <a:gd name="connsiteX39" fmla="*/ 186035 w 285779"/>
                <a:gd name="connsiteY39" fmla="*/ 190 h 162782"/>
                <a:gd name="connsiteX40" fmla="*/ 184511 w 285779"/>
                <a:gd name="connsiteY40" fmla="*/ 0 h 162782"/>
                <a:gd name="connsiteX41" fmla="*/ 184511 w 285779"/>
                <a:gd name="connsiteY41" fmla="*/ 0 h 1627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285779" h="162782">
                  <a:moveTo>
                    <a:pt x="184511" y="9525"/>
                  </a:moveTo>
                  <a:lnTo>
                    <a:pt x="185844" y="9525"/>
                  </a:lnTo>
                  <a:cubicBezTo>
                    <a:pt x="212133" y="10192"/>
                    <a:pt x="234041" y="32671"/>
                    <a:pt x="236707" y="61817"/>
                  </a:cubicBezTo>
                  <a:lnTo>
                    <a:pt x="237470" y="69723"/>
                  </a:lnTo>
                  <a:lnTo>
                    <a:pt x="245375" y="70485"/>
                  </a:lnTo>
                  <a:cubicBezTo>
                    <a:pt x="263282" y="72200"/>
                    <a:pt x="276903" y="90583"/>
                    <a:pt x="276332" y="112395"/>
                  </a:cubicBezTo>
                  <a:cubicBezTo>
                    <a:pt x="275855" y="134588"/>
                    <a:pt x="260520" y="152686"/>
                    <a:pt x="242232" y="152686"/>
                  </a:cubicBezTo>
                  <a:lnTo>
                    <a:pt x="241470" y="152686"/>
                  </a:lnTo>
                  <a:cubicBezTo>
                    <a:pt x="240899" y="152686"/>
                    <a:pt x="239184" y="152686"/>
                    <a:pt x="236422" y="152686"/>
                  </a:cubicBezTo>
                  <a:cubicBezTo>
                    <a:pt x="222706" y="152686"/>
                    <a:pt x="182891" y="152781"/>
                    <a:pt x="142982" y="152971"/>
                  </a:cubicBezTo>
                  <a:cubicBezTo>
                    <a:pt x="102881" y="153067"/>
                    <a:pt x="62686" y="153257"/>
                    <a:pt x="48779" y="153257"/>
                  </a:cubicBezTo>
                  <a:cubicBezTo>
                    <a:pt x="46208" y="153257"/>
                    <a:pt x="44588" y="153257"/>
                    <a:pt x="44112" y="153257"/>
                  </a:cubicBezTo>
                  <a:cubicBezTo>
                    <a:pt x="26015" y="152781"/>
                    <a:pt x="9251" y="135636"/>
                    <a:pt x="9632" y="118110"/>
                  </a:cubicBezTo>
                  <a:cubicBezTo>
                    <a:pt x="10013" y="100679"/>
                    <a:pt x="24586" y="86487"/>
                    <a:pt x="42017" y="86487"/>
                  </a:cubicBezTo>
                  <a:lnTo>
                    <a:pt x="42874" y="86487"/>
                  </a:lnTo>
                  <a:cubicBezTo>
                    <a:pt x="45636" y="86582"/>
                    <a:pt x="48398" y="86963"/>
                    <a:pt x="50875" y="87630"/>
                  </a:cubicBezTo>
                  <a:lnTo>
                    <a:pt x="60590" y="90297"/>
                  </a:lnTo>
                  <a:lnTo>
                    <a:pt x="62686" y="80391"/>
                  </a:lnTo>
                  <a:cubicBezTo>
                    <a:pt x="66972" y="60484"/>
                    <a:pt x="84689" y="46101"/>
                    <a:pt x="104786" y="46101"/>
                  </a:cubicBezTo>
                  <a:lnTo>
                    <a:pt x="105834" y="46101"/>
                  </a:lnTo>
                  <a:cubicBezTo>
                    <a:pt x="112121" y="46292"/>
                    <a:pt x="117931" y="47625"/>
                    <a:pt x="123265" y="50292"/>
                  </a:cubicBezTo>
                  <a:lnTo>
                    <a:pt x="132504" y="54769"/>
                  </a:lnTo>
                  <a:lnTo>
                    <a:pt x="136219" y="45148"/>
                  </a:lnTo>
                  <a:cubicBezTo>
                    <a:pt x="144696" y="23431"/>
                    <a:pt x="163651" y="9525"/>
                    <a:pt x="184511" y="9525"/>
                  </a:cubicBezTo>
                  <a:moveTo>
                    <a:pt x="184511" y="0"/>
                  </a:moveTo>
                  <a:cubicBezTo>
                    <a:pt x="158984" y="0"/>
                    <a:pt x="136886" y="17050"/>
                    <a:pt x="127361" y="41529"/>
                  </a:cubicBezTo>
                  <a:cubicBezTo>
                    <a:pt x="120884" y="38386"/>
                    <a:pt x="113645" y="36671"/>
                    <a:pt x="106025" y="36481"/>
                  </a:cubicBezTo>
                  <a:cubicBezTo>
                    <a:pt x="105548" y="36481"/>
                    <a:pt x="105167" y="36481"/>
                    <a:pt x="104691" y="36481"/>
                  </a:cubicBezTo>
                  <a:cubicBezTo>
                    <a:pt x="79545" y="36481"/>
                    <a:pt x="58400" y="54292"/>
                    <a:pt x="53256" y="78296"/>
                  </a:cubicBezTo>
                  <a:cubicBezTo>
                    <a:pt x="50018" y="77343"/>
                    <a:pt x="46493" y="76867"/>
                    <a:pt x="42969" y="76867"/>
                  </a:cubicBezTo>
                  <a:cubicBezTo>
                    <a:pt x="42588" y="76867"/>
                    <a:pt x="42302" y="76867"/>
                    <a:pt x="41921" y="76867"/>
                  </a:cubicBezTo>
                  <a:cubicBezTo>
                    <a:pt x="19252" y="76867"/>
                    <a:pt x="583" y="94964"/>
                    <a:pt x="11" y="117824"/>
                  </a:cubicBezTo>
                  <a:cubicBezTo>
                    <a:pt x="-560" y="140970"/>
                    <a:pt x="20585" y="162115"/>
                    <a:pt x="43731" y="162782"/>
                  </a:cubicBezTo>
                  <a:cubicBezTo>
                    <a:pt x="44303" y="162782"/>
                    <a:pt x="46017" y="162782"/>
                    <a:pt x="48684" y="162782"/>
                  </a:cubicBezTo>
                  <a:cubicBezTo>
                    <a:pt x="76497" y="162782"/>
                    <a:pt x="208799" y="162211"/>
                    <a:pt x="236327" y="162211"/>
                  </a:cubicBezTo>
                  <a:cubicBezTo>
                    <a:pt x="238898" y="162211"/>
                    <a:pt x="240613" y="162211"/>
                    <a:pt x="241184" y="162211"/>
                  </a:cubicBezTo>
                  <a:cubicBezTo>
                    <a:pt x="241470" y="162211"/>
                    <a:pt x="241851" y="162211"/>
                    <a:pt x="242137" y="162211"/>
                  </a:cubicBezTo>
                  <a:cubicBezTo>
                    <a:pt x="265664" y="162211"/>
                    <a:pt x="285190" y="140113"/>
                    <a:pt x="285761" y="112681"/>
                  </a:cubicBezTo>
                  <a:cubicBezTo>
                    <a:pt x="286428" y="85630"/>
                    <a:pt x="268902" y="63246"/>
                    <a:pt x="246137" y="61150"/>
                  </a:cubicBezTo>
                  <a:cubicBezTo>
                    <a:pt x="243089" y="27527"/>
                    <a:pt x="217657" y="952"/>
                    <a:pt x="186035" y="190"/>
                  </a:cubicBezTo>
                  <a:cubicBezTo>
                    <a:pt x="185558" y="0"/>
                    <a:pt x="185082" y="0"/>
                    <a:pt x="184511" y="0"/>
                  </a:cubicBezTo>
                  <a:lnTo>
                    <a:pt x="184511" y="0"/>
                  </a:lnTo>
                  <a:close/>
                </a:path>
              </a:pathLst>
            </a:custGeom>
            <a:solidFill>
              <a:srgbClr val="01010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grpSp>
          <p:nvGrpSpPr>
            <p:cNvPr id="54" name="Graphic 5">
              <a:extLst>
                <a:ext uri="{FF2B5EF4-FFF2-40B4-BE49-F238E27FC236}">
                  <a16:creationId xmlns:a16="http://schemas.microsoft.com/office/drawing/2014/main" id="{977EFA18-C689-4A0C-B4E0-06591394B440}"/>
                </a:ext>
              </a:extLst>
            </p:cNvPr>
            <p:cNvGrpSpPr/>
            <p:nvPr/>
          </p:nvGrpSpPr>
          <p:grpSpPr>
            <a:xfrm>
              <a:off x="5229446" y="3667505"/>
              <a:ext cx="126587" cy="280416"/>
              <a:chOff x="5229446" y="3667505"/>
              <a:chExt cx="126587" cy="280416"/>
            </a:xfrm>
            <a:solidFill>
              <a:srgbClr val="010101"/>
            </a:solidFill>
          </p:grpSpPr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90FA61D6-95B5-435F-A326-4A4B312FD993}"/>
                  </a:ext>
                </a:extLst>
              </p:cNvPr>
              <p:cNvSpPr/>
              <p:nvPr/>
            </p:nvSpPr>
            <p:spPr>
              <a:xfrm>
                <a:off x="5234208" y="3715797"/>
                <a:ext cx="117633" cy="232124"/>
              </a:xfrm>
              <a:custGeom>
                <a:avLst/>
                <a:gdLst>
                  <a:gd name="connsiteX0" fmla="*/ 0 w 117633"/>
                  <a:gd name="connsiteY0" fmla="*/ 232124 h 232124"/>
                  <a:gd name="connsiteX1" fmla="*/ 117634 w 117633"/>
                  <a:gd name="connsiteY1" fmla="*/ 232124 h 232124"/>
                  <a:gd name="connsiteX2" fmla="*/ 117634 w 117633"/>
                  <a:gd name="connsiteY2" fmla="*/ 0 h 232124"/>
                  <a:gd name="connsiteX3" fmla="*/ 0 w 117633"/>
                  <a:gd name="connsiteY3" fmla="*/ 0 h 232124"/>
                  <a:gd name="connsiteX4" fmla="*/ 0 w 117633"/>
                  <a:gd name="connsiteY4" fmla="*/ 232124 h 232124"/>
                  <a:gd name="connsiteX5" fmla="*/ 9525 w 117633"/>
                  <a:gd name="connsiteY5" fmla="*/ 9620 h 232124"/>
                  <a:gd name="connsiteX6" fmla="*/ 108109 w 117633"/>
                  <a:gd name="connsiteY6" fmla="*/ 9620 h 232124"/>
                  <a:gd name="connsiteX7" fmla="*/ 108109 w 117633"/>
                  <a:gd name="connsiteY7" fmla="*/ 222695 h 232124"/>
                  <a:gd name="connsiteX8" fmla="*/ 9525 w 117633"/>
                  <a:gd name="connsiteY8" fmla="*/ 222695 h 232124"/>
                  <a:gd name="connsiteX9" fmla="*/ 9525 w 117633"/>
                  <a:gd name="connsiteY9" fmla="*/ 9620 h 2321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7633" h="232124">
                    <a:moveTo>
                      <a:pt x="0" y="232124"/>
                    </a:moveTo>
                    <a:lnTo>
                      <a:pt x="117634" y="232124"/>
                    </a:lnTo>
                    <a:lnTo>
                      <a:pt x="117634" y="0"/>
                    </a:lnTo>
                    <a:lnTo>
                      <a:pt x="0" y="0"/>
                    </a:lnTo>
                    <a:lnTo>
                      <a:pt x="0" y="232124"/>
                    </a:lnTo>
                    <a:close/>
                    <a:moveTo>
                      <a:pt x="9525" y="9620"/>
                    </a:moveTo>
                    <a:lnTo>
                      <a:pt x="108109" y="9620"/>
                    </a:lnTo>
                    <a:lnTo>
                      <a:pt x="108109" y="222695"/>
                    </a:lnTo>
                    <a:lnTo>
                      <a:pt x="9525" y="222695"/>
                    </a:lnTo>
                    <a:lnTo>
                      <a:pt x="9525" y="9620"/>
                    </a:lnTo>
                    <a:close/>
                  </a:path>
                </a:pathLst>
              </a:custGeom>
              <a:solidFill>
                <a:srgbClr val="01010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15A5D9D1-E8C5-43C0-A125-A60B8C161B7C}"/>
                  </a:ext>
                </a:extLst>
              </p:cNvPr>
              <p:cNvSpPr/>
              <p:nvPr/>
            </p:nvSpPr>
            <p:spPr>
              <a:xfrm>
                <a:off x="5264307" y="3737514"/>
                <a:ext cx="57626" cy="9525"/>
              </a:xfrm>
              <a:custGeom>
                <a:avLst/>
                <a:gdLst>
                  <a:gd name="connsiteX0" fmla="*/ 0 w 57626"/>
                  <a:gd name="connsiteY0" fmla="*/ 0 h 9525"/>
                  <a:gd name="connsiteX1" fmla="*/ 57626 w 57626"/>
                  <a:gd name="connsiteY1" fmla="*/ 0 h 9525"/>
                  <a:gd name="connsiteX2" fmla="*/ 57626 w 57626"/>
                  <a:gd name="connsiteY2" fmla="*/ 9525 h 9525"/>
                  <a:gd name="connsiteX3" fmla="*/ 0 w 57626"/>
                  <a:gd name="connsiteY3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7626" h="9525">
                    <a:moveTo>
                      <a:pt x="0" y="0"/>
                    </a:moveTo>
                    <a:lnTo>
                      <a:pt x="57626" y="0"/>
                    </a:lnTo>
                    <a:lnTo>
                      <a:pt x="57626" y="9525"/>
                    </a:lnTo>
                    <a:lnTo>
                      <a:pt x="0" y="9525"/>
                    </a:lnTo>
                    <a:close/>
                  </a:path>
                </a:pathLst>
              </a:custGeom>
              <a:solidFill>
                <a:srgbClr val="01010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A8AE20D9-94DE-40FD-BA65-52541DD2B25D}"/>
                  </a:ext>
                </a:extLst>
              </p:cNvPr>
              <p:cNvSpPr/>
              <p:nvPr/>
            </p:nvSpPr>
            <p:spPr>
              <a:xfrm>
                <a:off x="5264307" y="3766375"/>
                <a:ext cx="57626" cy="9525"/>
              </a:xfrm>
              <a:custGeom>
                <a:avLst/>
                <a:gdLst>
                  <a:gd name="connsiteX0" fmla="*/ 0 w 57626"/>
                  <a:gd name="connsiteY0" fmla="*/ 0 h 9525"/>
                  <a:gd name="connsiteX1" fmla="*/ 57626 w 57626"/>
                  <a:gd name="connsiteY1" fmla="*/ 0 h 9525"/>
                  <a:gd name="connsiteX2" fmla="*/ 57626 w 57626"/>
                  <a:gd name="connsiteY2" fmla="*/ 9525 h 9525"/>
                  <a:gd name="connsiteX3" fmla="*/ 0 w 57626"/>
                  <a:gd name="connsiteY3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7626" h="9525">
                    <a:moveTo>
                      <a:pt x="0" y="0"/>
                    </a:moveTo>
                    <a:lnTo>
                      <a:pt x="57626" y="0"/>
                    </a:lnTo>
                    <a:lnTo>
                      <a:pt x="57626" y="9525"/>
                    </a:lnTo>
                    <a:lnTo>
                      <a:pt x="0" y="9525"/>
                    </a:lnTo>
                    <a:close/>
                  </a:path>
                </a:pathLst>
              </a:custGeom>
              <a:solidFill>
                <a:srgbClr val="01010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E2D86F62-0D07-41A7-8346-21B82A59BA01}"/>
                  </a:ext>
                </a:extLst>
              </p:cNvPr>
              <p:cNvSpPr/>
              <p:nvPr/>
            </p:nvSpPr>
            <p:spPr>
              <a:xfrm>
                <a:off x="5264307" y="3795236"/>
                <a:ext cx="57626" cy="9525"/>
              </a:xfrm>
              <a:custGeom>
                <a:avLst/>
                <a:gdLst>
                  <a:gd name="connsiteX0" fmla="*/ 0 w 57626"/>
                  <a:gd name="connsiteY0" fmla="*/ 0 h 9525"/>
                  <a:gd name="connsiteX1" fmla="*/ 57626 w 57626"/>
                  <a:gd name="connsiteY1" fmla="*/ 0 h 9525"/>
                  <a:gd name="connsiteX2" fmla="*/ 57626 w 57626"/>
                  <a:gd name="connsiteY2" fmla="*/ 9525 h 9525"/>
                  <a:gd name="connsiteX3" fmla="*/ 0 w 57626"/>
                  <a:gd name="connsiteY3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7626" h="9525">
                    <a:moveTo>
                      <a:pt x="0" y="0"/>
                    </a:moveTo>
                    <a:lnTo>
                      <a:pt x="57626" y="0"/>
                    </a:lnTo>
                    <a:lnTo>
                      <a:pt x="57626" y="9525"/>
                    </a:lnTo>
                    <a:lnTo>
                      <a:pt x="0" y="9525"/>
                    </a:lnTo>
                    <a:close/>
                  </a:path>
                </a:pathLst>
              </a:custGeom>
              <a:solidFill>
                <a:srgbClr val="01010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DEB2B4F6-612B-416C-941F-EE7800CF0205}"/>
                  </a:ext>
                </a:extLst>
              </p:cNvPr>
              <p:cNvSpPr/>
              <p:nvPr/>
            </p:nvSpPr>
            <p:spPr>
              <a:xfrm>
                <a:off x="5264307" y="3824001"/>
                <a:ext cx="57626" cy="9525"/>
              </a:xfrm>
              <a:custGeom>
                <a:avLst/>
                <a:gdLst>
                  <a:gd name="connsiteX0" fmla="*/ 0 w 57626"/>
                  <a:gd name="connsiteY0" fmla="*/ 0 h 9525"/>
                  <a:gd name="connsiteX1" fmla="*/ 57626 w 57626"/>
                  <a:gd name="connsiteY1" fmla="*/ 0 h 9525"/>
                  <a:gd name="connsiteX2" fmla="*/ 57626 w 57626"/>
                  <a:gd name="connsiteY2" fmla="*/ 9525 h 9525"/>
                  <a:gd name="connsiteX3" fmla="*/ 0 w 57626"/>
                  <a:gd name="connsiteY3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7626" h="9525">
                    <a:moveTo>
                      <a:pt x="0" y="0"/>
                    </a:moveTo>
                    <a:lnTo>
                      <a:pt x="57626" y="0"/>
                    </a:lnTo>
                    <a:lnTo>
                      <a:pt x="57626" y="9525"/>
                    </a:lnTo>
                    <a:lnTo>
                      <a:pt x="0" y="9525"/>
                    </a:lnTo>
                    <a:close/>
                  </a:path>
                </a:pathLst>
              </a:custGeom>
              <a:solidFill>
                <a:srgbClr val="01010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99624EAB-A810-41C9-A23B-0239CF253789}"/>
                  </a:ext>
                </a:extLst>
              </p:cNvPr>
              <p:cNvSpPr/>
              <p:nvPr/>
            </p:nvSpPr>
            <p:spPr>
              <a:xfrm>
                <a:off x="5264307" y="3852862"/>
                <a:ext cx="57626" cy="9525"/>
              </a:xfrm>
              <a:custGeom>
                <a:avLst/>
                <a:gdLst>
                  <a:gd name="connsiteX0" fmla="*/ 0 w 57626"/>
                  <a:gd name="connsiteY0" fmla="*/ 0 h 9525"/>
                  <a:gd name="connsiteX1" fmla="*/ 57626 w 57626"/>
                  <a:gd name="connsiteY1" fmla="*/ 0 h 9525"/>
                  <a:gd name="connsiteX2" fmla="*/ 57626 w 57626"/>
                  <a:gd name="connsiteY2" fmla="*/ 9525 h 9525"/>
                  <a:gd name="connsiteX3" fmla="*/ 0 w 57626"/>
                  <a:gd name="connsiteY3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7626" h="9525">
                    <a:moveTo>
                      <a:pt x="0" y="0"/>
                    </a:moveTo>
                    <a:lnTo>
                      <a:pt x="57626" y="0"/>
                    </a:lnTo>
                    <a:lnTo>
                      <a:pt x="57626" y="9525"/>
                    </a:lnTo>
                    <a:lnTo>
                      <a:pt x="0" y="9525"/>
                    </a:lnTo>
                    <a:close/>
                  </a:path>
                </a:pathLst>
              </a:custGeom>
              <a:solidFill>
                <a:srgbClr val="01010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14C1BA47-2F14-4CB5-8B60-9AF3542AF139}"/>
                  </a:ext>
                </a:extLst>
              </p:cNvPr>
              <p:cNvSpPr/>
              <p:nvPr/>
            </p:nvSpPr>
            <p:spPr>
              <a:xfrm>
                <a:off x="5264307" y="3881723"/>
                <a:ext cx="57626" cy="9525"/>
              </a:xfrm>
              <a:custGeom>
                <a:avLst/>
                <a:gdLst>
                  <a:gd name="connsiteX0" fmla="*/ 0 w 57626"/>
                  <a:gd name="connsiteY0" fmla="*/ 0 h 9525"/>
                  <a:gd name="connsiteX1" fmla="*/ 57626 w 57626"/>
                  <a:gd name="connsiteY1" fmla="*/ 0 h 9525"/>
                  <a:gd name="connsiteX2" fmla="*/ 57626 w 57626"/>
                  <a:gd name="connsiteY2" fmla="*/ 9525 h 9525"/>
                  <a:gd name="connsiteX3" fmla="*/ 0 w 57626"/>
                  <a:gd name="connsiteY3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7626" h="9525">
                    <a:moveTo>
                      <a:pt x="0" y="0"/>
                    </a:moveTo>
                    <a:lnTo>
                      <a:pt x="57626" y="0"/>
                    </a:lnTo>
                    <a:lnTo>
                      <a:pt x="57626" y="9525"/>
                    </a:lnTo>
                    <a:lnTo>
                      <a:pt x="0" y="9525"/>
                    </a:lnTo>
                    <a:close/>
                  </a:path>
                </a:pathLst>
              </a:custGeom>
              <a:solidFill>
                <a:srgbClr val="01010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3D911985-18C7-4796-8F79-05647F557CEC}"/>
                  </a:ext>
                </a:extLst>
              </p:cNvPr>
              <p:cNvSpPr/>
              <p:nvPr/>
            </p:nvSpPr>
            <p:spPr>
              <a:xfrm>
                <a:off x="5264307" y="3910584"/>
                <a:ext cx="57626" cy="9525"/>
              </a:xfrm>
              <a:custGeom>
                <a:avLst/>
                <a:gdLst>
                  <a:gd name="connsiteX0" fmla="*/ 0 w 57626"/>
                  <a:gd name="connsiteY0" fmla="*/ 0 h 9525"/>
                  <a:gd name="connsiteX1" fmla="*/ 57626 w 57626"/>
                  <a:gd name="connsiteY1" fmla="*/ 0 h 9525"/>
                  <a:gd name="connsiteX2" fmla="*/ 57626 w 57626"/>
                  <a:gd name="connsiteY2" fmla="*/ 9525 h 9525"/>
                  <a:gd name="connsiteX3" fmla="*/ 0 w 57626"/>
                  <a:gd name="connsiteY3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7626" h="9525">
                    <a:moveTo>
                      <a:pt x="0" y="0"/>
                    </a:moveTo>
                    <a:lnTo>
                      <a:pt x="57626" y="0"/>
                    </a:lnTo>
                    <a:lnTo>
                      <a:pt x="57626" y="9525"/>
                    </a:lnTo>
                    <a:lnTo>
                      <a:pt x="0" y="9525"/>
                    </a:lnTo>
                    <a:close/>
                  </a:path>
                </a:pathLst>
              </a:custGeom>
              <a:solidFill>
                <a:srgbClr val="01010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B3CC8A96-3077-4BF8-A9A2-67D4789B0D9F}"/>
                  </a:ext>
                </a:extLst>
              </p:cNvPr>
              <p:cNvSpPr/>
              <p:nvPr/>
            </p:nvSpPr>
            <p:spPr>
              <a:xfrm>
                <a:off x="5229446" y="3667505"/>
                <a:ext cx="126587" cy="38862"/>
              </a:xfrm>
              <a:custGeom>
                <a:avLst/>
                <a:gdLst>
                  <a:gd name="connsiteX0" fmla="*/ 20479 w 126587"/>
                  <a:gd name="connsiteY0" fmla="*/ 9525 h 38862"/>
                  <a:gd name="connsiteX1" fmla="*/ 105442 w 126587"/>
                  <a:gd name="connsiteY1" fmla="*/ 9525 h 38862"/>
                  <a:gd name="connsiteX2" fmla="*/ 116491 w 126587"/>
                  <a:gd name="connsiteY2" fmla="*/ 38862 h 38862"/>
                  <a:gd name="connsiteX3" fmla="*/ 126587 w 126587"/>
                  <a:gd name="connsiteY3" fmla="*/ 38862 h 38862"/>
                  <a:gd name="connsiteX4" fmla="*/ 112014 w 126587"/>
                  <a:gd name="connsiteY4" fmla="*/ 0 h 38862"/>
                  <a:gd name="connsiteX5" fmla="*/ 13716 w 126587"/>
                  <a:gd name="connsiteY5" fmla="*/ 0 h 38862"/>
                  <a:gd name="connsiteX6" fmla="*/ 0 w 126587"/>
                  <a:gd name="connsiteY6" fmla="*/ 38862 h 38862"/>
                  <a:gd name="connsiteX7" fmla="*/ 10096 w 126587"/>
                  <a:gd name="connsiteY7" fmla="*/ 38862 h 38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6587" h="38862">
                    <a:moveTo>
                      <a:pt x="20479" y="9525"/>
                    </a:moveTo>
                    <a:lnTo>
                      <a:pt x="105442" y="9525"/>
                    </a:lnTo>
                    <a:lnTo>
                      <a:pt x="116491" y="38862"/>
                    </a:lnTo>
                    <a:lnTo>
                      <a:pt x="126587" y="38862"/>
                    </a:lnTo>
                    <a:lnTo>
                      <a:pt x="112014" y="0"/>
                    </a:lnTo>
                    <a:lnTo>
                      <a:pt x="13716" y="0"/>
                    </a:lnTo>
                    <a:lnTo>
                      <a:pt x="0" y="38862"/>
                    </a:lnTo>
                    <a:lnTo>
                      <a:pt x="10096" y="38862"/>
                    </a:lnTo>
                    <a:close/>
                  </a:path>
                </a:pathLst>
              </a:custGeom>
              <a:solidFill>
                <a:srgbClr val="01010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grpSp>
          <p:nvGrpSpPr>
            <p:cNvPr id="55" name="Graphic 5">
              <a:extLst>
                <a:ext uri="{FF2B5EF4-FFF2-40B4-BE49-F238E27FC236}">
                  <a16:creationId xmlns:a16="http://schemas.microsoft.com/office/drawing/2014/main" id="{05A0D9B5-48CE-440C-82FD-2ECAA977CE94}"/>
                </a:ext>
              </a:extLst>
            </p:cNvPr>
            <p:cNvGrpSpPr/>
            <p:nvPr/>
          </p:nvGrpSpPr>
          <p:grpSpPr>
            <a:xfrm>
              <a:off x="4688140" y="4188428"/>
              <a:ext cx="126491" cy="280416"/>
              <a:chOff x="4688140" y="4188428"/>
              <a:chExt cx="126491" cy="280416"/>
            </a:xfrm>
            <a:solidFill>
              <a:srgbClr val="010101"/>
            </a:solidFill>
          </p:grpSpPr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F2311542-E6BA-40CF-9A40-3E6AA7F410C5}"/>
                  </a:ext>
                </a:extLst>
              </p:cNvPr>
              <p:cNvSpPr/>
              <p:nvPr/>
            </p:nvSpPr>
            <p:spPr>
              <a:xfrm>
                <a:off x="4692807" y="4236720"/>
                <a:ext cx="117633" cy="232124"/>
              </a:xfrm>
              <a:custGeom>
                <a:avLst/>
                <a:gdLst>
                  <a:gd name="connsiteX0" fmla="*/ 0 w 117633"/>
                  <a:gd name="connsiteY0" fmla="*/ 232124 h 232124"/>
                  <a:gd name="connsiteX1" fmla="*/ 117634 w 117633"/>
                  <a:gd name="connsiteY1" fmla="*/ 232124 h 232124"/>
                  <a:gd name="connsiteX2" fmla="*/ 117634 w 117633"/>
                  <a:gd name="connsiteY2" fmla="*/ 0 h 232124"/>
                  <a:gd name="connsiteX3" fmla="*/ 0 w 117633"/>
                  <a:gd name="connsiteY3" fmla="*/ 0 h 232124"/>
                  <a:gd name="connsiteX4" fmla="*/ 0 w 117633"/>
                  <a:gd name="connsiteY4" fmla="*/ 232124 h 232124"/>
                  <a:gd name="connsiteX5" fmla="*/ 9525 w 117633"/>
                  <a:gd name="connsiteY5" fmla="*/ 9620 h 232124"/>
                  <a:gd name="connsiteX6" fmla="*/ 108109 w 117633"/>
                  <a:gd name="connsiteY6" fmla="*/ 9620 h 232124"/>
                  <a:gd name="connsiteX7" fmla="*/ 108109 w 117633"/>
                  <a:gd name="connsiteY7" fmla="*/ 222694 h 232124"/>
                  <a:gd name="connsiteX8" fmla="*/ 9525 w 117633"/>
                  <a:gd name="connsiteY8" fmla="*/ 222694 h 232124"/>
                  <a:gd name="connsiteX9" fmla="*/ 9525 w 117633"/>
                  <a:gd name="connsiteY9" fmla="*/ 9620 h 2321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7633" h="232124">
                    <a:moveTo>
                      <a:pt x="0" y="232124"/>
                    </a:moveTo>
                    <a:lnTo>
                      <a:pt x="117634" y="232124"/>
                    </a:lnTo>
                    <a:lnTo>
                      <a:pt x="117634" y="0"/>
                    </a:lnTo>
                    <a:lnTo>
                      <a:pt x="0" y="0"/>
                    </a:lnTo>
                    <a:lnTo>
                      <a:pt x="0" y="232124"/>
                    </a:lnTo>
                    <a:close/>
                    <a:moveTo>
                      <a:pt x="9525" y="9620"/>
                    </a:moveTo>
                    <a:lnTo>
                      <a:pt x="108109" y="9620"/>
                    </a:lnTo>
                    <a:lnTo>
                      <a:pt x="108109" y="222694"/>
                    </a:lnTo>
                    <a:lnTo>
                      <a:pt x="9525" y="222694"/>
                    </a:lnTo>
                    <a:lnTo>
                      <a:pt x="9525" y="9620"/>
                    </a:lnTo>
                    <a:close/>
                  </a:path>
                </a:pathLst>
              </a:custGeom>
              <a:solidFill>
                <a:srgbClr val="01010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BDE4B2E8-FAA5-4D94-ACD9-E12017583F36}"/>
                  </a:ext>
                </a:extLst>
              </p:cNvPr>
              <p:cNvSpPr/>
              <p:nvPr/>
            </p:nvSpPr>
            <p:spPr>
              <a:xfrm>
                <a:off x="4722906" y="4258437"/>
                <a:ext cx="57626" cy="9525"/>
              </a:xfrm>
              <a:custGeom>
                <a:avLst/>
                <a:gdLst>
                  <a:gd name="connsiteX0" fmla="*/ 0 w 57626"/>
                  <a:gd name="connsiteY0" fmla="*/ 0 h 9525"/>
                  <a:gd name="connsiteX1" fmla="*/ 57626 w 57626"/>
                  <a:gd name="connsiteY1" fmla="*/ 0 h 9525"/>
                  <a:gd name="connsiteX2" fmla="*/ 57626 w 57626"/>
                  <a:gd name="connsiteY2" fmla="*/ 9525 h 9525"/>
                  <a:gd name="connsiteX3" fmla="*/ 0 w 57626"/>
                  <a:gd name="connsiteY3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7626" h="9525">
                    <a:moveTo>
                      <a:pt x="0" y="0"/>
                    </a:moveTo>
                    <a:lnTo>
                      <a:pt x="57626" y="0"/>
                    </a:lnTo>
                    <a:lnTo>
                      <a:pt x="57626" y="9525"/>
                    </a:lnTo>
                    <a:lnTo>
                      <a:pt x="0" y="9525"/>
                    </a:lnTo>
                    <a:close/>
                  </a:path>
                </a:pathLst>
              </a:custGeom>
              <a:solidFill>
                <a:srgbClr val="01010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1950D5FF-2560-4E9B-B42D-2EF99EBAC8AD}"/>
                  </a:ext>
                </a:extLst>
              </p:cNvPr>
              <p:cNvSpPr/>
              <p:nvPr/>
            </p:nvSpPr>
            <p:spPr>
              <a:xfrm>
                <a:off x="4722906" y="4287297"/>
                <a:ext cx="57626" cy="9525"/>
              </a:xfrm>
              <a:custGeom>
                <a:avLst/>
                <a:gdLst>
                  <a:gd name="connsiteX0" fmla="*/ 0 w 57626"/>
                  <a:gd name="connsiteY0" fmla="*/ 0 h 9525"/>
                  <a:gd name="connsiteX1" fmla="*/ 57626 w 57626"/>
                  <a:gd name="connsiteY1" fmla="*/ 0 h 9525"/>
                  <a:gd name="connsiteX2" fmla="*/ 57626 w 57626"/>
                  <a:gd name="connsiteY2" fmla="*/ 9525 h 9525"/>
                  <a:gd name="connsiteX3" fmla="*/ 0 w 57626"/>
                  <a:gd name="connsiteY3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7626" h="9525">
                    <a:moveTo>
                      <a:pt x="0" y="0"/>
                    </a:moveTo>
                    <a:lnTo>
                      <a:pt x="57626" y="0"/>
                    </a:lnTo>
                    <a:lnTo>
                      <a:pt x="57626" y="9525"/>
                    </a:lnTo>
                    <a:lnTo>
                      <a:pt x="0" y="9525"/>
                    </a:lnTo>
                    <a:close/>
                  </a:path>
                </a:pathLst>
              </a:custGeom>
              <a:solidFill>
                <a:srgbClr val="01010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B469547C-5CAB-4057-8A4F-604BCCCE8ACF}"/>
                  </a:ext>
                </a:extLst>
              </p:cNvPr>
              <p:cNvSpPr/>
              <p:nvPr/>
            </p:nvSpPr>
            <p:spPr>
              <a:xfrm>
                <a:off x="4722906" y="4316158"/>
                <a:ext cx="57626" cy="9525"/>
              </a:xfrm>
              <a:custGeom>
                <a:avLst/>
                <a:gdLst>
                  <a:gd name="connsiteX0" fmla="*/ 0 w 57626"/>
                  <a:gd name="connsiteY0" fmla="*/ 0 h 9525"/>
                  <a:gd name="connsiteX1" fmla="*/ 57626 w 57626"/>
                  <a:gd name="connsiteY1" fmla="*/ 0 h 9525"/>
                  <a:gd name="connsiteX2" fmla="*/ 57626 w 57626"/>
                  <a:gd name="connsiteY2" fmla="*/ 9525 h 9525"/>
                  <a:gd name="connsiteX3" fmla="*/ 0 w 57626"/>
                  <a:gd name="connsiteY3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7626" h="9525">
                    <a:moveTo>
                      <a:pt x="0" y="0"/>
                    </a:moveTo>
                    <a:lnTo>
                      <a:pt x="57626" y="0"/>
                    </a:lnTo>
                    <a:lnTo>
                      <a:pt x="57626" y="9525"/>
                    </a:lnTo>
                    <a:lnTo>
                      <a:pt x="0" y="9525"/>
                    </a:lnTo>
                    <a:close/>
                  </a:path>
                </a:pathLst>
              </a:custGeom>
              <a:solidFill>
                <a:srgbClr val="01010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BD10941C-FF50-4853-8EAC-BF1E7981FAE0}"/>
                  </a:ext>
                </a:extLst>
              </p:cNvPr>
              <p:cNvSpPr/>
              <p:nvPr/>
            </p:nvSpPr>
            <p:spPr>
              <a:xfrm>
                <a:off x="4722906" y="4345019"/>
                <a:ext cx="57626" cy="9525"/>
              </a:xfrm>
              <a:custGeom>
                <a:avLst/>
                <a:gdLst>
                  <a:gd name="connsiteX0" fmla="*/ 0 w 57626"/>
                  <a:gd name="connsiteY0" fmla="*/ 0 h 9525"/>
                  <a:gd name="connsiteX1" fmla="*/ 57626 w 57626"/>
                  <a:gd name="connsiteY1" fmla="*/ 0 h 9525"/>
                  <a:gd name="connsiteX2" fmla="*/ 57626 w 57626"/>
                  <a:gd name="connsiteY2" fmla="*/ 9525 h 9525"/>
                  <a:gd name="connsiteX3" fmla="*/ 0 w 57626"/>
                  <a:gd name="connsiteY3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7626" h="9525">
                    <a:moveTo>
                      <a:pt x="0" y="0"/>
                    </a:moveTo>
                    <a:lnTo>
                      <a:pt x="57626" y="0"/>
                    </a:lnTo>
                    <a:lnTo>
                      <a:pt x="57626" y="9525"/>
                    </a:lnTo>
                    <a:lnTo>
                      <a:pt x="0" y="9525"/>
                    </a:lnTo>
                    <a:close/>
                  </a:path>
                </a:pathLst>
              </a:custGeom>
              <a:solidFill>
                <a:srgbClr val="01010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DEA34F2E-0F27-4EEC-9131-8CD1EBEA2268}"/>
                  </a:ext>
                </a:extLst>
              </p:cNvPr>
              <p:cNvSpPr/>
              <p:nvPr/>
            </p:nvSpPr>
            <p:spPr>
              <a:xfrm>
                <a:off x="4722906" y="4373784"/>
                <a:ext cx="57626" cy="9525"/>
              </a:xfrm>
              <a:custGeom>
                <a:avLst/>
                <a:gdLst>
                  <a:gd name="connsiteX0" fmla="*/ 0 w 57626"/>
                  <a:gd name="connsiteY0" fmla="*/ 0 h 9525"/>
                  <a:gd name="connsiteX1" fmla="*/ 57626 w 57626"/>
                  <a:gd name="connsiteY1" fmla="*/ 0 h 9525"/>
                  <a:gd name="connsiteX2" fmla="*/ 57626 w 57626"/>
                  <a:gd name="connsiteY2" fmla="*/ 9525 h 9525"/>
                  <a:gd name="connsiteX3" fmla="*/ 0 w 57626"/>
                  <a:gd name="connsiteY3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7626" h="9525">
                    <a:moveTo>
                      <a:pt x="0" y="0"/>
                    </a:moveTo>
                    <a:lnTo>
                      <a:pt x="57626" y="0"/>
                    </a:lnTo>
                    <a:lnTo>
                      <a:pt x="57626" y="9525"/>
                    </a:lnTo>
                    <a:lnTo>
                      <a:pt x="0" y="9525"/>
                    </a:lnTo>
                    <a:close/>
                  </a:path>
                </a:pathLst>
              </a:custGeom>
              <a:solidFill>
                <a:srgbClr val="01010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7C5E2CFD-5CF6-4AC2-B5BD-81F402B1BEE9}"/>
                  </a:ext>
                </a:extLst>
              </p:cNvPr>
              <p:cNvSpPr/>
              <p:nvPr/>
            </p:nvSpPr>
            <p:spPr>
              <a:xfrm>
                <a:off x="4722906" y="4402645"/>
                <a:ext cx="57626" cy="9525"/>
              </a:xfrm>
              <a:custGeom>
                <a:avLst/>
                <a:gdLst>
                  <a:gd name="connsiteX0" fmla="*/ 0 w 57626"/>
                  <a:gd name="connsiteY0" fmla="*/ 0 h 9525"/>
                  <a:gd name="connsiteX1" fmla="*/ 57626 w 57626"/>
                  <a:gd name="connsiteY1" fmla="*/ 0 h 9525"/>
                  <a:gd name="connsiteX2" fmla="*/ 57626 w 57626"/>
                  <a:gd name="connsiteY2" fmla="*/ 9525 h 9525"/>
                  <a:gd name="connsiteX3" fmla="*/ 0 w 57626"/>
                  <a:gd name="connsiteY3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7626" h="9525">
                    <a:moveTo>
                      <a:pt x="0" y="0"/>
                    </a:moveTo>
                    <a:lnTo>
                      <a:pt x="57626" y="0"/>
                    </a:lnTo>
                    <a:lnTo>
                      <a:pt x="57626" y="9525"/>
                    </a:lnTo>
                    <a:lnTo>
                      <a:pt x="0" y="9525"/>
                    </a:lnTo>
                    <a:close/>
                  </a:path>
                </a:pathLst>
              </a:custGeom>
              <a:solidFill>
                <a:srgbClr val="01010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CC1EAF74-F965-429F-B5B9-9253D78C4622}"/>
                  </a:ext>
                </a:extLst>
              </p:cNvPr>
              <p:cNvSpPr/>
              <p:nvPr/>
            </p:nvSpPr>
            <p:spPr>
              <a:xfrm>
                <a:off x="4722906" y="4431506"/>
                <a:ext cx="57626" cy="9525"/>
              </a:xfrm>
              <a:custGeom>
                <a:avLst/>
                <a:gdLst>
                  <a:gd name="connsiteX0" fmla="*/ 0 w 57626"/>
                  <a:gd name="connsiteY0" fmla="*/ 0 h 9525"/>
                  <a:gd name="connsiteX1" fmla="*/ 57626 w 57626"/>
                  <a:gd name="connsiteY1" fmla="*/ 0 h 9525"/>
                  <a:gd name="connsiteX2" fmla="*/ 57626 w 57626"/>
                  <a:gd name="connsiteY2" fmla="*/ 9525 h 9525"/>
                  <a:gd name="connsiteX3" fmla="*/ 0 w 57626"/>
                  <a:gd name="connsiteY3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7626" h="9525">
                    <a:moveTo>
                      <a:pt x="0" y="0"/>
                    </a:moveTo>
                    <a:lnTo>
                      <a:pt x="57626" y="0"/>
                    </a:lnTo>
                    <a:lnTo>
                      <a:pt x="57626" y="9525"/>
                    </a:lnTo>
                    <a:lnTo>
                      <a:pt x="0" y="9525"/>
                    </a:lnTo>
                    <a:close/>
                  </a:path>
                </a:pathLst>
              </a:custGeom>
              <a:solidFill>
                <a:srgbClr val="01010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43C59ECD-30F6-4166-AC2D-4FEFC475741E}"/>
                  </a:ext>
                </a:extLst>
              </p:cNvPr>
              <p:cNvSpPr/>
              <p:nvPr/>
            </p:nvSpPr>
            <p:spPr>
              <a:xfrm>
                <a:off x="4688140" y="4188428"/>
                <a:ext cx="126491" cy="38862"/>
              </a:xfrm>
              <a:custGeom>
                <a:avLst/>
                <a:gdLst>
                  <a:gd name="connsiteX0" fmla="*/ 20383 w 126491"/>
                  <a:gd name="connsiteY0" fmla="*/ 9525 h 38862"/>
                  <a:gd name="connsiteX1" fmla="*/ 105442 w 126491"/>
                  <a:gd name="connsiteY1" fmla="*/ 9525 h 38862"/>
                  <a:gd name="connsiteX2" fmla="*/ 116491 w 126491"/>
                  <a:gd name="connsiteY2" fmla="*/ 38862 h 38862"/>
                  <a:gd name="connsiteX3" fmla="*/ 126492 w 126491"/>
                  <a:gd name="connsiteY3" fmla="*/ 38862 h 38862"/>
                  <a:gd name="connsiteX4" fmla="*/ 112014 w 126491"/>
                  <a:gd name="connsiteY4" fmla="*/ 0 h 38862"/>
                  <a:gd name="connsiteX5" fmla="*/ 13716 w 126491"/>
                  <a:gd name="connsiteY5" fmla="*/ 0 h 38862"/>
                  <a:gd name="connsiteX6" fmla="*/ 0 w 126491"/>
                  <a:gd name="connsiteY6" fmla="*/ 38862 h 38862"/>
                  <a:gd name="connsiteX7" fmla="*/ 10096 w 126491"/>
                  <a:gd name="connsiteY7" fmla="*/ 38862 h 38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6491" h="38862">
                    <a:moveTo>
                      <a:pt x="20383" y="9525"/>
                    </a:moveTo>
                    <a:lnTo>
                      <a:pt x="105442" y="9525"/>
                    </a:lnTo>
                    <a:lnTo>
                      <a:pt x="116491" y="38862"/>
                    </a:lnTo>
                    <a:lnTo>
                      <a:pt x="126492" y="38862"/>
                    </a:lnTo>
                    <a:lnTo>
                      <a:pt x="112014" y="0"/>
                    </a:lnTo>
                    <a:lnTo>
                      <a:pt x="13716" y="0"/>
                    </a:lnTo>
                    <a:lnTo>
                      <a:pt x="0" y="38862"/>
                    </a:lnTo>
                    <a:lnTo>
                      <a:pt x="10096" y="38862"/>
                    </a:lnTo>
                    <a:close/>
                  </a:path>
                </a:pathLst>
              </a:custGeom>
              <a:solidFill>
                <a:srgbClr val="01010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grpSp>
          <p:nvGrpSpPr>
            <p:cNvPr id="56" name="Graphic 5">
              <a:extLst>
                <a:ext uri="{FF2B5EF4-FFF2-40B4-BE49-F238E27FC236}">
                  <a16:creationId xmlns:a16="http://schemas.microsoft.com/office/drawing/2014/main" id="{FFC1679C-CE18-4D7B-B129-D671EA2E0E4A}"/>
                </a:ext>
              </a:extLst>
            </p:cNvPr>
            <p:cNvGrpSpPr/>
            <p:nvPr/>
          </p:nvGrpSpPr>
          <p:grpSpPr>
            <a:xfrm>
              <a:off x="6307390" y="4188428"/>
              <a:ext cx="126491" cy="280416"/>
              <a:chOff x="6307390" y="4188428"/>
              <a:chExt cx="126491" cy="280416"/>
            </a:xfrm>
            <a:solidFill>
              <a:srgbClr val="010101"/>
            </a:solidFill>
          </p:grpSpPr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AA05C57B-5888-4146-A68E-97AB7F76B754}"/>
                  </a:ext>
                </a:extLst>
              </p:cNvPr>
              <p:cNvSpPr/>
              <p:nvPr/>
            </p:nvSpPr>
            <p:spPr>
              <a:xfrm>
                <a:off x="6312057" y="4236720"/>
                <a:ext cx="117633" cy="232124"/>
              </a:xfrm>
              <a:custGeom>
                <a:avLst/>
                <a:gdLst>
                  <a:gd name="connsiteX0" fmla="*/ 0 w 117633"/>
                  <a:gd name="connsiteY0" fmla="*/ 232124 h 232124"/>
                  <a:gd name="connsiteX1" fmla="*/ 117634 w 117633"/>
                  <a:gd name="connsiteY1" fmla="*/ 232124 h 232124"/>
                  <a:gd name="connsiteX2" fmla="*/ 117634 w 117633"/>
                  <a:gd name="connsiteY2" fmla="*/ 0 h 232124"/>
                  <a:gd name="connsiteX3" fmla="*/ 0 w 117633"/>
                  <a:gd name="connsiteY3" fmla="*/ 0 h 232124"/>
                  <a:gd name="connsiteX4" fmla="*/ 0 w 117633"/>
                  <a:gd name="connsiteY4" fmla="*/ 232124 h 232124"/>
                  <a:gd name="connsiteX5" fmla="*/ 9525 w 117633"/>
                  <a:gd name="connsiteY5" fmla="*/ 9620 h 232124"/>
                  <a:gd name="connsiteX6" fmla="*/ 108109 w 117633"/>
                  <a:gd name="connsiteY6" fmla="*/ 9620 h 232124"/>
                  <a:gd name="connsiteX7" fmla="*/ 108109 w 117633"/>
                  <a:gd name="connsiteY7" fmla="*/ 222694 h 232124"/>
                  <a:gd name="connsiteX8" fmla="*/ 9525 w 117633"/>
                  <a:gd name="connsiteY8" fmla="*/ 222694 h 232124"/>
                  <a:gd name="connsiteX9" fmla="*/ 9525 w 117633"/>
                  <a:gd name="connsiteY9" fmla="*/ 9620 h 2321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7633" h="232124">
                    <a:moveTo>
                      <a:pt x="0" y="232124"/>
                    </a:moveTo>
                    <a:lnTo>
                      <a:pt x="117634" y="232124"/>
                    </a:lnTo>
                    <a:lnTo>
                      <a:pt x="117634" y="0"/>
                    </a:lnTo>
                    <a:lnTo>
                      <a:pt x="0" y="0"/>
                    </a:lnTo>
                    <a:lnTo>
                      <a:pt x="0" y="232124"/>
                    </a:lnTo>
                    <a:close/>
                    <a:moveTo>
                      <a:pt x="9525" y="9620"/>
                    </a:moveTo>
                    <a:lnTo>
                      <a:pt x="108109" y="9620"/>
                    </a:lnTo>
                    <a:lnTo>
                      <a:pt x="108109" y="222694"/>
                    </a:lnTo>
                    <a:lnTo>
                      <a:pt x="9525" y="222694"/>
                    </a:lnTo>
                    <a:lnTo>
                      <a:pt x="9525" y="9620"/>
                    </a:lnTo>
                    <a:close/>
                  </a:path>
                </a:pathLst>
              </a:custGeom>
              <a:solidFill>
                <a:srgbClr val="01010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7696E86A-059F-42B5-8022-BD577440ECFC}"/>
                  </a:ext>
                </a:extLst>
              </p:cNvPr>
              <p:cNvSpPr/>
              <p:nvPr/>
            </p:nvSpPr>
            <p:spPr>
              <a:xfrm>
                <a:off x="6342156" y="4258437"/>
                <a:ext cx="57626" cy="9525"/>
              </a:xfrm>
              <a:custGeom>
                <a:avLst/>
                <a:gdLst>
                  <a:gd name="connsiteX0" fmla="*/ 0 w 57626"/>
                  <a:gd name="connsiteY0" fmla="*/ 0 h 9525"/>
                  <a:gd name="connsiteX1" fmla="*/ 57626 w 57626"/>
                  <a:gd name="connsiteY1" fmla="*/ 0 h 9525"/>
                  <a:gd name="connsiteX2" fmla="*/ 57626 w 57626"/>
                  <a:gd name="connsiteY2" fmla="*/ 9525 h 9525"/>
                  <a:gd name="connsiteX3" fmla="*/ 0 w 57626"/>
                  <a:gd name="connsiteY3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7626" h="9525">
                    <a:moveTo>
                      <a:pt x="0" y="0"/>
                    </a:moveTo>
                    <a:lnTo>
                      <a:pt x="57626" y="0"/>
                    </a:lnTo>
                    <a:lnTo>
                      <a:pt x="57626" y="9525"/>
                    </a:lnTo>
                    <a:lnTo>
                      <a:pt x="0" y="9525"/>
                    </a:lnTo>
                    <a:close/>
                  </a:path>
                </a:pathLst>
              </a:custGeom>
              <a:solidFill>
                <a:srgbClr val="01010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59601001-91FE-4F0D-8E26-5E78C9C775EF}"/>
                  </a:ext>
                </a:extLst>
              </p:cNvPr>
              <p:cNvSpPr/>
              <p:nvPr/>
            </p:nvSpPr>
            <p:spPr>
              <a:xfrm>
                <a:off x="6342156" y="4287297"/>
                <a:ext cx="57626" cy="9525"/>
              </a:xfrm>
              <a:custGeom>
                <a:avLst/>
                <a:gdLst>
                  <a:gd name="connsiteX0" fmla="*/ 0 w 57626"/>
                  <a:gd name="connsiteY0" fmla="*/ 0 h 9525"/>
                  <a:gd name="connsiteX1" fmla="*/ 57626 w 57626"/>
                  <a:gd name="connsiteY1" fmla="*/ 0 h 9525"/>
                  <a:gd name="connsiteX2" fmla="*/ 57626 w 57626"/>
                  <a:gd name="connsiteY2" fmla="*/ 9525 h 9525"/>
                  <a:gd name="connsiteX3" fmla="*/ 0 w 57626"/>
                  <a:gd name="connsiteY3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7626" h="9525">
                    <a:moveTo>
                      <a:pt x="0" y="0"/>
                    </a:moveTo>
                    <a:lnTo>
                      <a:pt x="57626" y="0"/>
                    </a:lnTo>
                    <a:lnTo>
                      <a:pt x="57626" y="9525"/>
                    </a:lnTo>
                    <a:lnTo>
                      <a:pt x="0" y="9525"/>
                    </a:lnTo>
                    <a:close/>
                  </a:path>
                </a:pathLst>
              </a:custGeom>
              <a:solidFill>
                <a:srgbClr val="01010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096B148C-0607-4006-A38F-94DD4A948928}"/>
                  </a:ext>
                </a:extLst>
              </p:cNvPr>
              <p:cNvSpPr/>
              <p:nvPr/>
            </p:nvSpPr>
            <p:spPr>
              <a:xfrm>
                <a:off x="6342156" y="4316158"/>
                <a:ext cx="57626" cy="9525"/>
              </a:xfrm>
              <a:custGeom>
                <a:avLst/>
                <a:gdLst>
                  <a:gd name="connsiteX0" fmla="*/ 0 w 57626"/>
                  <a:gd name="connsiteY0" fmla="*/ 0 h 9525"/>
                  <a:gd name="connsiteX1" fmla="*/ 57626 w 57626"/>
                  <a:gd name="connsiteY1" fmla="*/ 0 h 9525"/>
                  <a:gd name="connsiteX2" fmla="*/ 57626 w 57626"/>
                  <a:gd name="connsiteY2" fmla="*/ 9525 h 9525"/>
                  <a:gd name="connsiteX3" fmla="*/ 0 w 57626"/>
                  <a:gd name="connsiteY3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7626" h="9525">
                    <a:moveTo>
                      <a:pt x="0" y="0"/>
                    </a:moveTo>
                    <a:lnTo>
                      <a:pt x="57626" y="0"/>
                    </a:lnTo>
                    <a:lnTo>
                      <a:pt x="57626" y="9525"/>
                    </a:lnTo>
                    <a:lnTo>
                      <a:pt x="0" y="9525"/>
                    </a:lnTo>
                    <a:close/>
                  </a:path>
                </a:pathLst>
              </a:custGeom>
              <a:solidFill>
                <a:srgbClr val="01010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8BEE9A13-3285-443C-A1B0-C432426B52E7}"/>
                  </a:ext>
                </a:extLst>
              </p:cNvPr>
              <p:cNvSpPr/>
              <p:nvPr/>
            </p:nvSpPr>
            <p:spPr>
              <a:xfrm>
                <a:off x="6342156" y="4345019"/>
                <a:ext cx="57626" cy="9525"/>
              </a:xfrm>
              <a:custGeom>
                <a:avLst/>
                <a:gdLst>
                  <a:gd name="connsiteX0" fmla="*/ 0 w 57626"/>
                  <a:gd name="connsiteY0" fmla="*/ 0 h 9525"/>
                  <a:gd name="connsiteX1" fmla="*/ 57626 w 57626"/>
                  <a:gd name="connsiteY1" fmla="*/ 0 h 9525"/>
                  <a:gd name="connsiteX2" fmla="*/ 57626 w 57626"/>
                  <a:gd name="connsiteY2" fmla="*/ 9525 h 9525"/>
                  <a:gd name="connsiteX3" fmla="*/ 0 w 57626"/>
                  <a:gd name="connsiteY3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7626" h="9525">
                    <a:moveTo>
                      <a:pt x="0" y="0"/>
                    </a:moveTo>
                    <a:lnTo>
                      <a:pt x="57626" y="0"/>
                    </a:lnTo>
                    <a:lnTo>
                      <a:pt x="57626" y="9525"/>
                    </a:lnTo>
                    <a:lnTo>
                      <a:pt x="0" y="9525"/>
                    </a:lnTo>
                    <a:close/>
                  </a:path>
                </a:pathLst>
              </a:custGeom>
              <a:solidFill>
                <a:srgbClr val="01010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18995E0B-4923-4DAD-A4AD-44EEF5DBCFEA}"/>
                  </a:ext>
                </a:extLst>
              </p:cNvPr>
              <p:cNvSpPr/>
              <p:nvPr/>
            </p:nvSpPr>
            <p:spPr>
              <a:xfrm>
                <a:off x="6342156" y="4373784"/>
                <a:ext cx="57626" cy="9525"/>
              </a:xfrm>
              <a:custGeom>
                <a:avLst/>
                <a:gdLst>
                  <a:gd name="connsiteX0" fmla="*/ 0 w 57626"/>
                  <a:gd name="connsiteY0" fmla="*/ 0 h 9525"/>
                  <a:gd name="connsiteX1" fmla="*/ 57626 w 57626"/>
                  <a:gd name="connsiteY1" fmla="*/ 0 h 9525"/>
                  <a:gd name="connsiteX2" fmla="*/ 57626 w 57626"/>
                  <a:gd name="connsiteY2" fmla="*/ 9525 h 9525"/>
                  <a:gd name="connsiteX3" fmla="*/ 0 w 57626"/>
                  <a:gd name="connsiteY3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7626" h="9525">
                    <a:moveTo>
                      <a:pt x="0" y="0"/>
                    </a:moveTo>
                    <a:lnTo>
                      <a:pt x="57626" y="0"/>
                    </a:lnTo>
                    <a:lnTo>
                      <a:pt x="57626" y="9525"/>
                    </a:lnTo>
                    <a:lnTo>
                      <a:pt x="0" y="9525"/>
                    </a:lnTo>
                    <a:close/>
                  </a:path>
                </a:pathLst>
              </a:custGeom>
              <a:solidFill>
                <a:srgbClr val="01010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4ED5EBB8-9807-47A4-BC58-BC88BBDE27B3}"/>
                  </a:ext>
                </a:extLst>
              </p:cNvPr>
              <p:cNvSpPr/>
              <p:nvPr/>
            </p:nvSpPr>
            <p:spPr>
              <a:xfrm>
                <a:off x="6342156" y="4402645"/>
                <a:ext cx="57626" cy="9525"/>
              </a:xfrm>
              <a:custGeom>
                <a:avLst/>
                <a:gdLst>
                  <a:gd name="connsiteX0" fmla="*/ 0 w 57626"/>
                  <a:gd name="connsiteY0" fmla="*/ 0 h 9525"/>
                  <a:gd name="connsiteX1" fmla="*/ 57626 w 57626"/>
                  <a:gd name="connsiteY1" fmla="*/ 0 h 9525"/>
                  <a:gd name="connsiteX2" fmla="*/ 57626 w 57626"/>
                  <a:gd name="connsiteY2" fmla="*/ 9525 h 9525"/>
                  <a:gd name="connsiteX3" fmla="*/ 0 w 57626"/>
                  <a:gd name="connsiteY3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7626" h="9525">
                    <a:moveTo>
                      <a:pt x="0" y="0"/>
                    </a:moveTo>
                    <a:lnTo>
                      <a:pt x="57626" y="0"/>
                    </a:lnTo>
                    <a:lnTo>
                      <a:pt x="57626" y="9525"/>
                    </a:lnTo>
                    <a:lnTo>
                      <a:pt x="0" y="9525"/>
                    </a:lnTo>
                    <a:close/>
                  </a:path>
                </a:pathLst>
              </a:custGeom>
              <a:solidFill>
                <a:srgbClr val="01010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511C5EA2-533B-4C51-95C7-BBAFF5A6122E}"/>
                  </a:ext>
                </a:extLst>
              </p:cNvPr>
              <p:cNvSpPr/>
              <p:nvPr/>
            </p:nvSpPr>
            <p:spPr>
              <a:xfrm>
                <a:off x="6342156" y="4431506"/>
                <a:ext cx="57626" cy="9525"/>
              </a:xfrm>
              <a:custGeom>
                <a:avLst/>
                <a:gdLst>
                  <a:gd name="connsiteX0" fmla="*/ 0 w 57626"/>
                  <a:gd name="connsiteY0" fmla="*/ 0 h 9525"/>
                  <a:gd name="connsiteX1" fmla="*/ 57626 w 57626"/>
                  <a:gd name="connsiteY1" fmla="*/ 0 h 9525"/>
                  <a:gd name="connsiteX2" fmla="*/ 57626 w 57626"/>
                  <a:gd name="connsiteY2" fmla="*/ 9525 h 9525"/>
                  <a:gd name="connsiteX3" fmla="*/ 0 w 57626"/>
                  <a:gd name="connsiteY3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7626" h="9525">
                    <a:moveTo>
                      <a:pt x="0" y="0"/>
                    </a:moveTo>
                    <a:lnTo>
                      <a:pt x="57626" y="0"/>
                    </a:lnTo>
                    <a:lnTo>
                      <a:pt x="57626" y="9525"/>
                    </a:lnTo>
                    <a:lnTo>
                      <a:pt x="0" y="9525"/>
                    </a:lnTo>
                    <a:close/>
                  </a:path>
                </a:pathLst>
              </a:custGeom>
              <a:solidFill>
                <a:srgbClr val="01010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40DF87AE-2312-450D-BD15-15C018A0C555}"/>
                  </a:ext>
                </a:extLst>
              </p:cNvPr>
              <p:cNvSpPr/>
              <p:nvPr/>
            </p:nvSpPr>
            <p:spPr>
              <a:xfrm>
                <a:off x="6307390" y="4188428"/>
                <a:ext cx="126491" cy="38862"/>
              </a:xfrm>
              <a:custGeom>
                <a:avLst/>
                <a:gdLst>
                  <a:gd name="connsiteX0" fmla="*/ 20383 w 126491"/>
                  <a:gd name="connsiteY0" fmla="*/ 9525 h 38862"/>
                  <a:gd name="connsiteX1" fmla="*/ 105442 w 126491"/>
                  <a:gd name="connsiteY1" fmla="*/ 9525 h 38862"/>
                  <a:gd name="connsiteX2" fmla="*/ 116491 w 126491"/>
                  <a:gd name="connsiteY2" fmla="*/ 38862 h 38862"/>
                  <a:gd name="connsiteX3" fmla="*/ 126492 w 126491"/>
                  <a:gd name="connsiteY3" fmla="*/ 38862 h 38862"/>
                  <a:gd name="connsiteX4" fmla="*/ 112014 w 126491"/>
                  <a:gd name="connsiteY4" fmla="*/ 0 h 38862"/>
                  <a:gd name="connsiteX5" fmla="*/ 13716 w 126491"/>
                  <a:gd name="connsiteY5" fmla="*/ 0 h 38862"/>
                  <a:gd name="connsiteX6" fmla="*/ 0 w 126491"/>
                  <a:gd name="connsiteY6" fmla="*/ 38862 h 38862"/>
                  <a:gd name="connsiteX7" fmla="*/ 10096 w 126491"/>
                  <a:gd name="connsiteY7" fmla="*/ 38862 h 38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6491" h="38862">
                    <a:moveTo>
                      <a:pt x="20383" y="9525"/>
                    </a:moveTo>
                    <a:lnTo>
                      <a:pt x="105442" y="9525"/>
                    </a:lnTo>
                    <a:lnTo>
                      <a:pt x="116491" y="38862"/>
                    </a:lnTo>
                    <a:lnTo>
                      <a:pt x="126492" y="38862"/>
                    </a:lnTo>
                    <a:lnTo>
                      <a:pt x="112014" y="0"/>
                    </a:lnTo>
                    <a:lnTo>
                      <a:pt x="13716" y="0"/>
                    </a:lnTo>
                    <a:lnTo>
                      <a:pt x="0" y="38862"/>
                    </a:lnTo>
                    <a:lnTo>
                      <a:pt x="10096" y="38862"/>
                    </a:lnTo>
                    <a:close/>
                  </a:path>
                </a:pathLst>
              </a:custGeom>
              <a:solidFill>
                <a:srgbClr val="01010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grpSp>
          <p:nvGrpSpPr>
            <p:cNvPr id="57" name="Graphic 5">
              <a:extLst>
                <a:ext uri="{FF2B5EF4-FFF2-40B4-BE49-F238E27FC236}">
                  <a16:creationId xmlns:a16="http://schemas.microsoft.com/office/drawing/2014/main" id="{92943021-C9B4-474D-9A85-86A7F5FFFF4D}"/>
                </a:ext>
              </a:extLst>
            </p:cNvPr>
            <p:cNvGrpSpPr/>
            <p:nvPr/>
          </p:nvGrpSpPr>
          <p:grpSpPr>
            <a:xfrm>
              <a:off x="5754940" y="3667505"/>
              <a:ext cx="126491" cy="280416"/>
              <a:chOff x="5754940" y="3667505"/>
              <a:chExt cx="126491" cy="280416"/>
            </a:xfrm>
            <a:solidFill>
              <a:srgbClr val="010101"/>
            </a:solidFill>
          </p:grpSpPr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7531B1C9-C7C2-4B8F-9467-14723ECC36AA}"/>
                  </a:ext>
                </a:extLst>
              </p:cNvPr>
              <p:cNvSpPr/>
              <p:nvPr/>
            </p:nvSpPr>
            <p:spPr>
              <a:xfrm>
                <a:off x="5759607" y="3715797"/>
                <a:ext cx="117633" cy="232124"/>
              </a:xfrm>
              <a:custGeom>
                <a:avLst/>
                <a:gdLst>
                  <a:gd name="connsiteX0" fmla="*/ 0 w 117633"/>
                  <a:gd name="connsiteY0" fmla="*/ 232124 h 232124"/>
                  <a:gd name="connsiteX1" fmla="*/ 117634 w 117633"/>
                  <a:gd name="connsiteY1" fmla="*/ 232124 h 232124"/>
                  <a:gd name="connsiteX2" fmla="*/ 117634 w 117633"/>
                  <a:gd name="connsiteY2" fmla="*/ 0 h 232124"/>
                  <a:gd name="connsiteX3" fmla="*/ 0 w 117633"/>
                  <a:gd name="connsiteY3" fmla="*/ 0 h 232124"/>
                  <a:gd name="connsiteX4" fmla="*/ 0 w 117633"/>
                  <a:gd name="connsiteY4" fmla="*/ 232124 h 232124"/>
                  <a:gd name="connsiteX5" fmla="*/ 9525 w 117633"/>
                  <a:gd name="connsiteY5" fmla="*/ 9620 h 232124"/>
                  <a:gd name="connsiteX6" fmla="*/ 108109 w 117633"/>
                  <a:gd name="connsiteY6" fmla="*/ 9620 h 232124"/>
                  <a:gd name="connsiteX7" fmla="*/ 108109 w 117633"/>
                  <a:gd name="connsiteY7" fmla="*/ 222695 h 232124"/>
                  <a:gd name="connsiteX8" fmla="*/ 9525 w 117633"/>
                  <a:gd name="connsiteY8" fmla="*/ 222695 h 232124"/>
                  <a:gd name="connsiteX9" fmla="*/ 9525 w 117633"/>
                  <a:gd name="connsiteY9" fmla="*/ 9620 h 2321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7633" h="232124">
                    <a:moveTo>
                      <a:pt x="0" y="232124"/>
                    </a:moveTo>
                    <a:lnTo>
                      <a:pt x="117634" y="232124"/>
                    </a:lnTo>
                    <a:lnTo>
                      <a:pt x="117634" y="0"/>
                    </a:lnTo>
                    <a:lnTo>
                      <a:pt x="0" y="0"/>
                    </a:lnTo>
                    <a:lnTo>
                      <a:pt x="0" y="232124"/>
                    </a:lnTo>
                    <a:close/>
                    <a:moveTo>
                      <a:pt x="9525" y="9620"/>
                    </a:moveTo>
                    <a:lnTo>
                      <a:pt x="108109" y="9620"/>
                    </a:lnTo>
                    <a:lnTo>
                      <a:pt x="108109" y="222695"/>
                    </a:lnTo>
                    <a:lnTo>
                      <a:pt x="9525" y="222695"/>
                    </a:lnTo>
                    <a:lnTo>
                      <a:pt x="9525" y="9620"/>
                    </a:lnTo>
                    <a:close/>
                  </a:path>
                </a:pathLst>
              </a:custGeom>
              <a:solidFill>
                <a:srgbClr val="01010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CC8B23F9-0443-4860-BEE8-2535EFDE3B85}"/>
                  </a:ext>
                </a:extLst>
              </p:cNvPr>
              <p:cNvSpPr/>
              <p:nvPr/>
            </p:nvSpPr>
            <p:spPr>
              <a:xfrm>
                <a:off x="5789706" y="3737514"/>
                <a:ext cx="57626" cy="9525"/>
              </a:xfrm>
              <a:custGeom>
                <a:avLst/>
                <a:gdLst>
                  <a:gd name="connsiteX0" fmla="*/ 0 w 57626"/>
                  <a:gd name="connsiteY0" fmla="*/ 0 h 9525"/>
                  <a:gd name="connsiteX1" fmla="*/ 57626 w 57626"/>
                  <a:gd name="connsiteY1" fmla="*/ 0 h 9525"/>
                  <a:gd name="connsiteX2" fmla="*/ 57626 w 57626"/>
                  <a:gd name="connsiteY2" fmla="*/ 9525 h 9525"/>
                  <a:gd name="connsiteX3" fmla="*/ 0 w 57626"/>
                  <a:gd name="connsiteY3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7626" h="9525">
                    <a:moveTo>
                      <a:pt x="0" y="0"/>
                    </a:moveTo>
                    <a:lnTo>
                      <a:pt x="57626" y="0"/>
                    </a:lnTo>
                    <a:lnTo>
                      <a:pt x="57626" y="9525"/>
                    </a:lnTo>
                    <a:lnTo>
                      <a:pt x="0" y="9525"/>
                    </a:lnTo>
                    <a:close/>
                  </a:path>
                </a:pathLst>
              </a:custGeom>
              <a:solidFill>
                <a:srgbClr val="01010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47E9C7DE-93C6-4427-B96B-F1A96E251ADA}"/>
                  </a:ext>
                </a:extLst>
              </p:cNvPr>
              <p:cNvSpPr/>
              <p:nvPr/>
            </p:nvSpPr>
            <p:spPr>
              <a:xfrm>
                <a:off x="5789706" y="3766375"/>
                <a:ext cx="57626" cy="9525"/>
              </a:xfrm>
              <a:custGeom>
                <a:avLst/>
                <a:gdLst>
                  <a:gd name="connsiteX0" fmla="*/ 0 w 57626"/>
                  <a:gd name="connsiteY0" fmla="*/ 0 h 9525"/>
                  <a:gd name="connsiteX1" fmla="*/ 57626 w 57626"/>
                  <a:gd name="connsiteY1" fmla="*/ 0 h 9525"/>
                  <a:gd name="connsiteX2" fmla="*/ 57626 w 57626"/>
                  <a:gd name="connsiteY2" fmla="*/ 9525 h 9525"/>
                  <a:gd name="connsiteX3" fmla="*/ 0 w 57626"/>
                  <a:gd name="connsiteY3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7626" h="9525">
                    <a:moveTo>
                      <a:pt x="0" y="0"/>
                    </a:moveTo>
                    <a:lnTo>
                      <a:pt x="57626" y="0"/>
                    </a:lnTo>
                    <a:lnTo>
                      <a:pt x="57626" y="9525"/>
                    </a:lnTo>
                    <a:lnTo>
                      <a:pt x="0" y="9525"/>
                    </a:lnTo>
                    <a:close/>
                  </a:path>
                </a:pathLst>
              </a:custGeom>
              <a:solidFill>
                <a:srgbClr val="01010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D5CF3CB3-250C-4F1A-95A2-F93261006464}"/>
                  </a:ext>
                </a:extLst>
              </p:cNvPr>
              <p:cNvSpPr/>
              <p:nvPr/>
            </p:nvSpPr>
            <p:spPr>
              <a:xfrm>
                <a:off x="5789706" y="3795236"/>
                <a:ext cx="57626" cy="9525"/>
              </a:xfrm>
              <a:custGeom>
                <a:avLst/>
                <a:gdLst>
                  <a:gd name="connsiteX0" fmla="*/ 0 w 57626"/>
                  <a:gd name="connsiteY0" fmla="*/ 0 h 9525"/>
                  <a:gd name="connsiteX1" fmla="*/ 57626 w 57626"/>
                  <a:gd name="connsiteY1" fmla="*/ 0 h 9525"/>
                  <a:gd name="connsiteX2" fmla="*/ 57626 w 57626"/>
                  <a:gd name="connsiteY2" fmla="*/ 9525 h 9525"/>
                  <a:gd name="connsiteX3" fmla="*/ 0 w 57626"/>
                  <a:gd name="connsiteY3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7626" h="9525">
                    <a:moveTo>
                      <a:pt x="0" y="0"/>
                    </a:moveTo>
                    <a:lnTo>
                      <a:pt x="57626" y="0"/>
                    </a:lnTo>
                    <a:lnTo>
                      <a:pt x="57626" y="9525"/>
                    </a:lnTo>
                    <a:lnTo>
                      <a:pt x="0" y="9525"/>
                    </a:lnTo>
                    <a:close/>
                  </a:path>
                </a:pathLst>
              </a:custGeom>
              <a:solidFill>
                <a:srgbClr val="01010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4FF07FC5-0CF5-407F-8811-80242AF4B409}"/>
                  </a:ext>
                </a:extLst>
              </p:cNvPr>
              <p:cNvSpPr/>
              <p:nvPr/>
            </p:nvSpPr>
            <p:spPr>
              <a:xfrm>
                <a:off x="5789706" y="3824001"/>
                <a:ext cx="57626" cy="9525"/>
              </a:xfrm>
              <a:custGeom>
                <a:avLst/>
                <a:gdLst>
                  <a:gd name="connsiteX0" fmla="*/ 0 w 57626"/>
                  <a:gd name="connsiteY0" fmla="*/ 0 h 9525"/>
                  <a:gd name="connsiteX1" fmla="*/ 57626 w 57626"/>
                  <a:gd name="connsiteY1" fmla="*/ 0 h 9525"/>
                  <a:gd name="connsiteX2" fmla="*/ 57626 w 57626"/>
                  <a:gd name="connsiteY2" fmla="*/ 9525 h 9525"/>
                  <a:gd name="connsiteX3" fmla="*/ 0 w 57626"/>
                  <a:gd name="connsiteY3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7626" h="9525">
                    <a:moveTo>
                      <a:pt x="0" y="0"/>
                    </a:moveTo>
                    <a:lnTo>
                      <a:pt x="57626" y="0"/>
                    </a:lnTo>
                    <a:lnTo>
                      <a:pt x="57626" y="9525"/>
                    </a:lnTo>
                    <a:lnTo>
                      <a:pt x="0" y="9525"/>
                    </a:lnTo>
                    <a:close/>
                  </a:path>
                </a:pathLst>
              </a:custGeom>
              <a:solidFill>
                <a:srgbClr val="01010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255C7D6F-D464-4A9A-9630-AD741E662CEC}"/>
                  </a:ext>
                </a:extLst>
              </p:cNvPr>
              <p:cNvSpPr/>
              <p:nvPr/>
            </p:nvSpPr>
            <p:spPr>
              <a:xfrm>
                <a:off x="5789706" y="3852862"/>
                <a:ext cx="57626" cy="9525"/>
              </a:xfrm>
              <a:custGeom>
                <a:avLst/>
                <a:gdLst>
                  <a:gd name="connsiteX0" fmla="*/ 0 w 57626"/>
                  <a:gd name="connsiteY0" fmla="*/ 0 h 9525"/>
                  <a:gd name="connsiteX1" fmla="*/ 57626 w 57626"/>
                  <a:gd name="connsiteY1" fmla="*/ 0 h 9525"/>
                  <a:gd name="connsiteX2" fmla="*/ 57626 w 57626"/>
                  <a:gd name="connsiteY2" fmla="*/ 9525 h 9525"/>
                  <a:gd name="connsiteX3" fmla="*/ 0 w 57626"/>
                  <a:gd name="connsiteY3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7626" h="9525">
                    <a:moveTo>
                      <a:pt x="0" y="0"/>
                    </a:moveTo>
                    <a:lnTo>
                      <a:pt x="57626" y="0"/>
                    </a:lnTo>
                    <a:lnTo>
                      <a:pt x="57626" y="9525"/>
                    </a:lnTo>
                    <a:lnTo>
                      <a:pt x="0" y="9525"/>
                    </a:lnTo>
                    <a:close/>
                  </a:path>
                </a:pathLst>
              </a:custGeom>
              <a:solidFill>
                <a:srgbClr val="01010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DEC14150-556A-4449-8CEC-6B04D886C96D}"/>
                  </a:ext>
                </a:extLst>
              </p:cNvPr>
              <p:cNvSpPr/>
              <p:nvPr/>
            </p:nvSpPr>
            <p:spPr>
              <a:xfrm>
                <a:off x="5789706" y="3881723"/>
                <a:ext cx="57626" cy="9525"/>
              </a:xfrm>
              <a:custGeom>
                <a:avLst/>
                <a:gdLst>
                  <a:gd name="connsiteX0" fmla="*/ 0 w 57626"/>
                  <a:gd name="connsiteY0" fmla="*/ 0 h 9525"/>
                  <a:gd name="connsiteX1" fmla="*/ 57626 w 57626"/>
                  <a:gd name="connsiteY1" fmla="*/ 0 h 9525"/>
                  <a:gd name="connsiteX2" fmla="*/ 57626 w 57626"/>
                  <a:gd name="connsiteY2" fmla="*/ 9525 h 9525"/>
                  <a:gd name="connsiteX3" fmla="*/ 0 w 57626"/>
                  <a:gd name="connsiteY3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7626" h="9525">
                    <a:moveTo>
                      <a:pt x="0" y="0"/>
                    </a:moveTo>
                    <a:lnTo>
                      <a:pt x="57626" y="0"/>
                    </a:lnTo>
                    <a:lnTo>
                      <a:pt x="57626" y="9525"/>
                    </a:lnTo>
                    <a:lnTo>
                      <a:pt x="0" y="9525"/>
                    </a:lnTo>
                    <a:close/>
                  </a:path>
                </a:pathLst>
              </a:custGeom>
              <a:solidFill>
                <a:srgbClr val="01010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C2E9537A-BE4B-445A-B408-D10AEC89BF66}"/>
                  </a:ext>
                </a:extLst>
              </p:cNvPr>
              <p:cNvSpPr/>
              <p:nvPr/>
            </p:nvSpPr>
            <p:spPr>
              <a:xfrm>
                <a:off x="5789706" y="3910584"/>
                <a:ext cx="57626" cy="9525"/>
              </a:xfrm>
              <a:custGeom>
                <a:avLst/>
                <a:gdLst>
                  <a:gd name="connsiteX0" fmla="*/ 0 w 57626"/>
                  <a:gd name="connsiteY0" fmla="*/ 0 h 9525"/>
                  <a:gd name="connsiteX1" fmla="*/ 57626 w 57626"/>
                  <a:gd name="connsiteY1" fmla="*/ 0 h 9525"/>
                  <a:gd name="connsiteX2" fmla="*/ 57626 w 57626"/>
                  <a:gd name="connsiteY2" fmla="*/ 9525 h 9525"/>
                  <a:gd name="connsiteX3" fmla="*/ 0 w 57626"/>
                  <a:gd name="connsiteY3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7626" h="9525">
                    <a:moveTo>
                      <a:pt x="0" y="0"/>
                    </a:moveTo>
                    <a:lnTo>
                      <a:pt x="57626" y="0"/>
                    </a:lnTo>
                    <a:lnTo>
                      <a:pt x="57626" y="9525"/>
                    </a:lnTo>
                    <a:lnTo>
                      <a:pt x="0" y="9525"/>
                    </a:lnTo>
                    <a:close/>
                  </a:path>
                </a:pathLst>
              </a:custGeom>
              <a:solidFill>
                <a:srgbClr val="01010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CB234B95-1AEA-48E3-A862-EA938416E81A}"/>
                  </a:ext>
                </a:extLst>
              </p:cNvPr>
              <p:cNvSpPr/>
              <p:nvPr/>
            </p:nvSpPr>
            <p:spPr>
              <a:xfrm>
                <a:off x="5754940" y="3667505"/>
                <a:ext cx="126491" cy="38862"/>
              </a:xfrm>
              <a:custGeom>
                <a:avLst/>
                <a:gdLst>
                  <a:gd name="connsiteX0" fmla="*/ 20383 w 126491"/>
                  <a:gd name="connsiteY0" fmla="*/ 9525 h 38862"/>
                  <a:gd name="connsiteX1" fmla="*/ 105442 w 126491"/>
                  <a:gd name="connsiteY1" fmla="*/ 9525 h 38862"/>
                  <a:gd name="connsiteX2" fmla="*/ 116491 w 126491"/>
                  <a:gd name="connsiteY2" fmla="*/ 38862 h 38862"/>
                  <a:gd name="connsiteX3" fmla="*/ 126492 w 126491"/>
                  <a:gd name="connsiteY3" fmla="*/ 38862 h 38862"/>
                  <a:gd name="connsiteX4" fmla="*/ 112014 w 126491"/>
                  <a:gd name="connsiteY4" fmla="*/ 0 h 38862"/>
                  <a:gd name="connsiteX5" fmla="*/ 13716 w 126491"/>
                  <a:gd name="connsiteY5" fmla="*/ 0 h 38862"/>
                  <a:gd name="connsiteX6" fmla="*/ 0 w 126491"/>
                  <a:gd name="connsiteY6" fmla="*/ 38862 h 38862"/>
                  <a:gd name="connsiteX7" fmla="*/ 10096 w 126491"/>
                  <a:gd name="connsiteY7" fmla="*/ 38862 h 38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6491" h="38862">
                    <a:moveTo>
                      <a:pt x="20383" y="9525"/>
                    </a:moveTo>
                    <a:lnTo>
                      <a:pt x="105442" y="9525"/>
                    </a:lnTo>
                    <a:lnTo>
                      <a:pt x="116491" y="38862"/>
                    </a:lnTo>
                    <a:lnTo>
                      <a:pt x="126492" y="38862"/>
                    </a:lnTo>
                    <a:lnTo>
                      <a:pt x="112014" y="0"/>
                    </a:lnTo>
                    <a:lnTo>
                      <a:pt x="13716" y="0"/>
                    </a:lnTo>
                    <a:lnTo>
                      <a:pt x="0" y="38862"/>
                    </a:lnTo>
                    <a:lnTo>
                      <a:pt x="10096" y="38862"/>
                    </a:lnTo>
                    <a:close/>
                  </a:path>
                </a:pathLst>
              </a:custGeom>
              <a:solidFill>
                <a:srgbClr val="01010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grpSp>
          <p:nvGrpSpPr>
            <p:cNvPr id="58" name="Graphic 5">
              <a:extLst>
                <a:ext uri="{FF2B5EF4-FFF2-40B4-BE49-F238E27FC236}">
                  <a16:creationId xmlns:a16="http://schemas.microsoft.com/office/drawing/2014/main" id="{E96245EB-B84F-4EE7-AC8D-2AF121E48088}"/>
                </a:ext>
              </a:extLst>
            </p:cNvPr>
            <p:cNvGrpSpPr/>
            <p:nvPr/>
          </p:nvGrpSpPr>
          <p:grpSpPr>
            <a:xfrm>
              <a:off x="5420041" y="4192619"/>
              <a:ext cx="281940" cy="280511"/>
              <a:chOff x="5420041" y="4192619"/>
              <a:chExt cx="281940" cy="280511"/>
            </a:xfrm>
          </p:grpSpPr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DC9E253A-FF4F-47C4-9242-995AFF9922F1}"/>
                  </a:ext>
                </a:extLst>
              </p:cNvPr>
              <p:cNvSpPr/>
              <p:nvPr/>
            </p:nvSpPr>
            <p:spPr>
              <a:xfrm>
                <a:off x="5510243" y="4241006"/>
                <a:ext cx="103346" cy="232124"/>
              </a:xfrm>
              <a:custGeom>
                <a:avLst/>
                <a:gdLst>
                  <a:gd name="connsiteX0" fmla="*/ 93821 w 103346"/>
                  <a:gd name="connsiteY0" fmla="*/ 9525 h 232124"/>
                  <a:gd name="connsiteX1" fmla="*/ 93821 w 103346"/>
                  <a:gd name="connsiteY1" fmla="*/ 222599 h 232124"/>
                  <a:gd name="connsiteX2" fmla="*/ 9525 w 103346"/>
                  <a:gd name="connsiteY2" fmla="*/ 222599 h 232124"/>
                  <a:gd name="connsiteX3" fmla="*/ 9525 w 103346"/>
                  <a:gd name="connsiteY3" fmla="*/ 9525 h 232124"/>
                  <a:gd name="connsiteX4" fmla="*/ 93821 w 103346"/>
                  <a:gd name="connsiteY4" fmla="*/ 9525 h 232124"/>
                  <a:gd name="connsiteX5" fmla="*/ 103346 w 103346"/>
                  <a:gd name="connsiteY5" fmla="*/ 0 h 232124"/>
                  <a:gd name="connsiteX6" fmla="*/ 0 w 103346"/>
                  <a:gd name="connsiteY6" fmla="*/ 0 h 232124"/>
                  <a:gd name="connsiteX7" fmla="*/ 0 w 103346"/>
                  <a:gd name="connsiteY7" fmla="*/ 232124 h 232124"/>
                  <a:gd name="connsiteX8" fmla="*/ 103346 w 103346"/>
                  <a:gd name="connsiteY8" fmla="*/ 232124 h 232124"/>
                  <a:gd name="connsiteX9" fmla="*/ 103346 w 103346"/>
                  <a:gd name="connsiteY9" fmla="*/ 0 h 232124"/>
                  <a:gd name="connsiteX10" fmla="*/ 103346 w 103346"/>
                  <a:gd name="connsiteY10" fmla="*/ 0 h 2321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03346" h="232124">
                    <a:moveTo>
                      <a:pt x="93821" y="9525"/>
                    </a:moveTo>
                    <a:lnTo>
                      <a:pt x="93821" y="222599"/>
                    </a:lnTo>
                    <a:lnTo>
                      <a:pt x="9525" y="222599"/>
                    </a:lnTo>
                    <a:lnTo>
                      <a:pt x="9525" y="9525"/>
                    </a:lnTo>
                    <a:lnTo>
                      <a:pt x="93821" y="9525"/>
                    </a:lnTo>
                    <a:moveTo>
                      <a:pt x="103346" y="0"/>
                    </a:moveTo>
                    <a:lnTo>
                      <a:pt x="0" y="0"/>
                    </a:lnTo>
                    <a:lnTo>
                      <a:pt x="0" y="232124"/>
                    </a:lnTo>
                    <a:lnTo>
                      <a:pt x="103346" y="232124"/>
                    </a:lnTo>
                    <a:lnTo>
                      <a:pt x="103346" y="0"/>
                    </a:lnTo>
                    <a:lnTo>
                      <a:pt x="103346" y="0"/>
                    </a:lnTo>
                    <a:close/>
                  </a:path>
                </a:pathLst>
              </a:custGeom>
              <a:solidFill>
                <a:srgbClr val="01010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F311C9FE-858C-4904-8CC4-703F228341DA}"/>
                  </a:ext>
                </a:extLst>
              </p:cNvPr>
              <p:cNvSpPr/>
              <p:nvPr/>
            </p:nvSpPr>
            <p:spPr>
              <a:xfrm>
                <a:off x="5540342" y="4262628"/>
                <a:ext cx="43338" cy="9525"/>
              </a:xfrm>
              <a:custGeom>
                <a:avLst/>
                <a:gdLst>
                  <a:gd name="connsiteX0" fmla="*/ 0 w 43338"/>
                  <a:gd name="connsiteY0" fmla="*/ 0 h 9525"/>
                  <a:gd name="connsiteX1" fmla="*/ 43339 w 43338"/>
                  <a:gd name="connsiteY1" fmla="*/ 0 h 9525"/>
                  <a:gd name="connsiteX2" fmla="*/ 43339 w 43338"/>
                  <a:gd name="connsiteY2" fmla="*/ 9525 h 9525"/>
                  <a:gd name="connsiteX3" fmla="*/ 0 w 43338"/>
                  <a:gd name="connsiteY3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3338" h="9525">
                    <a:moveTo>
                      <a:pt x="0" y="0"/>
                    </a:moveTo>
                    <a:lnTo>
                      <a:pt x="43339" y="0"/>
                    </a:lnTo>
                    <a:lnTo>
                      <a:pt x="43339" y="9525"/>
                    </a:lnTo>
                    <a:lnTo>
                      <a:pt x="0" y="9525"/>
                    </a:lnTo>
                    <a:close/>
                  </a:path>
                </a:pathLst>
              </a:custGeom>
              <a:solidFill>
                <a:srgbClr val="231F2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E8CE88D0-15CE-498B-B123-D507DC2374DD}"/>
                  </a:ext>
                </a:extLst>
              </p:cNvPr>
              <p:cNvSpPr/>
              <p:nvPr/>
            </p:nvSpPr>
            <p:spPr>
              <a:xfrm>
                <a:off x="5540342" y="4291488"/>
                <a:ext cx="43338" cy="9525"/>
              </a:xfrm>
              <a:custGeom>
                <a:avLst/>
                <a:gdLst>
                  <a:gd name="connsiteX0" fmla="*/ 0 w 43338"/>
                  <a:gd name="connsiteY0" fmla="*/ 0 h 9525"/>
                  <a:gd name="connsiteX1" fmla="*/ 43339 w 43338"/>
                  <a:gd name="connsiteY1" fmla="*/ 0 h 9525"/>
                  <a:gd name="connsiteX2" fmla="*/ 43339 w 43338"/>
                  <a:gd name="connsiteY2" fmla="*/ 9525 h 9525"/>
                  <a:gd name="connsiteX3" fmla="*/ 0 w 43338"/>
                  <a:gd name="connsiteY3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3338" h="9525">
                    <a:moveTo>
                      <a:pt x="0" y="0"/>
                    </a:moveTo>
                    <a:lnTo>
                      <a:pt x="43339" y="0"/>
                    </a:lnTo>
                    <a:lnTo>
                      <a:pt x="43339" y="9525"/>
                    </a:lnTo>
                    <a:lnTo>
                      <a:pt x="0" y="9525"/>
                    </a:lnTo>
                    <a:close/>
                  </a:path>
                </a:pathLst>
              </a:custGeom>
              <a:solidFill>
                <a:srgbClr val="231F2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1EBDCA8F-7D40-4C8A-A348-FA66A14D3E13}"/>
                  </a:ext>
                </a:extLst>
              </p:cNvPr>
              <p:cNvSpPr/>
              <p:nvPr/>
            </p:nvSpPr>
            <p:spPr>
              <a:xfrm>
                <a:off x="5540342" y="4320349"/>
                <a:ext cx="43338" cy="9525"/>
              </a:xfrm>
              <a:custGeom>
                <a:avLst/>
                <a:gdLst>
                  <a:gd name="connsiteX0" fmla="*/ 0 w 43338"/>
                  <a:gd name="connsiteY0" fmla="*/ 0 h 9525"/>
                  <a:gd name="connsiteX1" fmla="*/ 43339 w 43338"/>
                  <a:gd name="connsiteY1" fmla="*/ 0 h 9525"/>
                  <a:gd name="connsiteX2" fmla="*/ 43339 w 43338"/>
                  <a:gd name="connsiteY2" fmla="*/ 9525 h 9525"/>
                  <a:gd name="connsiteX3" fmla="*/ 0 w 43338"/>
                  <a:gd name="connsiteY3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3338" h="9525">
                    <a:moveTo>
                      <a:pt x="0" y="0"/>
                    </a:moveTo>
                    <a:lnTo>
                      <a:pt x="43339" y="0"/>
                    </a:lnTo>
                    <a:lnTo>
                      <a:pt x="43339" y="9525"/>
                    </a:lnTo>
                    <a:lnTo>
                      <a:pt x="0" y="9525"/>
                    </a:lnTo>
                    <a:close/>
                  </a:path>
                </a:pathLst>
              </a:custGeom>
              <a:solidFill>
                <a:srgbClr val="231F2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38382224-1022-4E15-BF4A-AC6131BBF216}"/>
                  </a:ext>
                </a:extLst>
              </p:cNvPr>
              <p:cNvSpPr/>
              <p:nvPr/>
            </p:nvSpPr>
            <p:spPr>
              <a:xfrm>
                <a:off x="5540342" y="4349210"/>
                <a:ext cx="43338" cy="9525"/>
              </a:xfrm>
              <a:custGeom>
                <a:avLst/>
                <a:gdLst>
                  <a:gd name="connsiteX0" fmla="*/ 0 w 43338"/>
                  <a:gd name="connsiteY0" fmla="*/ 0 h 9525"/>
                  <a:gd name="connsiteX1" fmla="*/ 43339 w 43338"/>
                  <a:gd name="connsiteY1" fmla="*/ 0 h 9525"/>
                  <a:gd name="connsiteX2" fmla="*/ 43339 w 43338"/>
                  <a:gd name="connsiteY2" fmla="*/ 9525 h 9525"/>
                  <a:gd name="connsiteX3" fmla="*/ 0 w 43338"/>
                  <a:gd name="connsiteY3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3338" h="9525">
                    <a:moveTo>
                      <a:pt x="0" y="0"/>
                    </a:moveTo>
                    <a:lnTo>
                      <a:pt x="43339" y="0"/>
                    </a:lnTo>
                    <a:lnTo>
                      <a:pt x="43339" y="9525"/>
                    </a:lnTo>
                    <a:lnTo>
                      <a:pt x="0" y="9525"/>
                    </a:lnTo>
                    <a:close/>
                  </a:path>
                </a:pathLst>
              </a:custGeom>
              <a:solidFill>
                <a:srgbClr val="231F2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B9645D23-796B-4623-9F7F-08F46BFD4EF7}"/>
                  </a:ext>
                </a:extLst>
              </p:cNvPr>
              <p:cNvSpPr/>
              <p:nvPr/>
            </p:nvSpPr>
            <p:spPr>
              <a:xfrm>
                <a:off x="5540342" y="4378071"/>
                <a:ext cx="43338" cy="9525"/>
              </a:xfrm>
              <a:custGeom>
                <a:avLst/>
                <a:gdLst>
                  <a:gd name="connsiteX0" fmla="*/ 0 w 43338"/>
                  <a:gd name="connsiteY0" fmla="*/ 0 h 9525"/>
                  <a:gd name="connsiteX1" fmla="*/ 43339 w 43338"/>
                  <a:gd name="connsiteY1" fmla="*/ 0 h 9525"/>
                  <a:gd name="connsiteX2" fmla="*/ 43339 w 43338"/>
                  <a:gd name="connsiteY2" fmla="*/ 9525 h 9525"/>
                  <a:gd name="connsiteX3" fmla="*/ 0 w 43338"/>
                  <a:gd name="connsiteY3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3338" h="9525">
                    <a:moveTo>
                      <a:pt x="0" y="0"/>
                    </a:moveTo>
                    <a:lnTo>
                      <a:pt x="43339" y="0"/>
                    </a:lnTo>
                    <a:lnTo>
                      <a:pt x="43339" y="9525"/>
                    </a:lnTo>
                    <a:lnTo>
                      <a:pt x="0" y="9525"/>
                    </a:lnTo>
                    <a:close/>
                  </a:path>
                </a:pathLst>
              </a:custGeom>
              <a:solidFill>
                <a:srgbClr val="231F2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717BE89B-020D-4534-858D-293C022688E5}"/>
                  </a:ext>
                </a:extLst>
              </p:cNvPr>
              <p:cNvSpPr/>
              <p:nvPr/>
            </p:nvSpPr>
            <p:spPr>
              <a:xfrm>
                <a:off x="5540342" y="4406931"/>
                <a:ext cx="43338" cy="9525"/>
              </a:xfrm>
              <a:custGeom>
                <a:avLst/>
                <a:gdLst>
                  <a:gd name="connsiteX0" fmla="*/ 0 w 43338"/>
                  <a:gd name="connsiteY0" fmla="*/ 0 h 9525"/>
                  <a:gd name="connsiteX1" fmla="*/ 43339 w 43338"/>
                  <a:gd name="connsiteY1" fmla="*/ 0 h 9525"/>
                  <a:gd name="connsiteX2" fmla="*/ 43339 w 43338"/>
                  <a:gd name="connsiteY2" fmla="*/ 9525 h 9525"/>
                  <a:gd name="connsiteX3" fmla="*/ 0 w 43338"/>
                  <a:gd name="connsiteY3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3338" h="9525">
                    <a:moveTo>
                      <a:pt x="0" y="0"/>
                    </a:moveTo>
                    <a:lnTo>
                      <a:pt x="43339" y="0"/>
                    </a:lnTo>
                    <a:lnTo>
                      <a:pt x="43339" y="9525"/>
                    </a:lnTo>
                    <a:lnTo>
                      <a:pt x="0" y="9525"/>
                    </a:lnTo>
                    <a:close/>
                  </a:path>
                </a:pathLst>
              </a:custGeom>
              <a:solidFill>
                <a:srgbClr val="231F2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44E1FF8F-81B7-4AB6-A49E-A01B74673BA0}"/>
                  </a:ext>
                </a:extLst>
              </p:cNvPr>
              <p:cNvSpPr/>
              <p:nvPr/>
            </p:nvSpPr>
            <p:spPr>
              <a:xfrm>
                <a:off x="5540342" y="4435792"/>
                <a:ext cx="43338" cy="9525"/>
              </a:xfrm>
              <a:custGeom>
                <a:avLst/>
                <a:gdLst>
                  <a:gd name="connsiteX0" fmla="*/ 0 w 43338"/>
                  <a:gd name="connsiteY0" fmla="*/ 0 h 9525"/>
                  <a:gd name="connsiteX1" fmla="*/ 43339 w 43338"/>
                  <a:gd name="connsiteY1" fmla="*/ 0 h 9525"/>
                  <a:gd name="connsiteX2" fmla="*/ 43339 w 43338"/>
                  <a:gd name="connsiteY2" fmla="*/ 9525 h 9525"/>
                  <a:gd name="connsiteX3" fmla="*/ 0 w 43338"/>
                  <a:gd name="connsiteY3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3338" h="9525">
                    <a:moveTo>
                      <a:pt x="0" y="0"/>
                    </a:moveTo>
                    <a:lnTo>
                      <a:pt x="43339" y="0"/>
                    </a:lnTo>
                    <a:lnTo>
                      <a:pt x="43339" y="9525"/>
                    </a:lnTo>
                    <a:lnTo>
                      <a:pt x="0" y="9525"/>
                    </a:lnTo>
                    <a:close/>
                  </a:path>
                </a:pathLst>
              </a:custGeom>
              <a:solidFill>
                <a:srgbClr val="231F2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4D649C0D-3131-431F-99BA-61901EF645E9}"/>
                  </a:ext>
                </a:extLst>
              </p:cNvPr>
              <p:cNvSpPr/>
              <p:nvPr/>
            </p:nvSpPr>
            <p:spPr>
              <a:xfrm>
                <a:off x="5505480" y="4192619"/>
                <a:ext cx="112299" cy="38862"/>
              </a:xfrm>
              <a:custGeom>
                <a:avLst/>
                <a:gdLst>
                  <a:gd name="connsiteX0" fmla="*/ 112300 w 112299"/>
                  <a:gd name="connsiteY0" fmla="*/ 38862 h 38862"/>
                  <a:gd name="connsiteX1" fmla="*/ 102203 w 112299"/>
                  <a:gd name="connsiteY1" fmla="*/ 38862 h 38862"/>
                  <a:gd name="connsiteX2" fmla="*/ 91154 w 112299"/>
                  <a:gd name="connsiteY2" fmla="*/ 9525 h 38862"/>
                  <a:gd name="connsiteX3" fmla="*/ 20479 w 112299"/>
                  <a:gd name="connsiteY3" fmla="*/ 9525 h 38862"/>
                  <a:gd name="connsiteX4" fmla="*/ 10097 w 112299"/>
                  <a:gd name="connsiteY4" fmla="*/ 38862 h 38862"/>
                  <a:gd name="connsiteX5" fmla="*/ 0 w 112299"/>
                  <a:gd name="connsiteY5" fmla="*/ 38862 h 38862"/>
                  <a:gd name="connsiteX6" fmla="*/ 13716 w 112299"/>
                  <a:gd name="connsiteY6" fmla="*/ 0 h 38862"/>
                  <a:gd name="connsiteX7" fmla="*/ 97727 w 112299"/>
                  <a:gd name="connsiteY7" fmla="*/ 0 h 38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12299" h="38862">
                    <a:moveTo>
                      <a:pt x="112300" y="38862"/>
                    </a:moveTo>
                    <a:lnTo>
                      <a:pt x="102203" y="38862"/>
                    </a:lnTo>
                    <a:lnTo>
                      <a:pt x="91154" y="9525"/>
                    </a:lnTo>
                    <a:lnTo>
                      <a:pt x="20479" y="9525"/>
                    </a:lnTo>
                    <a:lnTo>
                      <a:pt x="10097" y="38862"/>
                    </a:lnTo>
                    <a:lnTo>
                      <a:pt x="0" y="38862"/>
                    </a:lnTo>
                    <a:lnTo>
                      <a:pt x="13716" y="0"/>
                    </a:lnTo>
                    <a:lnTo>
                      <a:pt x="97727" y="0"/>
                    </a:lnTo>
                    <a:close/>
                  </a:path>
                </a:pathLst>
              </a:custGeom>
              <a:solidFill>
                <a:srgbClr val="01010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D1C3E15E-3C18-4E63-A865-116CA8DFF553}"/>
                  </a:ext>
                </a:extLst>
              </p:cNvPr>
              <p:cNvSpPr/>
              <p:nvPr/>
            </p:nvSpPr>
            <p:spPr>
              <a:xfrm>
                <a:off x="5624543" y="4250436"/>
                <a:ext cx="77438" cy="210216"/>
              </a:xfrm>
              <a:custGeom>
                <a:avLst/>
                <a:gdLst>
                  <a:gd name="connsiteX0" fmla="*/ 77438 w 77438"/>
                  <a:gd name="connsiteY0" fmla="*/ 210217 h 210216"/>
                  <a:gd name="connsiteX1" fmla="*/ 0 w 77438"/>
                  <a:gd name="connsiteY1" fmla="*/ 210217 h 210216"/>
                  <a:gd name="connsiteX2" fmla="*/ 0 w 77438"/>
                  <a:gd name="connsiteY2" fmla="*/ 200692 h 210216"/>
                  <a:gd name="connsiteX3" fmla="*/ 67913 w 77438"/>
                  <a:gd name="connsiteY3" fmla="*/ 200692 h 210216"/>
                  <a:gd name="connsiteX4" fmla="*/ 67913 w 77438"/>
                  <a:gd name="connsiteY4" fmla="*/ 9525 h 210216"/>
                  <a:gd name="connsiteX5" fmla="*/ 0 w 77438"/>
                  <a:gd name="connsiteY5" fmla="*/ 9525 h 210216"/>
                  <a:gd name="connsiteX6" fmla="*/ 0 w 77438"/>
                  <a:gd name="connsiteY6" fmla="*/ 0 h 210216"/>
                  <a:gd name="connsiteX7" fmla="*/ 77438 w 77438"/>
                  <a:gd name="connsiteY7" fmla="*/ 0 h 2102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7438" h="210216">
                    <a:moveTo>
                      <a:pt x="77438" y="210217"/>
                    </a:moveTo>
                    <a:lnTo>
                      <a:pt x="0" y="210217"/>
                    </a:lnTo>
                    <a:lnTo>
                      <a:pt x="0" y="200692"/>
                    </a:lnTo>
                    <a:lnTo>
                      <a:pt x="67913" y="200692"/>
                    </a:lnTo>
                    <a:lnTo>
                      <a:pt x="67913" y="9525"/>
                    </a:lnTo>
                    <a:lnTo>
                      <a:pt x="0" y="9525"/>
                    </a:lnTo>
                    <a:lnTo>
                      <a:pt x="0" y="0"/>
                    </a:lnTo>
                    <a:lnTo>
                      <a:pt x="77438" y="0"/>
                    </a:lnTo>
                    <a:close/>
                  </a:path>
                </a:pathLst>
              </a:custGeom>
              <a:solidFill>
                <a:srgbClr val="01010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56FEE233-8641-493A-96A9-E1C4BB72E8C8}"/>
                  </a:ext>
                </a:extLst>
              </p:cNvPr>
              <p:cNvSpPr/>
              <p:nvPr/>
            </p:nvSpPr>
            <p:spPr>
              <a:xfrm>
                <a:off x="5624543" y="4273486"/>
                <a:ext cx="42957" cy="9525"/>
              </a:xfrm>
              <a:custGeom>
                <a:avLst/>
                <a:gdLst>
                  <a:gd name="connsiteX0" fmla="*/ 0 w 42957"/>
                  <a:gd name="connsiteY0" fmla="*/ 0 h 9525"/>
                  <a:gd name="connsiteX1" fmla="*/ 42958 w 42957"/>
                  <a:gd name="connsiteY1" fmla="*/ 0 h 9525"/>
                  <a:gd name="connsiteX2" fmla="*/ 42958 w 42957"/>
                  <a:gd name="connsiteY2" fmla="*/ 9525 h 9525"/>
                  <a:gd name="connsiteX3" fmla="*/ 0 w 42957"/>
                  <a:gd name="connsiteY3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957" h="9525">
                    <a:moveTo>
                      <a:pt x="0" y="0"/>
                    </a:moveTo>
                    <a:lnTo>
                      <a:pt x="42958" y="0"/>
                    </a:lnTo>
                    <a:lnTo>
                      <a:pt x="42958" y="9525"/>
                    </a:lnTo>
                    <a:lnTo>
                      <a:pt x="0" y="9525"/>
                    </a:lnTo>
                    <a:close/>
                  </a:path>
                </a:pathLst>
              </a:custGeom>
              <a:solidFill>
                <a:srgbClr val="231F2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A367745C-2418-416C-A884-C409A966A84D}"/>
                  </a:ext>
                </a:extLst>
              </p:cNvPr>
              <p:cNvSpPr/>
              <p:nvPr/>
            </p:nvSpPr>
            <p:spPr>
              <a:xfrm>
                <a:off x="5624543" y="4302347"/>
                <a:ext cx="42957" cy="9525"/>
              </a:xfrm>
              <a:custGeom>
                <a:avLst/>
                <a:gdLst>
                  <a:gd name="connsiteX0" fmla="*/ 0 w 42957"/>
                  <a:gd name="connsiteY0" fmla="*/ 0 h 9525"/>
                  <a:gd name="connsiteX1" fmla="*/ 42958 w 42957"/>
                  <a:gd name="connsiteY1" fmla="*/ 0 h 9525"/>
                  <a:gd name="connsiteX2" fmla="*/ 42958 w 42957"/>
                  <a:gd name="connsiteY2" fmla="*/ 9525 h 9525"/>
                  <a:gd name="connsiteX3" fmla="*/ 0 w 42957"/>
                  <a:gd name="connsiteY3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957" h="9525">
                    <a:moveTo>
                      <a:pt x="0" y="0"/>
                    </a:moveTo>
                    <a:lnTo>
                      <a:pt x="42958" y="0"/>
                    </a:lnTo>
                    <a:lnTo>
                      <a:pt x="42958" y="9525"/>
                    </a:lnTo>
                    <a:lnTo>
                      <a:pt x="0" y="9525"/>
                    </a:lnTo>
                    <a:close/>
                  </a:path>
                </a:pathLst>
              </a:custGeom>
              <a:solidFill>
                <a:srgbClr val="231F2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A59FA210-E73E-4E23-A98A-461C036B3238}"/>
                  </a:ext>
                </a:extLst>
              </p:cNvPr>
              <p:cNvSpPr/>
              <p:nvPr/>
            </p:nvSpPr>
            <p:spPr>
              <a:xfrm>
                <a:off x="5624543" y="4331208"/>
                <a:ext cx="42957" cy="9525"/>
              </a:xfrm>
              <a:custGeom>
                <a:avLst/>
                <a:gdLst>
                  <a:gd name="connsiteX0" fmla="*/ 0 w 42957"/>
                  <a:gd name="connsiteY0" fmla="*/ 0 h 9525"/>
                  <a:gd name="connsiteX1" fmla="*/ 42958 w 42957"/>
                  <a:gd name="connsiteY1" fmla="*/ 0 h 9525"/>
                  <a:gd name="connsiteX2" fmla="*/ 42958 w 42957"/>
                  <a:gd name="connsiteY2" fmla="*/ 9525 h 9525"/>
                  <a:gd name="connsiteX3" fmla="*/ 0 w 42957"/>
                  <a:gd name="connsiteY3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957" h="9525">
                    <a:moveTo>
                      <a:pt x="0" y="0"/>
                    </a:moveTo>
                    <a:lnTo>
                      <a:pt x="42958" y="0"/>
                    </a:lnTo>
                    <a:lnTo>
                      <a:pt x="42958" y="9525"/>
                    </a:lnTo>
                    <a:lnTo>
                      <a:pt x="0" y="9525"/>
                    </a:lnTo>
                    <a:close/>
                  </a:path>
                </a:pathLst>
              </a:custGeom>
              <a:solidFill>
                <a:srgbClr val="231F2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71F0B3B2-A192-46D5-99A4-6FC7BD2B30AC}"/>
                  </a:ext>
                </a:extLst>
              </p:cNvPr>
              <p:cNvSpPr/>
              <p:nvPr/>
            </p:nvSpPr>
            <p:spPr>
              <a:xfrm>
                <a:off x="5624543" y="4359973"/>
                <a:ext cx="42957" cy="9525"/>
              </a:xfrm>
              <a:custGeom>
                <a:avLst/>
                <a:gdLst>
                  <a:gd name="connsiteX0" fmla="*/ 0 w 42957"/>
                  <a:gd name="connsiteY0" fmla="*/ 0 h 9525"/>
                  <a:gd name="connsiteX1" fmla="*/ 42958 w 42957"/>
                  <a:gd name="connsiteY1" fmla="*/ 0 h 9525"/>
                  <a:gd name="connsiteX2" fmla="*/ 42958 w 42957"/>
                  <a:gd name="connsiteY2" fmla="*/ 9525 h 9525"/>
                  <a:gd name="connsiteX3" fmla="*/ 0 w 42957"/>
                  <a:gd name="connsiteY3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957" h="9525">
                    <a:moveTo>
                      <a:pt x="0" y="0"/>
                    </a:moveTo>
                    <a:lnTo>
                      <a:pt x="42958" y="0"/>
                    </a:lnTo>
                    <a:lnTo>
                      <a:pt x="42958" y="9525"/>
                    </a:lnTo>
                    <a:lnTo>
                      <a:pt x="0" y="9525"/>
                    </a:lnTo>
                    <a:close/>
                  </a:path>
                </a:pathLst>
              </a:custGeom>
              <a:solidFill>
                <a:srgbClr val="231F2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2752EEED-8947-4550-999D-22E8EAAA3C15}"/>
                  </a:ext>
                </a:extLst>
              </p:cNvPr>
              <p:cNvSpPr/>
              <p:nvPr/>
            </p:nvSpPr>
            <p:spPr>
              <a:xfrm>
                <a:off x="5624543" y="4388834"/>
                <a:ext cx="42957" cy="9525"/>
              </a:xfrm>
              <a:custGeom>
                <a:avLst/>
                <a:gdLst>
                  <a:gd name="connsiteX0" fmla="*/ 0 w 42957"/>
                  <a:gd name="connsiteY0" fmla="*/ 0 h 9525"/>
                  <a:gd name="connsiteX1" fmla="*/ 42958 w 42957"/>
                  <a:gd name="connsiteY1" fmla="*/ 0 h 9525"/>
                  <a:gd name="connsiteX2" fmla="*/ 42958 w 42957"/>
                  <a:gd name="connsiteY2" fmla="*/ 9525 h 9525"/>
                  <a:gd name="connsiteX3" fmla="*/ 0 w 42957"/>
                  <a:gd name="connsiteY3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957" h="9525">
                    <a:moveTo>
                      <a:pt x="0" y="0"/>
                    </a:moveTo>
                    <a:lnTo>
                      <a:pt x="42958" y="0"/>
                    </a:lnTo>
                    <a:lnTo>
                      <a:pt x="42958" y="9525"/>
                    </a:lnTo>
                    <a:lnTo>
                      <a:pt x="0" y="9525"/>
                    </a:lnTo>
                    <a:close/>
                  </a:path>
                </a:pathLst>
              </a:custGeom>
              <a:solidFill>
                <a:srgbClr val="231F2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6F4CC384-2E9E-4828-ABFE-4C7ACEC8E820}"/>
                  </a:ext>
                </a:extLst>
              </p:cNvPr>
              <p:cNvSpPr/>
              <p:nvPr/>
            </p:nvSpPr>
            <p:spPr>
              <a:xfrm>
                <a:off x="5624543" y="4417695"/>
                <a:ext cx="42957" cy="9525"/>
              </a:xfrm>
              <a:custGeom>
                <a:avLst/>
                <a:gdLst>
                  <a:gd name="connsiteX0" fmla="*/ 0 w 42957"/>
                  <a:gd name="connsiteY0" fmla="*/ 0 h 9525"/>
                  <a:gd name="connsiteX1" fmla="*/ 42958 w 42957"/>
                  <a:gd name="connsiteY1" fmla="*/ 0 h 9525"/>
                  <a:gd name="connsiteX2" fmla="*/ 42958 w 42957"/>
                  <a:gd name="connsiteY2" fmla="*/ 9525 h 9525"/>
                  <a:gd name="connsiteX3" fmla="*/ 0 w 42957"/>
                  <a:gd name="connsiteY3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957" h="9525">
                    <a:moveTo>
                      <a:pt x="0" y="0"/>
                    </a:moveTo>
                    <a:lnTo>
                      <a:pt x="42958" y="0"/>
                    </a:lnTo>
                    <a:lnTo>
                      <a:pt x="42958" y="9525"/>
                    </a:lnTo>
                    <a:lnTo>
                      <a:pt x="0" y="9525"/>
                    </a:lnTo>
                    <a:close/>
                  </a:path>
                </a:pathLst>
              </a:custGeom>
              <a:solidFill>
                <a:srgbClr val="231F2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881FD7D7-8839-4956-B8F4-E65D7CD5885D}"/>
                  </a:ext>
                </a:extLst>
              </p:cNvPr>
              <p:cNvSpPr/>
              <p:nvPr/>
            </p:nvSpPr>
            <p:spPr>
              <a:xfrm>
                <a:off x="5624543" y="4206906"/>
                <a:ext cx="73913" cy="34099"/>
              </a:xfrm>
              <a:custGeom>
                <a:avLst/>
                <a:gdLst>
                  <a:gd name="connsiteX0" fmla="*/ 73914 w 73913"/>
                  <a:gd name="connsiteY0" fmla="*/ 34100 h 34099"/>
                  <a:gd name="connsiteX1" fmla="*/ 63627 w 73913"/>
                  <a:gd name="connsiteY1" fmla="*/ 34100 h 34099"/>
                  <a:gd name="connsiteX2" fmla="*/ 53340 w 73913"/>
                  <a:gd name="connsiteY2" fmla="*/ 9525 h 34099"/>
                  <a:gd name="connsiteX3" fmla="*/ 0 w 73913"/>
                  <a:gd name="connsiteY3" fmla="*/ 9525 h 34099"/>
                  <a:gd name="connsiteX4" fmla="*/ 0 w 73913"/>
                  <a:gd name="connsiteY4" fmla="*/ 0 h 34099"/>
                  <a:gd name="connsiteX5" fmla="*/ 59626 w 73913"/>
                  <a:gd name="connsiteY5" fmla="*/ 0 h 3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3913" h="34099">
                    <a:moveTo>
                      <a:pt x="73914" y="34100"/>
                    </a:moveTo>
                    <a:lnTo>
                      <a:pt x="63627" y="34100"/>
                    </a:lnTo>
                    <a:lnTo>
                      <a:pt x="53340" y="9525"/>
                    </a:lnTo>
                    <a:lnTo>
                      <a:pt x="0" y="9525"/>
                    </a:lnTo>
                    <a:lnTo>
                      <a:pt x="0" y="0"/>
                    </a:lnTo>
                    <a:lnTo>
                      <a:pt x="59626" y="0"/>
                    </a:lnTo>
                    <a:close/>
                  </a:path>
                </a:pathLst>
              </a:custGeom>
              <a:solidFill>
                <a:srgbClr val="01010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A15B6376-651A-4748-87C1-730AB5BCF2AE}"/>
                  </a:ext>
                </a:extLst>
              </p:cNvPr>
              <p:cNvSpPr/>
              <p:nvPr/>
            </p:nvSpPr>
            <p:spPr>
              <a:xfrm>
                <a:off x="5420041" y="4250436"/>
                <a:ext cx="77438" cy="210216"/>
              </a:xfrm>
              <a:custGeom>
                <a:avLst/>
                <a:gdLst>
                  <a:gd name="connsiteX0" fmla="*/ 77438 w 77438"/>
                  <a:gd name="connsiteY0" fmla="*/ 210217 h 210216"/>
                  <a:gd name="connsiteX1" fmla="*/ 0 w 77438"/>
                  <a:gd name="connsiteY1" fmla="*/ 210217 h 210216"/>
                  <a:gd name="connsiteX2" fmla="*/ 0 w 77438"/>
                  <a:gd name="connsiteY2" fmla="*/ 0 h 210216"/>
                  <a:gd name="connsiteX3" fmla="*/ 77438 w 77438"/>
                  <a:gd name="connsiteY3" fmla="*/ 0 h 210216"/>
                  <a:gd name="connsiteX4" fmla="*/ 77438 w 77438"/>
                  <a:gd name="connsiteY4" fmla="*/ 9525 h 210216"/>
                  <a:gd name="connsiteX5" fmla="*/ 9525 w 77438"/>
                  <a:gd name="connsiteY5" fmla="*/ 9525 h 210216"/>
                  <a:gd name="connsiteX6" fmla="*/ 9525 w 77438"/>
                  <a:gd name="connsiteY6" fmla="*/ 200692 h 210216"/>
                  <a:gd name="connsiteX7" fmla="*/ 77438 w 77438"/>
                  <a:gd name="connsiteY7" fmla="*/ 200692 h 2102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7438" h="210216">
                    <a:moveTo>
                      <a:pt x="77438" y="210217"/>
                    </a:moveTo>
                    <a:lnTo>
                      <a:pt x="0" y="210217"/>
                    </a:lnTo>
                    <a:lnTo>
                      <a:pt x="0" y="0"/>
                    </a:lnTo>
                    <a:lnTo>
                      <a:pt x="77438" y="0"/>
                    </a:lnTo>
                    <a:lnTo>
                      <a:pt x="77438" y="9525"/>
                    </a:lnTo>
                    <a:lnTo>
                      <a:pt x="9525" y="9525"/>
                    </a:lnTo>
                    <a:lnTo>
                      <a:pt x="9525" y="200692"/>
                    </a:lnTo>
                    <a:lnTo>
                      <a:pt x="77438" y="200692"/>
                    </a:lnTo>
                    <a:close/>
                  </a:path>
                </a:pathLst>
              </a:custGeom>
              <a:solidFill>
                <a:srgbClr val="01010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AB123098-66B5-4AEC-B91D-1B496667934F}"/>
                  </a:ext>
                </a:extLst>
              </p:cNvPr>
              <p:cNvSpPr/>
              <p:nvPr/>
            </p:nvSpPr>
            <p:spPr>
              <a:xfrm>
                <a:off x="5454522" y="4273486"/>
                <a:ext cx="42957" cy="9525"/>
              </a:xfrm>
              <a:custGeom>
                <a:avLst/>
                <a:gdLst>
                  <a:gd name="connsiteX0" fmla="*/ 0 w 42957"/>
                  <a:gd name="connsiteY0" fmla="*/ 0 h 9525"/>
                  <a:gd name="connsiteX1" fmla="*/ 42958 w 42957"/>
                  <a:gd name="connsiteY1" fmla="*/ 0 h 9525"/>
                  <a:gd name="connsiteX2" fmla="*/ 42958 w 42957"/>
                  <a:gd name="connsiteY2" fmla="*/ 9525 h 9525"/>
                  <a:gd name="connsiteX3" fmla="*/ 0 w 42957"/>
                  <a:gd name="connsiteY3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957" h="9525">
                    <a:moveTo>
                      <a:pt x="0" y="0"/>
                    </a:moveTo>
                    <a:lnTo>
                      <a:pt x="42958" y="0"/>
                    </a:lnTo>
                    <a:lnTo>
                      <a:pt x="42958" y="9525"/>
                    </a:lnTo>
                    <a:lnTo>
                      <a:pt x="0" y="9525"/>
                    </a:lnTo>
                    <a:close/>
                  </a:path>
                </a:pathLst>
              </a:custGeom>
              <a:solidFill>
                <a:srgbClr val="231F2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76E10247-EF06-44F6-BC6A-E7B655FBEF31}"/>
                  </a:ext>
                </a:extLst>
              </p:cNvPr>
              <p:cNvSpPr/>
              <p:nvPr/>
            </p:nvSpPr>
            <p:spPr>
              <a:xfrm>
                <a:off x="5454522" y="4302347"/>
                <a:ext cx="42957" cy="9525"/>
              </a:xfrm>
              <a:custGeom>
                <a:avLst/>
                <a:gdLst>
                  <a:gd name="connsiteX0" fmla="*/ 0 w 42957"/>
                  <a:gd name="connsiteY0" fmla="*/ 0 h 9525"/>
                  <a:gd name="connsiteX1" fmla="*/ 42958 w 42957"/>
                  <a:gd name="connsiteY1" fmla="*/ 0 h 9525"/>
                  <a:gd name="connsiteX2" fmla="*/ 42958 w 42957"/>
                  <a:gd name="connsiteY2" fmla="*/ 9525 h 9525"/>
                  <a:gd name="connsiteX3" fmla="*/ 0 w 42957"/>
                  <a:gd name="connsiteY3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957" h="9525">
                    <a:moveTo>
                      <a:pt x="0" y="0"/>
                    </a:moveTo>
                    <a:lnTo>
                      <a:pt x="42958" y="0"/>
                    </a:lnTo>
                    <a:lnTo>
                      <a:pt x="42958" y="9525"/>
                    </a:lnTo>
                    <a:lnTo>
                      <a:pt x="0" y="9525"/>
                    </a:lnTo>
                    <a:close/>
                  </a:path>
                </a:pathLst>
              </a:custGeom>
              <a:solidFill>
                <a:srgbClr val="231F2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8719B9C4-5DF8-42D7-AECB-293B695E93AB}"/>
                  </a:ext>
                </a:extLst>
              </p:cNvPr>
              <p:cNvSpPr/>
              <p:nvPr/>
            </p:nvSpPr>
            <p:spPr>
              <a:xfrm>
                <a:off x="5454522" y="4331208"/>
                <a:ext cx="42957" cy="9525"/>
              </a:xfrm>
              <a:custGeom>
                <a:avLst/>
                <a:gdLst>
                  <a:gd name="connsiteX0" fmla="*/ 0 w 42957"/>
                  <a:gd name="connsiteY0" fmla="*/ 0 h 9525"/>
                  <a:gd name="connsiteX1" fmla="*/ 42958 w 42957"/>
                  <a:gd name="connsiteY1" fmla="*/ 0 h 9525"/>
                  <a:gd name="connsiteX2" fmla="*/ 42958 w 42957"/>
                  <a:gd name="connsiteY2" fmla="*/ 9525 h 9525"/>
                  <a:gd name="connsiteX3" fmla="*/ 0 w 42957"/>
                  <a:gd name="connsiteY3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957" h="9525">
                    <a:moveTo>
                      <a:pt x="0" y="0"/>
                    </a:moveTo>
                    <a:lnTo>
                      <a:pt x="42958" y="0"/>
                    </a:lnTo>
                    <a:lnTo>
                      <a:pt x="42958" y="9525"/>
                    </a:lnTo>
                    <a:lnTo>
                      <a:pt x="0" y="9525"/>
                    </a:lnTo>
                    <a:close/>
                  </a:path>
                </a:pathLst>
              </a:custGeom>
              <a:solidFill>
                <a:srgbClr val="231F2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9AD5880C-1094-41C6-BB9B-F160D1C7A1C3}"/>
                  </a:ext>
                </a:extLst>
              </p:cNvPr>
              <p:cNvSpPr/>
              <p:nvPr/>
            </p:nvSpPr>
            <p:spPr>
              <a:xfrm>
                <a:off x="5454522" y="4359973"/>
                <a:ext cx="42957" cy="9525"/>
              </a:xfrm>
              <a:custGeom>
                <a:avLst/>
                <a:gdLst>
                  <a:gd name="connsiteX0" fmla="*/ 0 w 42957"/>
                  <a:gd name="connsiteY0" fmla="*/ 0 h 9525"/>
                  <a:gd name="connsiteX1" fmla="*/ 42958 w 42957"/>
                  <a:gd name="connsiteY1" fmla="*/ 0 h 9525"/>
                  <a:gd name="connsiteX2" fmla="*/ 42958 w 42957"/>
                  <a:gd name="connsiteY2" fmla="*/ 9525 h 9525"/>
                  <a:gd name="connsiteX3" fmla="*/ 0 w 42957"/>
                  <a:gd name="connsiteY3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957" h="9525">
                    <a:moveTo>
                      <a:pt x="0" y="0"/>
                    </a:moveTo>
                    <a:lnTo>
                      <a:pt x="42958" y="0"/>
                    </a:lnTo>
                    <a:lnTo>
                      <a:pt x="42958" y="9525"/>
                    </a:lnTo>
                    <a:lnTo>
                      <a:pt x="0" y="9525"/>
                    </a:lnTo>
                    <a:close/>
                  </a:path>
                </a:pathLst>
              </a:custGeom>
              <a:solidFill>
                <a:srgbClr val="231F2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8DD23015-BCB6-40D0-9031-98EE31EF9BE8}"/>
                  </a:ext>
                </a:extLst>
              </p:cNvPr>
              <p:cNvSpPr/>
              <p:nvPr/>
            </p:nvSpPr>
            <p:spPr>
              <a:xfrm>
                <a:off x="5454522" y="4388834"/>
                <a:ext cx="42957" cy="9525"/>
              </a:xfrm>
              <a:custGeom>
                <a:avLst/>
                <a:gdLst>
                  <a:gd name="connsiteX0" fmla="*/ 0 w 42957"/>
                  <a:gd name="connsiteY0" fmla="*/ 0 h 9525"/>
                  <a:gd name="connsiteX1" fmla="*/ 42958 w 42957"/>
                  <a:gd name="connsiteY1" fmla="*/ 0 h 9525"/>
                  <a:gd name="connsiteX2" fmla="*/ 42958 w 42957"/>
                  <a:gd name="connsiteY2" fmla="*/ 9525 h 9525"/>
                  <a:gd name="connsiteX3" fmla="*/ 0 w 42957"/>
                  <a:gd name="connsiteY3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957" h="9525">
                    <a:moveTo>
                      <a:pt x="0" y="0"/>
                    </a:moveTo>
                    <a:lnTo>
                      <a:pt x="42958" y="0"/>
                    </a:lnTo>
                    <a:lnTo>
                      <a:pt x="42958" y="9525"/>
                    </a:lnTo>
                    <a:lnTo>
                      <a:pt x="0" y="9525"/>
                    </a:lnTo>
                    <a:close/>
                  </a:path>
                </a:pathLst>
              </a:custGeom>
              <a:solidFill>
                <a:srgbClr val="231F2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6F057B1F-DEE3-4974-A345-EF063F175510}"/>
                  </a:ext>
                </a:extLst>
              </p:cNvPr>
              <p:cNvSpPr/>
              <p:nvPr/>
            </p:nvSpPr>
            <p:spPr>
              <a:xfrm>
                <a:off x="5454522" y="4417695"/>
                <a:ext cx="42957" cy="9525"/>
              </a:xfrm>
              <a:custGeom>
                <a:avLst/>
                <a:gdLst>
                  <a:gd name="connsiteX0" fmla="*/ 0 w 42957"/>
                  <a:gd name="connsiteY0" fmla="*/ 0 h 9525"/>
                  <a:gd name="connsiteX1" fmla="*/ 42958 w 42957"/>
                  <a:gd name="connsiteY1" fmla="*/ 0 h 9525"/>
                  <a:gd name="connsiteX2" fmla="*/ 42958 w 42957"/>
                  <a:gd name="connsiteY2" fmla="*/ 9525 h 9525"/>
                  <a:gd name="connsiteX3" fmla="*/ 0 w 42957"/>
                  <a:gd name="connsiteY3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957" h="9525">
                    <a:moveTo>
                      <a:pt x="0" y="0"/>
                    </a:moveTo>
                    <a:lnTo>
                      <a:pt x="42958" y="0"/>
                    </a:lnTo>
                    <a:lnTo>
                      <a:pt x="42958" y="9525"/>
                    </a:lnTo>
                    <a:lnTo>
                      <a:pt x="0" y="9525"/>
                    </a:lnTo>
                    <a:close/>
                  </a:path>
                </a:pathLst>
              </a:custGeom>
              <a:solidFill>
                <a:srgbClr val="231F2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7B65FA67-0FAF-41A0-B34D-9976E38ED043}"/>
                  </a:ext>
                </a:extLst>
              </p:cNvPr>
              <p:cNvSpPr/>
              <p:nvPr/>
            </p:nvSpPr>
            <p:spPr>
              <a:xfrm>
                <a:off x="5423565" y="4206906"/>
                <a:ext cx="74009" cy="34099"/>
              </a:xfrm>
              <a:custGeom>
                <a:avLst/>
                <a:gdLst>
                  <a:gd name="connsiteX0" fmla="*/ 74009 w 74009"/>
                  <a:gd name="connsiteY0" fmla="*/ 0 h 34099"/>
                  <a:gd name="connsiteX1" fmla="*/ 74009 w 74009"/>
                  <a:gd name="connsiteY1" fmla="*/ 9525 h 34099"/>
                  <a:gd name="connsiteX2" fmla="*/ 20574 w 74009"/>
                  <a:gd name="connsiteY2" fmla="*/ 9525 h 34099"/>
                  <a:gd name="connsiteX3" fmla="*/ 10287 w 74009"/>
                  <a:gd name="connsiteY3" fmla="*/ 34100 h 34099"/>
                  <a:gd name="connsiteX4" fmla="*/ 0 w 74009"/>
                  <a:gd name="connsiteY4" fmla="*/ 34100 h 34099"/>
                  <a:gd name="connsiteX5" fmla="*/ 14288 w 74009"/>
                  <a:gd name="connsiteY5" fmla="*/ 0 h 3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4009" h="34099">
                    <a:moveTo>
                      <a:pt x="74009" y="0"/>
                    </a:moveTo>
                    <a:lnTo>
                      <a:pt x="74009" y="9525"/>
                    </a:lnTo>
                    <a:lnTo>
                      <a:pt x="20574" y="9525"/>
                    </a:lnTo>
                    <a:lnTo>
                      <a:pt x="10287" y="34100"/>
                    </a:lnTo>
                    <a:lnTo>
                      <a:pt x="0" y="34100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01010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grpSp>
          <p:nvGrpSpPr>
            <p:cNvPr id="59" name="Graphic 5">
              <a:extLst>
                <a:ext uri="{FF2B5EF4-FFF2-40B4-BE49-F238E27FC236}">
                  <a16:creationId xmlns:a16="http://schemas.microsoft.com/office/drawing/2014/main" id="{69AC7AA2-2291-4560-8436-82A2D3D6A97A}"/>
                </a:ext>
              </a:extLst>
            </p:cNvPr>
            <p:cNvGrpSpPr/>
            <p:nvPr/>
          </p:nvGrpSpPr>
          <p:grpSpPr>
            <a:xfrm>
              <a:off x="5411849" y="2902362"/>
              <a:ext cx="285750" cy="285750"/>
              <a:chOff x="5411849" y="2902362"/>
              <a:chExt cx="285750" cy="285750"/>
            </a:xfrm>
            <a:solidFill>
              <a:srgbClr val="000000"/>
            </a:solidFill>
          </p:grpSpPr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F17B029E-BE06-4ABD-87F9-03AAE0FC7B35}"/>
                  </a:ext>
                </a:extLst>
              </p:cNvPr>
              <p:cNvSpPr/>
              <p:nvPr/>
            </p:nvSpPr>
            <p:spPr>
              <a:xfrm>
                <a:off x="5440996" y="2930461"/>
                <a:ext cx="227456" cy="228600"/>
              </a:xfrm>
              <a:custGeom>
                <a:avLst/>
                <a:gdLst>
                  <a:gd name="connsiteX0" fmla="*/ 14954 w 227456"/>
                  <a:gd name="connsiteY0" fmla="*/ 39338 h 228600"/>
                  <a:gd name="connsiteX1" fmla="*/ 14954 w 227456"/>
                  <a:gd name="connsiteY1" fmla="*/ 121253 h 228600"/>
                  <a:gd name="connsiteX2" fmla="*/ 14859 w 227456"/>
                  <a:gd name="connsiteY2" fmla="*/ 121253 h 228600"/>
                  <a:gd name="connsiteX3" fmla="*/ 14859 w 227456"/>
                  <a:gd name="connsiteY3" fmla="*/ 130778 h 228600"/>
                  <a:gd name="connsiteX4" fmla="*/ 108966 w 227456"/>
                  <a:gd name="connsiteY4" fmla="*/ 130778 h 228600"/>
                  <a:gd name="connsiteX5" fmla="*/ 108966 w 227456"/>
                  <a:gd name="connsiteY5" fmla="*/ 189167 h 228600"/>
                  <a:gd name="connsiteX6" fmla="*/ 108966 w 227456"/>
                  <a:gd name="connsiteY6" fmla="*/ 189167 h 228600"/>
                  <a:gd name="connsiteX7" fmla="*/ 94012 w 227456"/>
                  <a:gd name="connsiteY7" fmla="*/ 189167 h 228600"/>
                  <a:gd name="connsiteX8" fmla="*/ 94012 w 227456"/>
                  <a:gd name="connsiteY8" fmla="*/ 228600 h 228600"/>
                  <a:gd name="connsiteX9" fmla="*/ 133445 w 227456"/>
                  <a:gd name="connsiteY9" fmla="*/ 228600 h 228600"/>
                  <a:gd name="connsiteX10" fmla="*/ 133445 w 227456"/>
                  <a:gd name="connsiteY10" fmla="*/ 189167 h 228600"/>
                  <a:gd name="connsiteX11" fmla="*/ 118491 w 227456"/>
                  <a:gd name="connsiteY11" fmla="*/ 189167 h 228600"/>
                  <a:gd name="connsiteX12" fmla="*/ 118491 w 227456"/>
                  <a:gd name="connsiteY12" fmla="*/ 189167 h 228600"/>
                  <a:gd name="connsiteX13" fmla="*/ 118491 w 227456"/>
                  <a:gd name="connsiteY13" fmla="*/ 130778 h 228600"/>
                  <a:gd name="connsiteX14" fmla="*/ 207740 w 227456"/>
                  <a:gd name="connsiteY14" fmla="*/ 130778 h 228600"/>
                  <a:gd name="connsiteX15" fmla="*/ 207740 w 227456"/>
                  <a:gd name="connsiteY15" fmla="*/ 130778 h 228600"/>
                  <a:gd name="connsiteX16" fmla="*/ 207740 w 227456"/>
                  <a:gd name="connsiteY16" fmla="*/ 130778 h 228600"/>
                  <a:gd name="connsiteX17" fmla="*/ 212503 w 227456"/>
                  <a:gd name="connsiteY17" fmla="*/ 130778 h 228600"/>
                  <a:gd name="connsiteX18" fmla="*/ 212503 w 227456"/>
                  <a:gd name="connsiteY18" fmla="*/ 126111 h 228600"/>
                  <a:gd name="connsiteX19" fmla="*/ 212503 w 227456"/>
                  <a:gd name="connsiteY19" fmla="*/ 126016 h 228600"/>
                  <a:gd name="connsiteX20" fmla="*/ 212598 w 227456"/>
                  <a:gd name="connsiteY20" fmla="*/ 39338 h 228600"/>
                  <a:gd name="connsiteX21" fmla="*/ 227457 w 227456"/>
                  <a:gd name="connsiteY21" fmla="*/ 39338 h 228600"/>
                  <a:gd name="connsiteX22" fmla="*/ 227457 w 227456"/>
                  <a:gd name="connsiteY22" fmla="*/ 0 h 228600"/>
                  <a:gd name="connsiteX23" fmla="*/ 188119 w 227456"/>
                  <a:gd name="connsiteY23" fmla="*/ 0 h 228600"/>
                  <a:gd name="connsiteX24" fmla="*/ 188119 w 227456"/>
                  <a:gd name="connsiteY24" fmla="*/ 39338 h 228600"/>
                  <a:gd name="connsiteX25" fmla="*/ 203073 w 227456"/>
                  <a:gd name="connsiteY25" fmla="*/ 39338 h 228600"/>
                  <a:gd name="connsiteX26" fmla="*/ 202978 w 227456"/>
                  <a:gd name="connsiteY26" fmla="*/ 121253 h 228600"/>
                  <a:gd name="connsiteX27" fmla="*/ 118491 w 227456"/>
                  <a:gd name="connsiteY27" fmla="*/ 121253 h 228600"/>
                  <a:gd name="connsiteX28" fmla="*/ 118491 w 227456"/>
                  <a:gd name="connsiteY28" fmla="*/ 68389 h 228600"/>
                  <a:gd name="connsiteX29" fmla="*/ 133445 w 227456"/>
                  <a:gd name="connsiteY29" fmla="*/ 68389 h 228600"/>
                  <a:gd name="connsiteX30" fmla="*/ 133445 w 227456"/>
                  <a:gd name="connsiteY30" fmla="*/ 29051 h 228600"/>
                  <a:gd name="connsiteX31" fmla="*/ 94012 w 227456"/>
                  <a:gd name="connsiteY31" fmla="*/ 29051 h 228600"/>
                  <a:gd name="connsiteX32" fmla="*/ 94012 w 227456"/>
                  <a:gd name="connsiteY32" fmla="*/ 68389 h 228600"/>
                  <a:gd name="connsiteX33" fmla="*/ 108966 w 227456"/>
                  <a:gd name="connsiteY33" fmla="*/ 68389 h 228600"/>
                  <a:gd name="connsiteX34" fmla="*/ 108966 w 227456"/>
                  <a:gd name="connsiteY34" fmla="*/ 121253 h 228600"/>
                  <a:gd name="connsiteX35" fmla="*/ 24479 w 227456"/>
                  <a:gd name="connsiteY35" fmla="*/ 121253 h 228600"/>
                  <a:gd name="connsiteX36" fmla="*/ 24479 w 227456"/>
                  <a:gd name="connsiteY36" fmla="*/ 39338 h 228600"/>
                  <a:gd name="connsiteX37" fmla="*/ 39338 w 227456"/>
                  <a:gd name="connsiteY37" fmla="*/ 39338 h 228600"/>
                  <a:gd name="connsiteX38" fmla="*/ 39338 w 227456"/>
                  <a:gd name="connsiteY38" fmla="*/ 0 h 228600"/>
                  <a:gd name="connsiteX39" fmla="*/ 0 w 227456"/>
                  <a:gd name="connsiteY39" fmla="*/ 0 h 228600"/>
                  <a:gd name="connsiteX40" fmla="*/ 0 w 227456"/>
                  <a:gd name="connsiteY40" fmla="*/ 39338 h 228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227456" h="228600">
                    <a:moveTo>
                      <a:pt x="14954" y="39338"/>
                    </a:moveTo>
                    <a:lnTo>
                      <a:pt x="14954" y="121253"/>
                    </a:lnTo>
                    <a:lnTo>
                      <a:pt x="14859" y="121253"/>
                    </a:lnTo>
                    <a:lnTo>
                      <a:pt x="14859" y="130778"/>
                    </a:lnTo>
                    <a:lnTo>
                      <a:pt x="108966" y="130778"/>
                    </a:lnTo>
                    <a:lnTo>
                      <a:pt x="108966" y="189167"/>
                    </a:lnTo>
                    <a:lnTo>
                      <a:pt x="108966" y="189167"/>
                    </a:lnTo>
                    <a:lnTo>
                      <a:pt x="94012" y="189167"/>
                    </a:lnTo>
                    <a:lnTo>
                      <a:pt x="94012" y="228600"/>
                    </a:lnTo>
                    <a:lnTo>
                      <a:pt x="133445" y="228600"/>
                    </a:lnTo>
                    <a:lnTo>
                      <a:pt x="133445" y="189167"/>
                    </a:lnTo>
                    <a:lnTo>
                      <a:pt x="118491" y="189167"/>
                    </a:lnTo>
                    <a:lnTo>
                      <a:pt x="118491" y="189167"/>
                    </a:lnTo>
                    <a:lnTo>
                      <a:pt x="118491" y="130778"/>
                    </a:lnTo>
                    <a:lnTo>
                      <a:pt x="207740" y="130778"/>
                    </a:lnTo>
                    <a:lnTo>
                      <a:pt x="207740" y="130778"/>
                    </a:lnTo>
                    <a:lnTo>
                      <a:pt x="207740" y="130778"/>
                    </a:lnTo>
                    <a:lnTo>
                      <a:pt x="212503" y="130778"/>
                    </a:lnTo>
                    <a:lnTo>
                      <a:pt x="212503" y="126111"/>
                    </a:lnTo>
                    <a:lnTo>
                      <a:pt x="212503" y="126016"/>
                    </a:lnTo>
                    <a:lnTo>
                      <a:pt x="212598" y="39338"/>
                    </a:lnTo>
                    <a:lnTo>
                      <a:pt x="227457" y="39338"/>
                    </a:lnTo>
                    <a:lnTo>
                      <a:pt x="227457" y="0"/>
                    </a:lnTo>
                    <a:lnTo>
                      <a:pt x="188119" y="0"/>
                    </a:lnTo>
                    <a:lnTo>
                      <a:pt x="188119" y="39338"/>
                    </a:lnTo>
                    <a:lnTo>
                      <a:pt x="203073" y="39338"/>
                    </a:lnTo>
                    <a:lnTo>
                      <a:pt x="202978" y="121253"/>
                    </a:lnTo>
                    <a:lnTo>
                      <a:pt x="118491" y="121253"/>
                    </a:lnTo>
                    <a:lnTo>
                      <a:pt x="118491" y="68389"/>
                    </a:lnTo>
                    <a:lnTo>
                      <a:pt x="133445" y="68389"/>
                    </a:lnTo>
                    <a:lnTo>
                      <a:pt x="133445" y="29051"/>
                    </a:lnTo>
                    <a:lnTo>
                      <a:pt x="94012" y="29051"/>
                    </a:lnTo>
                    <a:lnTo>
                      <a:pt x="94012" y="68389"/>
                    </a:lnTo>
                    <a:lnTo>
                      <a:pt x="108966" y="68389"/>
                    </a:lnTo>
                    <a:lnTo>
                      <a:pt x="108966" y="121253"/>
                    </a:lnTo>
                    <a:lnTo>
                      <a:pt x="24479" y="121253"/>
                    </a:lnTo>
                    <a:lnTo>
                      <a:pt x="24479" y="39338"/>
                    </a:lnTo>
                    <a:lnTo>
                      <a:pt x="39338" y="39338"/>
                    </a:lnTo>
                    <a:lnTo>
                      <a:pt x="39338" y="0"/>
                    </a:lnTo>
                    <a:lnTo>
                      <a:pt x="0" y="0"/>
                    </a:lnTo>
                    <a:lnTo>
                      <a:pt x="0" y="39338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5548D814-56D9-49F1-B5E2-3DB42959E9A6}"/>
                  </a:ext>
                </a:extLst>
              </p:cNvPr>
              <p:cNvSpPr/>
              <p:nvPr/>
            </p:nvSpPr>
            <p:spPr>
              <a:xfrm>
                <a:off x="5411849" y="2902362"/>
                <a:ext cx="285750" cy="285750"/>
              </a:xfrm>
              <a:custGeom>
                <a:avLst/>
                <a:gdLst>
                  <a:gd name="connsiteX0" fmla="*/ 276225 w 285750"/>
                  <a:gd name="connsiteY0" fmla="*/ 9525 h 285750"/>
                  <a:gd name="connsiteX1" fmla="*/ 276225 w 285750"/>
                  <a:gd name="connsiteY1" fmla="*/ 276225 h 285750"/>
                  <a:gd name="connsiteX2" fmla="*/ 9525 w 285750"/>
                  <a:gd name="connsiteY2" fmla="*/ 276225 h 285750"/>
                  <a:gd name="connsiteX3" fmla="*/ 9525 w 285750"/>
                  <a:gd name="connsiteY3" fmla="*/ 9525 h 285750"/>
                  <a:gd name="connsiteX4" fmla="*/ 276225 w 285750"/>
                  <a:gd name="connsiteY4" fmla="*/ 9525 h 285750"/>
                  <a:gd name="connsiteX5" fmla="*/ 285750 w 285750"/>
                  <a:gd name="connsiteY5" fmla="*/ 0 h 285750"/>
                  <a:gd name="connsiteX6" fmla="*/ 0 w 285750"/>
                  <a:gd name="connsiteY6" fmla="*/ 0 h 285750"/>
                  <a:gd name="connsiteX7" fmla="*/ 0 w 285750"/>
                  <a:gd name="connsiteY7" fmla="*/ 285750 h 285750"/>
                  <a:gd name="connsiteX8" fmla="*/ 285750 w 285750"/>
                  <a:gd name="connsiteY8" fmla="*/ 285750 h 285750"/>
                  <a:gd name="connsiteX9" fmla="*/ 285750 w 285750"/>
                  <a:gd name="connsiteY9" fmla="*/ 0 h 285750"/>
                  <a:gd name="connsiteX10" fmla="*/ 285750 w 285750"/>
                  <a:gd name="connsiteY10" fmla="*/ 0 h 285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85750" h="285750">
                    <a:moveTo>
                      <a:pt x="276225" y="9525"/>
                    </a:moveTo>
                    <a:lnTo>
                      <a:pt x="276225" y="276225"/>
                    </a:lnTo>
                    <a:lnTo>
                      <a:pt x="9525" y="276225"/>
                    </a:lnTo>
                    <a:lnTo>
                      <a:pt x="9525" y="9525"/>
                    </a:lnTo>
                    <a:lnTo>
                      <a:pt x="276225" y="9525"/>
                    </a:lnTo>
                    <a:moveTo>
                      <a:pt x="285750" y="0"/>
                    </a:moveTo>
                    <a:lnTo>
                      <a:pt x="0" y="0"/>
                    </a:lnTo>
                    <a:lnTo>
                      <a:pt x="0" y="285750"/>
                    </a:lnTo>
                    <a:lnTo>
                      <a:pt x="285750" y="285750"/>
                    </a:lnTo>
                    <a:lnTo>
                      <a:pt x="285750" y="0"/>
                    </a:lnTo>
                    <a:lnTo>
                      <a:pt x="28575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grpSp>
          <p:nvGrpSpPr>
            <p:cNvPr id="60" name="Graphic 5">
              <a:extLst>
                <a:ext uri="{FF2B5EF4-FFF2-40B4-BE49-F238E27FC236}">
                  <a16:creationId xmlns:a16="http://schemas.microsoft.com/office/drawing/2014/main" id="{D1F1A76E-9A22-4AAB-A784-9378B3E1687C}"/>
                </a:ext>
              </a:extLst>
            </p:cNvPr>
            <p:cNvGrpSpPr/>
            <p:nvPr/>
          </p:nvGrpSpPr>
          <p:grpSpPr>
            <a:xfrm>
              <a:off x="5213634" y="2008632"/>
              <a:ext cx="682180" cy="264032"/>
              <a:chOff x="5213634" y="2008632"/>
              <a:chExt cx="682180" cy="264032"/>
            </a:xfrm>
            <a:solidFill>
              <a:srgbClr val="010101"/>
            </a:solidFill>
          </p:grpSpPr>
          <p:grpSp>
            <p:nvGrpSpPr>
              <p:cNvPr id="61" name="Graphic 5">
                <a:extLst>
                  <a:ext uri="{FF2B5EF4-FFF2-40B4-BE49-F238E27FC236}">
                    <a16:creationId xmlns:a16="http://schemas.microsoft.com/office/drawing/2014/main" id="{6957822F-C30C-4CEE-8616-A83DF5D51DDF}"/>
                  </a:ext>
                </a:extLst>
              </p:cNvPr>
              <p:cNvGrpSpPr/>
              <p:nvPr/>
            </p:nvGrpSpPr>
            <p:grpSpPr>
              <a:xfrm>
                <a:off x="5349080" y="2008632"/>
                <a:ext cx="280796" cy="253079"/>
                <a:chOff x="5349080" y="2008632"/>
                <a:chExt cx="280796" cy="253079"/>
              </a:xfrm>
              <a:solidFill>
                <a:srgbClr val="010101"/>
              </a:solidFill>
            </p:grpSpPr>
            <p:sp>
              <p:nvSpPr>
                <p:cNvPr id="69" name="Freeform: Shape 68">
                  <a:extLst>
                    <a:ext uri="{FF2B5EF4-FFF2-40B4-BE49-F238E27FC236}">
                      <a16:creationId xmlns:a16="http://schemas.microsoft.com/office/drawing/2014/main" id="{1649DA0A-171B-4DD1-9AB3-DD7F40AB2F88}"/>
                    </a:ext>
                  </a:extLst>
                </p:cNvPr>
                <p:cNvSpPr/>
                <p:nvPr/>
              </p:nvSpPr>
              <p:spPr>
                <a:xfrm>
                  <a:off x="5433068" y="2205894"/>
                  <a:ext cx="112550" cy="55816"/>
                </a:xfrm>
                <a:custGeom>
                  <a:avLst/>
                  <a:gdLst>
                    <a:gd name="connsiteX0" fmla="*/ 101940 w 112550"/>
                    <a:gd name="connsiteY0" fmla="*/ 55817 h 55816"/>
                    <a:gd name="connsiteX1" fmla="*/ 10691 w 112550"/>
                    <a:gd name="connsiteY1" fmla="*/ 55817 h 55816"/>
                    <a:gd name="connsiteX2" fmla="*/ 499 w 112550"/>
                    <a:gd name="connsiteY2" fmla="*/ 48292 h 55816"/>
                    <a:gd name="connsiteX3" fmla="*/ 4690 w 112550"/>
                    <a:gd name="connsiteY3" fmla="*/ 36195 h 55816"/>
                    <a:gd name="connsiteX4" fmla="*/ 24788 w 112550"/>
                    <a:gd name="connsiteY4" fmla="*/ 26765 h 55816"/>
                    <a:gd name="connsiteX5" fmla="*/ 29264 w 112550"/>
                    <a:gd name="connsiteY5" fmla="*/ 0 h 55816"/>
                    <a:gd name="connsiteX6" fmla="*/ 38694 w 112550"/>
                    <a:gd name="connsiteY6" fmla="*/ 1524 h 55816"/>
                    <a:gd name="connsiteX7" fmla="*/ 33360 w 112550"/>
                    <a:gd name="connsiteY7" fmla="*/ 33623 h 55816"/>
                    <a:gd name="connsiteX8" fmla="*/ 30788 w 112550"/>
                    <a:gd name="connsiteY8" fmla="*/ 34576 h 55816"/>
                    <a:gd name="connsiteX9" fmla="*/ 10119 w 112550"/>
                    <a:gd name="connsiteY9" fmla="*/ 44005 h 55816"/>
                    <a:gd name="connsiteX10" fmla="*/ 9643 w 112550"/>
                    <a:gd name="connsiteY10" fmla="*/ 45434 h 55816"/>
                    <a:gd name="connsiteX11" fmla="*/ 10691 w 112550"/>
                    <a:gd name="connsiteY11" fmla="*/ 46292 h 55816"/>
                    <a:gd name="connsiteX12" fmla="*/ 101940 w 112550"/>
                    <a:gd name="connsiteY12" fmla="*/ 46292 h 55816"/>
                    <a:gd name="connsiteX13" fmla="*/ 102988 w 112550"/>
                    <a:gd name="connsiteY13" fmla="*/ 45434 h 55816"/>
                    <a:gd name="connsiteX14" fmla="*/ 102607 w 112550"/>
                    <a:gd name="connsiteY14" fmla="*/ 44101 h 55816"/>
                    <a:gd name="connsiteX15" fmla="*/ 81938 w 112550"/>
                    <a:gd name="connsiteY15" fmla="*/ 34671 h 55816"/>
                    <a:gd name="connsiteX16" fmla="*/ 79271 w 112550"/>
                    <a:gd name="connsiteY16" fmla="*/ 33623 h 55816"/>
                    <a:gd name="connsiteX17" fmla="*/ 75365 w 112550"/>
                    <a:gd name="connsiteY17" fmla="*/ 1333 h 55816"/>
                    <a:gd name="connsiteX18" fmla="*/ 84795 w 112550"/>
                    <a:gd name="connsiteY18" fmla="*/ 191 h 55816"/>
                    <a:gd name="connsiteX19" fmla="*/ 88034 w 112550"/>
                    <a:gd name="connsiteY19" fmla="*/ 26860 h 55816"/>
                    <a:gd name="connsiteX20" fmla="*/ 108036 w 112550"/>
                    <a:gd name="connsiteY20" fmla="*/ 36385 h 55816"/>
                    <a:gd name="connsiteX21" fmla="*/ 112037 w 112550"/>
                    <a:gd name="connsiteY21" fmla="*/ 48387 h 55816"/>
                    <a:gd name="connsiteX22" fmla="*/ 101940 w 112550"/>
                    <a:gd name="connsiteY22" fmla="*/ 55817 h 558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112550" h="55816">
                      <a:moveTo>
                        <a:pt x="101940" y="55817"/>
                      </a:moveTo>
                      <a:lnTo>
                        <a:pt x="10691" y="55817"/>
                      </a:lnTo>
                      <a:cubicBezTo>
                        <a:pt x="6023" y="55817"/>
                        <a:pt x="1928" y="52769"/>
                        <a:pt x="499" y="48292"/>
                      </a:cubicBezTo>
                      <a:cubicBezTo>
                        <a:pt x="-930" y="43720"/>
                        <a:pt x="785" y="38862"/>
                        <a:pt x="4690" y="36195"/>
                      </a:cubicBezTo>
                      <a:cubicBezTo>
                        <a:pt x="9071" y="33242"/>
                        <a:pt x="18311" y="29337"/>
                        <a:pt x="24788" y="26765"/>
                      </a:cubicBezTo>
                      <a:lnTo>
                        <a:pt x="29264" y="0"/>
                      </a:lnTo>
                      <a:lnTo>
                        <a:pt x="38694" y="1524"/>
                      </a:lnTo>
                      <a:lnTo>
                        <a:pt x="33360" y="33623"/>
                      </a:lnTo>
                      <a:lnTo>
                        <a:pt x="30788" y="34576"/>
                      </a:lnTo>
                      <a:cubicBezTo>
                        <a:pt x="23073" y="37528"/>
                        <a:pt x="13643" y="41624"/>
                        <a:pt x="10119" y="44005"/>
                      </a:cubicBezTo>
                      <a:cubicBezTo>
                        <a:pt x="9643" y="44291"/>
                        <a:pt x="9452" y="44863"/>
                        <a:pt x="9643" y="45434"/>
                      </a:cubicBezTo>
                      <a:cubicBezTo>
                        <a:pt x="9833" y="45910"/>
                        <a:pt x="10214" y="46292"/>
                        <a:pt x="10691" y="46292"/>
                      </a:cubicBezTo>
                      <a:lnTo>
                        <a:pt x="101940" y="46292"/>
                      </a:lnTo>
                      <a:cubicBezTo>
                        <a:pt x="102416" y="46292"/>
                        <a:pt x="102797" y="46006"/>
                        <a:pt x="102988" y="45434"/>
                      </a:cubicBezTo>
                      <a:cubicBezTo>
                        <a:pt x="103178" y="44958"/>
                        <a:pt x="102988" y="44387"/>
                        <a:pt x="102607" y="44101"/>
                      </a:cubicBezTo>
                      <a:cubicBezTo>
                        <a:pt x="99749" y="42100"/>
                        <a:pt x="92034" y="38576"/>
                        <a:pt x="81938" y="34671"/>
                      </a:cubicBezTo>
                      <a:lnTo>
                        <a:pt x="79271" y="33623"/>
                      </a:lnTo>
                      <a:lnTo>
                        <a:pt x="75365" y="1333"/>
                      </a:lnTo>
                      <a:lnTo>
                        <a:pt x="84795" y="191"/>
                      </a:lnTo>
                      <a:lnTo>
                        <a:pt x="88034" y="26860"/>
                      </a:lnTo>
                      <a:cubicBezTo>
                        <a:pt x="94606" y="29432"/>
                        <a:pt x="103845" y="33433"/>
                        <a:pt x="108036" y="36385"/>
                      </a:cubicBezTo>
                      <a:cubicBezTo>
                        <a:pt x="111846" y="39052"/>
                        <a:pt x="113465" y="43910"/>
                        <a:pt x="112037" y="48387"/>
                      </a:cubicBezTo>
                      <a:cubicBezTo>
                        <a:pt x="110703" y="52864"/>
                        <a:pt x="106607" y="55817"/>
                        <a:pt x="101940" y="55817"/>
                      </a:cubicBezTo>
                      <a:close/>
                    </a:path>
                  </a:pathLst>
                </a:custGeom>
                <a:solidFill>
                  <a:srgbClr val="01010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70" name="Freeform: Shape 69">
                  <a:extLst>
                    <a:ext uri="{FF2B5EF4-FFF2-40B4-BE49-F238E27FC236}">
                      <a16:creationId xmlns:a16="http://schemas.microsoft.com/office/drawing/2014/main" id="{322B4702-17A3-4FBA-A715-5A58CB126846}"/>
                    </a:ext>
                  </a:extLst>
                </p:cNvPr>
                <p:cNvSpPr/>
                <p:nvPr/>
              </p:nvSpPr>
              <p:spPr>
                <a:xfrm>
                  <a:off x="5349080" y="2008632"/>
                  <a:ext cx="280796" cy="188404"/>
                </a:xfrm>
                <a:custGeom>
                  <a:avLst/>
                  <a:gdLst>
                    <a:gd name="connsiteX0" fmla="*/ 265557 w 280796"/>
                    <a:gd name="connsiteY0" fmla="*/ 9525 h 188404"/>
                    <a:gd name="connsiteX1" fmla="*/ 271272 w 280796"/>
                    <a:gd name="connsiteY1" fmla="*/ 15335 h 188404"/>
                    <a:gd name="connsiteX2" fmla="*/ 271272 w 280796"/>
                    <a:gd name="connsiteY2" fmla="*/ 173736 h 188404"/>
                    <a:gd name="connsiteX3" fmla="*/ 266224 w 280796"/>
                    <a:gd name="connsiteY3" fmla="*/ 178880 h 188404"/>
                    <a:gd name="connsiteX4" fmla="*/ 14097 w 280796"/>
                    <a:gd name="connsiteY4" fmla="*/ 178880 h 188404"/>
                    <a:gd name="connsiteX5" fmla="*/ 9525 w 280796"/>
                    <a:gd name="connsiteY5" fmla="*/ 174212 h 188404"/>
                    <a:gd name="connsiteX6" fmla="*/ 9525 w 280796"/>
                    <a:gd name="connsiteY6" fmla="*/ 14192 h 188404"/>
                    <a:gd name="connsiteX7" fmla="*/ 14002 w 280796"/>
                    <a:gd name="connsiteY7" fmla="*/ 9620 h 188404"/>
                    <a:gd name="connsiteX8" fmla="*/ 265557 w 280796"/>
                    <a:gd name="connsiteY8" fmla="*/ 9620 h 188404"/>
                    <a:gd name="connsiteX9" fmla="*/ 265557 w 280796"/>
                    <a:gd name="connsiteY9" fmla="*/ 0 h 188404"/>
                    <a:gd name="connsiteX10" fmla="*/ 14002 w 280796"/>
                    <a:gd name="connsiteY10" fmla="*/ 0 h 188404"/>
                    <a:gd name="connsiteX11" fmla="*/ 0 w 280796"/>
                    <a:gd name="connsiteY11" fmla="*/ 14097 h 188404"/>
                    <a:gd name="connsiteX12" fmla="*/ 0 w 280796"/>
                    <a:gd name="connsiteY12" fmla="*/ 174212 h 188404"/>
                    <a:gd name="connsiteX13" fmla="*/ 14097 w 280796"/>
                    <a:gd name="connsiteY13" fmla="*/ 188405 h 188404"/>
                    <a:gd name="connsiteX14" fmla="*/ 266224 w 280796"/>
                    <a:gd name="connsiteY14" fmla="*/ 188405 h 188404"/>
                    <a:gd name="connsiteX15" fmla="*/ 280797 w 280796"/>
                    <a:gd name="connsiteY15" fmla="*/ 173736 h 188404"/>
                    <a:gd name="connsiteX16" fmla="*/ 280797 w 280796"/>
                    <a:gd name="connsiteY16" fmla="*/ 15335 h 188404"/>
                    <a:gd name="connsiteX17" fmla="*/ 265557 w 280796"/>
                    <a:gd name="connsiteY17" fmla="*/ 0 h 188404"/>
                    <a:gd name="connsiteX18" fmla="*/ 265557 w 280796"/>
                    <a:gd name="connsiteY18" fmla="*/ 0 h 1884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280796" h="188404">
                      <a:moveTo>
                        <a:pt x="265557" y="9525"/>
                      </a:moveTo>
                      <a:cubicBezTo>
                        <a:pt x="268700" y="9525"/>
                        <a:pt x="271272" y="12097"/>
                        <a:pt x="271272" y="15335"/>
                      </a:cubicBezTo>
                      <a:lnTo>
                        <a:pt x="271272" y="173736"/>
                      </a:lnTo>
                      <a:cubicBezTo>
                        <a:pt x="271272" y="176593"/>
                        <a:pt x="268986" y="178880"/>
                        <a:pt x="266224" y="178880"/>
                      </a:cubicBezTo>
                      <a:lnTo>
                        <a:pt x="14097" y="178880"/>
                      </a:lnTo>
                      <a:cubicBezTo>
                        <a:pt x="11621" y="178880"/>
                        <a:pt x="9525" y="176784"/>
                        <a:pt x="9525" y="174212"/>
                      </a:cubicBezTo>
                      <a:lnTo>
                        <a:pt x="9525" y="14192"/>
                      </a:lnTo>
                      <a:cubicBezTo>
                        <a:pt x="9525" y="11621"/>
                        <a:pt x="11525" y="9620"/>
                        <a:pt x="14002" y="9620"/>
                      </a:cubicBezTo>
                      <a:lnTo>
                        <a:pt x="265557" y="9620"/>
                      </a:lnTo>
                      <a:moveTo>
                        <a:pt x="265557" y="0"/>
                      </a:moveTo>
                      <a:lnTo>
                        <a:pt x="14002" y="0"/>
                      </a:lnTo>
                      <a:cubicBezTo>
                        <a:pt x="6287" y="0"/>
                        <a:pt x="0" y="6286"/>
                        <a:pt x="0" y="14097"/>
                      </a:cubicBezTo>
                      <a:lnTo>
                        <a:pt x="0" y="174212"/>
                      </a:lnTo>
                      <a:cubicBezTo>
                        <a:pt x="0" y="182023"/>
                        <a:pt x="6287" y="188405"/>
                        <a:pt x="14097" y="188405"/>
                      </a:cubicBezTo>
                      <a:lnTo>
                        <a:pt x="266224" y="188405"/>
                      </a:lnTo>
                      <a:cubicBezTo>
                        <a:pt x="274320" y="188405"/>
                        <a:pt x="280797" y="181832"/>
                        <a:pt x="280797" y="173736"/>
                      </a:cubicBezTo>
                      <a:lnTo>
                        <a:pt x="280797" y="15335"/>
                      </a:lnTo>
                      <a:cubicBezTo>
                        <a:pt x="280797" y="6858"/>
                        <a:pt x="273939" y="0"/>
                        <a:pt x="265557" y="0"/>
                      </a:cubicBezTo>
                      <a:lnTo>
                        <a:pt x="265557" y="0"/>
                      </a:lnTo>
                      <a:close/>
                    </a:path>
                  </a:pathLst>
                </a:custGeom>
                <a:solidFill>
                  <a:srgbClr val="01010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71" name="Freeform: Shape 70">
                  <a:extLst>
                    <a:ext uri="{FF2B5EF4-FFF2-40B4-BE49-F238E27FC236}">
                      <a16:creationId xmlns:a16="http://schemas.microsoft.com/office/drawing/2014/main" id="{D74D5CAA-7FDB-40AB-AE04-36DABBF7246E}"/>
                    </a:ext>
                  </a:extLst>
                </p:cNvPr>
                <p:cNvSpPr/>
                <p:nvPr/>
              </p:nvSpPr>
              <p:spPr>
                <a:xfrm>
                  <a:off x="5379084" y="2161127"/>
                  <a:ext cx="220694" cy="9525"/>
                </a:xfrm>
                <a:custGeom>
                  <a:avLst/>
                  <a:gdLst>
                    <a:gd name="connsiteX0" fmla="*/ 0 w 220694"/>
                    <a:gd name="connsiteY0" fmla="*/ 0 h 9525"/>
                    <a:gd name="connsiteX1" fmla="*/ 220694 w 220694"/>
                    <a:gd name="connsiteY1" fmla="*/ 0 h 9525"/>
                    <a:gd name="connsiteX2" fmla="*/ 220694 w 220694"/>
                    <a:gd name="connsiteY2" fmla="*/ 9525 h 9525"/>
                    <a:gd name="connsiteX3" fmla="*/ 0 w 220694"/>
                    <a:gd name="connsiteY3" fmla="*/ 9525 h 95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20694" h="9525">
                      <a:moveTo>
                        <a:pt x="0" y="0"/>
                      </a:moveTo>
                      <a:lnTo>
                        <a:pt x="220694" y="0"/>
                      </a:lnTo>
                      <a:lnTo>
                        <a:pt x="220694" y="9525"/>
                      </a:lnTo>
                      <a:lnTo>
                        <a:pt x="0" y="9525"/>
                      </a:lnTo>
                      <a:close/>
                    </a:path>
                  </a:pathLst>
                </a:custGeom>
                <a:solidFill>
                  <a:srgbClr val="01010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</p:grpSp>
          <p:grpSp>
            <p:nvGrpSpPr>
              <p:cNvPr id="62" name="Graphic 5">
                <a:extLst>
                  <a:ext uri="{FF2B5EF4-FFF2-40B4-BE49-F238E27FC236}">
                    <a16:creationId xmlns:a16="http://schemas.microsoft.com/office/drawing/2014/main" id="{90E6A639-835F-4BC0-A0FB-48CDE35E85A0}"/>
                  </a:ext>
                </a:extLst>
              </p:cNvPr>
              <p:cNvGrpSpPr/>
              <p:nvPr/>
            </p:nvGrpSpPr>
            <p:grpSpPr>
              <a:xfrm>
                <a:off x="5614065" y="2102834"/>
                <a:ext cx="281749" cy="169544"/>
                <a:chOff x="5614065" y="2102834"/>
                <a:chExt cx="281749" cy="169544"/>
              </a:xfrm>
              <a:solidFill>
                <a:srgbClr val="010101"/>
              </a:solidFill>
            </p:grpSpPr>
            <p:sp>
              <p:nvSpPr>
                <p:cNvPr id="67" name="Freeform: Shape 66">
                  <a:extLst>
                    <a:ext uri="{FF2B5EF4-FFF2-40B4-BE49-F238E27FC236}">
                      <a16:creationId xmlns:a16="http://schemas.microsoft.com/office/drawing/2014/main" id="{227629B2-A48F-4F4B-B7B8-1B8F707F7023}"/>
                    </a:ext>
                  </a:extLst>
                </p:cNvPr>
                <p:cNvSpPr/>
                <p:nvPr/>
              </p:nvSpPr>
              <p:spPr>
                <a:xfrm>
                  <a:off x="5643402" y="2102834"/>
                  <a:ext cx="223647" cy="126110"/>
                </a:xfrm>
                <a:custGeom>
                  <a:avLst/>
                  <a:gdLst>
                    <a:gd name="connsiteX0" fmla="*/ 223647 w 223647"/>
                    <a:gd name="connsiteY0" fmla="*/ 126111 h 126110"/>
                    <a:gd name="connsiteX1" fmla="*/ 214122 w 223647"/>
                    <a:gd name="connsiteY1" fmla="*/ 126111 h 126110"/>
                    <a:gd name="connsiteX2" fmla="*/ 214122 w 223647"/>
                    <a:gd name="connsiteY2" fmla="*/ 16002 h 126110"/>
                    <a:gd name="connsiteX3" fmla="*/ 207645 w 223647"/>
                    <a:gd name="connsiteY3" fmla="*/ 9525 h 126110"/>
                    <a:gd name="connsiteX4" fmla="*/ 16002 w 223647"/>
                    <a:gd name="connsiteY4" fmla="*/ 9525 h 126110"/>
                    <a:gd name="connsiteX5" fmla="*/ 9525 w 223647"/>
                    <a:gd name="connsiteY5" fmla="*/ 16002 h 126110"/>
                    <a:gd name="connsiteX6" fmla="*/ 9525 w 223647"/>
                    <a:gd name="connsiteY6" fmla="*/ 126111 h 126110"/>
                    <a:gd name="connsiteX7" fmla="*/ 0 w 223647"/>
                    <a:gd name="connsiteY7" fmla="*/ 126111 h 126110"/>
                    <a:gd name="connsiteX8" fmla="*/ 0 w 223647"/>
                    <a:gd name="connsiteY8" fmla="*/ 16002 h 126110"/>
                    <a:gd name="connsiteX9" fmla="*/ 16002 w 223647"/>
                    <a:gd name="connsiteY9" fmla="*/ 0 h 126110"/>
                    <a:gd name="connsiteX10" fmla="*/ 207645 w 223647"/>
                    <a:gd name="connsiteY10" fmla="*/ 0 h 126110"/>
                    <a:gd name="connsiteX11" fmla="*/ 223647 w 223647"/>
                    <a:gd name="connsiteY11" fmla="*/ 16002 h 126110"/>
                    <a:gd name="connsiteX12" fmla="*/ 223647 w 223647"/>
                    <a:gd name="connsiteY12" fmla="*/ 126111 h 1261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23647" h="126110">
                      <a:moveTo>
                        <a:pt x="223647" y="126111"/>
                      </a:moveTo>
                      <a:lnTo>
                        <a:pt x="214122" y="126111"/>
                      </a:lnTo>
                      <a:lnTo>
                        <a:pt x="214122" y="16002"/>
                      </a:lnTo>
                      <a:cubicBezTo>
                        <a:pt x="214122" y="12478"/>
                        <a:pt x="211265" y="9525"/>
                        <a:pt x="207645" y="9525"/>
                      </a:cubicBezTo>
                      <a:lnTo>
                        <a:pt x="16002" y="9525"/>
                      </a:lnTo>
                      <a:cubicBezTo>
                        <a:pt x="12478" y="9525"/>
                        <a:pt x="9525" y="12382"/>
                        <a:pt x="9525" y="16002"/>
                      </a:cubicBezTo>
                      <a:lnTo>
                        <a:pt x="9525" y="126111"/>
                      </a:lnTo>
                      <a:lnTo>
                        <a:pt x="0" y="126111"/>
                      </a:lnTo>
                      <a:lnTo>
                        <a:pt x="0" y="16002"/>
                      </a:lnTo>
                      <a:cubicBezTo>
                        <a:pt x="0" y="7239"/>
                        <a:pt x="7144" y="0"/>
                        <a:pt x="16002" y="0"/>
                      </a:cubicBezTo>
                      <a:lnTo>
                        <a:pt x="207645" y="0"/>
                      </a:lnTo>
                      <a:cubicBezTo>
                        <a:pt x="216408" y="0"/>
                        <a:pt x="223647" y="7144"/>
                        <a:pt x="223647" y="16002"/>
                      </a:cubicBezTo>
                      <a:lnTo>
                        <a:pt x="223647" y="126111"/>
                      </a:lnTo>
                      <a:close/>
                    </a:path>
                  </a:pathLst>
                </a:custGeom>
                <a:solidFill>
                  <a:srgbClr val="01010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68" name="Freeform: Shape 67">
                  <a:extLst>
                    <a:ext uri="{FF2B5EF4-FFF2-40B4-BE49-F238E27FC236}">
                      <a16:creationId xmlns:a16="http://schemas.microsoft.com/office/drawing/2014/main" id="{5CA08A94-0208-4F83-9755-34E22423A136}"/>
                    </a:ext>
                  </a:extLst>
                </p:cNvPr>
                <p:cNvSpPr/>
                <p:nvPr/>
              </p:nvSpPr>
              <p:spPr>
                <a:xfrm>
                  <a:off x="5614065" y="2235803"/>
                  <a:ext cx="281749" cy="36576"/>
                </a:xfrm>
                <a:custGeom>
                  <a:avLst/>
                  <a:gdLst>
                    <a:gd name="connsiteX0" fmla="*/ 272224 w 281749"/>
                    <a:gd name="connsiteY0" fmla="*/ 9525 h 36576"/>
                    <a:gd name="connsiteX1" fmla="*/ 272224 w 281749"/>
                    <a:gd name="connsiteY1" fmla="*/ 26956 h 36576"/>
                    <a:gd name="connsiteX2" fmla="*/ 9620 w 281749"/>
                    <a:gd name="connsiteY2" fmla="*/ 26956 h 36576"/>
                    <a:gd name="connsiteX3" fmla="*/ 9620 w 281749"/>
                    <a:gd name="connsiteY3" fmla="*/ 9525 h 36576"/>
                    <a:gd name="connsiteX4" fmla="*/ 102203 w 281749"/>
                    <a:gd name="connsiteY4" fmla="*/ 9525 h 36576"/>
                    <a:gd name="connsiteX5" fmla="*/ 106204 w 281749"/>
                    <a:gd name="connsiteY5" fmla="*/ 12478 h 36576"/>
                    <a:gd name="connsiteX6" fmla="*/ 118586 w 281749"/>
                    <a:gd name="connsiteY6" fmla="*/ 16859 h 36576"/>
                    <a:gd name="connsiteX7" fmla="*/ 120586 w 281749"/>
                    <a:gd name="connsiteY7" fmla="*/ 16859 h 36576"/>
                    <a:gd name="connsiteX8" fmla="*/ 122110 w 281749"/>
                    <a:gd name="connsiteY8" fmla="*/ 16859 h 36576"/>
                    <a:gd name="connsiteX9" fmla="*/ 162020 w 281749"/>
                    <a:gd name="connsiteY9" fmla="*/ 16859 h 36576"/>
                    <a:gd name="connsiteX10" fmla="*/ 163259 w 281749"/>
                    <a:gd name="connsiteY10" fmla="*/ 16859 h 36576"/>
                    <a:gd name="connsiteX11" fmla="*/ 164782 w 281749"/>
                    <a:gd name="connsiteY11" fmla="*/ 16859 h 36576"/>
                    <a:gd name="connsiteX12" fmla="*/ 178308 w 281749"/>
                    <a:gd name="connsiteY12" fmla="*/ 11906 h 36576"/>
                    <a:gd name="connsiteX13" fmla="*/ 181261 w 281749"/>
                    <a:gd name="connsiteY13" fmla="*/ 9525 h 36576"/>
                    <a:gd name="connsiteX14" fmla="*/ 272224 w 281749"/>
                    <a:gd name="connsiteY14" fmla="*/ 9525 h 36576"/>
                    <a:gd name="connsiteX15" fmla="*/ 275463 w 281749"/>
                    <a:gd name="connsiteY15" fmla="*/ 0 h 36576"/>
                    <a:gd name="connsiteX16" fmla="*/ 177832 w 281749"/>
                    <a:gd name="connsiteY16" fmla="*/ 0 h 36576"/>
                    <a:gd name="connsiteX17" fmla="*/ 171736 w 281749"/>
                    <a:gd name="connsiteY17" fmla="*/ 4858 h 36576"/>
                    <a:gd name="connsiteX18" fmla="*/ 164687 w 281749"/>
                    <a:gd name="connsiteY18" fmla="*/ 7239 h 36576"/>
                    <a:gd name="connsiteX19" fmla="*/ 161925 w 281749"/>
                    <a:gd name="connsiteY19" fmla="*/ 7239 h 36576"/>
                    <a:gd name="connsiteX20" fmla="*/ 122015 w 281749"/>
                    <a:gd name="connsiteY20" fmla="*/ 7239 h 36576"/>
                    <a:gd name="connsiteX21" fmla="*/ 118491 w 281749"/>
                    <a:gd name="connsiteY21" fmla="*/ 7334 h 36576"/>
                    <a:gd name="connsiteX22" fmla="*/ 112395 w 281749"/>
                    <a:gd name="connsiteY22" fmla="*/ 5334 h 36576"/>
                    <a:gd name="connsiteX23" fmla="*/ 105346 w 281749"/>
                    <a:gd name="connsiteY23" fmla="*/ 95 h 36576"/>
                    <a:gd name="connsiteX24" fmla="*/ 6286 w 281749"/>
                    <a:gd name="connsiteY24" fmla="*/ 95 h 36576"/>
                    <a:gd name="connsiteX25" fmla="*/ 0 w 281749"/>
                    <a:gd name="connsiteY25" fmla="*/ 6763 h 36576"/>
                    <a:gd name="connsiteX26" fmla="*/ 0 w 281749"/>
                    <a:gd name="connsiteY26" fmla="*/ 29908 h 36576"/>
                    <a:gd name="connsiteX27" fmla="*/ 6286 w 281749"/>
                    <a:gd name="connsiteY27" fmla="*/ 36576 h 36576"/>
                    <a:gd name="connsiteX28" fmla="*/ 275463 w 281749"/>
                    <a:gd name="connsiteY28" fmla="*/ 36576 h 36576"/>
                    <a:gd name="connsiteX29" fmla="*/ 281749 w 281749"/>
                    <a:gd name="connsiteY29" fmla="*/ 29908 h 36576"/>
                    <a:gd name="connsiteX30" fmla="*/ 281749 w 281749"/>
                    <a:gd name="connsiteY30" fmla="*/ 6763 h 36576"/>
                    <a:gd name="connsiteX31" fmla="*/ 275463 w 281749"/>
                    <a:gd name="connsiteY31" fmla="*/ 0 h 36576"/>
                    <a:gd name="connsiteX32" fmla="*/ 275463 w 281749"/>
                    <a:gd name="connsiteY32" fmla="*/ 0 h 365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</a:cxnLst>
                  <a:rect l="l" t="t" r="r" b="b"/>
                  <a:pathLst>
                    <a:path w="281749" h="36576">
                      <a:moveTo>
                        <a:pt x="272224" y="9525"/>
                      </a:moveTo>
                      <a:lnTo>
                        <a:pt x="272224" y="26956"/>
                      </a:lnTo>
                      <a:lnTo>
                        <a:pt x="9620" y="26956"/>
                      </a:lnTo>
                      <a:lnTo>
                        <a:pt x="9620" y="9525"/>
                      </a:lnTo>
                      <a:lnTo>
                        <a:pt x="102203" y="9525"/>
                      </a:lnTo>
                      <a:lnTo>
                        <a:pt x="106204" y="12478"/>
                      </a:lnTo>
                      <a:cubicBezTo>
                        <a:pt x="110871" y="16859"/>
                        <a:pt x="116395" y="16859"/>
                        <a:pt x="118586" y="16859"/>
                      </a:cubicBezTo>
                      <a:cubicBezTo>
                        <a:pt x="119253" y="16859"/>
                        <a:pt x="119920" y="16859"/>
                        <a:pt x="120586" y="16859"/>
                      </a:cubicBezTo>
                      <a:lnTo>
                        <a:pt x="122110" y="16859"/>
                      </a:lnTo>
                      <a:lnTo>
                        <a:pt x="162020" y="16859"/>
                      </a:lnTo>
                      <a:lnTo>
                        <a:pt x="163259" y="16859"/>
                      </a:lnTo>
                      <a:lnTo>
                        <a:pt x="164782" y="16859"/>
                      </a:lnTo>
                      <a:cubicBezTo>
                        <a:pt x="167259" y="16859"/>
                        <a:pt x="173450" y="16859"/>
                        <a:pt x="178308" y="11906"/>
                      </a:cubicBezTo>
                      <a:lnTo>
                        <a:pt x="181261" y="9525"/>
                      </a:lnTo>
                      <a:lnTo>
                        <a:pt x="272224" y="9525"/>
                      </a:lnTo>
                      <a:moveTo>
                        <a:pt x="275463" y="0"/>
                      </a:moveTo>
                      <a:lnTo>
                        <a:pt x="177832" y="0"/>
                      </a:lnTo>
                      <a:lnTo>
                        <a:pt x="171736" y="4858"/>
                      </a:lnTo>
                      <a:cubicBezTo>
                        <a:pt x="169831" y="7049"/>
                        <a:pt x="167354" y="7239"/>
                        <a:pt x="164687" y="7239"/>
                      </a:cubicBezTo>
                      <a:cubicBezTo>
                        <a:pt x="163735" y="7239"/>
                        <a:pt x="162877" y="7239"/>
                        <a:pt x="161925" y="7239"/>
                      </a:cubicBezTo>
                      <a:lnTo>
                        <a:pt x="122015" y="7239"/>
                      </a:lnTo>
                      <a:cubicBezTo>
                        <a:pt x="120872" y="7239"/>
                        <a:pt x="119634" y="7334"/>
                        <a:pt x="118491" y="7334"/>
                      </a:cubicBezTo>
                      <a:cubicBezTo>
                        <a:pt x="116205" y="7334"/>
                        <a:pt x="114014" y="7049"/>
                        <a:pt x="112395" y="5334"/>
                      </a:cubicBezTo>
                      <a:lnTo>
                        <a:pt x="105346" y="95"/>
                      </a:lnTo>
                      <a:lnTo>
                        <a:pt x="6286" y="95"/>
                      </a:lnTo>
                      <a:cubicBezTo>
                        <a:pt x="2857" y="95"/>
                        <a:pt x="0" y="3048"/>
                        <a:pt x="0" y="6763"/>
                      </a:cubicBezTo>
                      <a:lnTo>
                        <a:pt x="0" y="29908"/>
                      </a:lnTo>
                      <a:cubicBezTo>
                        <a:pt x="0" y="33623"/>
                        <a:pt x="2762" y="36576"/>
                        <a:pt x="6286" y="36576"/>
                      </a:cubicBezTo>
                      <a:lnTo>
                        <a:pt x="275463" y="36576"/>
                      </a:lnTo>
                      <a:cubicBezTo>
                        <a:pt x="278892" y="36576"/>
                        <a:pt x="281749" y="33623"/>
                        <a:pt x="281749" y="29908"/>
                      </a:cubicBezTo>
                      <a:lnTo>
                        <a:pt x="281749" y="6763"/>
                      </a:lnTo>
                      <a:cubicBezTo>
                        <a:pt x="281749" y="2953"/>
                        <a:pt x="278892" y="0"/>
                        <a:pt x="275463" y="0"/>
                      </a:cubicBezTo>
                      <a:lnTo>
                        <a:pt x="275463" y="0"/>
                      </a:lnTo>
                      <a:close/>
                    </a:path>
                  </a:pathLst>
                </a:custGeom>
                <a:solidFill>
                  <a:srgbClr val="01010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</p:grpSp>
          <p:grpSp>
            <p:nvGrpSpPr>
              <p:cNvPr id="63" name="Graphic 5">
                <a:extLst>
                  <a:ext uri="{FF2B5EF4-FFF2-40B4-BE49-F238E27FC236}">
                    <a16:creationId xmlns:a16="http://schemas.microsoft.com/office/drawing/2014/main" id="{8B7F6AFB-4982-4BBE-A9DF-BA1E38FF236A}"/>
                  </a:ext>
                </a:extLst>
              </p:cNvPr>
              <p:cNvGrpSpPr/>
              <p:nvPr/>
            </p:nvGrpSpPr>
            <p:grpSpPr>
              <a:xfrm>
                <a:off x="5213634" y="2049780"/>
                <a:ext cx="116109" cy="222884"/>
                <a:chOff x="5213634" y="2049780"/>
                <a:chExt cx="116109" cy="222884"/>
              </a:xfrm>
              <a:solidFill>
                <a:srgbClr val="010101"/>
              </a:solidFill>
            </p:grpSpPr>
            <p:sp>
              <p:nvSpPr>
                <p:cNvPr id="64" name="Freeform: Shape 63">
                  <a:extLst>
                    <a:ext uri="{FF2B5EF4-FFF2-40B4-BE49-F238E27FC236}">
                      <a16:creationId xmlns:a16="http://schemas.microsoft.com/office/drawing/2014/main" id="{5A6F63B5-DA68-40A7-8F3A-B5D9313BC0E4}"/>
                    </a:ext>
                  </a:extLst>
                </p:cNvPr>
                <p:cNvSpPr/>
                <p:nvPr/>
              </p:nvSpPr>
              <p:spPr>
                <a:xfrm>
                  <a:off x="5259926" y="2063495"/>
                  <a:ext cx="23526" cy="6191"/>
                </a:xfrm>
                <a:custGeom>
                  <a:avLst/>
                  <a:gdLst>
                    <a:gd name="connsiteX0" fmla="*/ 1905 w 23526"/>
                    <a:gd name="connsiteY0" fmla="*/ 6191 h 6191"/>
                    <a:gd name="connsiteX1" fmla="*/ 21622 w 23526"/>
                    <a:gd name="connsiteY1" fmla="*/ 6191 h 6191"/>
                    <a:gd name="connsiteX2" fmla="*/ 23527 w 23526"/>
                    <a:gd name="connsiteY2" fmla="*/ 4286 h 6191"/>
                    <a:gd name="connsiteX3" fmla="*/ 23527 w 23526"/>
                    <a:gd name="connsiteY3" fmla="*/ 1905 h 6191"/>
                    <a:gd name="connsiteX4" fmla="*/ 21622 w 23526"/>
                    <a:gd name="connsiteY4" fmla="*/ 0 h 6191"/>
                    <a:gd name="connsiteX5" fmla="*/ 1905 w 23526"/>
                    <a:gd name="connsiteY5" fmla="*/ 0 h 6191"/>
                    <a:gd name="connsiteX6" fmla="*/ 0 w 23526"/>
                    <a:gd name="connsiteY6" fmla="*/ 1905 h 6191"/>
                    <a:gd name="connsiteX7" fmla="*/ 0 w 23526"/>
                    <a:gd name="connsiteY7" fmla="*/ 4286 h 6191"/>
                    <a:gd name="connsiteX8" fmla="*/ 1905 w 23526"/>
                    <a:gd name="connsiteY8" fmla="*/ 6191 h 61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3526" h="6191">
                      <a:moveTo>
                        <a:pt x="1905" y="6191"/>
                      </a:moveTo>
                      <a:lnTo>
                        <a:pt x="21622" y="6191"/>
                      </a:lnTo>
                      <a:cubicBezTo>
                        <a:pt x="22669" y="6191"/>
                        <a:pt x="23527" y="5334"/>
                        <a:pt x="23527" y="4286"/>
                      </a:cubicBezTo>
                      <a:lnTo>
                        <a:pt x="23527" y="1905"/>
                      </a:lnTo>
                      <a:cubicBezTo>
                        <a:pt x="23527" y="857"/>
                        <a:pt x="22669" y="0"/>
                        <a:pt x="21622" y="0"/>
                      </a:cubicBezTo>
                      <a:lnTo>
                        <a:pt x="1905" y="0"/>
                      </a:lnTo>
                      <a:cubicBezTo>
                        <a:pt x="857" y="0"/>
                        <a:pt x="0" y="857"/>
                        <a:pt x="0" y="1905"/>
                      </a:cubicBezTo>
                      <a:lnTo>
                        <a:pt x="0" y="4286"/>
                      </a:lnTo>
                      <a:cubicBezTo>
                        <a:pt x="0" y="5334"/>
                        <a:pt x="857" y="6191"/>
                        <a:pt x="1905" y="6191"/>
                      </a:cubicBezTo>
                      <a:close/>
                    </a:path>
                  </a:pathLst>
                </a:custGeom>
                <a:solidFill>
                  <a:srgbClr val="01010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65" name="Freeform: Shape 64">
                  <a:extLst>
                    <a:ext uri="{FF2B5EF4-FFF2-40B4-BE49-F238E27FC236}">
                      <a16:creationId xmlns:a16="http://schemas.microsoft.com/office/drawing/2014/main" id="{6E904A3F-6BA8-427D-A594-CA05E4100684}"/>
                    </a:ext>
                  </a:extLst>
                </p:cNvPr>
                <p:cNvSpPr/>
                <p:nvPr/>
              </p:nvSpPr>
              <p:spPr>
                <a:xfrm>
                  <a:off x="5213634" y="2049780"/>
                  <a:ext cx="116109" cy="222884"/>
                </a:xfrm>
                <a:custGeom>
                  <a:avLst/>
                  <a:gdLst>
                    <a:gd name="connsiteX0" fmla="*/ 107442 w 116109"/>
                    <a:gd name="connsiteY0" fmla="*/ 0 h 222884"/>
                    <a:gd name="connsiteX1" fmla="*/ 8192 w 116109"/>
                    <a:gd name="connsiteY1" fmla="*/ 0 h 222884"/>
                    <a:gd name="connsiteX2" fmla="*/ 0 w 116109"/>
                    <a:gd name="connsiteY2" fmla="*/ 8191 h 222884"/>
                    <a:gd name="connsiteX3" fmla="*/ 0 w 116109"/>
                    <a:gd name="connsiteY3" fmla="*/ 214694 h 222884"/>
                    <a:gd name="connsiteX4" fmla="*/ 8192 w 116109"/>
                    <a:gd name="connsiteY4" fmla="*/ 222885 h 222884"/>
                    <a:gd name="connsiteX5" fmla="*/ 107918 w 116109"/>
                    <a:gd name="connsiteY5" fmla="*/ 222885 h 222884"/>
                    <a:gd name="connsiteX6" fmla="*/ 116110 w 116109"/>
                    <a:gd name="connsiteY6" fmla="*/ 214694 h 222884"/>
                    <a:gd name="connsiteX7" fmla="*/ 116110 w 116109"/>
                    <a:gd name="connsiteY7" fmla="*/ 8572 h 222884"/>
                    <a:gd name="connsiteX8" fmla="*/ 107442 w 116109"/>
                    <a:gd name="connsiteY8" fmla="*/ 0 h 222884"/>
                    <a:gd name="connsiteX9" fmla="*/ 106585 w 116109"/>
                    <a:gd name="connsiteY9" fmla="*/ 186499 h 222884"/>
                    <a:gd name="connsiteX10" fmla="*/ 9525 w 116109"/>
                    <a:gd name="connsiteY10" fmla="*/ 186499 h 222884"/>
                    <a:gd name="connsiteX11" fmla="*/ 9525 w 116109"/>
                    <a:gd name="connsiteY11" fmla="*/ 34290 h 222884"/>
                    <a:gd name="connsiteX12" fmla="*/ 106585 w 116109"/>
                    <a:gd name="connsiteY12" fmla="*/ 34290 h 222884"/>
                    <a:gd name="connsiteX13" fmla="*/ 106585 w 116109"/>
                    <a:gd name="connsiteY13" fmla="*/ 186499 h 222884"/>
                    <a:gd name="connsiteX14" fmla="*/ 106585 w 116109"/>
                    <a:gd name="connsiteY14" fmla="*/ 9525 h 222884"/>
                    <a:gd name="connsiteX15" fmla="*/ 106585 w 116109"/>
                    <a:gd name="connsiteY15" fmla="*/ 24860 h 222884"/>
                    <a:gd name="connsiteX16" fmla="*/ 9525 w 116109"/>
                    <a:gd name="connsiteY16" fmla="*/ 24860 h 222884"/>
                    <a:gd name="connsiteX17" fmla="*/ 9525 w 116109"/>
                    <a:gd name="connsiteY17" fmla="*/ 9525 h 222884"/>
                    <a:gd name="connsiteX18" fmla="*/ 106585 w 116109"/>
                    <a:gd name="connsiteY18" fmla="*/ 9525 h 222884"/>
                    <a:gd name="connsiteX19" fmla="*/ 9525 w 116109"/>
                    <a:gd name="connsiteY19" fmla="*/ 213265 h 222884"/>
                    <a:gd name="connsiteX20" fmla="*/ 9525 w 116109"/>
                    <a:gd name="connsiteY20" fmla="*/ 196024 h 222884"/>
                    <a:gd name="connsiteX21" fmla="*/ 106585 w 116109"/>
                    <a:gd name="connsiteY21" fmla="*/ 196024 h 222884"/>
                    <a:gd name="connsiteX22" fmla="*/ 106585 w 116109"/>
                    <a:gd name="connsiteY22" fmla="*/ 213265 h 222884"/>
                    <a:gd name="connsiteX23" fmla="*/ 9525 w 116109"/>
                    <a:gd name="connsiteY23" fmla="*/ 213265 h 2228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116109" h="222884">
                      <a:moveTo>
                        <a:pt x="107442" y="0"/>
                      </a:moveTo>
                      <a:lnTo>
                        <a:pt x="8192" y="0"/>
                      </a:lnTo>
                      <a:cubicBezTo>
                        <a:pt x="3715" y="0"/>
                        <a:pt x="0" y="3619"/>
                        <a:pt x="0" y="8191"/>
                      </a:cubicBezTo>
                      <a:lnTo>
                        <a:pt x="0" y="214694"/>
                      </a:lnTo>
                      <a:cubicBezTo>
                        <a:pt x="0" y="219170"/>
                        <a:pt x="3620" y="222885"/>
                        <a:pt x="8192" y="222885"/>
                      </a:cubicBezTo>
                      <a:lnTo>
                        <a:pt x="107918" y="222885"/>
                      </a:lnTo>
                      <a:cubicBezTo>
                        <a:pt x="112395" y="222885"/>
                        <a:pt x="116110" y="219266"/>
                        <a:pt x="116110" y="214694"/>
                      </a:cubicBezTo>
                      <a:lnTo>
                        <a:pt x="116110" y="8572"/>
                      </a:lnTo>
                      <a:cubicBezTo>
                        <a:pt x="116110" y="3810"/>
                        <a:pt x="112204" y="0"/>
                        <a:pt x="107442" y="0"/>
                      </a:cubicBezTo>
                      <a:close/>
                      <a:moveTo>
                        <a:pt x="106585" y="186499"/>
                      </a:moveTo>
                      <a:lnTo>
                        <a:pt x="9525" y="186499"/>
                      </a:lnTo>
                      <a:lnTo>
                        <a:pt x="9525" y="34290"/>
                      </a:lnTo>
                      <a:lnTo>
                        <a:pt x="106585" y="34290"/>
                      </a:lnTo>
                      <a:lnTo>
                        <a:pt x="106585" y="186499"/>
                      </a:lnTo>
                      <a:close/>
                      <a:moveTo>
                        <a:pt x="106585" y="9525"/>
                      </a:moveTo>
                      <a:lnTo>
                        <a:pt x="106585" y="24860"/>
                      </a:lnTo>
                      <a:lnTo>
                        <a:pt x="9525" y="24860"/>
                      </a:lnTo>
                      <a:lnTo>
                        <a:pt x="9525" y="9525"/>
                      </a:lnTo>
                      <a:lnTo>
                        <a:pt x="106585" y="9525"/>
                      </a:lnTo>
                      <a:close/>
                      <a:moveTo>
                        <a:pt x="9525" y="213265"/>
                      </a:moveTo>
                      <a:lnTo>
                        <a:pt x="9525" y="196024"/>
                      </a:lnTo>
                      <a:lnTo>
                        <a:pt x="106585" y="196024"/>
                      </a:lnTo>
                      <a:lnTo>
                        <a:pt x="106585" y="213265"/>
                      </a:lnTo>
                      <a:lnTo>
                        <a:pt x="9525" y="213265"/>
                      </a:lnTo>
                      <a:close/>
                    </a:path>
                  </a:pathLst>
                </a:custGeom>
                <a:solidFill>
                  <a:srgbClr val="01010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66" name="Freeform: Shape 65">
                  <a:extLst>
                    <a:ext uri="{FF2B5EF4-FFF2-40B4-BE49-F238E27FC236}">
                      <a16:creationId xmlns:a16="http://schemas.microsoft.com/office/drawing/2014/main" id="{886F6BCE-153E-4616-AFCD-66895ACDEC9F}"/>
                    </a:ext>
                  </a:extLst>
                </p:cNvPr>
                <p:cNvSpPr/>
                <p:nvPr/>
              </p:nvSpPr>
              <p:spPr>
                <a:xfrm>
                  <a:off x="5265450" y="2248090"/>
                  <a:ext cx="12382" cy="12382"/>
                </a:xfrm>
                <a:custGeom>
                  <a:avLst/>
                  <a:gdLst>
                    <a:gd name="connsiteX0" fmla="*/ 12382 w 12382"/>
                    <a:gd name="connsiteY0" fmla="*/ 6191 h 12382"/>
                    <a:gd name="connsiteX1" fmla="*/ 6191 w 12382"/>
                    <a:gd name="connsiteY1" fmla="*/ 12382 h 12382"/>
                    <a:gd name="connsiteX2" fmla="*/ 0 w 12382"/>
                    <a:gd name="connsiteY2" fmla="*/ 6191 h 12382"/>
                    <a:gd name="connsiteX3" fmla="*/ 6191 w 12382"/>
                    <a:gd name="connsiteY3" fmla="*/ 0 h 12382"/>
                    <a:gd name="connsiteX4" fmla="*/ 12382 w 12382"/>
                    <a:gd name="connsiteY4" fmla="*/ 6191 h 123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382" h="12382">
                      <a:moveTo>
                        <a:pt x="12382" y="6191"/>
                      </a:moveTo>
                      <a:cubicBezTo>
                        <a:pt x="12382" y="9611"/>
                        <a:pt x="9611" y="12382"/>
                        <a:pt x="6191" y="12382"/>
                      </a:cubicBezTo>
                      <a:cubicBezTo>
                        <a:pt x="2772" y="12382"/>
                        <a:pt x="0" y="9611"/>
                        <a:pt x="0" y="6191"/>
                      </a:cubicBezTo>
                      <a:cubicBezTo>
                        <a:pt x="0" y="2772"/>
                        <a:pt x="2772" y="0"/>
                        <a:pt x="6191" y="0"/>
                      </a:cubicBezTo>
                      <a:cubicBezTo>
                        <a:pt x="9611" y="0"/>
                        <a:pt x="12382" y="2772"/>
                        <a:pt x="12382" y="6191"/>
                      </a:cubicBezTo>
                      <a:close/>
                    </a:path>
                  </a:pathLst>
                </a:custGeom>
                <a:solidFill>
                  <a:srgbClr val="01010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4173274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creen Recording 2020-07-18 at 6.36.10 PM" descr="Screen Recording 2020-07-18 at 6.36.10 PM">
            <a:hlinkClick r:id="" action="ppaction://media"/>
            <a:extLst>
              <a:ext uri="{FF2B5EF4-FFF2-40B4-BE49-F238E27FC236}">
                <a16:creationId xmlns:a16="http://schemas.microsoft.com/office/drawing/2014/main" id="{3AC52EEA-FBE8-FA4F-BFFD-73275431177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298792" y="2255397"/>
            <a:ext cx="7584889" cy="4326211"/>
          </a:xfrm>
          <a:prstGeom prst="rect">
            <a:avLst/>
          </a:prstGeom>
        </p:spPr>
      </p:pic>
      <p:sp>
        <p:nvSpPr>
          <p:cNvPr id="10" name="Title 4">
            <a:extLst>
              <a:ext uri="{FF2B5EF4-FFF2-40B4-BE49-F238E27FC236}">
                <a16:creationId xmlns:a16="http://schemas.microsoft.com/office/drawing/2014/main" id="{F4CD8F40-1082-4982-B31A-2882AE00E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</p:spPr>
        <p:txBody>
          <a:bodyPr/>
          <a:lstStyle/>
          <a:p>
            <a:r>
              <a:rPr lang="en-US" dirty="0"/>
              <a:t>Drawing Technical diagrams</a:t>
            </a:r>
          </a:p>
        </p:txBody>
      </p:sp>
      <p:sp>
        <p:nvSpPr>
          <p:cNvPr id="11" name="Subtitle 1">
            <a:extLst>
              <a:ext uri="{FF2B5EF4-FFF2-40B4-BE49-F238E27FC236}">
                <a16:creationId xmlns:a16="http://schemas.microsoft.com/office/drawing/2014/main" id="{D48730DF-B310-4628-A463-9BFF396D152E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592866" y="811830"/>
            <a:ext cx="10962687" cy="247743"/>
          </a:xfrm>
        </p:spPr>
        <p:txBody>
          <a:bodyPr/>
          <a:lstStyle/>
          <a:p>
            <a:r>
              <a:rPr lang="en-US" dirty="0"/>
              <a:t>How to Change the color and position of the icon in box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0E7C681-6F7F-4D80-9449-12630B4EDC64}"/>
              </a:ext>
            </a:extLst>
          </p:cNvPr>
          <p:cNvSpPr/>
          <p:nvPr/>
        </p:nvSpPr>
        <p:spPr>
          <a:xfrm>
            <a:off x="427261" y="1267148"/>
            <a:ext cx="6249764" cy="1061829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marL="344487" lvl="1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Select the box, align the text to the bottom center.</a:t>
            </a:r>
          </a:p>
          <a:p>
            <a:pPr marL="344487" lvl="1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Select the icon.</a:t>
            </a:r>
          </a:p>
          <a:p>
            <a:pPr marL="344487" lvl="1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Move it to the center of the box</a:t>
            </a:r>
          </a:p>
          <a:p>
            <a:pPr marL="344487" lvl="1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Right click, choose fill color and select white.</a:t>
            </a:r>
          </a:p>
        </p:txBody>
      </p:sp>
      <p:sp>
        <p:nvSpPr>
          <p:cNvPr id="66" name="Arrow: Pentagon 65">
            <a:extLst>
              <a:ext uri="{FF2B5EF4-FFF2-40B4-BE49-F238E27FC236}">
                <a16:creationId xmlns:a16="http://schemas.microsoft.com/office/drawing/2014/main" id="{50617AE5-FE54-4358-832F-4BBE53602221}"/>
              </a:ext>
            </a:extLst>
          </p:cNvPr>
          <p:cNvSpPr/>
          <p:nvPr/>
        </p:nvSpPr>
        <p:spPr bwMode="gray">
          <a:xfrm>
            <a:off x="3738785" y="5015429"/>
            <a:ext cx="1601786" cy="455509"/>
          </a:xfrm>
          <a:prstGeom prst="homePlat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73152" rIns="182880" bIns="73152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dirty="0"/>
              <a:t>Run the ppt to </a:t>
            </a:r>
            <a:br>
              <a:rPr lang="en-US" sz="1000" dirty="0"/>
            </a:br>
            <a:r>
              <a:rPr lang="en-US" sz="1000" dirty="0"/>
              <a:t>see this animation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142BEBB0-782B-5F47-A180-628C96A0D9A4}"/>
              </a:ext>
            </a:extLst>
          </p:cNvPr>
          <p:cNvGrpSpPr/>
          <p:nvPr/>
        </p:nvGrpSpPr>
        <p:grpSpPr>
          <a:xfrm>
            <a:off x="704680" y="2658556"/>
            <a:ext cx="1021826" cy="918580"/>
            <a:chOff x="616188" y="1824622"/>
            <a:chExt cx="1021826" cy="918580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8BAA3B26-29F0-FF45-95D7-DC4C08308BB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16188" y="1824622"/>
              <a:ext cx="1021826" cy="918580"/>
            </a:xfrm>
            <a:prstGeom prst="rect">
              <a:avLst/>
            </a:prstGeom>
            <a:solidFill>
              <a:srgbClr val="248ED0"/>
            </a:solidFill>
            <a:ln>
              <a:noFill/>
            </a:ln>
            <a:effectLst/>
          </p:spPr>
          <p:txBody>
            <a:bodyPr vert="horz" wrap="square" lIns="91440" tIns="91440" rIns="91440" bIns="91440" numCol="1" anchor="b" anchorCtr="1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sz="800" dirty="0">
                  <a:solidFill>
                    <a:schemeClr val="bg1"/>
                  </a:solidFill>
                </a:rPr>
                <a:t>Text</a:t>
              </a:r>
            </a:p>
          </p:txBody>
        </p:sp>
        <p:grpSp>
          <p:nvGrpSpPr>
            <p:cNvPr id="33" name="Group 4">
              <a:extLst>
                <a:ext uri="{FF2B5EF4-FFF2-40B4-BE49-F238E27FC236}">
                  <a16:creationId xmlns:a16="http://schemas.microsoft.com/office/drawing/2014/main" id="{DFF7E229-677D-7C41-974D-4A6FE4BFC62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98854" y="1939041"/>
              <a:ext cx="456494" cy="458505"/>
              <a:chOff x="3612" y="1931"/>
              <a:chExt cx="454" cy="456"/>
            </a:xfrm>
            <a:solidFill>
              <a:schemeClr val="bg1"/>
            </a:solidFill>
          </p:grpSpPr>
          <p:sp>
            <p:nvSpPr>
              <p:cNvPr id="34" name="Freeform 5">
                <a:extLst>
                  <a:ext uri="{FF2B5EF4-FFF2-40B4-BE49-F238E27FC236}">
                    <a16:creationId xmlns:a16="http://schemas.microsoft.com/office/drawing/2014/main" id="{ED79DB7B-1BB1-B54A-947B-74B93655823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612" y="1931"/>
                <a:ext cx="454" cy="129"/>
              </a:xfrm>
              <a:custGeom>
                <a:avLst/>
                <a:gdLst>
                  <a:gd name="T0" fmla="*/ 0 w 454"/>
                  <a:gd name="T1" fmla="*/ 0 h 129"/>
                  <a:gd name="T2" fmla="*/ 0 w 454"/>
                  <a:gd name="T3" fmla="*/ 129 h 129"/>
                  <a:gd name="T4" fmla="*/ 454 w 454"/>
                  <a:gd name="T5" fmla="*/ 129 h 129"/>
                  <a:gd name="T6" fmla="*/ 454 w 454"/>
                  <a:gd name="T7" fmla="*/ 0 h 129"/>
                  <a:gd name="T8" fmla="*/ 0 w 454"/>
                  <a:gd name="T9" fmla="*/ 0 h 129"/>
                  <a:gd name="T10" fmla="*/ 435 w 454"/>
                  <a:gd name="T11" fmla="*/ 110 h 129"/>
                  <a:gd name="T12" fmla="*/ 19 w 454"/>
                  <a:gd name="T13" fmla="*/ 110 h 129"/>
                  <a:gd name="T14" fmla="*/ 19 w 454"/>
                  <a:gd name="T15" fmla="*/ 19 h 129"/>
                  <a:gd name="T16" fmla="*/ 435 w 454"/>
                  <a:gd name="T17" fmla="*/ 19 h 129"/>
                  <a:gd name="T18" fmla="*/ 435 w 454"/>
                  <a:gd name="T19" fmla="*/ 110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54" h="129">
                    <a:moveTo>
                      <a:pt x="0" y="0"/>
                    </a:moveTo>
                    <a:lnTo>
                      <a:pt x="0" y="129"/>
                    </a:lnTo>
                    <a:lnTo>
                      <a:pt x="454" y="129"/>
                    </a:lnTo>
                    <a:lnTo>
                      <a:pt x="454" y="0"/>
                    </a:lnTo>
                    <a:lnTo>
                      <a:pt x="0" y="0"/>
                    </a:lnTo>
                    <a:close/>
                    <a:moveTo>
                      <a:pt x="435" y="110"/>
                    </a:moveTo>
                    <a:lnTo>
                      <a:pt x="19" y="110"/>
                    </a:lnTo>
                    <a:lnTo>
                      <a:pt x="19" y="19"/>
                    </a:lnTo>
                    <a:lnTo>
                      <a:pt x="435" y="19"/>
                    </a:lnTo>
                    <a:lnTo>
                      <a:pt x="435" y="11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5" name="Freeform 6">
                <a:extLst>
                  <a:ext uri="{FF2B5EF4-FFF2-40B4-BE49-F238E27FC236}">
                    <a16:creationId xmlns:a16="http://schemas.microsoft.com/office/drawing/2014/main" id="{D5AA6CFD-AFFB-DF42-AC6F-7EEF6FB74D7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612" y="2095"/>
                <a:ext cx="454" cy="129"/>
              </a:xfrm>
              <a:custGeom>
                <a:avLst/>
                <a:gdLst>
                  <a:gd name="T0" fmla="*/ 0 w 454"/>
                  <a:gd name="T1" fmla="*/ 129 h 129"/>
                  <a:gd name="T2" fmla="*/ 454 w 454"/>
                  <a:gd name="T3" fmla="*/ 129 h 129"/>
                  <a:gd name="T4" fmla="*/ 454 w 454"/>
                  <a:gd name="T5" fmla="*/ 0 h 129"/>
                  <a:gd name="T6" fmla="*/ 0 w 454"/>
                  <a:gd name="T7" fmla="*/ 0 h 129"/>
                  <a:gd name="T8" fmla="*/ 0 w 454"/>
                  <a:gd name="T9" fmla="*/ 129 h 129"/>
                  <a:gd name="T10" fmla="*/ 19 w 454"/>
                  <a:gd name="T11" fmla="*/ 19 h 129"/>
                  <a:gd name="T12" fmla="*/ 435 w 454"/>
                  <a:gd name="T13" fmla="*/ 19 h 129"/>
                  <a:gd name="T14" fmla="*/ 435 w 454"/>
                  <a:gd name="T15" fmla="*/ 110 h 129"/>
                  <a:gd name="T16" fmla="*/ 19 w 454"/>
                  <a:gd name="T17" fmla="*/ 110 h 129"/>
                  <a:gd name="T18" fmla="*/ 19 w 454"/>
                  <a:gd name="T19" fmla="*/ 19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54" h="129">
                    <a:moveTo>
                      <a:pt x="0" y="129"/>
                    </a:moveTo>
                    <a:lnTo>
                      <a:pt x="454" y="129"/>
                    </a:lnTo>
                    <a:lnTo>
                      <a:pt x="454" y="0"/>
                    </a:lnTo>
                    <a:lnTo>
                      <a:pt x="0" y="0"/>
                    </a:lnTo>
                    <a:lnTo>
                      <a:pt x="0" y="129"/>
                    </a:lnTo>
                    <a:close/>
                    <a:moveTo>
                      <a:pt x="19" y="19"/>
                    </a:moveTo>
                    <a:lnTo>
                      <a:pt x="435" y="19"/>
                    </a:lnTo>
                    <a:lnTo>
                      <a:pt x="435" y="110"/>
                    </a:lnTo>
                    <a:lnTo>
                      <a:pt x="19" y="110"/>
                    </a:lnTo>
                    <a:lnTo>
                      <a:pt x="19" y="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6" name="Freeform 7">
                <a:extLst>
                  <a:ext uri="{FF2B5EF4-FFF2-40B4-BE49-F238E27FC236}">
                    <a16:creationId xmlns:a16="http://schemas.microsoft.com/office/drawing/2014/main" id="{BD2660A5-B907-484A-B3DA-330696B7BD8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612" y="2257"/>
                <a:ext cx="454" cy="130"/>
              </a:xfrm>
              <a:custGeom>
                <a:avLst/>
                <a:gdLst>
                  <a:gd name="T0" fmla="*/ 0 w 454"/>
                  <a:gd name="T1" fmla="*/ 130 h 130"/>
                  <a:gd name="T2" fmla="*/ 454 w 454"/>
                  <a:gd name="T3" fmla="*/ 130 h 130"/>
                  <a:gd name="T4" fmla="*/ 454 w 454"/>
                  <a:gd name="T5" fmla="*/ 0 h 130"/>
                  <a:gd name="T6" fmla="*/ 0 w 454"/>
                  <a:gd name="T7" fmla="*/ 0 h 130"/>
                  <a:gd name="T8" fmla="*/ 0 w 454"/>
                  <a:gd name="T9" fmla="*/ 130 h 130"/>
                  <a:gd name="T10" fmla="*/ 19 w 454"/>
                  <a:gd name="T11" fmla="*/ 19 h 130"/>
                  <a:gd name="T12" fmla="*/ 435 w 454"/>
                  <a:gd name="T13" fmla="*/ 19 h 130"/>
                  <a:gd name="T14" fmla="*/ 435 w 454"/>
                  <a:gd name="T15" fmla="*/ 111 h 130"/>
                  <a:gd name="T16" fmla="*/ 19 w 454"/>
                  <a:gd name="T17" fmla="*/ 111 h 130"/>
                  <a:gd name="T18" fmla="*/ 19 w 454"/>
                  <a:gd name="T19" fmla="*/ 19 h 1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54" h="130">
                    <a:moveTo>
                      <a:pt x="0" y="130"/>
                    </a:moveTo>
                    <a:lnTo>
                      <a:pt x="454" y="130"/>
                    </a:lnTo>
                    <a:lnTo>
                      <a:pt x="454" y="0"/>
                    </a:lnTo>
                    <a:lnTo>
                      <a:pt x="0" y="0"/>
                    </a:lnTo>
                    <a:lnTo>
                      <a:pt x="0" y="130"/>
                    </a:lnTo>
                    <a:close/>
                    <a:moveTo>
                      <a:pt x="19" y="19"/>
                    </a:moveTo>
                    <a:lnTo>
                      <a:pt x="435" y="19"/>
                    </a:lnTo>
                    <a:lnTo>
                      <a:pt x="435" y="111"/>
                    </a:lnTo>
                    <a:lnTo>
                      <a:pt x="19" y="111"/>
                    </a:lnTo>
                    <a:lnTo>
                      <a:pt x="19" y="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7" name="Rectangle 8">
                <a:extLst>
                  <a:ext uri="{FF2B5EF4-FFF2-40B4-BE49-F238E27FC236}">
                    <a16:creationId xmlns:a16="http://schemas.microsoft.com/office/drawing/2014/main" id="{E87D58AD-77FF-D94E-A2DB-5525D2564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2" y="1963"/>
                <a:ext cx="19" cy="6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8" name="Rectangle 9">
                <a:extLst>
                  <a:ext uri="{FF2B5EF4-FFF2-40B4-BE49-F238E27FC236}">
                    <a16:creationId xmlns:a16="http://schemas.microsoft.com/office/drawing/2014/main" id="{484F2BC9-3691-7648-A585-6D1D7922F3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66" y="1963"/>
                <a:ext cx="19" cy="6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9" name="Rectangle 10">
                <a:extLst>
                  <a:ext uri="{FF2B5EF4-FFF2-40B4-BE49-F238E27FC236}">
                    <a16:creationId xmlns:a16="http://schemas.microsoft.com/office/drawing/2014/main" id="{A54476B9-1D20-E241-8FBD-740EC84F80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29" y="1963"/>
                <a:ext cx="19" cy="6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0" name="Rectangle 11">
                <a:extLst>
                  <a:ext uri="{FF2B5EF4-FFF2-40B4-BE49-F238E27FC236}">
                    <a16:creationId xmlns:a16="http://schemas.microsoft.com/office/drawing/2014/main" id="{C7F42324-D802-064D-90D0-DA80A92234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29" y="2127"/>
                <a:ext cx="19" cy="64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1" name="Rectangle 12">
                <a:extLst>
                  <a:ext uri="{FF2B5EF4-FFF2-40B4-BE49-F238E27FC236}">
                    <a16:creationId xmlns:a16="http://schemas.microsoft.com/office/drawing/2014/main" id="{883FF468-F0C1-2C45-8F99-63FF45BBA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92" y="1963"/>
                <a:ext cx="19" cy="6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2" name="Rectangle 13">
                <a:extLst>
                  <a:ext uri="{FF2B5EF4-FFF2-40B4-BE49-F238E27FC236}">
                    <a16:creationId xmlns:a16="http://schemas.microsoft.com/office/drawing/2014/main" id="{E3FC905F-B682-E34E-A48F-E1477B5B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92" y="2127"/>
                <a:ext cx="19" cy="64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3" name="Oval 14">
                <a:extLst>
                  <a:ext uri="{FF2B5EF4-FFF2-40B4-BE49-F238E27FC236}">
                    <a16:creationId xmlns:a16="http://schemas.microsoft.com/office/drawing/2014/main" id="{32EE2D41-3E85-774C-9341-8DEA6070BB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65" y="1972"/>
                <a:ext cx="44" cy="4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4" name="Rectangle 15">
                <a:extLst>
                  <a:ext uri="{FF2B5EF4-FFF2-40B4-BE49-F238E27FC236}">
                    <a16:creationId xmlns:a16="http://schemas.microsoft.com/office/drawing/2014/main" id="{B9C2F471-6397-3143-BD8A-24A3AB580B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2" y="2127"/>
                <a:ext cx="19" cy="64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5" name="Rectangle 16">
                <a:extLst>
                  <a:ext uri="{FF2B5EF4-FFF2-40B4-BE49-F238E27FC236}">
                    <a16:creationId xmlns:a16="http://schemas.microsoft.com/office/drawing/2014/main" id="{D07568EB-1D3C-244E-90C9-8335D4364C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66" y="2127"/>
                <a:ext cx="19" cy="64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6" name="Oval 17">
                <a:extLst>
                  <a:ext uri="{FF2B5EF4-FFF2-40B4-BE49-F238E27FC236}">
                    <a16:creationId xmlns:a16="http://schemas.microsoft.com/office/drawing/2014/main" id="{AA6AE1AB-47A1-BC4A-965E-F93C4B133B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65" y="2135"/>
                <a:ext cx="44" cy="44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7" name="Rectangle 18">
                <a:extLst>
                  <a:ext uri="{FF2B5EF4-FFF2-40B4-BE49-F238E27FC236}">
                    <a16:creationId xmlns:a16="http://schemas.microsoft.com/office/drawing/2014/main" id="{D28A6271-2750-F14B-B4E8-4F789C7CBA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2" y="2289"/>
                <a:ext cx="19" cy="66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8" name="Rectangle 19">
                <a:extLst>
                  <a:ext uri="{FF2B5EF4-FFF2-40B4-BE49-F238E27FC236}">
                    <a16:creationId xmlns:a16="http://schemas.microsoft.com/office/drawing/2014/main" id="{DAFED6AB-6C1E-EC4F-BF95-2360AD7FDD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66" y="2289"/>
                <a:ext cx="19" cy="66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9" name="Rectangle 20">
                <a:extLst>
                  <a:ext uri="{FF2B5EF4-FFF2-40B4-BE49-F238E27FC236}">
                    <a16:creationId xmlns:a16="http://schemas.microsoft.com/office/drawing/2014/main" id="{B2D4A615-F40B-2345-913C-E7E3E17771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29" y="2289"/>
                <a:ext cx="19" cy="66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50" name="Rectangle 21">
                <a:extLst>
                  <a:ext uri="{FF2B5EF4-FFF2-40B4-BE49-F238E27FC236}">
                    <a16:creationId xmlns:a16="http://schemas.microsoft.com/office/drawing/2014/main" id="{098E1E23-E045-DA47-A602-3894117FEF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92" y="2289"/>
                <a:ext cx="19" cy="66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51" name="Oval 22">
                <a:extLst>
                  <a:ext uri="{FF2B5EF4-FFF2-40B4-BE49-F238E27FC236}">
                    <a16:creationId xmlns:a16="http://schemas.microsoft.com/office/drawing/2014/main" id="{2BABEFFF-166D-A144-99F2-ED1E445DAE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65" y="2299"/>
                <a:ext cx="44" cy="4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77905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75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13DBE89F-4578-426E-81CC-E290671E1DD7}"/>
              </a:ext>
            </a:extLst>
          </p:cNvPr>
          <p:cNvSpPr/>
          <p:nvPr/>
        </p:nvSpPr>
        <p:spPr>
          <a:xfrm>
            <a:off x="640889" y="3203032"/>
            <a:ext cx="1615440" cy="1501541"/>
          </a:xfrm>
          <a:prstGeom prst="rect">
            <a:avLst/>
          </a:prstGeom>
          <a:solidFill>
            <a:srgbClr val="E2E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b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 dirty="0">
                <a:solidFill>
                  <a:schemeClr val="tx2">
                    <a:lumMod val="50000"/>
                  </a:schemeClr>
                </a:solidFill>
              </a:rPr>
              <a:t>Source Site</a:t>
            </a:r>
          </a:p>
        </p:txBody>
      </p:sp>
      <p:sp>
        <p:nvSpPr>
          <p:cNvPr id="10" name="Title 4">
            <a:extLst>
              <a:ext uri="{FF2B5EF4-FFF2-40B4-BE49-F238E27FC236}">
                <a16:creationId xmlns:a16="http://schemas.microsoft.com/office/drawing/2014/main" id="{F4CD8F40-1082-4982-B31A-2882AE00E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</p:spPr>
        <p:txBody>
          <a:bodyPr/>
          <a:lstStyle/>
          <a:p>
            <a:r>
              <a:rPr lang="en-US" dirty="0"/>
              <a:t>Drawing Technical diagrams</a:t>
            </a:r>
          </a:p>
        </p:txBody>
      </p:sp>
      <p:sp>
        <p:nvSpPr>
          <p:cNvPr id="11" name="Subtitle 1">
            <a:extLst>
              <a:ext uri="{FF2B5EF4-FFF2-40B4-BE49-F238E27FC236}">
                <a16:creationId xmlns:a16="http://schemas.microsoft.com/office/drawing/2014/main" id="{D48730DF-B310-4628-A463-9BFF396D152E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592866" y="811830"/>
            <a:ext cx="10962687" cy="247743"/>
          </a:xfrm>
        </p:spPr>
        <p:txBody>
          <a:bodyPr/>
          <a:lstStyle/>
          <a:p>
            <a:r>
              <a:rPr lang="en-US" dirty="0"/>
              <a:t>How to apply arrow and box style to custom shapes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0E7C681-6F7F-4D80-9449-12630B4EDC64}"/>
              </a:ext>
            </a:extLst>
          </p:cNvPr>
          <p:cNvSpPr/>
          <p:nvPr/>
        </p:nvSpPr>
        <p:spPr>
          <a:xfrm>
            <a:off x="427261" y="1267148"/>
            <a:ext cx="6249764" cy="461665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marL="344487" lvl="1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Select the box or the arrow style you want to apply and double click the  Format painter icon                             and the click the custom shape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605DEF0-E5F0-4A20-94F4-145027D9B5A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194" t="15473" r="3718" b="17094"/>
          <a:stretch/>
        </p:blipFill>
        <p:spPr>
          <a:xfrm>
            <a:off x="1720040" y="1512831"/>
            <a:ext cx="1015105" cy="173398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BD280F42-3A4F-437E-A756-008E4E6CDBFC}"/>
              </a:ext>
            </a:extLst>
          </p:cNvPr>
          <p:cNvSpPr>
            <a:spLocks noChangeAspect="1"/>
          </p:cNvSpPr>
          <p:nvPr/>
        </p:nvSpPr>
        <p:spPr bwMode="gray">
          <a:xfrm>
            <a:off x="1254390" y="2062474"/>
            <a:ext cx="457200" cy="457200"/>
          </a:xfrm>
          <a:prstGeom prst="rect">
            <a:avLst/>
          </a:prstGeom>
          <a:solidFill>
            <a:srgbClr val="E2E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b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 dirty="0">
                <a:solidFill>
                  <a:schemeClr val="tx2">
                    <a:lumMod val="50000"/>
                  </a:schemeClr>
                </a:solidFill>
              </a:rPr>
              <a:t>12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9750B12-3B4E-4667-9758-04B3B548F871}"/>
              </a:ext>
            </a:extLst>
          </p:cNvPr>
          <p:cNvSpPr>
            <a:spLocks noChangeAspect="1"/>
          </p:cNvSpPr>
          <p:nvPr/>
        </p:nvSpPr>
        <p:spPr bwMode="gray">
          <a:xfrm>
            <a:off x="625089" y="2073016"/>
            <a:ext cx="474292" cy="474292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 dirty="0">
                <a:solidFill>
                  <a:schemeClr val="lt1"/>
                </a:solidFill>
              </a:rPr>
              <a:t>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A9377C4-20C4-4281-A81B-69A2454C9038}"/>
              </a:ext>
            </a:extLst>
          </p:cNvPr>
          <p:cNvSpPr/>
          <p:nvPr/>
        </p:nvSpPr>
        <p:spPr>
          <a:xfrm>
            <a:off x="818155" y="3331884"/>
            <a:ext cx="1260909" cy="4572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 dirty="0"/>
              <a:t>Source Site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70534B1-3233-45FE-86F0-2484C66B1B35}"/>
              </a:ext>
            </a:extLst>
          </p:cNvPr>
          <p:cNvSpPr/>
          <p:nvPr/>
        </p:nvSpPr>
        <p:spPr>
          <a:xfrm>
            <a:off x="818155" y="3836120"/>
            <a:ext cx="1260909" cy="4572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 dirty="0"/>
              <a:t>Source Site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DF8019E-F924-4416-865F-BCA3BCEDDD92}"/>
              </a:ext>
            </a:extLst>
          </p:cNvPr>
          <p:cNvCxnSpPr>
            <a:cxnSpLocks/>
          </p:cNvCxnSpPr>
          <p:nvPr/>
        </p:nvCxnSpPr>
        <p:spPr bwMode="gray">
          <a:xfrm>
            <a:off x="1979613" y="2290414"/>
            <a:ext cx="449668" cy="0"/>
          </a:xfrm>
          <a:prstGeom prst="line">
            <a:avLst/>
          </a:prstGeom>
          <a:ln w="25400">
            <a:solidFill>
              <a:srgbClr val="3F3F3F"/>
            </a:solidFill>
            <a:miter lim="800000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87BB4EB1-86ED-4161-A406-5E74B1414644}"/>
              </a:ext>
            </a:extLst>
          </p:cNvPr>
          <p:cNvSpPr/>
          <p:nvPr/>
        </p:nvSpPr>
        <p:spPr>
          <a:xfrm>
            <a:off x="2877961" y="3331884"/>
            <a:ext cx="1260909" cy="4572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 dirty="0"/>
              <a:t>Source Site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F2E9A4E-1A81-498E-9F98-58C2408F9727}"/>
              </a:ext>
            </a:extLst>
          </p:cNvPr>
          <p:cNvCxnSpPr>
            <a:stCxn id="40" idx="1"/>
          </p:cNvCxnSpPr>
          <p:nvPr/>
        </p:nvCxnSpPr>
        <p:spPr bwMode="gray">
          <a:xfrm flipH="1">
            <a:off x="2256329" y="3560484"/>
            <a:ext cx="621632" cy="10489"/>
          </a:xfrm>
          <a:prstGeom prst="line">
            <a:avLst/>
          </a:prstGeom>
          <a:ln w="25400">
            <a:solidFill>
              <a:srgbClr val="3F3F3F"/>
            </a:solidFill>
            <a:miter lim="800000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Picture 41">
            <a:extLst>
              <a:ext uri="{FF2B5EF4-FFF2-40B4-BE49-F238E27FC236}">
                <a16:creationId xmlns:a16="http://schemas.microsoft.com/office/drawing/2014/main" id="{43206D2E-C1A5-4A40-ACEA-747E0BAA30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2139" y="1790163"/>
            <a:ext cx="6128025" cy="4215898"/>
          </a:xfrm>
          <a:prstGeom prst="rect">
            <a:avLst/>
          </a:prstGeom>
        </p:spPr>
      </p:pic>
      <p:sp>
        <p:nvSpPr>
          <p:cNvPr id="43" name="Arrow: Pentagon 42">
            <a:extLst>
              <a:ext uri="{FF2B5EF4-FFF2-40B4-BE49-F238E27FC236}">
                <a16:creationId xmlns:a16="http://schemas.microsoft.com/office/drawing/2014/main" id="{39745CEB-D31A-42E0-AFA4-BEC7E884D1D1}"/>
              </a:ext>
            </a:extLst>
          </p:cNvPr>
          <p:cNvSpPr/>
          <p:nvPr/>
        </p:nvSpPr>
        <p:spPr bwMode="gray">
          <a:xfrm>
            <a:off x="4389440" y="4793174"/>
            <a:ext cx="1601786" cy="455509"/>
          </a:xfrm>
          <a:prstGeom prst="homePlat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73152" rIns="182880" bIns="73152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dirty="0"/>
              <a:t>Run the ppt to </a:t>
            </a:r>
            <a:br>
              <a:rPr lang="en-US" sz="1000" dirty="0"/>
            </a:br>
            <a:r>
              <a:rPr lang="en-US" sz="1000" dirty="0"/>
              <a:t>see this animation</a:t>
            </a:r>
          </a:p>
        </p:txBody>
      </p:sp>
    </p:spTree>
    <p:extLst>
      <p:ext uri="{BB962C8B-B14F-4D97-AF65-F5344CB8AC3E}">
        <p14:creationId xmlns:p14="http://schemas.microsoft.com/office/powerpoint/2010/main" val="3060075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CEE459BE-45D8-4B61-B1A5-88ACA0A9D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Diagram</a:t>
            </a:r>
          </a:p>
        </p:txBody>
      </p:sp>
      <p:sp>
        <p:nvSpPr>
          <p:cNvPr id="24" name="Subtitle 23">
            <a:extLst>
              <a:ext uri="{FF2B5EF4-FFF2-40B4-BE49-F238E27FC236}">
                <a16:creationId xmlns:a16="http://schemas.microsoft.com/office/drawing/2014/main" id="{44712E12-1AA7-450A-B7F5-E4B22404CFD4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r>
              <a:rPr lang="en-US" dirty="0"/>
              <a:t>Technical diagrams</a:t>
            </a:r>
          </a:p>
        </p:txBody>
      </p:sp>
      <p:sp>
        <p:nvSpPr>
          <p:cNvPr id="39" name="Rectangle 5">
            <a:extLst>
              <a:ext uri="{FF2B5EF4-FFF2-40B4-BE49-F238E27FC236}">
                <a16:creationId xmlns:a16="http://schemas.microsoft.com/office/drawing/2014/main" id="{C89D8FA6-9C32-3F4E-B52E-45659E0C5B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2225" y="1542361"/>
            <a:ext cx="2462526" cy="971352"/>
          </a:xfrm>
          <a:prstGeom prst="rect">
            <a:avLst/>
          </a:prstGeom>
          <a:solidFill>
            <a:srgbClr val="6DB33F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Source site</a:t>
            </a:r>
          </a:p>
        </p:txBody>
      </p:sp>
      <p:sp>
        <p:nvSpPr>
          <p:cNvPr id="40" name="Rectangle 9">
            <a:extLst>
              <a:ext uri="{FF2B5EF4-FFF2-40B4-BE49-F238E27FC236}">
                <a16:creationId xmlns:a16="http://schemas.microsoft.com/office/drawing/2014/main" id="{64D48820-1E57-8542-9E8B-43C591126A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9104" y="3399810"/>
            <a:ext cx="2468770" cy="971352"/>
          </a:xfrm>
          <a:prstGeom prst="rect">
            <a:avLst/>
          </a:prstGeom>
          <a:solidFill>
            <a:srgbClr val="0095D3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VR Appliance</a:t>
            </a:r>
          </a:p>
        </p:txBody>
      </p:sp>
      <p:sp>
        <p:nvSpPr>
          <p:cNvPr id="41" name="Rectangle 10">
            <a:extLst>
              <a:ext uri="{FF2B5EF4-FFF2-40B4-BE49-F238E27FC236}">
                <a16:creationId xmlns:a16="http://schemas.microsoft.com/office/drawing/2014/main" id="{E0ED4249-0BFF-6A4B-907A-8A43C8FCD1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2473" y="1542361"/>
            <a:ext cx="2462526" cy="971352"/>
          </a:xfrm>
          <a:prstGeom prst="rect">
            <a:avLst/>
          </a:prstGeom>
          <a:solidFill>
            <a:srgbClr val="6DB33F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Target site</a:t>
            </a:r>
          </a:p>
        </p:txBody>
      </p:sp>
      <p:sp>
        <p:nvSpPr>
          <p:cNvPr id="42" name="Rectangle 27">
            <a:extLst>
              <a:ext uri="{FF2B5EF4-FFF2-40B4-BE49-F238E27FC236}">
                <a16:creationId xmlns:a16="http://schemas.microsoft.com/office/drawing/2014/main" id="{0CDE2F8A-368F-0F41-BBA6-94A8F2CC5F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44416" y="5069978"/>
            <a:ext cx="122991" cy="122991"/>
          </a:xfrm>
          <a:prstGeom prst="rect">
            <a:avLst/>
          </a:pr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" name="Rectangle 28">
            <a:extLst>
              <a:ext uri="{FF2B5EF4-FFF2-40B4-BE49-F238E27FC236}">
                <a16:creationId xmlns:a16="http://schemas.microsoft.com/office/drawing/2014/main" id="{1483F3E2-CAEE-7B46-A3D0-3C574B4356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5360" y="5069978"/>
            <a:ext cx="122991" cy="122991"/>
          </a:xfrm>
          <a:prstGeom prst="rect">
            <a:avLst/>
          </a:pr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4" name="Rectangle 29">
            <a:extLst>
              <a:ext uri="{FF2B5EF4-FFF2-40B4-BE49-F238E27FC236}">
                <a16:creationId xmlns:a16="http://schemas.microsoft.com/office/drawing/2014/main" id="{6F18E67A-2AFE-2441-909C-98104C49A2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47702" y="5069978"/>
            <a:ext cx="121593" cy="122991"/>
          </a:xfrm>
          <a:prstGeom prst="rect">
            <a:avLst/>
          </a:pr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" name="Rectangle 9">
            <a:extLst>
              <a:ext uri="{FF2B5EF4-FFF2-40B4-BE49-F238E27FC236}">
                <a16:creationId xmlns:a16="http://schemas.microsoft.com/office/drawing/2014/main" id="{4B2B4717-4EE4-4248-86C4-DD42033E1F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9352" y="3399810"/>
            <a:ext cx="2468770" cy="971352"/>
          </a:xfrm>
          <a:prstGeom prst="rect">
            <a:avLst/>
          </a:prstGeom>
          <a:solidFill>
            <a:srgbClr val="0095D3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VR Appliance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B045C97-42D4-844A-A3E2-76501199A676}"/>
              </a:ext>
            </a:extLst>
          </p:cNvPr>
          <p:cNvSpPr/>
          <p:nvPr/>
        </p:nvSpPr>
        <p:spPr>
          <a:xfrm>
            <a:off x="4436950" y="3191140"/>
            <a:ext cx="1771733" cy="482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100" dirty="0">
                <a:solidFill>
                  <a:srgbClr val="519FD4"/>
                </a:solidFill>
              </a:rPr>
              <a:t>Replication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B329A17-B438-764E-9CBB-ED7B82501BFB}"/>
              </a:ext>
            </a:extLst>
          </p:cNvPr>
          <p:cNvSpPr txBox="1"/>
          <p:nvPr/>
        </p:nvSpPr>
        <p:spPr>
          <a:xfrm>
            <a:off x="7277647" y="5520345"/>
            <a:ext cx="311857" cy="340627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200" dirty="0">
                <a:solidFill>
                  <a:schemeClr val="tx2"/>
                </a:solidFill>
              </a:rPr>
              <a:t>t0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8846AE5-00A5-694A-B626-7FE0AD960146}"/>
              </a:ext>
            </a:extLst>
          </p:cNvPr>
          <p:cNvSpPr txBox="1"/>
          <p:nvPr/>
        </p:nvSpPr>
        <p:spPr>
          <a:xfrm>
            <a:off x="8974572" y="5520345"/>
            <a:ext cx="311857" cy="340627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200" dirty="0">
                <a:solidFill>
                  <a:schemeClr val="tx2"/>
                </a:solidFill>
              </a:rPr>
              <a:t>t1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1611569-16A3-EB40-8FEE-75D18A867226}"/>
              </a:ext>
            </a:extLst>
          </p:cNvPr>
          <p:cNvSpPr txBox="1"/>
          <p:nvPr/>
        </p:nvSpPr>
        <p:spPr>
          <a:xfrm>
            <a:off x="9979567" y="5520345"/>
            <a:ext cx="311857" cy="340627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200" dirty="0">
                <a:solidFill>
                  <a:schemeClr val="tx2"/>
                </a:solidFill>
              </a:rPr>
              <a:t>t2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01B924E-33AA-8643-84BC-75D80FCE3CA7}"/>
              </a:ext>
            </a:extLst>
          </p:cNvPr>
          <p:cNvSpPr txBox="1"/>
          <p:nvPr/>
        </p:nvSpPr>
        <p:spPr>
          <a:xfrm>
            <a:off x="10843122" y="5520345"/>
            <a:ext cx="311857" cy="340627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200" dirty="0">
                <a:solidFill>
                  <a:schemeClr val="tx2"/>
                </a:solidFill>
              </a:rPr>
              <a:t>t3</a:t>
            </a: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7B142FEB-432E-5C41-A9B6-3BC805F693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7878" y="4788868"/>
            <a:ext cx="562221" cy="562221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A9AA2945-B4CE-BA42-85AB-56511C13AC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2464" y="4788868"/>
            <a:ext cx="562221" cy="562221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A03FC7C3-A82D-B248-A9CF-A486BEC5CD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9389" y="4788868"/>
            <a:ext cx="562221" cy="562221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914F37F3-BA61-0746-86A4-F2BCEA33C3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4385" y="4788868"/>
            <a:ext cx="562221" cy="562221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87C35FA1-C273-9746-B676-7E58926C86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7939" y="4788868"/>
            <a:ext cx="562221" cy="562221"/>
          </a:xfrm>
          <a:prstGeom prst="rect">
            <a:avLst/>
          </a:prstGeom>
        </p:spPr>
      </p:pic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38BA47B5-73BD-364D-BFF0-4A9D5A01D7D1}"/>
              </a:ext>
            </a:extLst>
          </p:cNvPr>
          <p:cNvCxnSpPr>
            <a:cxnSpLocks/>
          </p:cNvCxnSpPr>
          <p:nvPr/>
        </p:nvCxnSpPr>
        <p:spPr bwMode="gray">
          <a:xfrm>
            <a:off x="2572198" y="2505511"/>
            <a:ext cx="22583" cy="894300"/>
          </a:xfrm>
          <a:prstGeom prst="line">
            <a:avLst/>
          </a:prstGeom>
          <a:ln w="25400">
            <a:solidFill>
              <a:srgbClr val="3F3F3F"/>
            </a:solidFill>
            <a:miter lim="800000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C24EF437-4698-FD4B-B81E-406943C3AFB0}"/>
              </a:ext>
            </a:extLst>
          </p:cNvPr>
          <p:cNvCxnSpPr>
            <a:cxnSpLocks/>
            <a:stCxn id="41" idx="2"/>
            <a:endCxn id="45" idx="0"/>
          </p:cNvCxnSpPr>
          <p:nvPr/>
        </p:nvCxnSpPr>
        <p:spPr bwMode="gray">
          <a:xfrm>
            <a:off x="8143736" y="2513713"/>
            <a:ext cx="2" cy="886097"/>
          </a:xfrm>
          <a:prstGeom prst="line">
            <a:avLst/>
          </a:prstGeom>
          <a:ln w="25400">
            <a:solidFill>
              <a:srgbClr val="3F3F3F"/>
            </a:solidFill>
            <a:miter lim="800000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F2463E4B-48FA-0641-8697-4C96E35C9992}"/>
              </a:ext>
            </a:extLst>
          </p:cNvPr>
          <p:cNvCxnSpPr>
            <a:cxnSpLocks/>
            <a:endCxn id="45" idx="1"/>
          </p:cNvCxnSpPr>
          <p:nvPr/>
        </p:nvCxnSpPr>
        <p:spPr bwMode="gray">
          <a:xfrm flipV="1">
            <a:off x="3815757" y="3885488"/>
            <a:ext cx="3093595" cy="11521"/>
          </a:xfrm>
          <a:prstGeom prst="line">
            <a:avLst/>
          </a:prstGeom>
          <a:ln w="25400">
            <a:solidFill>
              <a:srgbClr val="3F3F3F"/>
            </a:solidFill>
            <a:miter lim="800000"/>
            <a:headEnd type="non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756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CEE459BE-45D8-4B61-B1A5-88ACA0A9D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809" y="412751"/>
            <a:ext cx="4800713" cy="381000"/>
          </a:xfrm>
        </p:spPr>
        <p:txBody>
          <a:bodyPr/>
          <a:lstStyle/>
          <a:p>
            <a:r>
              <a:rPr lang="en-US" dirty="0"/>
              <a:t>Diagram sample</a:t>
            </a:r>
          </a:p>
        </p:txBody>
      </p:sp>
      <p:sp>
        <p:nvSpPr>
          <p:cNvPr id="24" name="Subtitle 23">
            <a:extLst>
              <a:ext uri="{FF2B5EF4-FFF2-40B4-BE49-F238E27FC236}">
                <a16:creationId xmlns:a16="http://schemas.microsoft.com/office/drawing/2014/main" id="{44712E12-1AA7-450A-B7F5-E4B22404CFD4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592867" y="811830"/>
            <a:ext cx="1428438" cy="247743"/>
          </a:xfrm>
        </p:spPr>
        <p:txBody>
          <a:bodyPr/>
          <a:lstStyle/>
          <a:p>
            <a:r>
              <a:rPr lang="en-US" dirty="0"/>
              <a:t>Flow chart</a:t>
            </a:r>
          </a:p>
        </p:txBody>
      </p:sp>
      <p:sp>
        <p:nvSpPr>
          <p:cNvPr id="339" name="Rectangle 5">
            <a:extLst>
              <a:ext uri="{FF2B5EF4-FFF2-40B4-BE49-F238E27FC236}">
                <a16:creationId xmlns:a16="http://schemas.microsoft.com/office/drawing/2014/main" id="{22EC4C01-D1DC-441B-A98E-9B52962DCE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9068" y="1409731"/>
            <a:ext cx="2239818" cy="615950"/>
          </a:xfrm>
          <a:prstGeom prst="rect">
            <a:avLst/>
          </a:prstGeom>
          <a:solidFill>
            <a:srgbClr val="259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 dirty="0">
                <a:solidFill>
                  <a:schemeClr val="lt1"/>
                </a:solidFill>
              </a:rPr>
              <a:t>Create an upgrade spec for</a:t>
            </a:r>
          </a:p>
          <a:p>
            <a:pPr algn="ctr"/>
            <a:r>
              <a:rPr lang="en-US" sz="1000" dirty="0" err="1"/>
              <a:t>vCenter</a:t>
            </a:r>
            <a:r>
              <a:rPr lang="en-US" sz="1000" dirty="0"/>
              <a:t> Server Appliance</a:t>
            </a:r>
            <a:endParaRPr lang="en-US" sz="1000" dirty="0">
              <a:solidFill>
                <a:schemeClr val="lt1"/>
              </a:solidFill>
            </a:endParaRPr>
          </a:p>
        </p:txBody>
      </p:sp>
      <p:sp>
        <p:nvSpPr>
          <p:cNvPr id="340" name="Freeform 6">
            <a:extLst>
              <a:ext uri="{FF2B5EF4-FFF2-40B4-BE49-F238E27FC236}">
                <a16:creationId xmlns:a16="http://schemas.microsoft.com/office/drawing/2014/main" id="{8A24B3BE-E71A-4622-92D0-FB85D7C37ADC}"/>
              </a:ext>
            </a:extLst>
          </p:cNvPr>
          <p:cNvSpPr>
            <a:spLocks/>
          </p:cNvSpPr>
          <p:nvPr/>
        </p:nvSpPr>
        <p:spPr bwMode="auto">
          <a:xfrm>
            <a:off x="4959068" y="709643"/>
            <a:ext cx="2239818" cy="307975"/>
          </a:xfrm>
          <a:custGeom>
            <a:avLst/>
            <a:gdLst>
              <a:gd name="T0" fmla="*/ 211 w 3368"/>
              <a:gd name="T1" fmla="*/ 422 h 422"/>
              <a:gd name="T2" fmla="*/ 3157 w 3368"/>
              <a:gd name="T3" fmla="*/ 422 h 422"/>
              <a:gd name="T4" fmla="*/ 3368 w 3368"/>
              <a:gd name="T5" fmla="*/ 211 h 422"/>
              <a:gd name="T6" fmla="*/ 3368 w 3368"/>
              <a:gd name="T7" fmla="*/ 211 h 422"/>
              <a:gd name="T8" fmla="*/ 3157 w 3368"/>
              <a:gd name="T9" fmla="*/ 0 h 422"/>
              <a:gd name="T10" fmla="*/ 211 w 3368"/>
              <a:gd name="T11" fmla="*/ 0 h 422"/>
              <a:gd name="T12" fmla="*/ 0 w 3368"/>
              <a:gd name="T13" fmla="*/ 211 h 422"/>
              <a:gd name="T14" fmla="*/ 0 w 3368"/>
              <a:gd name="T15" fmla="*/ 211 h 422"/>
              <a:gd name="T16" fmla="*/ 211 w 3368"/>
              <a:gd name="T17" fmla="*/ 422 h 4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368" h="422">
                <a:moveTo>
                  <a:pt x="211" y="422"/>
                </a:moveTo>
                <a:lnTo>
                  <a:pt x="3157" y="422"/>
                </a:lnTo>
                <a:cubicBezTo>
                  <a:pt x="3274" y="422"/>
                  <a:pt x="3368" y="328"/>
                  <a:pt x="3368" y="211"/>
                </a:cubicBezTo>
                <a:lnTo>
                  <a:pt x="3368" y="211"/>
                </a:lnTo>
                <a:cubicBezTo>
                  <a:pt x="3368" y="94"/>
                  <a:pt x="3274" y="0"/>
                  <a:pt x="3157" y="0"/>
                </a:cubicBezTo>
                <a:lnTo>
                  <a:pt x="211" y="0"/>
                </a:lnTo>
                <a:cubicBezTo>
                  <a:pt x="94" y="0"/>
                  <a:pt x="0" y="94"/>
                  <a:pt x="0" y="211"/>
                </a:cubicBezTo>
                <a:lnTo>
                  <a:pt x="0" y="211"/>
                </a:lnTo>
                <a:cubicBezTo>
                  <a:pt x="0" y="328"/>
                  <a:pt x="94" y="422"/>
                  <a:pt x="211" y="422"/>
                </a:cubicBezTo>
                <a:close/>
              </a:path>
            </a:pathLst>
          </a:custGeom>
          <a:solidFill>
            <a:srgbClr val="2221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 dirty="0">
                <a:solidFill>
                  <a:schemeClr val="lt1"/>
                </a:solidFill>
              </a:rPr>
              <a:t>Start</a:t>
            </a:r>
          </a:p>
        </p:txBody>
      </p:sp>
      <p:sp>
        <p:nvSpPr>
          <p:cNvPr id="341" name="Freeform 7">
            <a:extLst>
              <a:ext uri="{FF2B5EF4-FFF2-40B4-BE49-F238E27FC236}">
                <a16:creationId xmlns:a16="http://schemas.microsoft.com/office/drawing/2014/main" id="{84368248-75AE-4EBB-8640-6B69702720A6}"/>
              </a:ext>
            </a:extLst>
          </p:cNvPr>
          <p:cNvSpPr>
            <a:spLocks/>
          </p:cNvSpPr>
          <p:nvPr/>
        </p:nvSpPr>
        <p:spPr bwMode="auto">
          <a:xfrm>
            <a:off x="4959068" y="5789643"/>
            <a:ext cx="2239818" cy="307975"/>
          </a:xfrm>
          <a:custGeom>
            <a:avLst/>
            <a:gdLst>
              <a:gd name="T0" fmla="*/ 211 w 3368"/>
              <a:gd name="T1" fmla="*/ 422 h 422"/>
              <a:gd name="T2" fmla="*/ 3157 w 3368"/>
              <a:gd name="T3" fmla="*/ 422 h 422"/>
              <a:gd name="T4" fmla="*/ 3368 w 3368"/>
              <a:gd name="T5" fmla="*/ 211 h 422"/>
              <a:gd name="T6" fmla="*/ 3368 w 3368"/>
              <a:gd name="T7" fmla="*/ 211 h 422"/>
              <a:gd name="T8" fmla="*/ 3157 w 3368"/>
              <a:gd name="T9" fmla="*/ 0 h 422"/>
              <a:gd name="T10" fmla="*/ 211 w 3368"/>
              <a:gd name="T11" fmla="*/ 0 h 422"/>
              <a:gd name="T12" fmla="*/ 0 w 3368"/>
              <a:gd name="T13" fmla="*/ 211 h 422"/>
              <a:gd name="T14" fmla="*/ 0 w 3368"/>
              <a:gd name="T15" fmla="*/ 211 h 422"/>
              <a:gd name="T16" fmla="*/ 211 w 3368"/>
              <a:gd name="T17" fmla="*/ 422 h 4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368" h="422">
                <a:moveTo>
                  <a:pt x="211" y="422"/>
                </a:moveTo>
                <a:lnTo>
                  <a:pt x="3157" y="422"/>
                </a:lnTo>
                <a:cubicBezTo>
                  <a:pt x="3274" y="422"/>
                  <a:pt x="3368" y="328"/>
                  <a:pt x="3368" y="211"/>
                </a:cubicBezTo>
                <a:lnTo>
                  <a:pt x="3368" y="211"/>
                </a:lnTo>
                <a:cubicBezTo>
                  <a:pt x="3368" y="95"/>
                  <a:pt x="3274" y="0"/>
                  <a:pt x="3157" y="0"/>
                </a:cubicBezTo>
                <a:lnTo>
                  <a:pt x="211" y="0"/>
                </a:lnTo>
                <a:cubicBezTo>
                  <a:pt x="94" y="0"/>
                  <a:pt x="0" y="95"/>
                  <a:pt x="0" y="211"/>
                </a:cubicBezTo>
                <a:lnTo>
                  <a:pt x="0" y="211"/>
                </a:lnTo>
                <a:cubicBezTo>
                  <a:pt x="0" y="328"/>
                  <a:pt x="94" y="422"/>
                  <a:pt x="211" y="422"/>
                </a:cubicBezTo>
                <a:close/>
              </a:path>
            </a:pathLst>
          </a:custGeom>
          <a:solidFill>
            <a:srgbClr val="212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 dirty="0"/>
              <a:t>End</a:t>
            </a:r>
            <a:endParaRPr lang="en-US" sz="1000" dirty="0">
              <a:solidFill>
                <a:schemeClr val="lt1"/>
              </a:solidFill>
            </a:endParaRPr>
          </a:p>
        </p:txBody>
      </p:sp>
      <p:sp>
        <p:nvSpPr>
          <p:cNvPr id="342" name="Rectangle 8">
            <a:extLst>
              <a:ext uri="{FF2B5EF4-FFF2-40B4-BE49-F238E27FC236}">
                <a16:creationId xmlns:a16="http://schemas.microsoft.com/office/drawing/2014/main" id="{A842C5C9-A9F3-4C1F-8D93-04AA8C0E0B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9068" y="2417793"/>
            <a:ext cx="2239818" cy="615950"/>
          </a:xfrm>
          <a:prstGeom prst="rect">
            <a:avLst/>
          </a:prstGeom>
          <a:solidFill>
            <a:srgbClr val="259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 dirty="0">
                <a:solidFill>
                  <a:schemeClr val="lt1"/>
                </a:solidFill>
              </a:rPr>
              <a:t>Create a history migration spec</a:t>
            </a:r>
          </a:p>
        </p:txBody>
      </p:sp>
      <p:sp>
        <p:nvSpPr>
          <p:cNvPr id="343" name="Rectangle 9">
            <a:extLst>
              <a:ext uri="{FF2B5EF4-FFF2-40B4-BE49-F238E27FC236}">
                <a16:creationId xmlns:a16="http://schemas.microsoft.com/office/drawing/2014/main" id="{988E87E2-2C17-4E73-B040-E1377FA551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9068" y="3425856"/>
            <a:ext cx="2239818" cy="822325"/>
          </a:xfrm>
          <a:prstGeom prst="rect">
            <a:avLst/>
          </a:prstGeom>
          <a:solidFill>
            <a:srgbClr val="259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 dirty="0">
                <a:solidFill>
                  <a:schemeClr val="lt1"/>
                </a:solidFill>
              </a:rPr>
              <a:t>Run the </a:t>
            </a:r>
            <a:r>
              <a:rPr lang="en-US" sz="1000" dirty="0" err="1">
                <a:solidFill>
                  <a:schemeClr val="lt1"/>
                </a:solidFill>
              </a:rPr>
              <a:t>vCenter</a:t>
            </a:r>
            <a:r>
              <a:rPr lang="en-US" sz="1000" dirty="0">
                <a:solidFill>
                  <a:schemeClr val="lt1"/>
                </a:solidFill>
              </a:rPr>
              <a:t> server upgrade</a:t>
            </a:r>
          </a:p>
          <a:p>
            <a:pPr algn="ctr"/>
            <a:r>
              <a:rPr lang="en-US" sz="1000" dirty="0"/>
              <a:t>By using the API and check</a:t>
            </a:r>
          </a:p>
          <a:p>
            <a:pPr algn="ctr"/>
            <a:r>
              <a:rPr lang="en-US" sz="1000" dirty="0">
                <a:solidFill>
                  <a:schemeClr val="lt1"/>
                </a:solidFill>
              </a:rPr>
              <a:t>Whether the upgrade is</a:t>
            </a:r>
          </a:p>
          <a:p>
            <a:pPr algn="ctr"/>
            <a:r>
              <a:rPr lang="en-US" sz="1000" dirty="0"/>
              <a:t>successful</a:t>
            </a:r>
            <a:endParaRPr lang="en-US" sz="1000" dirty="0">
              <a:solidFill>
                <a:schemeClr val="lt1"/>
              </a:solidFill>
            </a:endParaRPr>
          </a:p>
        </p:txBody>
      </p:sp>
      <p:sp>
        <p:nvSpPr>
          <p:cNvPr id="344" name="Rectangle 10">
            <a:extLst>
              <a:ext uri="{FF2B5EF4-FFF2-40B4-BE49-F238E27FC236}">
                <a16:creationId xmlns:a16="http://schemas.microsoft.com/office/drawing/2014/main" id="{F62CEAA3-2510-48AA-B4C6-5ED098CF4A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9068" y="4640293"/>
            <a:ext cx="2239818" cy="757238"/>
          </a:xfrm>
          <a:prstGeom prst="rect">
            <a:avLst/>
          </a:prstGeom>
          <a:solidFill>
            <a:srgbClr val="259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 dirty="0">
                <a:solidFill>
                  <a:schemeClr val="lt1"/>
                </a:solidFill>
              </a:rPr>
              <a:t>Paus the historical data import</a:t>
            </a:r>
          </a:p>
          <a:p>
            <a:pPr algn="ctr"/>
            <a:r>
              <a:rPr lang="en-US" sz="1000" dirty="0"/>
              <a:t>Or get the data import status</a:t>
            </a:r>
            <a:endParaRPr lang="en-US" sz="1000" dirty="0">
              <a:solidFill>
                <a:schemeClr val="lt1"/>
              </a:solidFill>
            </a:endParaRPr>
          </a:p>
        </p:txBody>
      </p:sp>
      <p:sp>
        <p:nvSpPr>
          <p:cNvPr id="548" name="Line 11">
            <a:extLst>
              <a:ext uri="{FF2B5EF4-FFF2-40B4-BE49-F238E27FC236}">
                <a16:creationId xmlns:a16="http://schemas.microsoft.com/office/drawing/2014/main" id="{2E391DF7-A0B4-45DF-9192-8D0DF5E7A54A}"/>
              </a:ext>
            </a:extLst>
          </p:cNvPr>
          <p:cNvSpPr>
            <a:spLocks noChangeShapeType="1"/>
          </p:cNvSpPr>
          <p:nvPr/>
        </p:nvSpPr>
        <p:spPr bwMode="auto">
          <a:xfrm>
            <a:off x="6078977" y="1017617"/>
            <a:ext cx="0" cy="392113"/>
          </a:xfrm>
          <a:prstGeom prst="line">
            <a:avLst/>
          </a:prstGeom>
          <a:ln w="19050">
            <a:solidFill>
              <a:srgbClr val="0095D3"/>
            </a:solidFill>
            <a:miter lim="800000"/>
            <a:headEnd type="none" w="lg" len="med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50" name="Line 13">
            <a:extLst>
              <a:ext uri="{FF2B5EF4-FFF2-40B4-BE49-F238E27FC236}">
                <a16:creationId xmlns:a16="http://schemas.microsoft.com/office/drawing/2014/main" id="{32408C29-B3BB-4A0F-B4D5-6ADFAF9E2C87}"/>
              </a:ext>
            </a:extLst>
          </p:cNvPr>
          <p:cNvSpPr>
            <a:spLocks noChangeShapeType="1"/>
          </p:cNvSpPr>
          <p:nvPr/>
        </p:nvSpPr>
        <p:spPr bwMode="auto">
          <a:xfrm>
            <a:off x="6078977" y="2025681"/>
            <a:ext cx="0" cy="392112"/>
          </a:xfrm>
          <a:prstGeom prst="line">
            <a:avLst/>
          </a:prstGeom>
          <a:ln w="19050">
            <a:solidFill>
              <a:srgbClr val="0095D3"/>
            </a:solidFill>
            <a:miter lim="800000"/>
            <a:headEnd type="none" w="lg" len="med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52" name="Line 15">
            <a:extLst>
              <a:ext uri="{FF2B5EF4-FFF2-40B4-BE49-F238E27FC236}">
                <a16:creationId xmlns:a16="http://schemas.microsoft.com/office/drawing/2014/main" id="{210B4661-B3D4-426A-ACE2-8A7239593A5D}"/>
              </a:ext>
            </a:extLst>
          </p:cNvPr>
          <p:cNvSpPr>
            <a:spLocks noChangeShapeType="1"/>
          </p:cNvSpPr>
          <p:nvPr/>
        </p:nvSpPr>
        <p:spPr bwMode="auto">
          <a:xfrm>
            <a:off x="6078977" y="3033742"/>
            <a:ext cx="0" cy="392113"/>
          </a:xfrm>
          <a:prstGeom prst="line">
            <a:avLst/>
          </a:prstGeom>
          <a:ln w="19050">
            <a:solidFill>
              <a:srgbClr val="0095D3"/>
            </a:solidFill>
            <a:miter lim="800000"/>
            <a:headEnd type="none" w="lg" len="med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54" name="Line 17">
            <a:extLst>
              <a:ext uri="{FF2B5EF4-FFF2-40B4-BE49-F238E27FC236}">
                <a16:creationId xmlns:a16="http://schemas.microsoft.com/office/drawing/2014/main" id="{35E0E27E-88F4-4F57-A379-01316F58D937}"/>
              </a:ext>
            </a:extLst>
          </p:cNvPr>
          <p:cNvSpPr>
            <a:spLocks noChangeShapeType="1"/>
          </p:cNvSpPr>
          <p:nvPr/>
        </p:nvSpPr>
        <p:spPr bwMode="auto">
          <a:xfrm>
            <a:off x="6078977" y="5397531"/>
            <a:ext cx="0" cy="392112"/>
          </a:xfrm>
          <a:prstGeom prst="line">
            <a:avLst/>
          </a:prstGeom>
          <a:ln w="19050">
            <a:solidFill>
              <a:srgbClr val="0095D3"/>
            </a:solidFill>
            <a:miter lim="800000"/>
            <a:headEnd type="none" w="lg" len="med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56" name="Line 19">
            <a:extLst>
              <a:ext uri="{FF2B5EF4-FFF2-40B4-BE49-F238E27FC236}">
                <a16:creationId xmlns:a16="http://schemas.microsoft.com/office/drawing/2014/main" id="{7997AB85-B9F4-4534-99F0-FB2E26C4DD15}"/>
              </a:ext>
            </a:extLst>
          </p:cNvPr>
          <p:cNvSpPr>
            <a:spLocks noChangeShapeType="1"/>
          </p:cNvSpPr>
          <p:nvPr/>
        </p:nvSpPr>
        <p:spPr bwMode="auto">
          <a:xfrm>
            <a:off x="6078977" y="4248181"/>
            <a:ext cx="0" cy="392112"/>
          </a:xfrm>
          <a:prstGeom prst="line">
            <a:avLst/>
          </a:prstGeom>
          <a:ln w="19050">
            <a:solidFill>
              <a:srgbClr val="0095D3"/>
            </a:solidFill>
            <a:miter lim="800000"/>
            <a:headEnd type="none" w="lg" len="med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7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CEE459BE-45D8-4B61-B1A5-88ACA0A9D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809" y="412751"/>
            <a:ext cx="4800713" cy="381000"/>
          </a:xfrm>
        </p:spPr>
        <p:txBody>
          <a:bodyPr/>
          <a:lstStyle/>
          <a:p>
            <a:r>
              <a:rPr lang="en-US" dirty="0"/>
              <a:t>Diagram sample</a:t>
            </a:r>
          </a:p>
        </p:txBody>
      </p:sp>
      <p:sp>
        <p:nvSpPr>
          <p:cNvPr id="24" name="Subtitle 23">
            <a:extLst>
              <a:ext uri="{FF2B5EF4-FFF2-40B4-BE49-F238E27FC236}">
                <a16:creationId xmlns:a16="http://schemas.microsoft.com/office/drawing/2014/main" id="{44712E12-1AA7-450A-B7F5-E4B22404CFD4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592867" y="811830"/>
            <a:ext cx="2554594" cy="247743"/>
          </a:xfrm>
        </p:spPr>
        <p:txBody>
          <a:bodyPr/>
          <a:lstStyle/>
          <a:p>
            <a:r>
              <a:rPr lang="en-US" dirty="0"/>
              <a:t>Diagram using icons</a:t>
            </a:r>
          </a:p>
        </p:txBody>
      </p:sp>
      <p:grpSp>
        <p:nvGrpSpPr>
          <p:cNvPr id="8" name="Graphic 5">
            <a:extLst>
              <a:ext uri="{FF2B5EF4-FFF2-40B4-BE49-F238E27FC236}">
                <a16:creationId xmlns:a16="http://schemas.microsoft.com/office/drawing/2014/main" id="{38112D9E-78F0-40B7-8943-11AC1E32C0DE}"/>
              </a:ext>
            </a:extLst>
          </p:cNvPr>
          <p:cNvGrpSpPr/>
          <p:nvPr/>
        </p:nvGrpSpPr>
        <p:grpSpPr>
          <a:xfrm>
            <a:off x="7997699" y="1413097"/>
            <a:ext cx="1653077" cy="857231"/>
            <a:chOff x="6932611" y="2055114"/>
            <a:chExt cx="866775" cy="495300"/>
          </a:xfrm>
          <a:noFill/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BAA8580D-1142-4F02-8EDC-49FBAFB26BE7}"/>
                </a:ext>
              </a:extLst>
            </p:cNvPr>
            <p:cNvSpPr/>
            <p:nvPr/>
          </p:nvSpPr>
          <p:spPr>
            <a:xfrm>
              <a:off x="6932611" y="2055114"/>
              <a:ext cx="14287" cy="14287"/>
            </a:xfrm>
            <a:custGeom>
              <a:avLst/>
              <a:gdLst>
                <a:gd name="connsiteX0" fmla="*/ 0 w 14287"/>
                <a:gd name="connsiteY0" fmla="*/ 14288 h 14287"/>
                <a:gd name="connsiteX1" fmla="*/ 0 w 14287"/>
                <a:gd name="connsiteY1" fmla="*/ 0 h 14287"/>
                <a:gd name="connsiteX2" fmla="*/ 14288 w 14287"/>
                <a:gd name="connsiteY2" fmla="*/ 0 h 14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287" h="14287">
                  <a:moveTo>
                    <a:pt x="0" y="14288"/>
                  </a:moveTo>
                  <a:lnTo>
                    <a:pt x="0" y="0"/>
                  </a:lnTo>
                  <a:lnTo>
                    <a:pt x="14288" y="0"/>
                  </a:lnTo>
                </a:path>
              </a:pathLst>
            </a:custGeom>
            <a:noFill/>
            <a:ln w="9525" cap="flat">
              <a:solidFill>
                <a:srgbClr val="21BFD3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FA1003C9-E1EE-4FA8-A5D6-7EF314DC4EE5}"/>
                </a:ext>
              </a:extLst>
            </p:cNvPr>
            <p:cNvSpPr/>
            <p:nvPr/>
          </p:nvSpPr>
          <p:spPr>
            <a:xfrm>
              <a:off x="6975759" y="2055114"/>
              <a:ext cx="794861" cy="9525"/>
            </a:xfrm>
            <a:custGeom>
              <a:avLst/>
              <a:gdLst>
                <a:gd name="connsiteX0" fmla="*/ 0 w 794861"/>
                <a:gd name="connsiteY0" fmla="*/ 0 h 9525"/>
                <a:gd name="connsiteX1" fmla="*/ 794861 w 79486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94861" h="9525">
                  <a:moveTo>
                    <a:pt x="0" y="0"/>
                  </a:moveTo>
                  <a:lnTo>
                    <a:pt x="794861" y="0"/>
                  </a:lnTo>
                </a:path>
              </a:pathLst>
            </a:custGeom>
            <a:ln w="9525" cap="flat">
              <a:solidFill>
                <a:srgbClr val="21BFD3"/>
              </a:solidFill>
              <a:custDash>
                <a:ds d="227588" sp="227588"/>
              </a:custDash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3C63FC7-75B1-48BA-A7C5-94C13935AAA8}"/>
                </a:ext>
              </a:extLst>
            </p:cNvPr>
            <p:cNvSpPr/>
            <p:nvPr/>
          </p:nvSpPr>
          <p:spPr>
            <a:xfrm>
              <a:off x="7785099" y="2055114"/>
              <a:ext cx="14287" cy="14287"/>
            </a:xfrm>
            <a:custGeom>
              <a:avLst/>
              <a:gdLst>
                <a:gd name="connsiteX0" fmla="*/ 0 w 14287"/>
                <a:gd name="connsiteY0" fmla="*/ 0 h 14287"/>
                <a:gd name="connsiteX1" fmla="*/ 14288 w 14287"/>
                <a:gd name="connsiteY1" fmla="*/ 0 h 14287"/>
                <a:gd name="connsiteX2" fmla="*/ 14288 w 14287"/>
                <a:gd name="connsiteY2" fmla="*/ 14288 h 14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287" h="14287">
                  <a:moveTo>
                    <a:pt x="0" y="0"/>
                  </a:moveTo>
                  <a:lnTo>
                    <a:pt x="14288" y="0"/>
                  </a:lnTo>
                  <a:lnTo>
                    <a:pt x="14288" y="14288"/>
                  </a:lnTo>
                </a:path>
              </a:pathLst>
            </a:custGeom>
            <a:noFill/>
            <a:ln w="9525" cap="flat">
              <a:solidFill>
                <a:srgbClr val="21BFD3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ED67C136-162F-4CA1-A8E0-4EE5955A4F32}"/>
                </a:ext>
              </a:extLst>
            </p:cNvPr>
            <p:cNvSpPr/>
            <p:nvPr/>
          </p:nvSpPr>
          <p:spPr>
            <a:xfrm>
              <a:off x="7799386" y="2096833"/>
              <a:ext cx="9525" cy="425576"/>
            </a:xfrm>
            <a:custGeom>
              <a:avLst/>
              <a:gdLst>
                <a:gd name="connsiteX0" fmla="*/ 0 w 9525"/>
                <a:gd name="connsiteY0" fmla="*/ 0 h 425576"/>
                <a:gd name="connsiteX1" fmla="*/ 0 w 9525"/>
                <a:gd name="connsiteY1" fmla="*/ 425577 h 42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425576">
                  <a:moveTo>
                    <a:pt x="0" y="0"/>
                  </a:moveTo>
                  <a:lnTo>
                    <a:pt x="0" y="425577"/>
                  </a:lnTo>
                </a:path>
              </a:pathLst>
            </a:custGeom>
            <a:ln w="9525" cap="flat">
              <a:solidFill>
                <a:srgbClr val="21BFD3"/>
              </a:solidFill>
              <a:custDash>
                <a:ds d="216180" sp="216180"/>
              </a:custDash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55D84B4-E080-465A-A95D-71AC05056B68}"/>
                </a:ext>
              </a:extLst>
            </p:cNvPr>
            <p:cNvSpPr/>
            <p:nvPr/>
          </p:nvSpPr>
          <p:spPr>
            <a:xfrm>
              <a:off x="7785099" y="2536126"/>
              <a:ext cx="14287" cy="14287"/>
            </a:xfrm>
            <a:custGeom>
              <a:avLst/>
              <a:gdLst>
                <a:gd name="connsiteX0" fmla="*/ 14288 w 14287"/>
                <a:gd name="connsiteY0" fmla="*/ 0 h 14287"/>
                <a:gd name="connsiteX1" fmla="*/ 14288 w 14287"/>
                <a:gd name="connsiteY1" fmla="*/ 14288 h 14287"/>
                <a:gd name="connsiteX2" fmla="*/ 0 w 14287"/>
                <a:gd name="connsiteY2" fmla="*/ 14288 h 14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287" h="14287">
                  <a:moveTo>
                    <a:pt x="14288" y="0"/>
                  </a:moveTo>
                  <a:lnTo>
                    <a:pt x="14288" y="14288"/>
                  </a:lnTo>
                  <a:lnTo>
                    <a:pt x="0" y="14288"/>
                  </a:lnTo>
                </a:path>
              </a:pathLst>
            </a:custGeom>
            <a:noFill/>
            <a:ln w="9525" cap="flat">
              <a:solidFill>
                <a:srgbClr val="21BFD3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D2BE764F-CE5F-456A-B4EA-41194E09D7A2}"/>
                </a:ext>
              </a:extLst>
            </p:cNvPr>
            <p:cNvSpPr/>
            <p:nvPr/>
          </p:nvSpPr>
          <p:spPr>
            <a:xfrm>
              <a:off x="6961377" y="2550414"/>
              <a:ext cx="794861" cy="9525"/>
            </a:xfrm>
            <a:custGeom>
              <a:avLst/>
              <a:gdLst>
                <a:gd name="connsiteX0" fmla="*/ 794861 w 794861"/>
                <a:gd name="connsiteY0" fmla="*/ 0 h 9525"/>
                <a:gd name="connsiteX1" fmla="*/ 0 w 79486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94861" h="9525">
                  <a:moveTo>
                    <a:pt x="794861" y="0"/>
                  </a:moveTo>
                  <a:lnTo>
                    <a:pt x="0" y="0"/>
                  </a:lnTo>
                </a:path>
              </a:pathLst>
            </a:custGeom>
            <a:ln w="9525" cap="flat">
              <a:solidFill>
                <a:srgbClr val="21BFD3"/>
              </a:solidFill>
              <a:custDash>
                <a:ds d="227588" sp="227588"/>
              </a:custDash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681B7ED0-385E-44E1-9FA2-1F2750649BC7}"/>
                </a:ext>
              </a:extLst>
            </p:cNvPr>
            <p:cNvSpPr/>
            <p:nvPr/>
          </p:nvSpPr>
          <p:spPr>
            <a:xfrm>
              <a:off x="6932611" y="2536126"/>
              <a:ext cx="14287" cy="14287"/>
            </a:xfrm>
            <a:custGeom>
              <a:avLst/>
              <a:gdLst>
                <a:gd name="connsiteX0" fmla="*/ 14288 w 14287"/>
                <a:gd name="connsiteY0" fmla="*/ 14288 h 14287"/>
                <a:gd name="connsiteX1" fmla="*/ 0 w 14287"/>
                <a:gd name="connsiteY1" fmla="*/ 14288 h 14287"/>
                <a:gd name="connsiteX2" fmla="*/ 0 w 14287"/>
                <a:gd name="connsiteY2" fmla="*/ 0 h 14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287" h="14287">
                  <a:moveTo>
                    <a:pt x="14288" y="14288"/>
                  </a:moveTo>
                  <a:lnTo>
                    <a:pt x="0" y="14288"/>
                  </a:lnTo>
                  <a:lnTo>
                    <a:pt x="0" y="0"/>
                  </a:lnTo>
                </a:path>
              </a:pathLst>
            </a:custGeom>
            <a:noFill/>
            <a:ln w="9525" cap="flat">
              <a:solidFill>
                <a:srgbClr val="21BFD3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12F60A-2B8C-4AAA-B0AC-969DF58CF883}"/>
                </a:ext>
              </a:extLst>
            </p:cNvPr>
            <p:cNvSpPr/>
            <p:nvPr/>
          </p:nvSpPr>
          <p:spPr>
            <a:xfrm>
              <a:off x="6932611" y="2083117"/>
              <a:ext cx="9525" cy="425576"/>
            </a:xfrm>
            <a:custGeom>
              <a:avLst/>
              <a:gdLst>
                <a:gd name="connsiteX0" fmla="*/ 0 w 9525"/>
                <a:gd name="connsiteY0" fmla="*/ 425577 h 425576"/>
                <a:gd name="connsiteX1" fmla="*/ 0 w 9525"/>
                <a:gd name="connsiteY1" fmla="*/ 0 h 42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425576">
                  <a:moveTo>
                    <a:pt x="0" y="425577"/>
                  </a:moveTo>
                  <a:lnTo>
                    <a:pt x="0" y="0"/>
                  </a:lnTo>
                </a:path>
              </a:pathLst>
            </a:custGeom>
            <a:ln w="9525" cap="flat">
              <a:solidFill>
                <a:srgbClr val="21BFD3"/>
              </a:solidFill>
              <a:custDash>
                <a:ds d="216180" sp="216180"/>
              </a:custDash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3765496D-F057-45B4-934D-8C0A37190EE8}"/>
              </a:ext>
            </a:extLst>
          </p:cNvPr>
          <p:cNvSpPr txBox="1"/>
          <p:nvPr/>
        </p:nvSpPr>
        <p:spPr>
          <a:xfrm>
            <a:off x="8630044" y="1589370"/>
            <a:ext cx="914936" cy="1997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spcAft>
                <a:spcPts val="600"/>
              </a:spcAft>
            </a:pPr>
            <a:r>
              <a:rPr lang="en-IN" sz="750" spc="0" baseline="0" dirty="0">
                <a:solidFill>
                  <a:srgbClr val="231F20"/>
                </a:solidFill>
                <a:latin typeface="Metropolis-Regular"/>
                <a:sym typeface="Metropolis-Regular"/>
                <a:rtl val="0"/>
              </a:rPr>
              <a:t>Legend 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C0596F-C4E1-4EB1-BBBA-BC54239D017B}"/>
              </a:ext>
            </a:extLst>
          </p:cNvPr>
          <p:cNvSpPr txBox="1"/>
          <p:nvPr/>
        </p:nvSpPr>
        <p:spPr>
          <a:xfrm>
            <a:off x="8617251" y="1905286"/>
            <a:ext cx="978664" cy="1997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spcAft>
                <a:spcPts val="600"/>
              </a:spcAft>
            </a:pPr>
            <a:r>
              <a:rPr lang="en-IN" sz="750" spc="0" baseline="0" dirty="0">
                <a:solidFill>
                  <a:srgbClr val="231F20"/>
                </a:solidFill>
                <a:latin typeface="Metropolis-Regular"/>
                <a:sym typeface="Metropolis-Regular"/>
                <a:rtl val="0"/>
              </a:rPr>
              <a:t>Legend 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25CFA2F-4CBF-4C49-9442-8FB0FA4B3DF4}"/>
              </a:ext>
            </a:extLst>
          </p:cNvPr>
          <p:cNvSpPr txBox="1"/>
          <p:nvPr/>
        </p:nvSpPr>
        <p:spPr>
          <a:xfrm>
            <a:off x="4689233" y="1077652"/>
            <a:ext cx="1158530" cy="1997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750" spc="0" baseline="0" dirty="0">
                <a:solidFill>
                  <a:srgbClr val="231F20"/>
                </a:solidFill>
                <a:latin typeface="Metropolis-Regular"/>
                <a:sym typeface="Metropolis-Regular"/>
                <a:rtl val="0"/>
              </a:rPr>
              <a:t>Client Device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29AB2F4-D377-4765-8A2C-FBBF70476976}"/>
              </a:ext>
            </a:extLst>
          </p:cNvPr>
          <p:cNvSpPr txBox="1"/>
          <p:nvPr/>
        </p:nvSpPr>
        <p:spPr>
          <a:xfrm>
            <a:off x="5766371" y="2189306"/>
            <a:ext cx="810153" cy="39950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IN" sz="750" dirty="0">
                <a:solidFill>
                  <a:srgbClr val="231F20"/>
                </a:solidFill>
                <a:latin typeface="Metropolis-Regular"/>
                <a:sym typeface="Metropolis-Regular"/>
                <a:rtl val="0"/>
              </a:rPr>
              <a:t>External</a:t>
            </a:r>
            <a:br>
              <a:rPr lang="en-IN" sz="750" dirty="0">
                <a:solidFill>
                  <a:srgbClr val="231F20"/>
                </a:solidFill>
                <a:latin typeface="Metropolis-Regular"/>
                <a:sym typeface="Metropolis-Regular"/>
                <a:rtl val="0"/>
              </a:rPr>
            </a:br>
            <a:r>
              <a:rPr lang="en-IN" sz="750" dirty="0">
                <a:solidFill>
                  <a:srgbClr val="231F20"/>
                </a:solidFill>
                <a:latin typeface="Metropolis-Regular"/>
                <a:sym typeface="Metropolis-Regular"/>
                <a:rtl val="0"/>
              </a:rPr>
              <a:t>Network </a:t>
            </a:r>
            <a:endParaRPr lang="en-IN" sz="750" spc="0" baseline="0" dirty="0">
              <a:solidFill>
                <a:srgbClr val="231F20"/>
              </a:solidFill>
              <a:latin typeface="Metropolis-Regular"/>
              <a:sym typeface="Metropolis-Regular"/>
              <a:rtl val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2F56C0F-3A2F-46EE-8F19-A158511BFCF6}"/>
              </a:ext>
            </a:extLst>
          </p:cNvPr>
          <p:cNvSpPr txBox="1"/>
          <p:nvPr/>
        </p:nvSpPr>
        <p:spPr>
          <a:xfrm>
            <a:off x="5837096" y="2895405"/>
            <a:ext cx="819325" cy="39950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IN" sz="750" dirty="0">
                <a:solidFill>
                  <a:srgbClr val="231F20"/>
                </a:solidFill>
                <a:latin typeface="Metropolis-Regular"/>
                <a:sym typeface="Metropolis-Regular"/>
                <a:rtl val="0"/>
              </a:rPr>
              <a:t>Load</a:t>
            </a:r>
            <a:br>
              <a:rPr lang="en-IN" sz="750" dirty="0">
                <a:solidFill>
                  <a:srgbClr val="231F20"/>
                </a:solidFill>
                <a:latin typeface="Metropolis-Regular"/>
                <a:sym typeface="Metropolis-Regular"/>
                <a:rtl val="0"/>
              </a:rPr>
            </a:br>
            <a:r>
              <a:rPr lang="en-IN" sz="750" dirty="0">
                <a:solidFill>
                  <a:srgbClr val="231F20"/>
                </a:solidFill>
                <a:latin typeface="Metropolis-Regular"/>
                <a:sym typeface="Metropolis-Regular"/>
                <a:rtl val="0"/>
              </a:rPr>
              <a:t>Balancer </a:t>
            </a:r>
            <a:endParaRPr lang="en-IN" sz="750" spc="0" baseline="0" dirty="0">
              <a:solidFill>
                <a:srgbClr val="231F20"/>
              </a:solidFill>
              <a:latin typeface="Metropolis-Regular"/>
              <a:sym typeface="Metropolis-Regular"/>
              <a:rtl val="0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69E98084-5599-4B92-B369-669FE202C8C5}"/>
              </a:ext>
            </a:extLst>
          </p:cNvPr>
          <p:cNvSpPr/>
          <p:nvPr/>
        </p:nvSpPr>
        <p:spPr>
          <a:xfrm>
            <a:off x="3147461" y="2715429"/>
            <a:ext cx="4468758" cy="1417727"/>
          </a:xfrm>
          <a:custGeom>
            <a:avLst/>
            <a:gdLst>
              <a:gd name="connsiteX0" fmla="*/ 0 w 2343150"/>
              <a:gd name="connsiteY0" fmla="*/ 0 h 819149"/>
              <a:gd name="connsiteX1" fmla="*/ 2343150 w 2343150"/>
              <a:gd name="connsiteY1" fmla="*/ 0 h 819149"/>
              <a:gd name="connsiteX2" fmla="*/ 2343150 w 2343150"/>
              <a:gd name="connsiteY2" fmla="*/ 819150 h 819149"/>
              <a:gd name="connsiteX3" fmla="*/ 0 w 2343150"/>
              <a:gd name="connsiteY3" fmla="*/ 819150 h 819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43150" h="819149">
                <a:moveTo>
                  <a:pt x="0" y="0"/>
                </a:moveTo>
                <a:lnTo>
                  <a:pt x="2343150" y="0"/>
                </a:lnTo>
                <a:lnTo>
                  <a:pt x="2343150" y="819150"/>
                </a:lnTo>
                <a:lnTo>
                  <a:pt x="0" y="819150"/>
                </a:lnTo>
                <a:close/>
              </a:path>
            </a:pathLst>
          </a:custGeom>
          <a:noFill/>
          <a:ln w="9525" cap="flat">
            <a:solidFill>
              <a:srgbClr val="288FCE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24BAAAD2-7E84-4749-A593-77A7BC62A13F}"/>
              </a:ext>
            </a:extLst>
          </p:cNvPr>
          <p:cNvSpPr/>
          <p:nvPr/>
        </p:nvSpPr>
        <p:spPr>
          <a:xfrm>
            <a:off x="5872314" y="4689039"/>
            <a:ext cx="18166" cy="214308"/>
          </a:xfrm>
          <a:custGeom>
            <a:avLst/>
            <a:gdLst>
              <a:gd name="connsiteX0" fmla="*/ 0 w 9525"/>
              <a:gd name="connsiteY0" fmla="*/ 0 h 123825"/>
              <a:gd name="connsiteX1" fmla="*/ 0 w 9525"/>
              <a:gd name="connsiteY1" fmla="*/ 123825 h 123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525" h="123825">
                <a:moveTo>
                  <a:pt x="0" y="0"/>
                </a:moveTo>
                <a:lnTo>
                  <a:pt x="0" y="123825"/>
                </a:lnTo>
              </a:path>
            </a:pathLst>
          </a:custGeom>
          <a:ln w="9525" cap="flat">
            <a:solidFill>
              <a:srgbClr val="F5C22A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495DDA20-7725-4619-BF53-C3E12A0A8B6A}"/>
              </a:ext>
            </a:extLst>
          </p:cNvPr>
          <p:cNvSpPr/>
          <p:nvPr/>
        </p:nvSpPr>
        <p:spPr>
          <a:xfrm>
            <a:off x="4870295" y="4670905"/>
            <a:ext cx="18166" cy="214308"/>
          </a:xfrm>
          <a:custGeom>
            <a:avLst/>
            <a:gdLst>
              <a:gd name="connsiteX0" fmla="*/ 0 w 9525"/>
              <a:gd name="connsiteY0" fmla="*/ 0 h 123825"/>
              <a:gd name="connsiteX1" fmla="*/ 0 w 9525"/>
              <a:gd name="connsiteY1" fmla="*/ 123825 h 123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525" h="123825">
                <a:moveTo>
                  <a:pt x="0" y="0"/>
                </a:moveTo>
                <a:lnTo>
                  <a:pt x="0" y="123825"/>
                </a:lnTo>
              </a:path>
            </a:pathLst>
          </a:custGeom>
          <a:ln w="9525" cap="flat">
            <a:solidFill>
              <a:srgbClr val="F5C22A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AC606616-2266-4C13-989A-703F928FDD7F}"/>
              </a:ext>
            </a:extLst>
          </p:cNvPr>
          <p:cNvSpPr/>
          <p:nvPr/>
        </p:nvSpPr>
        <p:spPr>
          <a:xfrm>
            <a:off x="5371305" y="4891478"/>
            <a:ext cx="18166" cy="214308"/>
          </a:xfrm>
          <a:custGeom>
            <a:avLst/>
            <a:gdLst>
              <a:gd name="connsiteX0" fmla="*/ 0 w 9525"/>
              <a:gd name="connsiteY0" fmla="*/ 0 h 123825"/>
              <a:gd name="connsiteX1" fmla="*/ 0 w 9525"/>
              <a:gd name="connsiteY1" fmla="*/ 123825 h 123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525" h="123825">
                <a:moveTo>
                  <a:pt x="0" y="0"/>
                </a:moveTo>
                <a:lnTo>
                  <a:pt x="0" y="123825"/>
                </a:lnTo>
              </a:path>
            </a:pathLst>
          </a:custGeom>
          <a:ln w="9525" cap="flat">
            <a:solidFill>
              <a:srgbClr val="F5C22A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D5620E8A-DC83-47C3-8E39-8FB9F59D100E}"/>
              </a:ext>
            </a:extLst>
          </p:cNvPr>
          <p:cNvSpPr/>
          <p:nvPr/>
        </p:nvSpPr>
        <p:spPr>
          <a:xfrm>
            <a:off x="3837757" y="4891478"/>
            <a:ext cx="18166" cy="214308"/>
          </a:xfrm>
          <a:custGeom>
            <a:avLst/>
            <a:gdLst>
              <a:gd name="connsiteX0" fmla="*/ 0 w 9525"/>
              <a:gd name="connsiteY0" fmla="*/ 0 h 123825"/>
              <a:gd name="connsiteX1" fmla="*/ 0 w 9525"/>
              <a:gd name="connsiteY1" fmla="*/ 123825 h 123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525" h="123825">
                <a:moveTo>
                  <a:pt x="0" y="0"/>
                </a:moveTo>
                <a:lnTo>
                  <a:pt x="0" y="123825"/>
                </a:lnTo>
              </a:path>
            </a:pathLst>
          </a:custGeom>
          <a:ln w="9525" cap="flat">
            <a:solidFill>
              <a:srgbClr val="F5C22A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95859EA1-F829-40F1-B1D1-9470758BFDB8}"/>
              </a:ext>
            </a:extLst>
          </p:cNvPr>
          <p:cNvSpPr/>
          <p:nvPr/>
        </p:nvSpPr>
        <p:spPr>
          <a:xfrm>
            <a:off x="6925923" y="4891478"/>
            <a:ext cx="18166" cy="214308"/>
          </a:xfrm>
          <a:custGeom>
            <a:avLst/>
            <a:gdLst>
              <a:gd name="connsiteX0" fmla="*/ 0 w 9525"/>
              <a:gd name="connsiteY0" fmla="*/ 0 h 123825"/>
              <a:gd name="connsiteX1" fmla="*/ 0 w 9525"/>
              <a:gd name="connsiteY1" fmla="*/ 123825 h 123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525" h="123825">
                <a:moveTo>
                  <a:pt x="0" y="0"/>
                </a:moveTo>
                <a:lnTo>
                  <a:pt x="0" y="123825"/>
                </a:lnTo>
              </a:path>
            </a:pathLst>
          </a:custGeom>
          <a:ln w="9525" cap="flat">
            <a:solidFill>
              <a:srgbClr val="F5C22A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8BAF6FFD-C902-4472-8E75-366F69678D84}"/>
              </a:ext>
            </a:extLst>
          </p:cNvPr>
          <p:cNvSpPr/>
          <p:nvPr/>
        </p:nvSpPr>
        <p:spPr>
          <a:xfrm>
            <a:off x="5872314" y="3852909"/>
            <a:ext cx="18166" cy="346190"/>
          </a:xfrm>
          <a:custGeom>
            <a:avLst/>
            <a:gdLst>
              <a:gd name="connsiteX0" fmla="*/ 0 w 9525"/>
              <a:gd name="connsiteY0" fmla="*/ 0 h 200025"/>
              <a:gd name="connsiteX1" fmla="*/ 0 w 9525"/>
              <a:gd name="connsiteY1" fmla="*/ 200025 h 200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525" h="200025">
                <a:moveTo>
                  <a:pt x="0" y="0"/>
                </a:moveTo>
                <a:lnTo>
                  <a:pt x="0" y="200025"/>
                </a:lnTo>
              </a:path>
            </a:pathLst>
          </a:custGeom>
          <a:ln w="9525" cap="flat">
            <a:solidFill>
              <a:srgbClr val="212354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A2685B89-DBA2-4552-9CCC-212AB710228D}"/>
              </a:ext>
            </a:extLst>
          </p:cNvPr>
          <p:cNvSpPr/>
          <p:nvPr/>
        </p:nvSpPr>
        <p:spPr>
          <a:xfrm>
            <a:off x="4870295" y="3869394"/>
            <a:ext cx="18166" cy="346190"/>
          </a:xfrm>
          <a:custGeom>
            <a:avLst/>
            <a:gdLst>
              <a:gd name="connsiteX0" fmla="*/ 0 w 9525"/>
              <a:gd name="connsiteY0" fmla="*/ 0 h 200025"/>
              <a:gd name="connsiteX1" fmla="*/ 0 w 9525"/>
              <a:gd name="connsiteY1" fmla="*/ 200025 h 200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525" h="200025">
                <a:moveTo>
                  <a:pt x="0" y="0"/>
                </a:moveTo>
                <a:lnTo>
                  <a:pt x="0" y="200025"/>
                </a:lnTo>
              </a:path>
            </a:pathLst>
          </a:custGeom>
          <a:ln w="9525" cap="flat">
            <a:solidFill>
              <a:srgbClr val="212354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859BBEE6-7533-4FB9-A975-DBFD128514AB}"/>
              </a:ext>
            </a:extLst>
          </p:cNvPr>
          <p:cNvSpPr/>
          <p:nvPr/>
        </p:nvSpPr>
        <p:spPr>
          <a:xfrm>
            <a:off x="5369852" y="1775772"/>
            <a:ext cx="18166" cy="458782"/>
          </a:xfrm>
          <a:custGeom>
            <a:avLst/>
            <a:gdLst>
              <a:gd name="connsiteX0" fmla="*/ 0 w 9525"/>
              <a:gd name="connsiteY0" fmla="*/ 265081 h 265080"/>
              <a:gd name="connsiteX1" fmla="*/ 0 w 9525"/>
              <a:gd name="connsiteY1" fmla="*/ 0 h 265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525" h="265080">
                <a:moveTo>
                  <a:pt x="0" y="265081"/>
                </a:moveTo>
                <a:lnTo>
                  <a:pt x="0" y="0"/>
                </a:lnTo>
              </a:path>
            </a:pathLst>
          </a:custGeom>
          <a:ln w="9525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grpSp>
        <p:nvGrpSpPr>
          <p:cNvPr id="35" name="Graphic 5">
            <a:extLst>
              <a:ext uri="{FF2B5EF4-FFF2-40B4-BE49-F238E27FC236}">
                <a16:creationId xmlns:a16="http://schemas.microsoft.com/office/drawing/2014/main" id="{38112D9E-78F0-40B7-8943-11AC1E32C0DE}"/>
              </a:ext>
            </a:extLst>
          </p:cNvPr>
          <p:cNvGrpSpPr/>
          <p:nvPr/>
        </p:nvGrpSpPr>
        <p:grpSpPr>
          <a:xfrm>
            <a:off x="4870295" y="3374836"/>
            <a:ext cx="999113" cy="362675"/>
            <a:chOff x="5292787" y="3188588"/>
            <a:chExt cx="523875" cy="209550"/>
          </a:xfrm>
          <a:noFill/>
        </p:grpSpPr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C81FA61A-F397-46AF-9014-96A2AB703662}"/>
                </a:ext>
              </a:extLst>
            </p:cNvPr>
            <p:cNvSpPr/>
            <p:nvPr/>
          </p:nvSpPr>
          <p:spPr>
            <a:xfrm>
              <a:off x="5578537" y="3188588"/>
              <a:ext cx="238125" cy="209550"/>
            </a:xfrm>
            <a:custGeom>
              <a:avLst/>
              <a:gdLst>
                <a:gd name="connsiteX0" fmla="*/ 238125 w 238125"/>
                <a:gd name="connsiteY0" fmla="*/ 209550 h 209550"/>
                <a:gd name="connsiteX1" fmla="*/ 238125 w 238125"/>
                <a:gd name="connsiteY1" fmla="*/ 83629 h 209550"/>
                <a:gd name="connsiteX2" fmla="*/ 0 w 238125"/>
                <a:gd name="connsiteY2" fmla="*/ 83629 h 209550"/>
                <a:gd name="connsiteX3" fmla="*/ 0 w 238125"/>
                <a:gd name="connsiteY3" fmla="*/ 0 h 20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8125" h="209550">
                  <a:moveTo>
                    <a:pt x="238125" y="209550"/>
                  </a:moveTo>
                  <a:lnTo>
                    <a:pt x="238125" y="83629"/>
                  </a:lnTo>
                  <a:lnTo>
                    <a:pt x="0" y="83629"/>
                  </a:lnTo>
                  <a:lnTo>
                    <a:pt x="0" y="0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17E21014-99E9-41E5-A753-F6995777217B}"/>
                </a:ext>
              </a:extLst>
            </p:cNvPr>
            <p:cNvSpPr/>
            <p:nvPr/>
          </p:nvSpPr>
          <p:spPr>
            <a:xfrm>
              <a:off x="5292787" y="3188588"/>
              <a:ext cx="238125" cy="209550"/>
            </a:xfrm>
            <a:custGeom>
              <a:avLst/>
              <a:gdLst>
                <a:gd name="connsiteX0" fmla="*/ 0 w 238125"/>
                <a:gd name="connsiteY0" fmla="*/ 209550 h 209550"/>
                <a:gd name="connsiteX1" fmla="*/ 0 w 238125"/>
                <a:gd name="connsiteY1" fmla="*/ 83629 h 209550"/>
                <a:gd name="connsiteX2" fmla="*/ 238125 w 238125"/>
                <a:gd name="connsiteY2" fmla="*/ 83629 h 209550"/>
                <a:gd name="connsiteX3" fmla="*/ 238125 w 238125"/>
                <a:gd name="connsiteY3" fmla="*/ 0 h 20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8125" h="209550">
                  <a:moveTo>
                    <a:pt x="0" y="209550"/>
                  </a:moveTo>
                  <a:lnTo>
                    <a:pt x="0" y="83629"/>
                  </a:lnTo>
                  <a:lnTo>
                    <a:pt x="238125" y="83629"/>
                  </a:lnTo>
                  <a:lnTo>
                    <a:pt x="238125" y="0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grpSp>
        <p:nvGrpSpPr>
          <p:cNvPr id="38" name="Graphic 5">
            <a:extLst>
              <a:ext uri="{FF2B5EF4-FFF2-40B4-BE49-F238E27FC236}">
                <a16:creationId xmlns:a16="http://schemas.microsoft.com/office/drawing/2014/main" id="{38112D9E-78F0-40B7-8943-11AC1E32C0DE}"/>
              </a:ext>
            </a:extLst>
          </p:cNvPr>
          <p:cNvGrpSpPr/>
          <p:nvPr/>
        </p:nvGrpSpPr>
        <p:grpSpPr>
          <a:xfrm>
            <a:off x="6204928" y="3790594"/>
            <a:ext cx="208723" cy="49456"/>
            <a:chOff x="5992589" y="3428809"/>
            <a:chExt cx="109442" cy="28575"/>
          </a:xfrm>
          <a:solidFill>
            <a:srgbClr val="3D3D3F"/>
          </a:solidFill>
        </p:grpSpPr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2AC415B5-DC8E-48B5-BE49-D6670A26D3B0}"/>
                </a:ext>
              </a:extLst>
            </p:cNvPr>
            <p:cNvSpPr/>
            <p:nvPr/>
          </p:nvSpPr>
          <p:spPr>
            <a:xfrm>
              <a:off x="5992589" y="3428809"/>
              <a:ext cx="28575" cy="28575"/>
            </a:xfrm>
            <a:custGeom>
              <a:avLst/>
              <a:gdLst>
                <a:gd name="connsiteX0" fmla="*/ 0 w 28575"/>
                <a:gd name="connsiteY0" fmla="*/ 0 h 28575"/>
                <a:gd name="connsiteX1" fmla="*/ 28575 w 28575"/>
                <a:gd name="connsiteY1" fmla="*/ 0 h 28575"/>
                <a:gd name="connsiteX2" fmla="*/ 28575 w 28575"/>
                <a:gd name="connsiteY2" fmla="*/ 28575 h 28575"/>
                <a:gd name="connsiteX3" fmla="*/ 0 w 28575"/>
                <a:gd name="connsiteY3" fmla="*/ 28575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5" h="28575">
                  <a:moveTo>
                    <a:pt x="0" y="0"/>
                  </a:moveTo>
                  <a:lnTo>
                    <a:pt x="28575" y="0"/>
                  </a:lnTo>
                  <a:lnTo>
                    <a:pt x="28575" y="28575"/>
                  </a:lnTo>
                  <a:lnTo>
                    <a:pt x="0" y="28575"/>
                  </a:lnTo>
                  <a:close/>
                </a:path>
              </a:pathLst>
            </a:custGeom>
            <a:solidFill>
              <a:srgbClr val="3D3D3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CF3E8C57-9DF2-474D-8356-35BAA1A8FA3B}"/>
                </a:ext>
              </a:extLst>
            </p:cNvPr>
            <p:cNvSpPr/>
            <p:nvPr/>
          </p:nvSpPr>
          <p:spPr>
            <a:xfrm>
              <a:off x="6033070" y="3428809"/>
              <a:ext cx="28575" cy="28575"/>
            </a:xfrm>
            <a:custGeom>
              <a:avLst/>
              <a:gdLst>
                <a:gd name="connsiteX0" fmla="*/ 0 w 28575"/>
                <a:gd name="connsiteY0" fmla="*/ 0 h 28575"/>
                <a:gd name="connsiteX1" fmla="*/ 28575 w 28575"/>
                <a:gd name="connsiteY1" fmla="*/ 0 h 28575"/>
                <a:gd name="connsiteX2" fmla="*/ 28575 w 28575"/>
                <a:gd name="connsiteY2" fmla="*/ 28575 h 28575"/>
                <a:gd name="connsiteX3" fmla="*/ 0 w 28575"/>
                <a:gd name="connsiteY3" fmla="*/ 28575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5" h="28575">
                  <a:moveTo>
                    <a:pt x="0" y="0"/>
                  </a:moveTo>
                  <a:lnTo>
                    <a:pt x="28575" y="0"/>
                  </a:lnTo>
                  <a:lnTo>
                    <a:pt x="28575" y="28575"/>
                  </a:lnTo>
                  <a:lnTo>
                    <a:pt x="0" y="28575"/>
                  </a:lnTo>
                  <a:close/>
                </a:path>
              </a:pathLst>
            </a:custGeom>
            <a:solidFill>
              <a:srgbClr val="3D3D3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8E0B0971-4EDC-4E5E-8BD6-8F5FEEBF8E33}"/>
                </a:ext>
              </a:extLst>
            </p:cNvPr>
            <p:cNvSpPr/>
            <p:nvPr/>
          </p:nvSpPr>
          <p:spPr>
            <a:xfrm>
              <a:off x="6073456" y="3428809"/>
              <a:ext cx="28575" cy="28575"/>
            </a:xfrm>
            <a:custGeom>
              <a:avLst/>
              <a:gdLst>
                <a:gd name="connsiteX0" fmla="*/ 0 w 28575"/>
                <a:gd name="connsiteY0" fmla="*/ 0 h 28575"/>
                <a:gd name="connsiteX1" fmla="*/ 28575 w 28575"/>
                <a:gd name="connsiteY1" fmla="*/ 0 h 28575"/>
                <a:gd name="connsiteX2" fmla="*/ 28575 w 28575"/>
                <a:gd name="connsiteY2" fmla="*/ 28575 h 28575"/>
                <a:gd name="connsiteX3" fmla="*/ 0 w 28575"/>
                <a:gd name="connsiteY3" fmla="*/ 28575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5" h="28575">
                  <a:moveTo>
                    <a:pt x="0" y="0"/>
                  </a:moveTo>
                  <a:lnTo>
                    <a:pt x="28575" y="0"/>
                  </a:lnTo>
                  <a:lnTo>
                    <a:pt x="28575" y="28575"/>
                  </a:lnTo>
                  <a:lnTo>
                    <a:pt x="0" y="28575"/>
                  </a:lnTo>
                  <a:close/>
                </a:path>
              </a:pathLst>
            </a:custGeom>
            <a:solidFill>
              <a:srgbClr val="3D3D3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grpSp>
        <p:nvGrpSpPr>
          <p:cNvPr id="42" name="Graphic 5">
            <a:extLst>
              <a:ext uri="{FF2B5EF4-FFF2-40B4-BE49-F238E27FC236}">
                <a16:creationId xmlns:a16="http://schemas.microsoft.com/office/drawing/2014/main" id="{38112D9E-78F0-40B7-8943-11AC1E32C0DE}"/>
              </a:ext>
            </a:extLst>
          </p:cNvPr>
          <p:cNvGrpSpPr/>
          <p:nvPr/>
        </p:nvGrpSpPr>
        <p:grpSpPr>
          <a:xfrm>
            <a:off x="6204928" y="4416538"/>
            <a:ext cx="208723" cy="49456"/>
            <a:chOff x="5992589" y="3790473"/>
            <a:chExt cx="109442" cy="28575"/>
          </a:xfrm>
          <a:solidFill>
            <a:srgbClr val="3D3D3F"/>
          </a:solidFill>
        </p:grpSpPr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DFBB7A35-0CE5-4299-81BB-5366D86CB411}"/>
                </a:ext>
              </a:extLst>
            </p:cNvPr>
            <p:cNvSpPr/>
            <p:nvPr/>
          </p:nvSpPr>
          <p:spPr>
            <a:xfrm>
              <a:off x="5992589" y="3790473"/>
              <a:ext cx="28575" cy="28575"/>
            </a:xfrm>
            <a:custGeom>
              <a:avLst/>
              <a:gdLst>
                <a:gd name="connsiteX0" fmla="*/ 0 w 28575"/>
                <a:gd name="connsiteY0" fmla="*/ 0 h 28575"/>
                <a:gd name="connsiteX1" fmla="*/ 28575 w 28575"/>
                <a:gd name="connsiteY1" fmla="*/ 0 h 28575"/>
                <a:gd name="connsiteX2" fmla="*/ 28575 w 28575"/>
                <a:gd name="connsiteY2" fmla="*/ 28575 h 28575"/>
                <a:gd name="connsiteX3" fmla="*/ 0 w 28575"/>
                <a:gd name="connsiteY3" fmla="*/ 28575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5" h="28575">
                  <a:moveTo>
                    <a:pt x="0" y="0"/>
                  </a:moveTo>
                  <a:lnTo>
                    <a:pt x="28575" y="0"/>
                  </a:lnTo>
                  <a:lnTo>
                    <a:pt x="28575" y="28575"/>
                  </a:lnTo>
                  <a:lnTo>
                    <a:pt x="0" y="28575"/>
                  </a:lnTo>
                  <a:close/>
                </a:path>
              </a:pathLst>
            </a:custGeom>
            <a:solidFill>
              <a:srgbClr val="3D3D3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80110C6-E575-42DD-9070-A03EBFC72628}"/>
                </a:ext>
              </a:extLst>
            </p:cNvPr>
            <p:cNvSpPr/>
            <p:nvPr/>
          </p:nvSpPr>
          <p:spPr>
            <a:xfrm>
              <a:off x="6033070" y="3790473"/>
              <a:ext cx="28575" cy="28575"/>
            </a:xfrm>
            <a:custGeom>
              <a:avLst/>
              <a:gdLst>
                <a:gd name="connsiteX0" fmla="*/ 0 w 28575"/>
                <a:gd name="connsiteY0" fmla="*/ 0 h 28575"/>
                <a:gd name="connsiteX1" fmla="*/ 28575 w 28575"/>
                <a:gd name="connsiteY1" fmla="*/ 0 h 28575"/>
                <a:gd name="connsiteX2" fmla="*/ 28575 w 28575"/>
                <a:gd name="connsiteY2" fmla="*/ 28575 h 28575"/>
                <a:gd name="connsiteX3" fmla="*/ 0 w 28575"/>
                <a:gd name="connsiteY3" fmla="*/ 28575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5" h="28575">
                  <a:moveTo>
                    <a:pt x="0" y="0"/>
                  </a:moveTo>
                  <a:lnTo>
                    <a:pt x="28575" y="0"/>
                  </a:lnTo>
                  <a:lnTo>
                    <a:pt x="28575" y="28575"/>
                  </a:lnTo>
                  <a:lnTo>
                    <a:pt x="0" y="28575"/>
                  </a:lnTo>
                  <a:close/>
                </a:path>
              </a:pathLst>
            </a:custGeom>
            <a:solidFill>
              <a:srgbClr val="3D3D3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2B9D5D5F-F9B5-4B4A-9003-96A66F150754}"/>
                </a:ext>
              </a:extLst>
            </p:cNvPr>
            <p:cNvSpPr/>
            <p:nvPr/>
          </p:nvSpPr>
          <p:spPr>
            <a:xfrm>
              <a:off x="6073456" y="3790473"/>
              <a:ext cx="28575" cy="28575"/>
            </a:xfrm>
            <a:custGeom>
              <a:avLst/>
              <a:gdLst>
                <a:gd name="connsiteX0" fmla="*/ 0 w 28575"/>
                <a:gd name="connsiteY0" fmla="*/ 0 h 28575"/>
                <a:gd name="connsiteX1" fmla="*/ 28575 w 28575"/>
                <a:gd name="connsiteY1" fmla="*/ 0 h 28575"/>
                <a:gd name="connsiteX2" fmla="*/ 28575 w 28575"/>
                <a:gd name="connsiteY2" fmla="*/ 28575 h 28575"/>
                <a:gd name="connsiteX3" fmla="*/ 0 w 28575"/>
                <a:gd name="connsiteY3" fmla="*/ 28575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5" h="28575">
                  <a:moveTo>
                    <a:pt x="0" y="0"/>
                  </a:moveTo>
                  <a:lnTo>
                    <a:pt x="28575" y="0"/>
                  </a:lnTo>
                  <a:lnTo>
                    <a:pt x="28575" y="28575"/>
                  </a:lnTo>
                  <a:lnTo>
                    <a:pt x="0" y="28575"/>
                  </a:lnTo>
                  <a:close/>
                </a:path>
              </a:pathLst>
            </a:custGeom>
            <a:solidFill>
              <a:srgbClr val="3D3D3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87FC4D6C-E029-4D88-9663-CBC328E59F3F}"/>
              </a:ext>
            </a:extLst>
          </p:cNvPr>
          <p:cNvSpPr/>
          <p:nvPr/>
        </p:nvSpPr>
        <p:spPr>
          <a:xfrm>
            <a:off x="5369852" y="2468151"/>
            <a:ext cx="18166" cy="428616"/>
          </a:xfrm>
          <a:custGeom>
            <a:avLst/>
            <a:gdLst>
              <a:gd name="connsiteX0" fmla="*/ 0 w 9525"/>
              <a:gd name="connsiteY0" fmla="*/ 247650 h 247650"/>
              <a:gd name="connsiteX1" fmla="*/ 0 w 9525"/>
              <a:gd name="connsiteY1" fmla="*/ 0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525" h="247650">
                <a:moveTo>
                  <a:pt x="0" y="247650"/>
                </a:moveTo>
                <a:lnTo>
                  <a:pt x="0" y="0"/>
                </a:lnTo>
              </a:path>
            </a:pathLst>
          </a:custGeom>
          <a:ln w="9525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FBC36E11-3FE8-4AE4-8B01-B7368C43BA09}"/>
              </a:ext>
            </a:extLst>
          </p:cNvPr>
          <p:cNvSpPr/>
          <p:nvPr/>
        </p:nvSpPr>
        <p:spPr>
          <a:xfrm>
            <a:off x="3147461" y="4891478"/>
            <a:ext cx="4468758" cy="16485"/>
          </a:xfrm>
          <a:custGeom>
            <a:avLst/>
            <a:gdLst>
              <a:gd name="connsiteX0" fmla="*/ 2343150 w 2343150"/>
              <a:gd name="connsiteY0" fmla="*/ 0 h 9525"/>
              <a:gd name="connsiteX1" fmla="*/ 0 w 2343150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343150" h="9525">
                <a:moveTo>
                  <a:pt x="2343150" y="0"/>
                </a:moveTo>
                <a:lnTo>
                  <a:pt x="0" y="0"/>
                </a:lnTo>
              </a:path>
            </a:pathLst>
          </a:custGeom>
          <a:ln w="9525" cap="flat">
            <a:solidFill>
              <a:srgbClr val="F5C22A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89866A6-8945-44D4-990D-78D4C391F5FC}"/>
              </a:ext>
            </a:extLst>
          </p:cNvPr>
          <p:cNvSpPr txBox="1"/>
          <p:nvPr/>
        </p:nvSpPr>
        <p:spPr>
          <a:xfrm>
            <a:off x="3248973" y="2755113"/>
            <a:ext cx="412721" cy="19975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spcAft>
                <a:spcPts val="600"/>
              </a:spcAft>
            </a:pPr>
            <a:r>
              <a:rPr lang="en-IN" sz="750" spc="0" baseline="0" dirty="0">
                <a:solidFill>
                  <a:srgbClr val="0195D3"/>
                </a:solidFill>
                <a:latin typeface="Metropolis-Regular"/>
                <a:sym typeface="Metropolis-Regular"/>
                <a:rtl val="0"/>
              </a:rPr>
              <a:t>DMZ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F60D289-FD29-43EC-B7F3-F070F7929B74}"/>
              </a:ext>
            </a:extLst>
          </p:cNvPr>
          <p:cNvSpPr txBox="1"/>
          <p:nvPr/>
        </p:nvSpPr>
        <p:spPr>
          <a:xfrm>
            <a:off x="3248973" y="3417772"/>
            <a:ext cx="1308473" cy="59926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IN" sz="750" spc="0" baseline="0" dirty="0">
                <a:solidFill>
                  <a:srgbClr val="231F20"/>
                </a:solidFill>
                <a:latin typeface="Metropolis-Regular"/>
                <a:sym typeface="Metropolis-Regular"/>
                <a:rtl val="0"/>
              </a:rPr>
              <a:t>Unified </a:t>
            </a:r>
            <a:r>
              <a:rPr lang="en-IN" sz="750" dirty="0">
                <a:solidFill>
                  <a:srgbClr val="231F20"/>
                </a:solidFill>
                <a:latin typeface="Metropolis-Regular"/>
                <a:sym typeface="Metropolis-Regular"/>
                <a:rtl val="0"/>
              </a:rPr>
              <a:t>Access</a:t>
            </a:r>
            <a:br>
              <a:rPr lang="en-IN" sz="750" dirty="0">
                <a:solidFill>
                  <a:srgbClr val="231F20"/>
                </a:solidFill>
                <a:latin typeface="Metropolis-Regular"/>
                <a:sym typeface="Metropolis-Regular"/>
                <a:rtl val="0"/>
              </a:rPr>
            </a:br>
            <a:r>
              <a:rPr lang="en-IN" sz="750" dirty="0">
                <a:solidFill>
                  <a:srgbClr val="231F20"/>
                </a:solidFill>
                <a:latin typeface="Metropolis-Regular"/>
                <a:sym typeface="Metropolis-Regular"/>
                <a:rtl val="0"/>
              </a:rPr>
              <a:t>Gateway</a:t>
            </a:r>
            <a:br>
              <a:rPr lang="en-IN" sz="750" dirty="0">
                <a:solidFill>
                  <a:srgbClr val="231F20"/>
                </a:solidFill>
                <a:latin typeface="Metropolis-Regular"/>
                <a:sym typeface="Metropolis-Regular"/>
                <a:rtl val="0"/>
              </a:rPr>
            </a:br>
            <a:r>
              <a:rPr lang="en-IN" sz="750" dirty="0">
                <a:solidFill>
                  <a:srgbClr val="231F20"/>
                </a:solidFill>
                <a:latin typeface="Metropolis-Regular"/>
                <a:sym typeface="Metropolis-Regular"/>
                <a:rtl val="0"/>
              </a:rPr>
              <a:t>appliance</a:t>
            </a:r>
            <a:endParaRPr lang="en-IN" sz="750" spc="0" baseline="0" dirty="0">
              <a:solidFill>
                <a:srgbClr val="231F20"/>
              </a:solidFill>
              <a:latin typeface="Metropolis-Regular"/>
              <a:sym typeface="Metropolis-Regular"/>
              <a:rtl val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078C8B7-602F-4AE8-8598-6860841E38F7}"/>
              </a:ext>
            </a:extLst>
          </p:cNvPr>
          <p:cNvSpPr txBox="1"/>
          <p:nvPr/>
        </p:nvSpPr>
        <p:spPr>
          <a:xfrm>
            <a:off x="3925772" y="4274811"/>
            <a:ext cx="681752" cy="39950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IN" sz="750" dirty="0">
                <a:solidFill>
                  <a:srgbClr val="231F20"/>
                </a:solidFill>
                <a:latin typeface="Metropolis-Regular"/>
                <a:sym typeface="Metropolis-Regular"/>
                <a:rtl val="0"/>
              </a:rPr>
              <a:t>Horizon</a:t>
            </a:r>
            <a:br>
              <a:rPr lang="en-IN" sz="750" dirty="0">
                <a:solidFill>
                  <a:srgbClr val="231F20"/>
                </a:solidFill>
                <a:latin typeface="Metropolis-Regular"/>
                <a:sym typeface="Metropolis-Regular"/>
                <a:rtl val="0"/>
              </a:rPr>
            </a:br>
            <a:r>
              <a:rPr lang="en-IN" sz="750" dirty="0">
                <a:solidFill>
                  <a:srgbClr val="231F20"/>
                </a:solidFill>
                <a:latin typeface="Metropolis-Regular"/>
                <a:sym typeface="Metropolis-Regular"/>
                <a:rtl val="0"/>
              </a:rPr>
              <a:t>Server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0AA86CD-A117-45F4-8A7F-414BC93DEB0A}"/>
              </a:ext>
            </a:extLst>
          </p:cNvPr>
          <p:cNvSpPr txBox="1"/>
          <p:nvPr/>
        </p:nvSpPr>
        <p:spPr>
          <a:xfrm>
            <a:off x="3407407" y="5645748"/>
            <a:ext cx="828496" cy="59926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750" dirty="0">
                <a:solidFill>
                  <a:srgbClr val="231F20"/>
                </a:solidFill>
                <a:latin typeface="Metropolis-Regular"/>
                <a:sym typeface="Metropolis-Regular"/>
                <a:rtl val="0"/>
              </a:rPr>
              <a:t>Microsoft</a:t>
            </a:r>
            <a:br>
              <a:rPr lang="en-IN" sz="750" dirty="0">
                <a:solidFill>
                  <a:srgbClr val="231F20"/>
                </a:solidFill>
                <a:latin typeface="Metropolis-Regular"/>
                <a:sym typeface="Metropolis-Regular"/>
                <a:rtl val="0"/>
              </a:rPr>
            </a:br>
            <a:r>
              <a:rPr lang="en-IN" sz="750" dirty="0">
                <a:solidFill>
                  <a:srgbClr val="231F20"/>
                </a:solidFill>
                <a:latin typeface="Metropolis-Regular"/>
                <a:sym typeface="Metropolis-Regular"/>
                <a:rtl val="0"/>
              </a:rPr>
              <a:t>Active</a:t>
            </a:r>
            <a:br>
              <a:rPr lang="en-IN" sz="750" dirty="0">
                <a:solidFill>
                  <a:srgbClr val="231F20"/>
                </a:solidFill>
                <a:latin typeface="Metropolis-Regular"/>
                <a:sym typeface="Metropolis-Regular"/>
                <a:rtl val="0"/>
              </a:rPr>
            </a:br>
            <a:r>
              <a:rPr lang="en-IN" sz="750" dirty="0">
                <a:solidFill>
                  <a:srgbClr val="231F20"/>
                </a:solidFill>
                <a:latin typeface="Metropolis-Regular"/>
                <a:sym typeface="Metropolis-Regular"/>
                <a:rtl val="0"/>
              </a:rPr>
              <a:t>Directory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805E71A-0452-4EA1-A60A-8558B1CA0008}"/>
              </a:ext>
            </a:extLst>
          </p:cNvPr>
          <p:cNvSpPr txBox="1"/>
          <p:nvPr/>
        </p:nvSpPr>
        <p:spPr>
          <a:xfrm>
            <a:off x="4888461" y="5646231"/>
            <a:ext cx="1039439" cy="2308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750" spc="0" baseline="0" dirty="0">
                <a:solidFill>
                  <a:srgbClr val="231F20"/>
                </a:solidFill>
                <a:latin typeface="Metropolis-Regular"/>
                <a:sym typeface="Metropolis-Regular"/>
                <a:rtl val="0"/>
              </a:rPr>
              <a:t>vSphere </a:t>
            </a:r>
            <a:r>
              <a:rPr lang="en-IN" sz="750" spc="0" baseline="0" dirty="0" err="1">
                <a:solidFill>
                  <a:srgbClr val="231F20"/>
                </a:solidFill>
                <a:latin typeface="Metropolis-Regular"/>
                <a:sym typeface="Metropolis-Regular"/>
                <a:rtl val="0"/>
              </a:rPr>
              <a:t>ESXi</a:t>
            </a:r>
            <a:br>
              <a:rPr lang="en-IN" sz="750" dirty="0">
                <a:solidFill>
                  <a:srgbClr val="231F20"/>
                </a:solidFill>
                <a:latin typeface="Metropolis-Regular"/>
                <a:sym typeface="Metropolis-Regular"/>
                <a:rtl val="0"/>
              </a:rPr>
            </a:br>
            <a:r>
              <a:rPr lang="en-IN" sz="750" dirty="0">
                <a:solidFill>
                  <a:srgbClr val="231F20"/>
                </a:solidFill>
                <a:latin typeface="Metropolis-Regular"/>
                <a:sym typeface="Metropolis-Regular"/>
                <a:rtl val="0"/>
              </a:rPr>
              <a:t>Hosts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F5E9868-04B1-4D14-89E6-A59B1C3878EA}"/>
              </a:ext>
            </a:extLst>
          </p:cNvPr>
          <p:cNvSpPr txBox="1"/>
          <p:nvPr/>
        </p:nvSpPr>
        <p:spPr>
          <a:xfrm>
            <a:off x="6515341" y="5645746"/>
            <a:ext cx="920125" cy="2308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750" spc="0" baseline="0" dirty="0">
                <a:solidFill>
                  <a:srgbClr val="231F20"/>
                </a:solidFill>
                <a:latin typeface="Metropolis-Regular"/>
                <a:sym typeface="Metropolis-Regular"/>
                <a:rtl val="0"/>
              </a:rPr>
              <a:t>Enterprise</a:t>
            </a:r>
            <a:br>
              <a:rPr lang="en-IN" sz="750" spc="0" baseline="0" dirty="0">
                <a:solidFill>
                  <a:srgbClr val="231F20"/>
                </a:solidFill>
                <a:latin typeface="Metropolis-Regular"/>
                <a:sym typeface="Metropolis-Regular"/>
                <a:rtl val="0"/>
              </a:rPr>
            </a:br>
            <a:r>
              <a:rPr lang="en-IN" sz="750" spc="0" baseline="0" dirty="0">
                <a:solidFill>
                  <a:srgbClr val="231F20"/>
                </a:solidFill>
                <a:latin typeface="Metropolis-Regular"/>
                <a:sym typeface="Metropolis-Regular"/>
                <a:rtl val="0"/>
              </a:rPr>
              <a:t>Certificate Authority</a:t>
            </a:r>
          </a:p>
        </p:txBody>
      </p:sp>
      <p:sp>
        <p:nvSpPr>
          <p:cNvPr id="130" name="Freeform: Shape 129">
            <a:extLst>
              <a:ext uri="{FF2B5EF4-FFF2-40B4-BE49-F238E27FC236}">
                <a16:creationId xmlns:a16="http://schemas.microsoft.com/office/drawing/2014/main" id="{94CD09E5-EECE-4EA7-A5DF-A552A9458EBB}"/>
              </a:ext>
            </a:extLst>
          </p:cNvPr>
          <p:cNvSpPr/>
          <p:nvPr/>
        </p:nvSpPr>
        <p:spPr>
          <a:xfrm>
            <a:off x="8161190" y="1693346"/>
            <a:ext cx="381479" cy="16485"/>
          </a:xfrm>
          <a:custGeom>
            <a:avLst/>
            <a:gdLst>
              <a:gd name="connsiteX0" fmla="*/ 200025 w 200025"/>
              <a:gd name="connsiteY0" fmla="*/ 0 h 9525"/>
              <a:gd name="connsiteX1" fmla="*/ 0 w 200025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00025" h="9525">
                <a:moveTo>
                  <a:pt x="200025" y="0"/>
                </a:moveTo>
                <a:lnTo>
                  <a:pt x="0" y="0"/>
                </a:lnTo>
              </a:path>
            </a:pathLst>
          </a:custGeom>
          <a:ln w="14288" cap="flat">
            <a:solidFill>
              <a:srgbClr val="F5C22A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32" name="Freeform: Shape 131">
            <a:extLst>
              <a:ext uri="{FF2B5EF4-FFF2-40B4-BE49-F238E27FC236}">
                <a16:creationId xmlns:a16="http://schemas.microsoft.com/office/drawing/2014/main" id="{ADE703AE-979D-4975-B448-3D653D998CB0}"/>
              </a:ext>
            </a:extLst>
          </p:cNvPr>
          <p:cNvSpPr/>
          <p:nvPr/>
        </p:nvSpPr>
        <p:spPr>
          <a:xfrm>
            <a:off x="8161190" y="2023050"/>
            <a:ext cx="381479" cy="16485"/>
          </a:xfrm>
          <a:custGeom>
            <a:avLst/>
            <a:gdLst>
              <a:gd name="connsiteX0" fmla="*/ 200025 w 200025"/>
              <a:gd name="connsiteY0" fmla="*/ 0 h 9525"/>
              <a:gd name="connsiteX1" fmla="*/ 0 w 200025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00025" h="9525">
                <a:moveTo>
                  <a:pt x="200025" y="0"/>
                </a:moveTo>
                <a:lnTo>
                  <a:pt x="0" y="0"/>
                </a:lnTo>
              </a:path>
            </a:pathLst>
          </a:custGeom>
          <a:ln w="14288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grpSp>
        <p:nvGrpSpPr>
          <p:cNvPr id="133" name="Graphic 5">
            <a:extLst>
              <a:ext uri="{FF2B5EF4-FFF2-40B4-BE49-F238E27FC236}">
                <a16:creationId xmlns:a16="http://schemas.microsoft.com/office/drawing/2014/main" id="{38112D9E-78F0-40B7-8943-11AC1E32C0DE}"/>
              </a:ext>
            </a:extLst>
          </p:cNvPr>
          <p:cNvGrpSpPr/>
          <p:nvPr/>
        </p:nvGrpSpPr>
        <p:grpSpPr>
          <a:xfrm>
            <a:off x="4612342" y="3737511"/>
            <a:ext cx="1514835" cy="131882"/>
            <a:chOff x="5157532" y="3398138"/>
            <a:chExt cx="794289" cy="76200"/>
          </a:xfrm>
          <a:solidFill>
            <a:srgbClr val="010101"/>
          </a:solidFill>
        </p:grpSpPr>
        <p:grpSp>
          <p:nvGrpSpPr>
            <p:cNvPr id="134" name="Graphic 5">
              <a:extLst>
                <a:ext uri="{FF2B5EF4-FFF2-40B4-BE49-F238E27FC236}">
                  <a16:creationId xmlns:a16="http://schemas.microsoft.com/office/drawing/2014/main" id="{38112D9E-78F0-40B7-8943-11AC1E32C0DE}"/>
                </a:ext>
              </a:extLst>
            </p:cNvPr>
            <p:cNvGrpSpPr/>
            <p:nvPr/>
          </p:nvGrpSpPr>
          <p:grpSpPr>
            <a:xfrm>
              <a:off x="5157532" y="3398138"/>
              <a:ext cx="281463" cy="76200"/>
              <a:chOff x="5157532" y="3398138"/>
              <a:chExt cx="281463" cy="76200"/>
            </a:xfrm>
            <a:solidFill>
              <a:srgbClr val="010101"/>
            </a:solidFill>
          </p:grpSpPr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EF74E39C-02F5-487A-B3EC-39860B2634D8}"/>
                  </a:ext>
                </a:extLst>
              </p:cNvPr>
              <p:cNvSpPr/>
              <p:nvPr/>
            </p:nvSpPr>
            <p:spPr>
              <a:xfrm>
                <a:off x="5157532" y="3398138"/>
                <a:ext cx="281463" cy="76200"/>
              </a:xfrm>
              <a:custGeom>
                <a:avLst/>
                <a:gdLst>
                  <a:gd name="connsiteX0" fmla="*/ 271653 w 281463"/>
                  <a:gd name="connsiteY0" fmla="*/ 9525 h 76200"/>
                  <a:gd name="connsiteX1" fmla="*/ 271939 w 281463"/>
                  <a:gd name="connsiteY1" fmla="*/ 66675 h 76200"/>
                  <a:gd name="connsiteX2" fmla="*/ 9906 w 281463"/>
                  <a:gd name="connsiteY2" fmla="*/ 66675 h 76200"/>
                  <a:gd name="connsiteX3" fmla="*/ 9620 w 281463"/>
                  <a:gd name="connsiteY3" fmla="*/ 9525 h 76200"/>
                  <a:gd name="connsiteX4" fmla="*/ 271653 w 281463"/>
                  <a:gd name="connsiteY4" fmla="*/ 9525 h 76200"/>
                  <a:gd name="connsiteX5" fmla="*/ 281083 w 281463"/>
                  <a:gd name="connsiteY5" fmla="*/ 0 h 76200"/>
                  <a:gd name="connsiteX6" fmla="*/ 0 w 281463"/>
                  <a:gd name="connsiteY6" fmla="*/ 0 h 76200"/>
                  <a:gd name="connsiteX7" fmla="*/ 381 w 281463"/>
                  <a:gd name="connsiteY7" fmla="*/ 76200 h 76200"/>
                  <a:gd name="connsiteX8" fmla="*/ 281464 w 281463"/>
                  <a:gd name="connsiteY8" fmla="*/ 76200 h 76200"/>
                  <a:gd name="connsiteX9" fmla="*/ 281083 w 281463"/>
                  <a:gd name="connsiteY9" fmla="*/ 0 h 76200"/>
                  <a:gd name="connsiteX10" fmla="*/ 281083 w 281463"/>
                  <a:gd name="connsiteY10" fmla="*/ 0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81463" h="76200">
                    <a:moveTo>
                      <a:pt x="271653" y="9525"/>
                    </a:moveTo>
                    <a:lnTo>
                      <a:pt x="271939" y="66675"/>
                    </a:lnTo>
                    <a:lnTo>
                      <a:pt x="9906" y="66675"/>
                    </a:lnTo>
                    <a:lnTo>
                      <a:pt x="9620" y="9525"/>
                    </a:lnTo>
                    <a:lnTo>
                      <a:pt x="271653" y="9525"/>
                    </a:lnTo>
                    <a:moveTo>
                      <a:pt x="281083" y="0"/>
                    </a:moveTo>
                    <a:lnTo>
                      <a:pt x="0" y="0"/>
                    </a:lnTo>
                    <a:lnTo>
                      <a:pt x="381" y="76200"/>
                    </a:lnTo>
                    <a:lnTo>
                      <a:pt x="281464" y="76200"/>
                    </a:lnTo>
                    <a:lnTo>
                      <a:pt x="281083" y="0"/>
                    </a:lnTo>
                    <a:lnTo>
                      <a:pt x="281083" y="0"/>
                    </a:lnTo>
                    <a:close/>
                  </a:path>
                </a:pathLst>
              </a:custGeom>
              <a:solidFill>
                <a:srgbClr val="01010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grpSp>
            <p:nvGrpSpPr>
              <p:cNvPr id="136" name="Graphic 5">
                <a:extLst>
                  <a:ext uri="{FF2B5EF4-FFF2-40B4-BE49-F238E27FC236}">
                    <a16:creationId xmlns:a16="http://schemas.microsoft.com/office/drawing/2014/main" id="{38112D9E-78F0-40B7-8943-11AC1E32C0DE}"/>
                  </a:ext>
                </a:extLst>
              </p:cNvPr>
              <p:cNvGrpSpPr/>
              <p:nvPr/>
            </p:nvGrpSpPr>
            <p:grpSpPr>
              <a:xfrm>
                <a:off x="5186964" y="3421380"/>
                <a:ext cx="54006" cy="29622"/>
                <a:chOff x="5186964" y="3421380"/>
                <a:chExt cx="54006" cy="29622"/>
              </a:xfrm>
              <a:solidFill>
                <a:srgbClr val="010101"/>
              </a:solidFill>
            </p:grpSpPr>
            <p:sp>
              <p:nvSpPr>
                <p:cNvPr id="137" name="Freeform: Shape 136">
                  <a:extLst>
                    <a:ext uri="{FF2B5EF4-FFF2-40B4-BE49-F238E27FC236}">
                      <a16:creationId xmlns:a16="http://schemas.microsoft.com/office/drawing/2014/main" id="{224B9B4C-78FA-486E-9911-7B2C7C30593D}"/>
                    </a:ext>
                  </a:extLst>
                </p:cNvPr>
                <p:cNvSpPr/>
                <p:nvPr/>
              </p:nvSpPr>
              <p:spPr>
                <a:xfrm>
                  <a:off x="5186964" y="3421380"/>
                  <a:ext cx="9525" cy="29622"/>
                </a:xfrm>
                <a:custGeom>
                  <a:avLst/>
                  <a:gdLst>
                    <a:gd name="connsiteX0" fmla="*/ 0 w 9525"/>
                    <a:gd name="connsiteY0" fmla="*/ 0 h 29622"/>
                    <a:gd name="connsiteX1" fmla="*/ 9525 w 9525"/>
                    <a:gd name="connsiteY1" fmla="*/ 0 h 29622"/>
                    <a:gd name="connsiteX2" fmla="*/ 9525 w 9525"/>
                    <a:gd name="connsiteY2" fmla="*/ 29623 h 29622"/>
                    <a:gd name="connsiteX3" fmla="*/ 0 w 9525"/>
                    <a:gd name="connsiteY3" fmla="*/ 29623 h 296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525" h="29622">
                      <a:moveTo>
                        <a:pt x="0" y="0"/>
                      </a:moveTo>
                      <a:lnTo>
                        <a:pt x="9525" y="0"/>
                      </a:lnTo>
                      <a:lnTo>
                        <a:pt x="9525" y="29623"/>
                      </a:lnTo>
                      <a:lnTo>
                        <a:pt x="0" y="29623"/>
                      </a:lnTo>
                      <a:close/>
                    </a:path>
                  </a:pathLst>
                </a:custGeom>
                <a:solidFill>
                  <a:srgbClr val="01010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138" name="Freeform: Shape 137">
                  <a:extLst>
                    <a:ext uri="{FF2B5EF4-FFF2-40B4-BE49-F238E27FC236}">
                      <a16:creationId xmlns:a16="http://schemas.microsoft.com/office/drawing/2014/main" id="{075AC91F-F9AE-423B-8932-CA30839524A5}"/>
                    </a:ext>
                  </a:extLst>
                </p:cNvPr>
                <p:cNvSpPr/>
                <p:nvPr/>
              </p:nvSpPr>
              <p:spPr>
                <a:xfrm>
                  <a:off x="5201823" y="3421380"/>
                  <a:ext cx="9525" cy="29622"/>
                </a:xfrm>
                <a:custGeom>
                  <a:avLst/>
                  <a:gdLst>
                    <a:gd name="connsiteX0" fmla="*/ 0 w 9525"/>
                    <a:gd name="connsiteY0" fmla="*/ 0 h 29622"/>
                    <a:gd name="connsiteX1" fmla="*/ 9525 w 9525"/>
                    <a:gd name="connsiteY1" fmla="*/ 0 h 29622"/>
                    <a:gd name="connsiteX2" fmla="*/ 9525 w 9525"/>
                    <a:gd name="connsiteY2" fmla="*/ 29623 h 29622"/>
                    <a:gd name="connsiteX3" fmla="*/ 0 w 9525"/>
                    <a:gd name="connsiteY3" fmla="*/ 29623 h 296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525" h="29622">
                      <a:moveTo>
                        <a:pt x="0" y="0"/>
                      </a:moveTo>
                      <a:lnTo>
                        <a:pt x="9525" y="0"/>
                      </a:lnTo>
                      <a:lnTo>
                        <a:pt x="9525" y="29623"/>
                      </a:lnTo>
                      <a:lnTo>
                        <a:pt x="0" y="29623"/>
                      </a:lnTo>
                      <a:close/>
                    </a:path>
                  </a:pathLst>
                </a:custGeom>
                <a:solidFill>
                  <a:srgbClr val="01010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139" name="Freeform: Shape 138">
                  <a:extLst>
                    <a:ext uri="{FF2B5EF4-FFF2-40B4-BE49-F238E27FC236}">
                      <a16:creationId xmlns:a16="http://schemas.microsoft.com/office/drawing/2014/main" id="{BE81840C-97F7-4B82-A010-747452A23ED3}"/>
                    </a:ext>
                  </a:extLst>
                </p:cNvPr>
                <p:cNvSpPr/>
                <p:nvPr/>
              </p:nvSpPr>
              <p:spPr>
                <a:xfrm>
                  <a:off x="5216682" y="3421380"/>
                  <a:ext cx="9525" cy="29622"/>
                </a:xfrm>
                <a:custGeom>
                  <a:avLst/>
                  <a:gdLst>
                    <a:gd name="connsiteX0" fmla="*/ 0 w 9525"/>
                    <a:gd name="connsiteY0" fmla="*/ 0 h 29622"/>
                    <a:gd name="connsiteX1" fmla="*/ 9525 w 9525"/>
                    <a:gd name="connsiteY1" fmla="*/ 0 h 29622"/>
                    <a:gd name="connsiteX2" fmla="*/ 9525 w 9525"/>
                    <a:gd name="connsiteY2" fmla="*/ 29623 h 29622"/>
                    <a:gd name="connsiteX3" fmla="*/ 0 w 9525"/>
                    <a:gd name="connsiteY3" fmla="*/ 29623 h 296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525" h="29622">
                      <a:moveTo>
                        <a:pt x="0" y="0"/>
                      </a:moveTo>
                      <a:lnTo>
                        <a:pt x="9525" y="0"/>
                      </a:lnTo>
                      <a:lnTo>
                        <a:pt x="9525" y="29623"/>
                      </a:lnTo>
                      <a:lnTo>
                        <a:pt x="0" y="29623"/>
                      </a:lnTo>
                      <a:close/>
                    </a:path>
                  </a:pathLst>
                </a:custGeom>
                <a:solidFill>
                  <a:srgbClr val="01010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140" name="Freeform: Shape 139">
                  <a:extLst>
                    <a:ext uri="{FF2B5EF4-FFF2-40B4-BE49-F238E27FC236}">
                      <a16:creationId xmlns:a16="http://schemas.microsoft.com/office/drawing/2014/main" id="{560FC769-992B-42E5-86D8-BE85D9C16D6B}"/>
                    </a:ext>
                  </a:extLst>
                </p:cNvPr>
                <p:cNvSpPr/>
                <p:nvPr/>
              </p:nvSpPr>
              <p:spPr>
                <a:xfrm>
                  <a:off x="5231446" y="3421380"/>
                  <a:ext cx="9525" cy="29622"/>
                </a:xfrm>
                <a:custGeom>
                  <a:avLst/>
                  <a:gdLst>
                    <a:gd name="connsiteX0" fmla="*/ 0 w 9525"/>
                    <a:gd name="connsiteY0" fmla="*/ 0 h 29622"/>
                    <a:gd name="connsiteX1" fmla="*/ 9525 w 9525"/>
                    <a:gd name="connsiteY1" fmla="*/ 0 h 29622"/>
                    <a:gd name="connsiteX2" fmla="*/ 9525 w 9525"/>
                    <a:gd name="connsiteY2" fmla="*/ 29623 h 29622"/>
                    <a:gd name="connsiteX3" fmla="*/ 0 w 9525"/>
                    <a:gd name="connsiteY3" fmla="*/ 29623 h 296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525" h="29622">
                      <a:moveTo>
                        <a:pt x="0" y="0"/>
                      </a:moveTo>
                      <a:lnTo>
                        <a:pt x="9525" y="0"/>
                      </a:lnTo>
                      <a:lnTo>
                        <a:pt x="9525" y="29623"/>
                      </a:lnTo>
                      <a:lnTo>
                        <a:pt x="0" y="29623"/>
                      </a:lnTo>
                      <a:close/>
                    </a:path>
                  </a:pathLst>
                </a:custGeom>
                <a:solidFill>
                  <a:srgbClr val="01010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</p:grp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7D46191E-63FA-4E78-8F09-69EEC6D5A36F}"/>
                  </a:ext>
                </a:extLst>
              </p:cNvPr>
              <p:cNvSpPr/>
              <p:nvPr/>
            </p:nvSpPr>
            <p:spPr>
              <a:xfrm>
                <a:off x="5396038" y="3428904"/>
                <a:ext cx="14859" cy="14859"/>
              </a:xfrm>
              <a:custGeom>
                <a:avLst/>
                <a:gdLst>
                  <a:gd name="connsiteX0" fmla="*/ 14859 w 14859"/>
                  <a:gd name="connsiteY0" fmla="*/ 7430 h 14859"/>
                  <a:gd name="connsiteX1" fmla="*/ 7429 w 14859"/>
                  <a:gd name="connsiteY1" fmla="*/ 14859 h 14859"/>
                  <a:gd name="connsiteX2" fmla="*/ 0 w 14859"/>
                  <a:gd name="connsiteY2" fmla="*/ 7430 h 14859"/>
                  <a:gd name="connsiteX3" fmla="*/ 7429 w 14859"/>
                  <a:gd name="connsiteY3" fmla="*/ 0 h 14859"/>
                  <a:gd name="connsiteX4" fmla="*/ 14859 w 14859"/>
                  <a:gd name="connsiteY4" fmla="*/ 7430 h 148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859" h="14859">
                    <a:moveTo>
                      <a:pt x="14859" y="7430"/>
                    </a:moveTo>
                    <a:cubicBezTo>
                      <a:pt x="14859" y="11533"/>
                      <a:pt x="11533" y="14859"/>
                      <a:pt x="7429" y="14859"/>
                    </a:cubicBezTo>
                    <a:cubicBezTo>
                      <a:pt x="3326" y="14859"/>
                      <a:pt x="0" y="11533"/>
                      <a:pt x="0" y="7430"/>
                    </a:cubicBezTo>
                    <a:cubicBezTo>
                      <a:pt x="0" y="3326"/>
                      <a:pt x="3326" y="0"/>
                      <a:pt x="7429" y="0"/>
                    </a:cubicBezTo>
                    <a:cubicBezTo>
                      <a:pt x="11533" y="0"/>
                      <a:pt x="14859" y="3326"/>
                      <a:pt x="14859" y="7430"/>
                    </a:cubicBezTo>
                    <a:close/>
                  </a:path>
                </a:pathLst>
              </a:custGeom>
              <a:solidFill>
                <a:srgbClr val="01010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grpSp>
          <p:nvGrpSpPr>
            <p:cNvPr id="142" name="Graphic 5">
              <a:extLst>
                <a:ext uri="{FF2B5EF4-FFF2-40B4-BE49-F238E27FC236}">
                  <a16:creationId xmlns:a16="http://schemas.microsoft.com/office/drawing/2014/main" id="{38112D9E-78F0-40B7-8943-11AC1E32C0DE}"/>
                </a:ext>
              </a:extLst>
            </p:cNvPr>
            <p:cNvGrpSpPr/>
            <p:nvPr/>
          </p:nvGrpSpPr>
          <p:grpSpPr>
            <a:xfrm>
              <a:off x="5670358" y="3398138"/>
              <a:ext cx="281463" cy="76200"/>
              <a:chOff x="5670358" y="3398138"/>
              <a:chExt cx="281463" cy="76200"/>
            </a:xfrm>
            <a:solidFill>
              <a:srgbClr val="010101"/>
            </a:solidFill>
          </p:grpSpPr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4286649E-E6AA-4A00-8B69-BD07B0945208}"/>
                  </a:ext>
                </a:extLst>
              </p:cNvPr>
              <p:cNvSpPr/>
              <p:nvPr/>
            </p:nvSpPr>
            <p:spPr>
              <a:xfrm>
                <a:off x="5670358" y="3398138"/>
                <a:ext cx="281463" cy="76200"/>
              </a:xfrm>
              <a:custGeom>
                <a:avLst/>
                <a:gdLst>
                  <a:gd name="connsiteX0" fmla="*/ 271558 w 281463"/>
                  <a:gd name="connsiteY0" fmla="*/ 9525 h 76200"/>
                  <a:gd name="connsiteX1" fmla="*/ 271844 w 281463"/>
                  <a:gd name="connsiteY1" fmla="*/ 66675 h 76200"/>
                  <a:gd name="connsiteX2" fmla="*/ 9811 w 281463"/>
                  <a:gd name="connsiteY2" fmla="*/ 66675 h 76200"/>
                  <a:gd name="connsiteX3" fmla="*/ 9525 w 281463"/>
                  <a:gd name="connsiteY3" fmla="*/ 9525 h 76200"/>
                  <a:gd name="connsiteX4" fmla="*/ 271558 w 281463"/>
                  <a:gd name="connsiteY4" fmla="*/ 9525 h 76200"/>
                  <a:gd name="connsiteX5" fmla="*/ 281083 w 281463"/>
                  <a:gd name="connsiteY5" fmla="*/ 0 h 76200"/>
                  <a:gd name="connsiteX6" fmla="*/ 0 w 281463"/>
                  <a:gd name="connsiteY6" fmla="*/ 0 h 76200"/>
                  <a:gd name="connsiteX7" fmla="*/ 381 w 281463"/>
                  <a:gd name="connsiteY7" fmla="*/ 76200 h 76200"/>
                  <a:gd name="connsiteX8" fmla="*/ 281464 w 281463"/>
                  <a:gd name="connsiteY8" fmla="*/ 76200 h 76200"/>
                  <a:gd name="connsiteX9" fmla="*/ 281083 w 281463"/>
                  <a:gd name="connsiteY9" fmla="*/ 0 h 76200"/>
                  <a:gd name="connsiteX10" fmla="*/ 281083 w 281463"/>
                  <a:gd name="connsiteY10" fmla="*/ 0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81463" h="76200">
                    <a:moveTo>
                      <a:pt x="271558" y="9525"/>
                    </a:moveTo>
                    <a:lnTo>
                      <a:pt x="271844" y="66675"/>
                    </a:lnTo>
                    <a:lnTo>
                      <a:pt x="9811" y="66675"/>
                    </a:lnTo>
                    <a:lnTo>
                      <a:pt x="9525" y="9525"/>
                    </a:lnTo>
                    <a:lnTo>
                      <a:pt x="271558" y="9525"/>
                    </a:lnTo>
                    <a:moveTo>
                      <a:pt x="281083" y="0"/>
                    </a:moveTo>
                    <a:lnTo>
                      <a:pt x="0" y="0"/>
                    </a:lnTo>
                    <a:lnTo>
                      <a:pt x="381" y="76200"/>
                    </a:lnTo>
                    <a:lnTo>
                      <a:pt x="281464" y="76200"/>
                    </a:lnTo>
                    <a:lnTo>
                      <a:pt x="281083" y="0"/>
                    </a:lnTo>
                    <a:lnTo>
                      <a:pt x="281083" y="0"/>
                    </a:lnTo>
                    <a:close/>
                  </a:path>
                </a:pathLst>
              </a:custGeom>
              <a:solidFill>
                <a:srgbClr val="01010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grpSp>
            <p:nvGrpSpPr>
              <p:cNvPr id="144" name="Graphic 5">
                <a:extLst>
                  <a:ext uri="{FF2B5EF4-FFF2-40B4-BE49-F238E27FC236}">
                    <a16:creationId xmlns:a16="http://schemas.microsoft.com/office/drawing/2014/main" id="{38112D9E-78F0-40B7-8943-11AC1E32C0DE}"/>
                  </a:ext>
                </a:extLst>
              </p:cNvPr>
              <p:cNvGrpSpPr/>
              <p:nvPr/>
            </p:nvGrpSpPr>
            <p:grpSpPr>
              <a:xfrm>
                <a:off x="5699790" y="3421380"/>
                <a:ext cx="54006" cy="29622"/>
                <a:chOff x="5699790" y="3421380"/>
                <a:chExt cx="54006" cy="29622"/>
              </a:xfrm>
              <a:solidFill>
                <a:srgbClr val="010101"/>
              </a:solidFill>
            </p:grpSpPr>
            <p:sp>
              <p:nvSpPr>
                <p:cNvPr id="145" name="Freeform: Shape 144">
                  <a:extLst>
                    <a:ext uri="{FF2B5EF4-FFF2-40B4-BE49-F238E27FC236}">
                      <a16:creationId xmlns:a16="http://schemas.microsoft.com/office/drawing/2014/main" id="{C9A2D01D-6C27-4B53-A9BC-81A24EACDA6D}"/>
                    </a:ext>
                  </a:extLst>
                </p:cNvPr>
                <p:cNvSpPr/>
                <p:nvPr/>
              </p:nvSpPr>
              <p:spPr>
                <a:xfrm>
                  <a:off x="5699790" y="3421380"/>
                  <a:ext cx="9525" cy="29622"/>
                </a:xfrm>
                <a:custGeom>
                  <a:avLst/>
                  <a:gdLst>
                    <a:gd name="connsiteX0" fmla="*/ 0 w 9525"/>
                    <a:gd name="connsiteY0" fmla="*/ 0 h 29622"/>
                    <a:gd name="connsiteX1" fmla="*/ 9525 w 9525"/>
                    <a:gd name="connsiteY1" fmla="*/ 0 h 29622"/>
                    <a:gd name="connsiteX2" fmla="*/ 9525 w 9525"/>
                    <a:gd name="connsiteY2" fmla="*/ 29623 h 29622"/>
                    <a:gd name="connsiteX3" fmla="*/ 0 w 9525"/>
                    <a:gd name="connsiteY3" fmla="*/ 29623 h 296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525" h="29622">
                      <a:moveTo>
                        <a:pt x="0" y="0"/>
                      </a:moveTo>
                      <a:lnTo>
                        <a:pt x="9525" y="0"/>
                      </a:lnTo>
                      <a:lnTo>
                        <a:pt x="9525" y="29623"/>
                      </a:lnTo>
                      <a:lnTo>
                        <a:pt x="0" y="29623"/>
                      </a:lnTo>
                      <a:close/>
                    </a:path>
                  </a:pathLst>
                </a:custGeom>
                <a:solidFill>
                  <a:srgbClr val="01010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146" name="Freeform: Shape 145">
                  <a:extLst>
                    <a:ext uri="{FF2B5EF4-FFF2-40B4-BE49-F238E27FC236}">
                      <a16:creationId xmlns:a16="http://schemas.microsoft.com/office/drawing/2014/main" id="{271C518E-E39B-42AD-AF2A-D60F643AC418}"/>
                    </a:ext>
                  </a:extLst>
                </p:cNvPr>
                <p:cNvSpPr/>
                <p:nvPr/>
              </p:nvSpPr>
              <p:spPr>
                <a:xfrm>
                  <a:off x="5714554" y="3421380"/>
                  <a:ext cx="9525" cy="29622"/>
                </a:xfrm>
                <a:custGeom>
                  <a:avLst/>
                  <a:gdLst>
                    <a:gd name="connsiteX0" fmla="*/ 0 w 9525"/>
                    <a:gd name="connsiteY0" fmla="*/ 0 h 29622"/>
                    <a:gd name="connsiteX1" fmla="*/ 9525 w 9525"/>
                    <a:gd name="connsiteY1" fmla="*/ 0 h 29622"/>
                    <a:gd name="connsiteX2" fmla="*/ 9525 w 9525"/>
                    <a:gd name="connsiteY2" fmla="*/ 29623 h 29622"/>
                    <a:gd name="connsiteX3" fmla="*/ 0 w 9525"/>
                    <a:gd name="connsiteY3" fmla="*/ 29623 h 296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525" h="29622">
                      <a:moveTo>
                        <a:pt x="0" y="0"/>
                      </a:moveTo>
                      <a:lnTo>
                        <a:pt x="9525" y="0"/>
                      </a:lnTo>
                      <a:lnTo>
                        <a:pt x="9525" y="29623"/>
                      </a:lnTo>
                      <a:lnTo>
                        <a:pt x="0" y="29623"/>
                      </a:lnTo>
                      <a:close/>
                    </a:path>
                  </a:pathLst>
                </a:custGeom>
                <a:solidFill>
                  <a:srgbClr val="01010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147" name="Freeform: Shape 146">
                  <a:extLst>
                    <a:ext uri="{FF2B5EF4-FFF2-40B4-BE49-F238E27FC236}">
                      <a16:creationId xmlns:a16="http://schemas.microsoft.com/office/drawing/2014/main" id="{4B6E1D07-9B89-4D2B-909F-E340A3F9DA16}"/>
                    </a:ext>
                  </a:extLst>
                </p:cNvPr>
                <p:cNvSpPr/>
                <p:nvPr/>
              </p:nvSpPr>
              <p:spPr>
                <a:xfrm>
                  <a:off x="5729413" y="3421380"/>
                  <a:ext cx="9525" cy="29622"/>
                </a:xfrm>
                <a:custGeom>
                  <a:avLst/>
                  <a:gdLst>
                    <a:gd name="connsiteX0" fmla="*/ 0 w 9525"/>
                    <a:gd name="connsiteY0" fmla="*/ 0 h 29622"/>
                    <a:gd name="connsiteX1" fmla="*/ 9525 w 9525"/>
                    <a:gd name="connsiteY1" fmla="*/ 0 h 29622"/>
                    <a:gd name="connsiteX2" fmla="*/ 9525 w 9525"/>
                    <a:gd name="connsiteY2" fmla="*/ 29623 h 29622"/>
                    <a:gd name="connsiteX3" fmla="*/ 0 w 9525"/>
                    <a:gd name="connsiteY3" fmla="*/ 29623 h 296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525" h="29622">
                      <a:moveTo>
                        <a:pt x="0" y="0"/>
                      </a:moveTo>
                      <a:lnTo>
                        <a:pt x="9525" y="0"/>
                      </a:lnTo>
                      <a:lnTo>
                        <a:pt x="9525" y="29623"/>
                      </a:lnTo>
                      <a:lnTo>
                        <a:pt x="0" y="29623"/>
                      </a:lnTo>
                      <a:close/>
                    </a:path>
                  </a:pathLst>
                </a:custGeom>
                <a:solidFill>
                  <a:srgbClr val="01010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148" name="Freeform: Shape 147">
                  <a:extLst>
                    <a:ext uri="{FF2B5EF4-FFF2-40B4-BE49-F238E27FC236}">
                      <a16:creationId xmlns:a16="http://schemas.microsoft.com/office/drawing/2014/main" id="{41F3F717-3F63-4EE5-9D7C-55521633D695}"/>
                    </a:ext>
                  </a:extLst>
                </p:cNvPr>
                <p:cNvSpPr/>
                <p:nvPr/>
              </p:nvSpPr>
              <p:spPr>
                <a:xfrm>
                  <a:off x="5744272" y="3421380"/>
                  <a:ext cx="9525" cy="29622"/>
                </a:xfrm>
                <a:custGeom>
                  <a:avLst/>
                  <a:gdLst>
                    <a:gd name="connsiteX0" fmla="*/ 0 w 9525"/>
                    <a:gd name="connsiteY0" fmla="*/ 0 h 29622"/>
                    <a:gd name="connsiteX1" fmla="*/ 9525 w 9525"/>
                    <a:gd name="connsiteY1" fmla="*/ 0 h 29622"/>
                    <a:gd name="connsiteX2" fmla="*/ 9525 w 9525"/>
                    <a:gd name="connsiteY2" fmla="*/ 29623 h 29622"/>
                    <a:gd name="connsiteX3" fmla="*/ 0 w 9525"/>
                    <a:gd name="connsiteY3" fmla="*/ 29623 h 296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525" h="29622">
                      <a:moveTo>
                        <a:pt x="0" y="0"/>
                      </a:moveTo>
                      <a:lnTo>
                        <a:pt x="9525" y="0"/>
                      </a:lnTo>
                      <a:lnTo>
                        <a:pt x="9525" y="29623"/>
                      </a:lnTo>
                      <a:lnTo>
                        <a:pt x="0" y="29623"/>
                      </a:lnTo>
                      <a:close/>
                    </a:path>
                  </a:pathLst>
                </a:custGeom>
                <a:solidFill>
                  <a:srgbClr val="01010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</p:grp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DF3EF4EE-D535-4456-A5C2-7F0B943BA3F9}"/>
                  </a:ext>
                </a:extLst>
              </p:cNvPr>
              <p:cNvSpPr/>
              <p:nvPr/>
            </p:nvSpPr>
            <p:spPr>
              <a:xfrm>
                <a:off x="5908769" y="3428904"/>
                <a:ext cx="14859" cy="14859"/>
              </a:xfrm>
              <a:custGeom>
                <a:avLst/>
                <a:gdLst>
                  <a:gd name="connsiteX0" fmla="*/ 14859 w 14859"/>
                  <a:gd name="connsiteY0" fmla="*/ 7430 h 14859"/>
                  <a:gd name="connsiteX1" fmla="*/ 7430 w 14859"/>
                  <a:gd name="connsiteY1" fmla="*/ 14859 h 14859"/>
                  <a:gd name="connsiteX2" fmla="*/ 0 w 14859"/>
                  <a:gd name="connsiteY2" fmla="*/ 7430 h 14859"/>
                  <a:gd name="connsiteX3" fmla="*/ 7430 w 14859"/>
                  <a:gd name="connsiteY3" fmla="*/ 0 h 14859"/>
                  <a:gd name="connsiteX4" fmla="*/ 14859 w 14859"/>
                  <a:gd name="connsiteY4" fmla="*/ 7430 h 148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859" h="14859">
                    <a:moveTo>
                      <a:pt x="14859" y="7430"/>
                    </a:moveTo>
                    <a:cubicBezTo>
                      <a:pt x="14859" y="11533"/>
                      <a:pt x="11533" y="14859"/>
                      <a:pt x="7430" y="14859"/>
                    </a:cubicBezTo>
                    <a:cubicBezTo>
                      <a:pt x="3326" y="14859"/>
                      <a:pt x="0" y="11533"/>
                      <a:pt x="0" y="7430"/>
                    </a:cubicBezTo>
                    <a:cubicBezTo>
                      <a:pt x="0" y="3326"/>
                      <a:pt x="3326" y="0"/>
                      <a:pt x="7430" y="0"/>
                    </a:cubicBezTo>
                    <a:cubicBezTo>
                      <a:pt x="11533" y="0"/>
                      <a:pt x="14859" y="3326"/>
                      <a:pt x="14859" y="7430"/>
                    </a:cubicBezTo>
                    <a:close/>
                  </a:path>
                </a:pathLst>
              </a:custGeom>
              <a:solidFill>
                <a:srgbClr val="01010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</p:grpSp>
      <p:sp>
        <p:nvSpPr>
          <p:cNvPr id="150" name="Freeform: Shape 149">
            <a:extLst>
              <a:ext uri="{FF2B5EF4-FFF2-40B4-BE49-F238E27FC236}">
                <a16:creationId xmlns:a16="http://schemas.microsoft.com/office/drawing/2014/main" id="{CBE92DB0-1B22-474A-8576-13DE0AC20885}"/>
              </a:ext>
            </a:extLst>
          </p:cNvPr>
          <p:cNvSpPr/>
          <p:nvPr/>
        </p:nvSpPr>
        <p:spPr>
          <a:xfrm>
            <a:off x="5097162" y="2193671"/>
            <a:ext cx="545026" cy="281732"/>
          </a:xfrm>
          <a:custGeom>
            <a:avLst/>
            <a:gdLst>
              <a:gd name="connsiteX0" fmla="*/ 184511 w 285779"/>
              <a:gd name="connsiteY0" fmla="*/ 9525 h 162782"/>
              <a:gd name="connsiteX1" fmla="*/ 185844 w 285779"/>
              <a:gd name="connsiteY1" fmla="*/ 9525 h 162782"/>
              <a:gd name="connsiteX2" fmla="*/ 236707 w 285779"/>
              <a:gd name="connsiteY2" fmla="*/ 61817 h 162782"/>
              <a:gd name="connsiteX3" fmla="*/ 237470 w 285779"/>
              <a:gd name="connsiteY3" fmla="*/ 69723 h 162782"/>
              <a:gd name="connsiteX4" fmla="*/ 245375 w 285779"/>
              <a:gd name="connsiteY4" fmla="*/ 70485 h 162782"/>
              <a:gd name="connsiteX5" fmla="*/ 276332 w 285779"/>
              <a:gd name="connsiteY5" fmla="*/ 112395 h 162782"/>
              <a:gd name="connsiteX6" fmla="*/ 242232 w 285779"/>
              <a:gd name="connsiteY6" fmla="*/ 152686 h 162782"/>
              <a:gd name="connsiteX7" fmla="*/ 241470 w 285779"/>
              <a:gd name="connsiteY7" fmla="*/ 152686 h 162782"/>
              <a:gd name="connsiteX8" fmla="*/ 236422 w 285779"/>
              <a:gd name="connsiteY8" fmla="*/ 152686 h 162782"/>
              <a:gd name="connsiteX9" fmla="*/ 142982 w 285779"/>
              <a:gd name="connsiteY9" fmla="*/ 152971 h 162782"/>
              <a:gd name="connsiteX10" fmla="*/ 48779 w 285779"/>
              <a:gd name="connsiteY10" fmla="*/ 153257 h 162782"/>
              <a:gd name="connsiteX11" fmla="*/ 44112 w 285779"/>
              <a:gd name="connsiteY11" fmla="*/ 153257 h 162782"/>
              <a:gd name="connsiteX12" fmla="*/ 9632 w 285779"/>
              <a:gd name="connsiteY12" fmla="*/ 118110 h 162782"/>
              <a:gd name="connsiteX13" fmla="*/ 42017 w 285779"/>
              <a:gd name="connsiteY13" fmla="*/ 86487 h 162782"/>
              <a:gd name="connsiteX14" fmla="*/ 42874 w 285779"/>
              <a:gd name="connsiteY14" fmla="*/ 86487 h 162782"/>
              <a:gd name="connsiteX15" fmla="*/ 50875 w 285779"/>
              <a:gd name="connsiteY15" fmla="*/ 87630 h 162782"/>
              <a:gd name="connsiteX16" fmla="*/ 60590 w 285779"/>
              <a:gd name="connsiteY16" fmla="*/ 90297 h 162782"/>
              <a:gd name="connsiteX17" fmla="*/ 62686 w 285779"/>
              <a:gd name="connsiteY17" fmla="*/ 80391 h 162782"/>
              <a:gd name="connsiteX18" fmla="*/ 104786 w 285779"/>
              <a:gd name="connsiteY18" fmla="*/ 46101 h 162782"/>
              <a:gd name="connsiteX19" fmla="*/ 105834 w 285779"/>
              <a:gd name="connsiteY19" fmla="*/ 46101 h 162782"/>
              <a:gd name="connsiteX20" fmla="*/ 123265 w 285779"/>
              <a:gd name="connsiteY20" fmla="*/ 50292 h 162782"/>
              <a:gd name="connsiteX21" fmla="*/ 132504 w 285779"/>
              <a:gd name="connsiteY21" fmla="*/ 54769 h 162782"/>
              <a:gd name="connsiteX22" fmla="*/ 136219 w 285779"/>
              <a:gd name="connsiteY22" fmla="*/ 45148 h 162782"/>
              <a:gd name="connsiteX23" fmla="*/ 184511 w 285779"/>
              <a:gd name="connsiteY23" fmla="*/ 9525 h 162782"/>
              <a:gd name="connsiteX24" fmla="*/ 184511 w 285779"/>
              <a:gd name="connsiteY24" fmla="*/ 0 h 162782"/>
              <a:gd name="connsiteX25" fmla="*/ 127361 w 285779"/>
              <a:gd name="connsiteY25" fmla="*/ 41529 h 162782"/>
              <a:gd name="connsiteX26" fmla="*/ 106025 w 285779"/>
              <a:gd name="connsiteY26" fmla="*/ 36481 h 162782"/>
              <a:gd name="connsiteX27" fmla="*/ 104691 w 285779"/>
              <a:gd name="connsiteY27" fmla="*/ 36481 h 162782"/>
              <a:gd name="connsiteX28" fmla="*/ 53256 w 285779"/>
              <a:gd name="connsiteY28" fmla="*/ 78296 h 162782"/>
              <a:gd name="connsiteX29" fmla="*/ 42969 w 285779"/>
              <a:gd name="connsiteY29" fmla="*/ 76867 h 162782"/>
              <a:gd name="connsiteX30" fmla="*/ 41921 w 285779"/>
              <a:gd name="connsiteY30" fmla="*/ 76867 h 162782"/>
              <a:gd name="connsiteX31" fmla="*/ 11 w 285779"/>
              <a:gd name="connsiteY31" fmla="*/ 117824 h 162782"/>
              <a:gd name="connsiteX32" fmla="*/ 43731 w 285779"/>
              <a:gd name="connsiteY32" fmla="*/ 162782 h 162782"/>
              <a:gd name="connsiteX33" fmla="*/ 48684 w 285779"/>
              <a:gd name="connsiteY33" fmla="*/ 162782 h 162782"/>
              <a:gd name="connsiteX34" fmla="*/ 236327 w 285779"/>
              <a:gd name="connsiteY34" fmla="*/ 162211 h 162782"/>
              <a:gd name="connsiteX35" fmla="*/ 241184 w 285779"/>
              <a:gd name="connsiteY35" fmla="*/ 162211 h 162782"/>
              <a:gd name="connsiteX36" fmla="*/ 242137 w 285779"/>
              <a:gd name="connsiteY36" fmla="*/ 162211 h 162782"/>
              <a:gd name="connsiteX37" fmla="*/ 285761 w 285779"/>
              <a:gd name="connsiteY37" fmla="*/ 112681 h 162782"/>
              <a:gd name="connsiteX38" fmla="*/ 246137 w 285779"/>
              <a:gd name="connsiteY38" fmla="*/ 61150 h 162782"/>
              <a:gd name="connsiteX39" fmla="*/ 186035 w 285779"/>
              <a:gd name="connsiteY39" fmla="*/ 190 h 162782"/>
              <a:gd name="connsiteX40" fmla="*/ 184511 w 285779"/>
              <a:gd name="connsiteY40" fmla="*/ 0 h 162782"/>
              <a:gd name="connsiteX41" fmla="*/ 184511 w 285779"/>
              <a:gd name="connsiteY41" fmla="*/ 0 h 162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285779" h="162782">
                <a:moveTo>
                  <a:pt x="184511" y="9525"/>
                </a:moveTo>
                <a:lnTo>
                  <a:pt x="185844" y="9525"/>
                </a:lnTo>
                <a:cubicBezTo>
                  <a:pt x="212133" y="10192"/>
                  <a:pt x="234041" y="32671"/>
                  <a:pt x="236707" y="61817"/>
                </a:cubicBezTo>
                <a:lnTo>
                  <a:pt x="237470" y="69723"/>
                </a:lnTo>
                <a:lnTo>
                  <a:pt x="245375" y="70485"/>
                </a:lnTo>
                <a:cubicBezTo>
                  <a:pt x="263282" y="72200"/>
                  <a:pt x="276903" y="90583"/>
                  <a:pt x="276332" y="112395"/>
                </a:cubicBezTo>
                <a:cubicBezTo>
                  <a:pt x="275855" y="134588"/>
                  <a:pt x="260520" y="152686"/>
                  <a:pt x="242232" y="152686"/>
                </a:cubicBezTo>
                <a:lnTo>
                  <a:pt x="241470" y="152686"/>
                </a:lnTo>
                <a:cubicBezTo>
                  <a:pt x="240899" y="152686"/>
                  <a:pt x="239184" y="152686"/>
                  <a:pt x="236422" y="152686"/>
                </a:cubicBezTo>
                <a:cubicBezTo>
                  <a:pt x="222706" y="152686"/>
                  <a:pt x="182891" y="152781"/>
                  <a:pt x="142982" y="152971"/>
                </a:cubicBezTo>
                <a:cubicBezTo>
                  <a:pt x="102881" y="153067"/>
                  <a:pt x="62686" y="153257"/>
                  <a:pt x="48779" y="153257"/>
                </a:cubicBezTo>
                <a:cubicBezTo>
                  <a:pt x="46208" y="153257"/>
                  <a:pt x="44588" y="153257"/>
                  <a:pt x="44112" y="153257"/>
                </a:cubicBezTo>
                <a:cubicBezTo>
                  <a:pt x="26015" y="152781"/>
                  <a:pt x="9251" y="135636"/>
                  <a:pt x="9632" y="118110"/>
                </a:cubicBezTo>
                <a:cubicBezTo>
                  <a:pt x="10013" y="100679"/>
                  <a:pt x="24586" y="86487"/>
                  <a:pt x="42017" y="86487"/>
                </a:cubicBezTo>
                <a:lnTo>
                  <a:pt x="42874" y="86487"/>
                </a:lnTo>
                <a:cubicBezTo>
                  <a:pt x="45636" y="86582"/>
                  <a:pt x="48398" y="86963"/>
                  <a:pt x="50875" y="87630"/>
                </a:cubicBezTo>
                <a:lnTo>
                  <a:pt x="60590" y="90297"/>
                </a:lnTo>
                <a:lnTo>
                  <a:pt x="62686" y="80391"/>
                </a:lnTo>
                <a:cubicBezTo>
                  <a:pt x="66972" y="60484"/>
                  <a:pt x="84689" y="46101"/>
                  <a:pt x="104786" y="46101"/>
                </a:cubicBezTo>
                <a:lnTo>
                  <a:pt x="105834" y="46101"/>
                </a:lnTo>
                <a:cubicBezTo>
                  <a:pt x="112121" y="46292"/>
                  <a:pt x="117931" y="47625"/>
                  <a:pt x="123265" y="50292"/>
                </a:cubicBezTo>
                <a:lnTo>
                  <a:pt x="132504" y="54769"/>
                </a:lnTo>
                <a:lnTo>
                  <a:pt x="136219" y="45148"/>
                </a:lnTo>
                <a:cubicBezTo>
                  <a:pt x="144696" y="23431"/>
                  <a:pt x="163651" y="9525"/>
                  <a:pt x="184511" y="9525"/>
                </a:cubicBezTo>
                <a:moveTo>
                  <a:pt x="184511" y="0"/>
                </a:moveTo>
                <a:cubicBezTo>
                  <a:pt x="158984" y="0"/>
                  <a:pt x="136886" y="17050"/>
                  <a:pt x="127361" y="41529"/>
                </a:cubicBezTo>
                <a:cubicBezTo>
                  <a:pt x="120884" y="38386"/>
                  <a:pt x="113645" y="36671"/>
                  <a:pt x="106025" y="36481"/>
                </a:cubicBezTo>
                <a:cubicBezTo>
                  <a:pt x="105548" y="36481"/>
                  <a:pt x="105167" y="36481"/>
                  <a:pt x="104691" y="36481"/>
                </a:cubicBezTo>
                <a:cubicBezTo>
                  <a:pt x="79545" y="36481"/>
                  <a:pt x="58400" y="54292"/>
                  <a:pt x="53256" y="78296"/>
                </a:cubicBezTo>
                <a:cubicBezTo>
                  <a:pt x="50018" y="77343"/>
                  <a:pt x="46493" y="76867"/>
                  <a:pt x="42969" y="76867"/>
                </a:cubicBezTo>
                <a:cubicBezTo>
                  <a:pt x="42588" y="76867"/>
                  <a:pt x="42302" y="76867"/>
                  <a:pt x="41921" y="76867"/>
                </a:cubicBezTo>
                <a:cubicBezTo>
                  <a:pt x="19252" y="76867"/>
                  <a:pt x="583" y="94964"/>
                  <a:pt x="11" y="117824"/>
                </a:cubicBezTo>
                <a:cubicBezTo>
                  <a:pt x="-560" y="140970"/>
                  <a:pt x="20585" y="162115"/>
                  <a:pt x="43731" y="162782"/>
                </a:cubicBezTo>
                <a:cubicBezTo>
                  <a:pt x="44303" y="162782"/>
                  <a:pt x="46017" y="162782"/>
                  <a:pt x="48684" y="162782"/>
                </a:cubicBezTo>
                <a:cubicBezTo>
                  <a:pt x="76497" y="162782"/>
                  <a:pt x="208799" y="162211"/>
                  <a:pt x="236327" y="162211"/>
                </a:cubicBezTo>
                <a:cubicBezTo>
                  <a:pt x="238898" y="162211"/>
                  <a:pt x="240613" y="162211"/>
                  <a:pt x="241184" y="162211"/>
                </a:cubicBezTo>
                <a:cubicBezTo>
                  <a:pt x="241470" y="162211"/>
                  <a:pt x="241851" y="162211"/>
                  <a:pt x="242137" y="162211"/>
                </a:cubicBezTo>
                <a:cubicBezTo>
                  <a:pt x="265664" y="162211"/>
                  <a:pt x="285190" y="140113"/>
                  <a:pt x="285761" y="112681"/>
                </a:cubicBezTo>
                <a:cubicBezTo>
                  <a:pt x="286428" y="85630"/>
                  <a:pt x="268902" y="63246"/>
                  <a:pt x="246137" y="61150"/>
                </a:cubicBezTo>
                <a:cubicBezTo>
                  <a:pt x="243089" y="27527"/>
                  <a:pt x="217657" y="952"/>
                  <a:pt x="186035" y="190"/>
                </a:cubicBezTo>
                <a:cubicBezTo>
                  <a:pt x="185558" y="0"/>
                  <a:pt x="185082" y="0"/>
                  <a:pt x="184511" y="0"/>
                </a:cubicBezTo>
                <a:lnTo>
                  <a:pt x="184511" y="0"/>
                </a:lnTo>
                <a:close/>
              </a:path>
            </a:pathLst>
          </a:custGeom>
          <a:solidFill>
            <a:srgbClr val="01010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grpSp>
        <p:nvGrpSpPr>
          <p:cNvPr id="151" name="Graphic 5">
            <a:extLst>
              <a:ext uri="{FF2B5EF4-FFF2-40B4-BE49-F238E27FC236}">
                <a16:creationId xmlns:a16="http://schemas.microsoft.com/office/drawing/2014/main" id="{38112D9E-78F0-40B7-8943-11AC1E32C0DE}"/>
              </a:ext>
            </a:extLst>
          </p:cNvPr>
          <p:cNvGrpSpPr/>
          <p:nvPr/>
        </p:nvGrpSpPr>
        <p:grpSpPr>
          <a:xfrm>
            <a:off x="4749493" y="4203713"/>
            <a:ext cx="241421" cy="485325"/>
            <a:chOff x="5229446" y="3667505"/>
            <a:chExt cx="126587" cy="280416"/>
          </a:xfrm>
          <a:solidFill>
            <a:srgbClr val="010101"/>
          </a:solidFill>
        </p:grpSpPr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4957331A-1002-4820-A5E5-52F1BF2BCD59}"/>
                </a:ext>
              </a:extLst>
            </p:cNvPr>
            <p:cNvSpPr/>
            <p:nvPr/>
          </p:nvSpPr>
          <p:spPr>
            <a:xfrm>
              <a:off x="5234208" y="3715797"/>
              <a:ext cx="117633" cy="232124"/>
            </a:xfrm>
            <a:custGeom>
              <a:avLst/>
              <a:gdLst>
                <a:gd name="connsiteX0" fmla="*/ 0 w 117633"/>
                <a:gd name="connsiteY0" fmla="*/ 232124 h 232124"/>
                <a:gd name="connsiteX1" fmla="*/ 117634 w 117633"/>
                <a:gd name="connsiteY1" fmla="*/ 232124 h 232124"/>
                <a:gd name="connsiteX2" fmla="*/ 117634 w 117633"/>
                <a:gd name="connsiteY2" fmla="*/ 0 h 232124"/>
                <a:gd name="connsiteX3" fmla="*/ 0 w 117633"/>
                <a:gd name="connsiteY3" fmla="*/ 0 h 232124"/>
                <a:gd name="connsiteX4" fmla="*/ 0 w 117633"/>
                <a:gd name="connsiteY4" fmla="*/ 232124 h 232124"/>
                <a:gd name="connsiteX5" fmla="*/ 9525 w 117633"/>
                <a:gd name="connsiteY5" fmla="*/ 9620 h 232124"/>
                <a:gd name="connsiteX6" fmla="*/ 108109 w 117633"/>
                <a:gd name="connsiteY6" fmla="*/ 9620 h 232124"/>
                <a:gd name="connsiteX7" fmla="*/ 108109 w 117633"/>
                <a:gd name="connsiteY7" fmla="*/ 222695 h 232124"/>
                <a:gd name="connsiteX8" fmla="*/ 9525 w 117633"/>
                <a:gd name="connsiteY8" fmla="*/ 222695 h 232124"/>
                <a:gd name="connsiteX9" fmla="*/ 9525 w 117633"/>
                <a:gd name="connsiteY9" fmla="*/ 9620 h 232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7633" h="232124">
                  <a:moveTo>
                    <a:pt x="0" y="232124"/>
                  </a:moveTo>
                  <a:lnTo>
                    <a:pt x="117634" y="232124"/>
                  </a:lnTo>
                  <a:lnTo>
                    <a:pt x="117634" y="0"/>
                  </a:lnTo>
                  <a:lnTo>
                    <a:pt x="0" y="0"/>
                  </a:lnTo>
                  <a:lnTo>
                    <a:pt x="0" y="232124"/>
                  </a:lnTo>
                  <a:close/>
                  <a:moveTo>
                    <a:pt x="9525" y="9620"/>
                  </a:moveTo>
                  <a:lnTo>
                    <a:pt x="108109" y="9620"/>
                  </a:lnTo>
                  <a:lnTo>
                    <a:pt x="108109" y="222695"/>
                  </a:lnTo>
                  <a:lnTo>
                    <a:pt x="9525" y="222695"/>
                  </a:lnTo>
                  <a:lnTo>
                    <a:pt x="9525" y="9620"/>
                  </a:lnTo>
                  <a:close/>
                </a:path>
              </a:pathLst>
            </a:custGeom>
            <a:solidFill>
              <a:srgbClr val="01010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C9C5994F-429D-4A5A-9642-FE77FCD21CBE}"/>
                </a:ext>
              </a:extLst>
            </p:cNvPr>
            <p:cNvSpPr/>
            <p:nvPr/>
          </p:nvSpPr>
          <p:spPr>
            <a:xfrm>
              <a:off x="5264307" y="3737514"/>
              <a:ext cx="57626" cy="9525"/>
            </a:xfrm>
            <a:custGeom>
              <a:avLst/>
              <a:gdLst>
                <a:gd name="connsiteX0" fmla="*/ 0 w 57626"/>
                <a:gd name="connsiteY0" fmla="*/ 0 h 9525"/>
                <a:gd name="connsiteX1" fmla="*/ 57626 w 57626"/>
                <a:gd name="connsiteY1" fmla="*/ 0 h 9525"/>
                <a:gd name="connsiteX2" fmla="*/ 57626 w 57626"/>
                <a:gd name="connsiteY2" fmla="*/ 9525 h 9525"/>
                <a:gd name="connsiteX3" fmla="*/ 0 w 57626"/>
                <a:gd name="connsiteY3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626" h="9525">
                  <a:moveTo>
                    <a:pt x="0" y="0"/>
                  </a:moveTo>
                  <a:lnTo>
                    <a:pt x="57626" y="0"/>
                  </a:lnTo>
                  <a:lnTo>
                    <a:pt x="57626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01010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415C865B-AFD0-40EE-B5AA-A257ECF60184}"/>
                </a:ext>
              </a:extLst>
            </p:cNvPr>
            <p:cNvSpPr/>
            <p:nvPr/>
          </p:nvSpPr>
          <p:spPr>
            <a:xfrm>
              <a:off x="5264307" y="3766375"/>
              <a:ext cx="57626" cy="9525"/>
            </a:xfrm>
            <a:custGeom>
              <a:avLst/>
              <a:gdLst>
                <a:gd name="connsiteX0" fmla="*/ 0 w 57626"/>
                <a:gd name="connsiteY0" fmla="*/ 0 h 9525"/>
                <a:gd name="connsiteX1" fmla="*/ 57626 w 57626"/>
                <a:gd name="connsiteY1" fmla="*/ 0 h 9525"/>
                <a:gd name="connsiteX2" fmla="*/ 57626 w 57626"/>
                <a:gd name="connsiteY2" fmla="*/ 9525 h 9525"/>
                <a:gd name="connsiteX3" fmla="*/ 0 w 57626"/>
                <a:gd name="connsiteY3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626" h="9525">
                  <a:moveTo>
                    <a:pt x="0" y="0"/>
                  </a:moveTo>
                  <a:lnTo>
                    <a:pt x="57626" y="0"/>
                  </a:lnTo>
                  <a:lnTo>
                    <a:pt x="57626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01010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CFEDF7E8-5E43-4412-9F90-8A39A0228EA4}"/>
                </a:ext>
              </a:extLst>
            </p:cNvPr>
            <p:cNvSpPr/>
            <p:nvPr/>
          </p:nvSpPr>
          <p:spPr>
            <a:xfrm>
              <a:off x="5264307" y="3795236"/>
              <a:ext cx="57626" cy="9525"/>
            </a:xfrm>
            <a:custGeom>
              <a:avLst/>
              <a:gdLst>
                <a:gd name="connsiteX0" fmla="*/ 0 w 57626"/>
                <a:gd name="connsiteY0" fmla="*/ 0 h 9525"/>
                <a:gd name="connsiteX1" fmla="*/ 57626 w 57626"/>
                <a:gd name="connsiteY1" fmla="*/ 0 h 9525"/>
                <a:gd name="connsiteX2" fmla="*/ 57626 w 57626"/>
                <a:gd name="connsiteY2" fmla="*/ 9525 h 9525"/>
                <a:gd name="connsiteX3" fmla="*/ 0 w 57626"/>
                <a:gd name="connsiteY3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626" h="9525">
                  <a:moveTo>
                    <a:pt x="0" y="0"/>
                  </a:moveTo>
                  <a:lnTo>
                    <a:pt x="57626" y="0"/>
                  </a:lnTo>
                  <a:lnTo>
                    <a:pt x="57626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01010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6D4671B0-A291-4132-A8D3-5B1869F3E4FD}"/>
                </a:ext>
              </a:extLst>
            </p:cNvPr>
            <p:cNvSpPr/>
            <p:nvPr/>
          </p:nvSpPr>
          <p:spPr>
            <a:xfrm>
              <a:off x="5264307" y="3824001"/>
              <a:ext cx="57626" cy="9525"/>
            </a:xfrm>
            <a:custGeom>
              <a:avLst/>
              <a:gdLst>
                <a:gd name="connsiteX0" fmla="*/ 0 w 57626"/>
                <a:gd name="connsiteY0" fmla="*/ 0 h 9525"/>
                <a:gd name="connsiteX1" fmla="*/ 57626 w 57626"/>
                <a:gd name="connsiteY1" fmla="*/ 0 h 9525"/>
                <a:gd name="connsiteX2" fmla="*/ 57626 w 57626"/>
                <a:gd name="connsiteY2" fmla="*/ 9525 h 9525"/>
                <a:gd name="connsiteX3" fmla="*/ 0 w 57626"/>
                <a:gd name="connsiteY3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626" h="9525">
                  <a:moveTo>
                    <a:pt x="0" y="0"/>
                  </a:moveTo>
                  <a:lnTo>
                    <a:pt x="57626" y="0"/>
                  </a:lnTo>
                  <a:lnTo>
                    <a:pt x="57626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01010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F57467BC-B077-44A7-B6B9-6E26684E7B28}"/>
                </a:ext>
              </a:extLst>
            </p:cNvPr>
            <p:cNvSpPr/>
            <p:nvPr/>
          </p:nvSpPr>
          <p:spPr>
            <a:xfrm>
              <a:off x="5264307" y="3852862"/>
              <a:ext cx="57626" cy="9525"/>
            </a:xfrm>
            <a:custGeom>
              <a:avLst/>
              <a:gdLst>
                <a:gd name="connsiteX0" fmla="*/ 0 w 57626"/>
                <a:gd name="connsiteY0" fmla="*/ 0 h 9525"/>
                <a:gd name="connsiteX1" fmla="*/ 57626 w 57626"/>
                <a:gd name="connsiteY1" fmla="*/ 0 h 9525"/>
                <a:gd name="connsiteX2" fmla="*/ 57626 w 57626"/>
                <a:gd name="connsiteY2" fmla="*/ 9525 h 9525"/>
                <a:gd name="connsiteX3" fmla="*/ 0 w 57626"/>
                <a:gd name="connsiteY3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626" h="9525">
                  <a:moveTo>
                    <a:pt x="0" y="0"/>
                  </a:moveTo>
                  <a:lnTo>
                    <a:pt x="57626" y="0"/>
                  </a:lnTo>
                  <a:lnTo>
                    <a:pt x="57626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01010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343413A5-B643-4AF2-A2D1-FB341EB1D9C1}"/>
                </a:ext>
              </a:extLst>
            </p:cNvPr>
            <p:cNvSpPr/>
            <p:nvPr/>
          </p:nvSpPr>
          <p:spPr>
            <a:xfrm>
              <a:off x="5264307" y="3881723"/>
              <a:ext cx="57626" cy="9525"/>
            </a:xfrm>
            <a:custGeom>
              <a:avLst/>
              <a:gdLst>
                <a:gd name="connsiteX0" fmla="*/ 0 w 57626"/>
                <a:gd name="connsiteY0" fmla="*/ 0 h 9525"/>
                <a:gd name="connsiteX1" fmla="*/ 57626 w 57626"/>
                <a:gd name="connsiteY1" fmla="*/ 0 h 9525"/>
                <a:gd name="connsiteX2" fmla="*/ 57626 w 57626"/>
                <a:gd name="connsiteY2" fmla="*/ 9525 h 9525"/>
                <a:gd name="connsiteX3" fmla="*/ 0 w 57626"/>
                <a:gd name="connsiteY3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626" h="9525">
                  <a:moveTo>
                    <a:pt x="0" y="0"/>
                  </a:moveTo>
                  <a:lnTo>
                    <a:pt x="57626" y="0"/>
                  </a:lnTo>
                  <a:lnTo>
                    <a:pt x="57626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01010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27AEBE9C-B497-4C36-918C-AF4BACFE7265}"/>
                </a:ext>
              </a:extLst>
            </p:cNvPr>
            <p:cNvSpPr/>
            <p:nvPr/>
          </p:nvSpPr>
          <p:spPr>
            <a:xfrm>
              <a:off x="5264307" y="3910584"/>
              <a:ext cx="57626" cy="9525"/>
            </a:xfrm>
            <a:custGeom>
              <a:avLst/>
              <a:gdLst>
                <a:gd name="connsiteX0" fmla="*/ 0 w 57626"/>
                <a:gd name="connsiteY0" fmla="*/ 0 h 9525"/>
                <a:gd name="connsiteX1" fmla="*/ 57626 w 57626"/>
                <a:gd name="connsiteY1" fmla="*/ 0 h 9525"/>
                <a:gd name="connsiteX2" fmla="*/ 57626 w 57626"/>
                <a:gd name="connsiteY2" fmla="*/ 9525 h 9525"/>
                <a:gd name="connsiteX3" fmla="*/ 0 w 57626"/>
                <a:gd name="connsiteY3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626" h="9525">
                  <a:moveTo>
                    <a:pt x="0" y="0"/>
                  </a:moveTo>
                  <a:lnTo>
                    <a:pt x="57626" y="0"/>
                  </a:lnTo>
                  <a:lnTo>
                    <a:pt x="57626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01010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979AD1A4-D4BF-4DEB-AEC8-D1018911DF85}"/>
                </a:ext>
              </a:extLst>
            </p:cNvPr>
            <p:cNvSpPr/>
            <p:nvPr/>
          </p:nvSpPr>
          <p:spPr>
            <a:xfrm>
              <a:off x="5229446" y="3667505"/>
              <a:ext cx="126587" cy="38862"/>
            </a:xfrm>
            <a:custGeom>
              <a:avLst/>
              <a:gdLst>
                <a:gd name="connsiteX0" fmla="*/ 20479 w 126587"/>
                <a:gd name="connsiteY0" fmla="*/ 9525 h 38862"/>
                <a:gd name="connsiteX1" fmla="*/ 105442 w 126587"/>
                <a:gd name="connsiteY1" fmla="*/ 9525 h 38862"/>
                <a:gd name="connsiteX2" fmla="*/ 116491 w 126587"/>
                <a:gd name="connsiteY2" fmla="*/ 38862 h 38862"/>
                <a:gd name="connsiteX3" fmla="*/ 126587 w 126587"/>
                <a:gd name="connsiteY3" fmla="*/ 38862 h 38862"/>
                <a:gd name="connsiteX4" fmla="*/ 112014 w 126587"/>
                <a:gd name="connsiteY4" fmla="*/ 0 h 38862"/>
                <a:gd name="connsiteX5" fmla="*/ 13716 w 126587"/>
                <a:gd name="connsiteY5" fmla="*/ 0 h 38862"/>
                <a:gd name="connsiteX6" fmla="*/ 0 w 126587"/>
                <a:gd name="connsiteY6" fmla="*/ 38862 h 38862"/>
                <a:gd name="connsiteX7" fmla="*/ 10096 w 126587"/>
                <a:gd name="connsiteY7" fmla="*/ 38862 h 388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6587" h="38862">
                  <a:moveTo>
                    <a:pt x="20479" y="9525"/>
                  </a:moveTo>
                  <a:lnTo>
                    <a:pt x="105442" y="9525"/>
                  </a:lnTo>
                  <a:lnTo>
                    <a:pt x="116491" y="38862"/>
                  </a:lnTo>
                  <a:lnTo>
                    <a:pt x="126587" y="38862"/>
                  </a:lnTo>
                  <a:lnTo>
                    <a:pt x="112014" y="0"/>
                  </a:lnTo>
                  <a:lnTo>
                    <a:pt x="13716" y="0"/>
                  </a:lnTo>
                  <a:lnTo>
                    <a:pt x="0" y="38862"/>
                  </a:lnTo>
                  <a:lnTo>
                    <a:pt x="10096" y="38862"/>
                  </a:lnTo>
                  <a:close/>
                </a:path>
              </a:pathLst>
            </a:custGeom>
            <a:solidFill>
              <a:srgbClr val="01010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grpSp>
        <p:nvGrpSpPr>
          <p:cNvPr id="181" name="Graphic 5">
            <a:extLst>
              <a:ext uri="{FF2B5EF4-FFF2-40B4-BE49-F238E27FC236}">
                <a16:creationId xmlns:a16="http://schemas.microsoft.com/office/drawing/2014/main" id="{38112D9E-78F0-40B7-8943-11AC1E32C0DE}"/>
              </a:ext>
            </a:extLst>
          </p:cNvPr>
          <p:cNvGrpSpPr/>
          <p:nvPr/>
        </p:nvGrpSpPr>
        <p:grpSpPr>
          <a:xfrm>
            <a:off x="5751694" y="4203713"/>
            <a:ext cx="241238" cy="485325"/>
            <a:chOff x="5754940" y="3667505"/>
            <a:chExt cx="126491" cy="280416"/>
          </a:xfrm>
          <a:solidFill>
            <a:srgbClr val="010101"/>
          </a:solidFill>
        </p:grpSpPr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69F6B7A3-4973-4A62-881A-211DAD749F6B}"/>
                </a:ext>
              </a:extLst>
            </p:cNvPr>
            <p:cNvSpPr/>
            <p:nvPr/>
          </p:nvSpPr>
          <p:spPr>
            <a:xfrm>
              <a:off x="5759607" y="3715797"/>
              <a:ext cx="117633" cy="232124"/>
            </a:xfrm>
            <a:custGeom>
              <a:avLst/>
              <a:gdLst>
                <a:gd name="connsiteX0" fmla="*/ 0 w 117633"/>
                <a:gd name="connsiteY0" fmla="*/ 232124 h 232124"/>
                <a:gd name="connsiteX1" fmla="*/ 117634 w 117633"/>
                <a:gd name="connsiteY1" fmla="*/ 232124 h 232124"/>
                <a:gd name="connsiteX2" fmla="*/ 117634 w 117633"/>
                <a:gd name="connsiteY2" fmla="*/ 0 h 232124"/>
                <a:gd name="connsiteX3" fmla="*/ 0 w 117633"/>
                <a:gd name="connsiteY3" fmla="*/ 0 h 232124"/>
                <a:gd name="connsiteX4" fmla="*/ 0 w 117633"/>
                <a:gd name="connsiteY4" fmla="*/ 232124 h 232124"/>
                <a:gd name="connsiteX5" fmla="*/ 9525 w 117633"/>
                <a:gd name="connsiteY5" fmla="*/ 9620 h 232124"/>
                <a:gd name="connsiteX6" fmla="*/ 108109 w 117633"/>
                <a:gd name="connsiteY6" fmla="*/ 9620 h 232124"/>
                <a:gd name="connsiteX7" fmla="*/ 108109 w 117633"/>
                <a:gd name="connsiteY7" fmla="*/ 222695 h 232124"/>
                <a:gd name="connsiteX8" fmla="*/ 9525 w 117633"/>
                <a:gd name="connsiteY8" fmla="*/ 222695 h 232124"/>
                <a:gd name="connsiteX9" fmla="*/ 9525 w 117633"/>
                <a:gd name="connsiteY9" fmla="*/ 9620 h 232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7633" h="232124">
                  <a:moveTo>
                    <a:pt x="0" y="232124"/>
                  </a:moveTo>
                  <a:lnTo>
                    <a:pt x="117634" y="232124"/>
                  </a:lnTo>
                  <a:lnTo>
                    <a:pt x="117634" y="0"/>
                  </a:lnTo>
                  <a:lnTo>
                    <a:pt x="0" y="0"/>
                  </a:lnTo>
                  <a:lnTo>
                    <a:pt x="0" y="232124"/>
                  </a:lnTo>
                  <a:close/>
                  <a:moveTo>
                    <a:pt x="9525" y="9620"/>
                  </a:moveTo>
                  <a:lnTo>
                    <a:pt x="108109" y="9620"/>
                  </a:lnTo>
                  <a:lnTo>
                    <a:pt x="108109" y="222695"/>
                  </a:lnTo>
                  <a:lnTo>
                    <a:pt x="9525" y="222695"/>
                  </a:lnTo>
                  <a:lnTo>
                    <a:pt x="9525" y="9620"/>
                  </a:lnTo>
                  <a:close/>
                </a:path>
              </a:pathLst>
            </a:custGeom>
            <a:solidFill>
              <a:srgbClr val="01010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A5B73732-1E3E-4A37-B0E6-85DFBDD7B653}"/>
                </a:ext>
              </a:extLst>
            </p:cNvPr>
            <p:cNvSpPr/>
            <p:nvPr/>
          </p:nvSpPr>
          <p:spPr>
            <a:xfrm>
              <a:off x="5789706" y="3737514"/>
              <a:ext cx="57626" cy="9525"/>
            </a:xfrm>
            <a:custGeom>
              <a:avLst/>
              <a:gdLst>
                <a:gd name="connsiteX0" fmla="*/ 0 w 57626"/>
                <a:gd name="connsiteY0" fmla="*/ 0 h 9525"/>
                <a:gd name="connsiteX1" fmla="*/ 57626 w 57626"/>
                <a:gd name="connsiteY1" fmla="*/ 0 h 9525"/>
                <a:gd name="connsiteX2" fmla="*/ 57626 w 57626"/>
                <a:gd name="connsiteY2" fmla="*/ 9525 h 9525"/>
                <a:gd name="connsiteX3" fmla="*/ 0 w 57626"/>
                <a:gd name="connsiteY3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626" h="9525">
                  <a:moveTo>
                    <a:pt x="0" y="0"/>
                  </a:moveTo>
                  <a:lnTo>
                    <a:pt x="57626" y="0"/>
                  </a:lnTo>
                  <a:lnTo>
                    <a:pt x="57626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01010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FEB3D0D3-E180-4974-8E60-27B681908160}"/>
                </a:ext>
              </a:extLst>
            </p:cNvPr>
            <p:cNvSpPr/>
            <p:nvPr/>
          </p:nvSpPr>
          <p:spPr>
            <a:xfrm>
              <a:off x="5789706" y="3766375"/>
              <a:ext cx="57626" cy="9525"/>
            </a:xfrm>
            <a:custGeom>
              <a:avLst/>
              <a:gdLst>
                <a:gd name="connsiteX0" fmla="*/ 0 w 57626"/>
                <a:gd name="connsiteY0" fmla="*/ 0 h 9525"/>
                <a:gd name="connsiteX1" fmla="*/ 57626 w 57626"/>
                <a:gd name="connsiteY1" fmla="*/ 0 h 9525"/>
                <a:gd name="connsiteX2" fmla="*/ 57626 w 57626"/>
                <a:gd name="connsiteY2" fmla="*/ 9525 h 9525"/>
                <a:gd name="connsiteX3" fmla="*/ 0 w 57626"/>
                <a:gd name="connsiteY3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626" h="9525">
                  <a:moveTo>
                    <a:pt x="0" y="0"/>
                  </a:moveTo>
                  <a:lnTo>
                    <a:pt x="57626" y="0"/>
                  </a:lnTo>
                  <a:lnTo>
                    <a:pt x="57626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01010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2577AB64-4484-4F3A-AB32-D084337591C0}"/>
                </a:ext>
              </a:extLst>
            </p:cNvPr>
            <p:cNvSpPr/>
            <p:nvPr/>
          </p:nvSpPr>
          <p:spPr>
            <a:xfrm>
              <a:off x="5789706" y="3795236"/>
              <a:ext cx="57626" cy="9525"/>
            </a:xfrm>
            <a:custGeom>
              <a:avLst/>
              <a:gdLst>
                <a:gd name="connsiteX0" fmla="*/ 0 w 57626"/>
                <a:gd name="connsiteY0" fmla="*/ 0 h 9525"/>
                <a:gd name="connsiteX1" fmla="*/ 57626 w 57626"/>
                <a:gd name="connsiteY1" fmla="*/ 0 h 9525"/>
                <a:gd name="connsiteX2" fmla="*/ 57626 w 57626"/>
                <a:gd name="connsiteY2" fmla="*/ 9525 h 9525"/>
                <a:gd name="connsiteX3" fmla="*/ 0 w 57626"/>
                <a:gd name="connsiteY3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626" h="9525">
                  <a:moveTo>
                    <a:pt x="0" y="0"/>
                  </a:moveTo>
                  <a:lnTo>
                    <a:pt x="57626" y="0"/>
                  </a:lnTo>
                  <a:lnTo>
                    <a:pt x="57626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01010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6EFBDA02-310C-4C18-AF8D-CF2546FC58A6}"/>
                </a:ext>
              </a:extLst>
            </p:cNvPr>
            <p:cNvSpPr/>
            <p:nvPr/>
          </p:nvSpPr>
          <p:spPr>
            <a:xfrm>
              <a:off x="5789706" y="3824001"/>
              <a:ext cx="57626" cy="9525"/>
            </a:xfrm>
            <a:custGeom>
              <a:avLst/>
              <a:gdLst>
                <a:gd name="connsiteX0" fmla="*/ 0 w 57626"/>
                <a:gd name="connsiteY0" fmla="*/ 0 h 9525"/>
                <a:gd name="connsiteX1" fmla="*/ 57626 w 57626"/>
                <a:gd name="connsiteY1" fmla="*/ 0 h 9525"/>
                <a:gd name="connsiteX2" fmla="*/ 57626 w 57626"/>
                <a:gd name="connsiteY2" fmla="*/ 9525 h 9525"/>
                <a:gd name="connsiteX3" fmla="*/ 0 w 57626"/>
                <a:gd name="connsiteY3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626" h="9525">
                  <a:moveTo>
                    <a:pt x="0" y="0"/>
                  </a:moveTo>
                  <a:lnTo>
                    <a:pt x="57626" y="0"/>
                  </a:lnTo>
                  <a:lnTo>
                    <a:pt x="57626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01010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FA34C49A-B13A-4A79-A397-DE927101737D}"/>
                </a:ext>
              </a:extLst>
            </p:cNvPr>
            <p:cNvSpPr/>
            <p:nvPr/>
          </p:nvSpPr>
          <p:spPr>
            <a:xfrm>
              <a:off x="5789706" y="3852862"/>
              <a:ext cx="57626" cy="9525"/>
            </a:xfrm>
            <a:custGeom>
              <a:avLst/>
              <a:gdLst>
                <a:gd name="connsiteX0" fmla="*/ 0 w 57626"/>
                <a:gd name="connsiteY0" fmla="*/ 0 h 9525"/>
                <a:gd name="connsiteX1" fmla="*/ 57626 w 57626"/>
                <a:gd name="connsiteY1" fmla="*/ 0 h 9525"/>
                <a:gd name="connsiteX2" fmla="*/ 57626 w 57626"/>
                <a:gd name="connsiteY2" fmla="*/ 9525 h 9525"/>
                <a:gd name="connsiteX3" fmla="*/ 0 w 57626"/>
                <a:gd name="connsiteY3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626" h="9525">
                  <a:moveTo>
                    <a:pt x="0" y="0"/>
                  </a:moveTo>
                  <a:lnTo>
                    <a:pt x="57626" y="0"/>
                  </a:lnTo>
                  <a:lnTo>
                    <a:pt x="57626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01010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145ED9EC-B2C1-4074-A29E-8C479548D072}"/>
                </a:ext>
              </a:extLst>
            </p:cNvPr>
            <p:cNvSpPr/>
            <p:nvPr/>
          </p:nvSpPr>
          <p:spPr>
            <a:xfrm>
              <a:off x="5789706" y="3881723"/>
              <a:ext cx="57626" cy="9525"/>
            </a:xfrm>
            <a:custGeom>
              <a:avLst/>
              <a:gdLst>
                <a:gd name="connsiteX0" fmla="*/ 0 w 57626"/>
                <a:gd name="connsiteY0" fmla="*/ 0 h 9525"/>
                <a:gd name="connsiteX1" fmla="*/ 57626 w 57626"/>
                <a:gd name="connsiteY1" fmla="*/ 0 h 9525"/>
                <a:gd name="connsiteX2" fmla="*/ 57626 w 57626"/>
                <a:gd name="connsiteY2" fmla="*/ 9525 h 9525"/>
                <a:gd name="connsiteX3" fmla="*/ 0 w 57626"/>
                <a:gd name="connsiteY3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626" h="9525">
                  <a:moveTo>
                    <a:pt x="0" y="0"/>
                  </a:moveTo>
                  <a:lnTo>
                    <a:pt x="57626" y="0"/>
                  </a:lnTo>
                  <a:lnTo>
                    <a:pt x="57626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01010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BE7FD54E-4F0D-4004-BC5A-D37C2E59A72C}"/>
                </a:ext>
              </a:extLst>
            </p:cNvPr>
            <p:cNvSpPr/>
            <p:nvPr/>
          </p:nvSpPr>
          <p:spPr>
            <a:xfrm>
              <a:off x="5789706" y="3910584"/>
              <a:ext cx="57626" cy="9525"/>
            </a:xfrm>
            <a:custGeom>
              <a:avLst/>
              <a:gdLst>
                <a:gd name="connsiteX0" fmla="*/ 0 w 57626"/>
                <a:gd name="connsiteY0" fmla="*/ 0 h 9525"/>
                <a:gd name="connsiteX1" fmla="*/ 57626 w 57626"/>
                <a:gd name="connsiteY1" fmla="*/ 0 h 9525"/>
                <a:gd name="connsiteX2" fmla="*/ 57626 w 57626"/>
                <a:gd name="connsiteY2" fmla="*/ 9525 h 9525"/>
                <a:gd name="connsiteX3" fmla="*/ 0 w 57626"/>
                <a:gd name="connsiteY3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626" h="9525">
                  <a:moveTo>
                    <a:pt x="0" y="0"/>
                  </a:moveTo>
                  <a:lnTo>
                    <a:pt x="57626" y="0"/>
                  </a:lnTo>
                  <a:lnTo>
                    <a:pt x="57626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01010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B8860A61-2C93-49F4-B7E5-6F915DFFD23C}"/>
                </a:ext>
              </a:extLst>
            </p:cNvPr>
            <p:cNvSpPr/>
            <p:nvPr/>
          </p:nvSpPr>
          <p:spPr>
            <a:xfrm>
              <a:off x="5754940" y="3667505"/>
              <a:ext cx="126491" cy="38862"/>
            </a:xfrm>
            <a:custGeom>
              <a:avLst/>
              <a:gdLst>
                <a:gd name="connsiteX0" fmla="*/ 20383 w 126491"/>
                <a:gd name="connsiteY0" fmla="*/ 9525 h 38862"/>
                <a:gd name="connsiteX1" fmla="*/ 105442 w 126491"/>
                <a:gd name="connsiteY1" fmla="*/ 9525 h 38862"/>
                <a:gd name="connsiteX2" fmla="*/ 116491 w 126491"/>
                <a:gd name="connsiteY2" fmla="*/ 38862 h 38862"/>
                <a:gd name="connsiteX3" fmla="*/ 126492 w 126491"/>
                <a:gd name="connsiteY3" fmla="*/ 38862 h 38862"/>
                <a:gd name="connsiteX4" fmla="*/ 112014 w 126491"/>
                <a:gd name="connsiteY4" fmla="*/ 0 h 38862"/>
                <a:gd name="connsiteX5" fmla="*/ 13716 w 126491"/>
                <a:gd name="connsiteY5" fmla="*/ 0 h 38862"/>
                <a:gd name="connsiteX6" fmla="*/ 0 w 126491"/>
                <a:gd name="connsiteY6" fmla="*/ 38862 h 38862"/>
                <a:gd name="connsiteX7" fmla="*/ 10096 w 126491"/>
                <a:gd name="connsiteY7" fmla="*/ 38862 h 388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6491" h="38862">
                  <a:moveTo>
                    <a:pt x="20383" y="9525"/>
                  </a:moveTo>
                  <a:lnTo>
                    <a:pt x="105442" y="9525"/>
                  </a:lnTo>
                  <a:lnTo>
                    <a:pt x="116491" y="38862"/>
                  </a:lnTo>
                  <a:lnTo>
                    <a:pt x="126492" y="38862"/>
                  </a:lnTo>
                  <a:lnTo>
                    <a:pt x="112014" y="0"/>
                  </a:lnTo>
                  <a:lnTo>
                    <a:pt x="13716" y="0"/>
                  </a:lnTo>
                  <a:lnTo>
                    <a:pt x="0" y="38862"/>
                  </a:lnTo>
                  <a:lnTo>
                    <a:pt x="10096" y="38862"/>
                  </a:lnTo>
                  <a:close/>
                </a:path>
              </a:pathLst>
            </a:custGeom>
            <a:solidFill>
              <a:srgbClr val="01010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grpSp>
        <p:nvGrpSpPr>
          <p:cNvPr id="191" name="Graphic 5">
            <a:extLst>
              <a:ext uri="{FF2B5EF4-FFF2-40B4-BE49-F238E27FC236}">
                <a16:creationId xmlns:a16="http://schemas.microsoft.com/office/drawing/2014/main" id="{38112D9E-78F0-40B7-8943-11AC1E32C0DE}"/>
              </a:ext>
            </a:extLst>
          </p:cNvPr>
          <p:cNvGrpSpPr/>
          <p:nvPr/>
        </p:nvGrpSpPr>
        <p:grpSpPr>
          <a:xfrm>
            <a:off x="5112988" y="5112544"/>
            <a:ext cx="537704" cy="485489"/>
            <a:chOff x="5420041" y="4192619"/>
            <a:chExt cx="281940" cy="280511"/>
          </a:xfrm>
        </p:grpSpPr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9769D8AD-E83F-4585-88FC-DDEFD5F33606}"/>
                </a:ext>
              </a:extLst>
            </p:cNvPr>
            <p:cNvSpPr/>
            <p:nvPr/>
          </p:nvSpPr>
          <p:spPr>
            <a:xfrm>
              <a:off x="5510243" y="4241006"/>
              <a:ext cx="103346" cy="232124"/>
            </a:xfrm>
            <a:custGeom>
              <a:avLst/>
              <a:gdLst>
                <a:gd name="connsiteX0" fmla="*/ 93821 w 103346"/>
                <a:gd name="connsiteY0" fmla="*/ 9525 h 232124"/>
                <a:gd name="connsiteX1" fmla="*/ 93821 w 103346"/>
                <a:gd name="connsiteY1" fmla="*/ 222599 h 232124"/>
                <a:gd name="connsiteX2" fmla="*/ 9525 w 103346"/>
                <a:gd name="connsiteY2" fmla="*/ 222599 h 232124"/>
                <a:gd name="connsiteX3" fmla="*/ 9525 w 103346"/>
                <a:gd name="connsiteY3" fmla="*/ 9525 h 232124"/>
                <a:gd name="connsiteX4" fmla="*/ 93821 w 103346"/>
                <a:gd name="connsiteY4" fmla="*/ 9525 h 232124"/>
                <a:gd name="connsiteX5" fmla="*/ 103346 w 103346"/>
                <a:gd name="connsiteY5" fmla="*/ 0 h 232124"/>
                <a:gd name="connsiteX6" fmla="*/ 0 w 103346"/>
                <a:gd name="connsiteY6" fmla="*/ 0 h 232124"/>
                <a:gd name="connsiteX7" fmla="*/ 0 w 103346"/>
                <a:gd name="connsiteY7" fmla="*/ 232124 h 232124"/>
                <a:gd name="connsiteX8" fmla="*/ 103346 w 103346"/>
                <a:gd name="connsiteY8" fmla="*/ 232124 h 232124"/>
                <a:gd name="connsiteX9" fmla="*/ 103346 w 103346"/>
                <a:gd name="connsiteY9" fmla="*/ 0 h 232124"/>
                <a:gd name="connsiteX10" fmla="*/ 103346 w 103346"/>
                <a:gd name="connsiteY10" fmla="*/ 0 h 232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3346" h="232124">
                  <a:moveTo>
                    <a:pt x="93821" y="9525"/>
                  </a:moveTo>
                  <a:lnTo>
                    <a:pt x="93821" y="222599"/>
                  </a:lnTo>
                  <a:lnTo>
                    <a:pt x="9525" y="222599"/>
                  </a:lnTo>
                  <a:lnTo>
                    <a:pt x="9525" y="9525"/>
                  </a:lnTo>
                  <a:lnTo>
                    <a:pt x="93821" y="9525"/>
                  </a:lnTo>
                  <a:moveTo>
                    <a:pt x="103346" y="0"/>
                  </a:moveTo>
                  <a:lnTo>
                    <a:pt x="0" y="0"/>
                  </a:lnTo>
                  <a:lnTo>
                    <a:pt x="0" y="232124"/>
                  </a:lnTo>
                  <a:lnTo>
                    <a:pt x="103346" y="232124"/>
                  </a:lnTo>
                  <a:lnTo>
                    <a:pt x="103346" y="0"/>
                  </a:lnTo>
                  <a:lnTo>
                    <a:pt x="103346" y="0"/>
                  </a:lnTo>
                  <a:close/>
                </a:path>
              </a:pathLst>
            </a:custGeom>
            <a:solidFill>
              <a:srgbClr val="01010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19EF87A0-E997-4A78-86EE-8F5133D3B8D1}"/>
                </a:ext>
              </a:extLst>
            </p:cNvPr>
            <p:cNvSpPr/>
            <p:nvPr/>
          </p:nvSpPr>
          <p:spPr>
            <a:xfrm>
              <a:off x="5540342" y="4262628"/>
              <a:ext cx="43338" cy="9525"/>
            </a:xfrm>
            <a:custGeom>
              <a:avLst/>
              <a:gdLst>
                <a:gd name="connsiteX0" fmla="*/ 0 w 43338"/>
                <a:gd name="connsiteY0" fmla="*/ 0 h 9525"/>
                <a:gd name="connsiteX1" fmla="*/ 43339 w 43338"/>
                <a:gd name="connsiteY1" fmla="*/ 0 h 9525"/>
                <a:gd name="connsiteX2" fmla="*/ 43339 w 43338"/>
                <a:gd name="connsiteY2" fmla="*/ 9525 h 9525"/>
                <a:gd name="connsiteX3" fmla="*/ 0 w 43338"/>
                <a:gd name="connsiteY3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338" h="9525">
                  <a:moveTo>
                    <a:pt x="0" y="0"/>
                  </a:moveTo>
                  <a:lnTo>
                    <a:pt x="43339" y="0"/>
                  </a:lnTo>
                  <a:lnTo>
                    <a:pt x="43339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76F9B13D-E91C-4AD7-9D48-D0F154F87ECA}"/>
                </a:ext>
              </a:extLst>
            </p:cNvPr>
            <p:cNvSpPr/>
            <p:nvPr/>
          </p:nvSpPr>
          <p:spPr>
            <a:xfrm>
              <a:off x="5540342" y="4291488"/>
              <a:ext cx="43338" cy="9525"/>
            </a:xfrm>
            <a:custGeom>
              <a:avLst/>
              <a:gdLst>
                <a:gd name="connsiteX0" fmla="*/ 0 w 43338"/>
                <a:gd name="connsiteY0" fmla="*/ 0 h 9525"/>
                <a:gd name="connsiteX1" fmla="*/ 43339 w 43338"/>
                <a:gd name="connsiteY1" fmla="*/ 0 h 9525"/>
                <a:gd name="connsiteX2" fmla="*/ 43339 w 43338"/>
                <a:gd name="connsiteY2" fmla="*/ 9525 h 9525"/>
                <a:gd name="connsiteX3" fmla="*/ 0 w 43338"/>
                <a:gd name="connsiteY3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338" h="9525">
                  <a:moveTo>
                    <a:pt x="0" y="0"/>
                  </a:moveTo>
                  <a:lnTo>
                    <a:pt x="43339" y="0"/>
                  </a:lnTo>
                  <a:lnTo>
                    <a:pt x="43339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33CE0AC5-1CE0-4C20-86E4-BBECA5E10FA2}"/>
                </a:ext>
              </a:extLst>
            </p:cNvPr>
            <p:cNvSpPr/>
            <p:nvPr/>
          </p:nvSpPr>
          <p:spPr>
            <a:xfrm>
              <a:off x="5540342" y="4320349"/>
              <a:ext cx="43338" cy="9525"/>
            </a:xfrm>
            <a:custGeom>
              <a:avLst/>
              <a:gdLst>
                <a:gd name="connsiteX0" fmla="*/ 0 w 43338"/>
                <a:gd name="connsiteY0" fmla="*/ 0 h 9525"/>
                <a:gd name="connsiteX1" fmla="*/ 43339 w 43338"/>
                <a:gd name="connsiteY1" fmla="*/ 0 h 9525"/>
                <a:gd name="connsiteX2" fmla="*/ 43339 w 43338"/>
                <a:gd name="connsiteY2" fmla="*/ 9525 h 9525"/>
                <a:gd name="connsiteX3" fmla="*/ 0 w 43338"/>
                <a:gd name="connsiteY3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338" h="9525">
                  <a:moveTo>
                    <a:pt x="0" y="0"/>
                  </a:moveTo>
                  <a:lnTo>
                    <a:pt x="43339" y="0"/>
                  </a:lnTo>
                  <a:lnTo>
                    <a:pt x="43339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57E98DE8-1A39-4C0F-8E67-87D7F4E48992}"/>
                </a:ext>
              </a:extLst>
            </p:cNvPr>
            <p:cNvSpPr/>
            <p:nvPr/>
          </p:nvSpPr>
          <p:spPr>
            <a:xfrm>
              <a:off x="5540342" y="4349210"/>
              <a:ext cx="43338" cy="9525"/>
            </a:xfrm>
            <a:custGeom>
              <a:avLst/>
              <a:gdLst>
                <a:gd name="connsiteX0" fmla="*/ 0 w 43338"/>
                <a:gd name="connsiteY0" fmla="*/ 0 h 9525"/>
                <a:gd name="connsiteX1" fmla="*/ 43339 w 43338"/>
                <a:gd name="connsiteY1" fmla="*/ 0 h 9525"/>
                <a:gd name="connsiteX2" fmla="*/ 43339 w 43338"/>
                <a:gd name="connsiteY2" fmla="*/ 9525 h 9525"/>
                <a:gd name="connsiteX3" fmla="*/ 0 w 43338"/>
                <a:gd name="connsiteY3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338" h="9525">
                  <a:moveTo>
                    <a:pt x="0" y="0"/>
                  </a:moveTo>
                  <a:lnTo>
                    <a:pt x="43339" y="0"/>
                  </a:lnTo>
                  <a:lnTo>
                    <a:pt x="43339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D17BFA90-A2EA-49DA-BD91-8BEBAA57653C}"/>
                </a:ext>
              </a:extLst>
            </p:cNvPr>
            <p:cNvSpPr/>
            <p:nvPr/>
          </p:nvSpPr>
          <p:spPr>
            <a:xfrm>
              <a:off x="5540342" y="4378071"/>
              <a:ext cx="43338" cy="9525"/>
            </a:xfrm>
            <a:custGeom>
              <a:avLst/>
              <a:gdLst>
                <a:gd name="connsiteX0" fmla="*/ 0 w 43338"/>
                <a:gd name="connsiteY0" fmla="*/ 0 h 9525"/>
                <a:gd name="connsiteX1" fmla="*/ 43339 w 43338"/>
                <a:gd name="connsiteY1" fmla="*/ 0 h 9525"/>
                <a:gd name="connsiteX2" fmla="*/ 43339 w 43338"/>
                <a:gd name="connsiteY2" fmla="*/ 9525 h 9525"/>
                <a:gd name="connsiteX3" fmla="*/ 0 w 43338"/>
                <a:gd name="connsiteY3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338" h="9525">
                  <a:moveTo>
                    <a:pt x="0" y="0"/>
                  </a:moveTo>
                  <a:lnTo>
                    <a:pt x="43339" y="0"/>
                  </a:lnTo>
                  <a:lnTo>
                    <a:pt x="43339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168A666C-671E-471B-A773-FB0CCA041AB7}"/>
                </a:ext>
              </a:extLst>
            </p:cNvPr>
            <p:cNvSpPr/>
            <p:nvPr/>
          </p:nvSpPr>
          <p:spPr>
            <a:xfrm>
              <a:off x="5540342" y="4406931"/>
              <a:ext cx="43338" cy="9525"/>
            </a:xfrm>
            <a:custGeom>
              <a:avLst/>
              <a:gdLst>
                <a:gd name="connsiteX0" fmla="*/ 0 w 43338"/>
                <a:gd name="connsiteY0" fmla="*/ 0 h 9525"/>
                <a:gd name="connsiteX1" fmla="*/ 43339 w 43338"/>
                <a:gd name="connsiteY1" fmla="*/ 0 h 9525"/>
                <a:gd name="connsiteX2" fmla="*/ 43339 w 43338"/>
                <a:gd name="connsiteY2" fmla="*/ 9525 h 9525"/>
                <a:gd name="connsiteX3" fmla="*/ 0 w 43338"/>
                <a:gd name="connsiteY3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338" h="9525">
                  <a:moveTo>
                    <a:pt x="0" y="0"/>
                  </a:moveTo>
                  <a:lnTo>
                    <a:pt x="43339" y="0"/>
                  </a:lnTo>
                  <a:lnTo>
                    <a:pt x="43339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CCFC5F0A-4434-40D8-AC78-8435EABCB1CE}"/>
                </a:ext>
              </a:extLst>
            </p:cNvPr>
            <p:cNvSpPr/>
            <p:nvPr/>
          </p:nvSpPr>
          <p:spPr>
            <a:xfrm>
              <a:off x="5540342" y="4435792"/>
              <a:ext cx="43338" cy="9525"/>
            </a:xfrm>
            <a:custGeom>
              <a:avLst/>
              <a:gdLst>
                <a:gd name="connsiteX0" fmla="*/ 0 w 43338"/>
                <a:gd name="connsiteY0" fmla="*/ 0 h 9525"/>
                <a:gd name="connsiteX1" fmla="*/ 43339 w 43338"/>
                <a:gd name="connsiteY1" fmla="*/ 0 h 9525"/>
                <a:gd name="connsiteX2" fmla="*/ 43339 w 43338"/>
                <a:gd name="connsiteY2" fmla="*/ 9525 h 9525"/>
                <a:gd name="connsiteX3" fmla="*/ 0 w 43338"/>
                <a:gd name="connsiteY3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338" h="9525">
                  <a:moveTo>
                    <a:pt x="0" y="0"/>
                  </a:moveTo>
                  <a:lnTo>
                    <a:pt x="43339" y="0"/>
                  </a:lnTo>
                  <a:lnTo>
                    <a:pt x="43339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E0631DDF-AA8C-4FCD-8D76-4267646061E2}"/>
                </a:ext>
              </a:extLst>
            </p:cNvPr>
            <p:cNvSpPr/>
            <p:nvPr/>
          </p:nvSpPr>
          <p:spPr>
            <a:xfrm>
              <a:off x="5505480" y="4192619"/>
              <a:ext cx="112299" cy="38862"/>
            </a:xfrm>
            <a:custGeom>
              <a:avLst/>
              <a:gdLst>
                <a:gd name="connsiteX0" fmla="*/ 112300 w 112299"/>
                <a:gd name="connsiteY0" fmla="*/ 38862 h 38862"/>
                <a:gd name="connsiteX1" fmla="*/ 102203 w 112299"/>
                <a:gd name="connsiteY1" fmla="*/ 38862 h 38862"/>
                <a:gd name="connsiteX2" fmla="*/ 91154 w 112299"/>
                <a:gd name="connsiteY2" fmla="*/ 9525 h 38862"/>
                <a:gd name="connsiteX3" fmla="*/ 20479 w 112299"/>
                <a:gd name="connsiteY3" fmla="*/ 9525 h 38862"/>
                <a:gd name="connsiteX4" fmla="*/ 10097 w 112299"/>
                <a:gd name="connsiteY4" fmla="*/ 38862 h 38862"/>
                <a:gd name="connsiteX5" fmla="*/ 0 w 112299"/>
                <a:gd name="connsiteY5" fmla="*/ 38862 h 38862"/>
                <a:gd name="connsiteX6" fmla="*/ 13716 w 112299"/>
                <a:gd name="connsiteY6" fmla="*/ 0 h 38862"/>
                <a:gd name="connsiteX7" fmla="*/ 97727 w 112299"/>
                <a:gd name="connsiteY7" fmla="*/ 0 h 388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2299" h="38862">
                  <a:moveTo>
                    <a:pt x="112300" y="38862"/>
                  </a:moveTo>
                  <a:lnTo>
                    <a:pt x="102203" y="38862"/>
                  </a:lnTo>
                  <a:lnTo>
                    <a:pt x="91154" y="9525"/>
                  </a:lnTo>
                  <a:lnTo>
                    <a:pt x="20479" y="9525"/>
                  </a:lnTo>
                  <a:lnTo>
                    <a:pt x="10097" y="38862"/>
                  </a:lnTo>
                  <a:lnTo>
                    <a:pt x="0" y="38862"/>
                  </a:lnTo>
                  <a:lnTo>
                    <a:pt x="13716" y="0"/>
                  </a:lnTo>
                  <a:lnTo>
                    <a:pt x="97727" y="0"/>
                  </a:lnTo>
                  <a:close/>
                </a:path>
              </a:pathLst>
            </a:custGeom>
            <a:solidFill>
              <a:srgbClr val="01010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B3C059E9-65F8-474F-BECF-3FDE3937A786}"/>
                </a:ext>
              </a:extLst>
            </p:cNvPr>
            <p:cNvSpPr/>
            <p:nvPr/>
          </p:nvSpPr>
          <p:spPr>
            <a:xfrm>
              <a:off x="5624543" y="4250436"/>
              <a:ext cx="77438" cy="210216"/>
            </a:xfrm>
            <a:custGeom>
              <a:avLst/>
              <a:gdLst>
                <a:gd name="connsiteX0" fmla="*/ 77438 w 77438"/>
                <a:gd name="connsiteY0" fmla="*/ 210217 h 210216"/>
                <a:gd name="connsiteX1" fmla="*/ 0 w 77438"/>
                <a:gd name="connsiteY1" fmla="*/ 210217 h 210216"/>
                <a:gd name="connsiteX2" fmla="*/ 0 w 77438"/>
                <a:gd name="connsiteY2" fmla="*/ 200692 h 210216"/>
                <a:gd name="connsiteX3" fmla="*/ 67913 w 77438"/>
                <a:gd name="connsiteY3" fmla="*/ 200692 h 210216"/>
                <a:gd name="connsiteX4" fmla="*/ 67913 w 77438"/>
                <a:gd name="connsiteY4" fmla="*/ 9525 h 210216"/>
                <a:gd name="connsiteX5" fmla="*/ 0 w 77438"/>
                <a:gd name="connsiteY5" fmla="*/ 9525 h 210216"/>
                <a:gd name="connsiteX6" fmla="*/ 0 w 77438"/>
                <a:gd name="connsiteY6" fmla="*/ 0 h 210216"/>
                <a:gd name="connsiteX7" fmla="*/ 77438 w 77438"/>
                <a:gd name="connsiteY7" fmla="*/ 0 h 2102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438" h="210216">
                  <a:moveTo>
                    <a:pt x="77438" y="210217"/>
                  </a:moveTo>
                  <a:lnTo>
                    <a:pt x="0" y="210217"/>
                  </a:lnTo>
                  <a:lnTo>
                    <a:pt x="0" y="200692"/>
                  </a:lnTo>
                  <a:lnTo>
                    <a:pt x="67913" y="200692"/>
                  </a:lnTo>
                  <a:lnTo>
                    <a:pt x="67913" y="9525"/>
                  </a:lnTo>
                  <a:lnTo>
                    <a:pt x="0" y="9525"/>
                  </a:lnTo>
                  <a:lnTo>
                    <a:pt x="0" y="0"/>
                  </a:lnTo>
                  <a:lnTo>
                    <a:pt x="77438" y="0"/>
                  </a:lnTo>
                  <a:close/>
                </a:path>
              </a:pathLst>
            </a:custGeom>
            <a:solidFill>
              <a:srgbClr val="01010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A0C32F68-5C72-492D-91C5-AB71A782D854}"/>
                </a:ext>
              </a:extLst>
            </p:cNvPr>
            <p:cNvSpPr/>
            <p:nvPr/>
          </p:nvSpPr>
          <p:spPr>
            <a:xfrm>
              <a:off x="5624543" y="4273486"/>
              <a:ext cx="42957" cy="9525"/>
            </a:xfrm>
            <a:custGeom>
              <a:avLst/>
              <a:gdLst>
                <a:gd name="connsiteX0" fmla="*/ 0 w 42957"/>
                <a:gd name="connsiteY0" fmla="*/ 0 h 9525"/>
                <a:gd name="connsiteX1" fmla="*/ 42958 w 42957"/>
                <a:gd name="connsiteY1" fmla="*/ 0 h 9525"/>
                <a:gd name="connsiteX2" fmla="*/ 42958 w 42957"/>
                <a:gd name="connsiteY2" fmla="*/ 9525 h 9525"/>
                <a:gd name="connsiteX3" fmla="*/ 0 w 42957"/>
                <a:gd name="connsiteY3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957" h="9525">
                  <a:moveTo>
                    <a:pt x="0" y="0"/>
                  </a:moveTo>
                  <a:lnTo>
                    <a:pt x="42958" y="0"/>
                  </a:lnTo>
                  <a:lnTo>
                    <a:pt x="42958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A1CD9468-DE6D-4A8A-9BE2-00A41EF199EB}"/>
                </a:ext>
              </a:extLst>
            </p:cNvPr>
            <p:cNvSpPr/>
            <p:nvPr/>
          </p:nvSpPr>
          <p:spPr>
            <a:xfrm>
              <a:off x="5624543" y="4302347"/>
              <a:ext cx="42957" cy="9525"/>
            </a:xfrm>
            <a:custGeom>
              <a:avLst/>
              <a:gdLst>
                <a:gd name="connsiteX0" fmla="*/ 0 w 42957"/>
                <a:gd name="connsiteY0" fmla="*/ 0 h 9525"/>
                <a:gd name="connsiteX1" fmla="*/ 42958 w 42957"/>
                <a:gd name="connsiteY1" fmla="*/ 0 h 9525"/>
                <a:gd name="connsiteX2" fmla="*/ 42958 w 42957"/>
                <a:gd name="connsiteY2" fmla="*/ 9525 h 9525"/>
                <a:gd name="connsiteX3" fmla="*/ 0 w 42957"/>
                <a:gd name="connsiteY3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957" h="9525">
                  <a:moveTo>
                    <a:pt x="0" y="0"/>
                  </a:moveTo>
                  <a:lnTo>
                    <a:pt x="42958" y="0"/>
                  </a:lnTo>
                  <a:lnTo>
                    <a:pt x="42958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4015B138-EC4D-4AAA-B384-B20DBD23EE9E}"/>
                </a:ext>
              </a:extLst>
            </p:cNvPr>
            <p:cNvSpPr/>
            <p:nvPr/>
          </p:nvSpPr>
          <p:spPr>
            <a:xfrm>
              <a:off x="5624543" y="4331208"/>
              <a:ext cx="42957" cy="9525"/>
            </a:xfrm>
            <a:custGeom>
              <a:avLst/>
              <a:gdLst>
                <a:gd name="connsiteX0" fmla="*/ 0 w 42957"/>
                <a:gd name="connsiteY0" fmla="*/ 0 h 9525"/>
                <a:gd name="connsiteX1" fmla="*/ 42958 w 42957"/>
                <a:gd name="connsiteY1" fmla="*/ 0 h 9525"/>
                <a:gd name="connsiteX2" fmla="*/ 42958 w 42957"/>
                <a:gd name="connsiteY2" fmla="*/ 9525 h 9525"/>
                <a:gd name="connsiteX3" fmla="*/ 0 w 42957"/>
                <a:gd name="connsiteY3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957" h="9525">
                  <a:moveTo>
                    <a:pt x="0" y="0"/>
                  </a:moveTo>
                  <a:lnTo>
                    <a:pt x="42958" y="0"/>
                  </a:lnTo>
                  <a:lnTo>
                    <a:pt x="42958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6BBD67A7-4118-40D5-A001-39E3921DEFC4}"/>
                </a:ext>
              </a:extLst>
            </p:cNvPr>
            <p:cNvSpPr/>
            <p:nvPr/>
          </p:nvSpPr>
          <p:spPr>
            <a:xfrm>
              <a:off x="5624543" y="4359973"/>
              <a:ext cx="42957" cy="9525"/>
            </a:xfrm>
            <a:custGeom>
              <a:avLst/>
              <a:gdLst>
                <a:gd name="connsiteX0" fmla="*/ 0 w 42957"/>
                <a:gd name="connsiteY0" fmla="*/ 0 h 9525"/>
                <a:gd name="connsiteX1" fmla="*/ 42958 w 42957"/>
                <a:gd name="connsiteY1" fmla="*/ 0 h 9525"/>
                <a:gd name="connsiteX2" fmla="*/ 42958 w 42957"/>
                <a:gd name="connsiteY2" fmla="*/ 9525 h 9525"/>
                <a:gd name="connsiteX3" fmla="*/ 0 w 42957"/>
                <a:gd name="connsiteY3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957" h="9525">
                  <a:moveTo>
                    <a:pt x="0" y="0"/>
                  </a:moveTo>
                  <a:lnTo>
                    <a:pt x="42958" y="0"/>
                  </a:lnTo>
                  <a:lnTo>
                    <a:pt x="42958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CA36346F-7509-4590-B8F6-4FA939D3B480}"/>
                </a:ext>
              </a:extLst>
            </p:cNvPr>
            <p:cNvSpPr/>
            <p:nvPr/>
          </p:nvSpPr>
          <p:spPr>
            <a:xfrm>
              <a:off x="5624543" y="4388834"/>
              <a:ext cx="42957" cy="9525"/>
            </a:xfrm>
            <a:custGeom>
              <a:avLst/>
              <a:gdLst>
                <a:gd name="connsiteX0" fmla="*/ 0 w 42957"/>
                <a:gd name="connsiteY0" fmla="*/ 0 h 9525"/>
                <a:gd name="connsiteX1" fmla="*/ 42958 w 42957"/>
                <a:gd name="connsiteY1" fmla="*/ 0 h 9525"/>
                <a:gd name="connsiteX2" fmla="*/ 42958 w 42957"/>
                <a:gd name="connsiteY2" fmla="*/ 9525 h 9525"/>
                <a:gd name="connsiteX3" fmla="*/ 0 w 42957"/>
                <a:gd name="connsiteY3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957" h="9525">
                  <a:moveTo>
                    <a:pt x="0" y="0"/>
                  </a:moveTo>
                  <a:lnTo>
                    <a:pt x="42958" y="0"/>
                  </a:lnTo>
                  <a:lnTo>
                    <a:pt x="42958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B75C4D92-70E9-44AB-9EB0-1698300CA625}"/>
                </a:ext>
              </a:extLst>
            </p:cNvPr>
            <p:cNvSpPr/>
            <p:nvPr/>
          </p:nvSpPr>
          <p:spPr>
            <a:xfrm>
              <a:off x="5624543" y="4417695"/>
              <a:ext cx="42957" cy="9525"/>
            </a:xfrm>
            <a:custGeom>
              <a:avLst/>
              <a:gdLst>
                <a:gd name="connsiteX0" fmla="*/ 0 w 42957"/>
                <a:gd name="connsiteY0" fmla="*/ 0 h 9525"/>
                <a:gd name="connsiteX1" fmla="*/ 42958 w 42957"/>
                <a:gd name="connsiteY1" fmla="*/ 0 h 9525"/>
                <a:gd name="connsiteX2" fmla="*/ 42958 w 42957"/>
                <a:gd name="connsiteY2" fmla="*/ 9525 h 9525"/>
                <a:gd name="connsiteX3" fmla="*/ 0 w 42957"/>
                <a:gd name="connsiteY3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957" h="9525">
                  <a:moveTo>
                    <a:pt x="0" y="0"/>
                  </a:moveTo>
                  <a:lnTo>
                    <a:pt x="42958" y="0"/>
                  </a:lnTo>
                  <a:lnTo>
                    <a:pt x="42958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E7A1C911-81A0-47FA-93BC-114F7A197751}"/>
                </a:ext>
              </a:extLst>
            </p:cNvPr>
            <p:cNvSpPr/>
            <p:nvPr/>
          </p:nvSpPr>
          <p:spPr>
            <a:xfrm>
              <a:off x="5624543" y="4206906"/>
              <a:ext cx="73913" cy="34099"/>
            </a:xfrm>
            <a:custGeom>
              <a:avLst/>
              <a:gdLst>
                <a:gd name="connsiteX0" fmla="*/ 73914 w 73913"/>
                <a:gd name="connsiteY0" fmla="*/ 34100 h 34099"/>
                <a:gd name="connsiteX1" fmla="*/ 63627 w 73913"/>
                <a:gd name="connsiteY1" fmla="*/ 34100 h 34099"/>
                <a:gd name="connsiteX2" fmla="*/ 53340 w 73913"/>
                <a:gd name="connsiteY2" fmla="*/ 9525 h 34099"/>
                <a:gd name="connsiteX3" fmla="*/ 0 w 73913"/>
                <a:gd name="connsiteY3" fmla="*/ 9525 h 34099"/>
                <a:gd name="connsiteX4" fmla="*/ 0 w 73913"/>
                <a:gd name="connsiteY4" fmla="*/ 0 h 34099"/>
                <a:gd name="connsiteX5" fmla="*/ 59626 w 73913"/>
                <a:gd name="connsiteY5" fmla="*/ 0 h 3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13" h="34099">
                  <a:moveTo>
                    <a:pt x="73914" y="34100"/>
                  </a:moveTo>
                  <a:lnTo>
                    <a:pt x="63627" y="34100"/>
                  </a:lnTo>
                  <a:lnTo>
                    <a:pt x="53340" y="9525"/>
                  </a:lnTo>
                  <a:lnTo>
                    <a:pt x="0" y="9525"/>
                  </a:lnTo>
                  <a:lnTo>
                    <a:pt x="0" y="0"/>
                  </a:lnTo>
                  <a:lnTo>
                    <a:pt x="59626" y="0"/>
                  </a:lnTo>
                  <a:close/>
                </a:path>
              </a:pathLst>
            </a:custGeom>
            <a:solidFill>
              <a:srgbClr val="01010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CA7B6E2C-0D5A-452E-9A04-D0CCD1EDEA75}"/>
                </a:ext>
              </a:extLst>
            </p:cNvPr>
            <p:cNvSpPr/>
            <p:nvPr/>
          </p:nvSpPr>
          <p:spPr>
            <a:xfrm>
              <a:off x="5420041" y="4250436"/>
              <a:ext cx="77438" cy="210216"/>
            </a:xfrm>
            <a:custGeom>
              <a:avLst/>
              <a:gdLst>
                <a:gd name="connsiteX0" fmla="*/ 77438 w 77438"/>
                <a:gd name="connsiteY0" fmla="*/ 210217 h 210216"/>
                <a:gd name="connsiteX1" fmla="*/ 0 w 77438"/>
                <a:gd name="connsiteY1" fmla="*/ 210217 h 210216"/>
                <a:gd name="connsiteX2" fmla="*/ 0 w 77438"/>
                <a:gd name="connsiteY2" fmla="*/ 0 h 210216"/>
                <a:gd name="connsiteX3" fmla="*/ 77438 w 77438"/>
                <a:gd name="connsiteY3" fmla="*/ 0 h 210216"/>
                <a:gd name="connsiteX4" fmla="*/ 77438 w 77438"/>
                <a:gd name="connsiteY4" fmla="*/ 9525 h 210216"/>
                <a:gd name="connsiteX5" fmla="*/ 9525 w 77438"/>
                <a:gd name="connsiteY5" fmla="*/ 9525 h 210216"/>
                <a:gd name="connsiteX6" fmla="*/ 9525 w 77438"/>
                <a:gd name="connsiteY6" fmla="*/ 200692 h 210216"/>
                <a:gd name="connsiteX7" fmla="*/ 77438 w 77438"/>
                <a:gd name="connsiteY7" fmla="*/ 200692 h 2102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438" h="210216">
                  <a:moveTo>
                    <a:pt x="77438" y="210217"/>
                  </a:moveTo>
                  <a:lnTo>
                    <a:pt x="0" y="210217"/>
                  </a:lnTo>
                  <a:lnTo>
                    <a:pt x="0" y="0"/>
                  </a:lnTo>
                  <a:lnTo>
                    <a:pt x="77438" y="0"/>
                  </a:lnTo>
                  <a:lnTo>
                    <a:pt x="77438" y="9525"/>
                  </a:lnTo>
                  <a:lnTo>
                    <a:pt x="9525" y="9525"/>
                  </a:lnTo>
                  <a:lnTo>
                    <a:pt x="9525" y="200692"/>
                  </a:lnTo>
                  <a:lnTo>
                    <a:pt x="77438" y="200692"/>
                  </a:lnTo>
                  <a:close/>
                </a:path>
              </a:pathLst>
            </a:custGeom>
            <a:solidFill>
              <a:srgbClr val="01010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3F35D4BD-F125-42BE-8744-CB4844209D9B}"/>
                </a:ext>
              </a:extLst>
            </p:cNvPr>
            <p:cNvSpPr/>
            <p:nvPr/>
          </p:nvSpPr>
          <p:spPr>
            <a:xfrm>
              <a:off x="5454522" y="4273486"/>
              <a:ext cx="42957" cy="9525"/>
            </a:xfrm>
            <a:custGeom>
              <a:avLst/>
              <a:gdLst>
                <a:gd name="connsiteX0" fmla="*/ 0 w 42957"/>
                <a:gd name="connsiteY0" fmla="*/ 0 h 9525"/>
                <a:gd name="connsiteX1" fmla="*/ 42958 w 42957"/>
                <a:gd name="connsiteY1" fmla="*/ 0 h 9525"/>
                <a:gd name="connsiteX2" fmla="*/ 42958 w 42957"/>
                <a:gd name="connsiteY2" fmla="*/ 9525 h 9525"/>
                <a:gd name="connsiteX3" fmla="*/ 0 w 42957"/>
                <a:gd name="connsiteY3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957" h="9525">
                  <a:moveTo>
                    <a:pt x="0" y="0"/>
                  </a:moveTo>
                  <a:lnTo>
                    <a:pt x="42958" y="0"/>
                  </a:lnTo>
                  <a:lnTo>
                    <a:pt x="42958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BD087C9F-D3CD-4E6F-8A27-BF4107333526}"/>
                </a:ext>
              </a:extLst>
            </p:cNvPr>
            <p:cNvSpPr/>
            <p:nvPr/>
          </p:nvSpPr>
          <p:spPr>
            <a:xfrm>
              <a:off x="5454522" y="4302347"/>
              <a:ext cx="42957" cy="9525"/>
            </a:xfrm>
            <a:custGeom>
              <a:avLst/>
              <a:gdLst>
                <a:gd name="connsiteX0" fmla="*/ 0 w 42957"/>
                <a:gd name="connsiteY0" fmla="*/ 0 h 9525"/>
                <a:gd name="connsiteX1" fmla="*/ 42958 w 42957"/>
                <a:gd name="connsiteY1" fmla="*/ 0 h 9525"/>
                <a:gd name="connsiteX2" fmla="*/ 42958 w 42957"/>
                <a:gd name="connsiteY2" fmla="*/ 9525 h 9525"/>
                <a:gd name="connsiteX3" fmla="*/ 0 w 42957"/>
                <a:gd name="connsiteY3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957" h="9525">
                  <a:moveTo>
                    <a:pt x="0" y="0"/>
                  </a:moveTo>
                  <a:lnTo>
                    <a:pt x="42958" y="0"/>
                  </a:lnTo>
                  <a:lnTo>
                    <a:pt x="42958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CD7C35CF-5575-4AA9-8F6C-20C36707B120}"/>
                </a:ext>
              </a:extLst>
            </p:cNvPr>
            <p:cNvSpPr/>
            <p:nvPr/>
          </p:nvSpPr>
          <p:spPr>
            <a:xfrm>
              <a:off x="5454522" y="4331208"/>
              <a:ext cx="42957" cy="9525"/>
            </a:xfrm>
            <a:custGeom>
              <a:avLst/>
              <a:gdLst>
                <a:gd name="connsiteX0" fmla="*/ 0 w 42957"/>
                <a:gd name="connsiteY0" fmla="*/ 0 h 9525"/>
                <a:gd name="connsiteX1" fmla="*/ 42958 w 42957"/>
                <a:gd name="connsiteY1" fmla="*/ 0 h 9525"/>
                <a:gd name="connsiteX2" fmla="*/ 42958 w 42957"/>
                <a:gd name="connsiteY2" fmla="*/ 9525 h 9525"/>
                <a:gd name="connsiteX3" fmla="*/ 0 w 42957"/>
                <a:gd name="connsiteY3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957" h="9525">
                  <a:moveTo>
                    <a:pt x="0" y="0"/>
                  </a:moveTo>
                  <a:lnTo>
                    <a:pt x="42958" y="0"/>
                  </a:lnTo>
                  <a:lnTo>
                    <a:pt x="42958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A5CF8F71-3616-473E-A30D-EFF956C90963}"/>
                </a:ext>
              </a:extLst>
            </p:cNvPr>
            <p:cNvSpPr/>
            <p:nvPr/>
          </p:nvSpPr>
          <p:spPr>
            <a:xfrm>
              <a:off x="5454522" y="4359973"/>
              <a:ext cx="42957" cy="9525"/>
            </a:xfrm>
            <a:custGeom>
              <a:avLst/>
              <a:gdLst>
                <a:gd name="connsiteX0" fmla="*/ 0 w 42957"/>
                <a:gd name="connsiteY0" fmla="*/ 0 h 9525"/>
                <a:gd name="connsiteX1" fmla="*/ 42958 w 42957"/>
                <a:gd name="connsiteY1" fmla="*/ 0 h 9525"/>
                <a:gd name="connsiteX2" fmla="*/ 42958 w 42957"/>
                <a:gd name="connsiteY2" fmla="*/ 9525 h 9525"/>
                <a:gd name="connsiteX3" fmla="*/ 0 w 42957"/>
                <a:gd name="connsiteY3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957" h="9525">
                  <a:moveTo>
                    <a:pt x="0" y="0"/>
                  </a:moveTo>
                  <a:lnTo>
                    <a:pt x="42958" y="0"/>
                  </a:lnTo>
                  <a:lnTo>
                    <a:pt x="42958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7DFB6338-3D8C-449A-96A6-C7378443320F}"/>
                </a:ext>
              </a:extLst>
            </p:cNvPr>
            <p:cNvSpPr/>
            <p:nvPr/>
          </p:nvSpPr>
          <p:spPr>
            <a:xfrm>
              <a:off x="5454522" y="4388834"/>
              <a:ext cx="42957" cy="9525"/>
            </a:xfrm>
            <a:custGeom>
              <a:avLst/>
              <a:gdLst>
                <a:gd name="connsiteX0" fmla="*/ 0 w 42957"/>
                <a:gd name="connsiteY0" fmla="*/ 0 h 9525"/>
                <a:gd name="connsiteX1" fmla="*/ 42958 w 42957"/>
                <a:gd name="connsiteY1" fmla="*/ 0 h 9525"/>
                <a:gd name="connsiteX2" fmla="*/ 42958 w 42957"/>
                <a:gd name="connsiteY2" fmla="*/ 9525 h 9525"/>
                <a:gd name="connsiteX3" fmla="*/ 0 w 42957"/>
                <a:gd name="connsiteY3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957" h="9525">
                  <a:moveTo>
                    <a:pt x="0" y="0"/>
                  </a:moveTo>
                  <a:lnTo>
                    <a:pt x="42958" y="0"/>
                  </a:lnTo>
                  <a:lnTo>
                    <a:pt x="42958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52F61A2E-4C92-4608-B1FE-AD1D97C5EE79}"/>
                </a:ext>
              </a:extLst>
            </p:cNvPr>
            <p:cNvSpPr/>
            <p:nvPr/>
          </p:nvSpPr>
          <p:spPr>
            <a:xfrm>
              <a:off x="5454522" y="4417695"/>
              <a:ext cx="42957" cy="9525"/>
            </a:xfrm>
            <a:custGeom>
              <a:avLst/>
              <a:gdLst>
                <a:gd name="connsiteX0" fmla="*/ 0 w 42957"/>
                <a:gd name="connsiteY0" fmla="*/ 0 h 9525"/>
                <a:gd name="connsiteX1" fmla="*/ 42958 w 42957"/>
                <a:gd name="connsiteY1" fmla="*/ 0 h 9525"/>
                <a:gd name="connsiteX2" fmla="*/ 42958 w 42957"/>
                <a:gd name="connsiteY2" fmla="*/ 9525 h 9525"/>
                <a:gd name="connsiteX3" fmla="*/ 0 w 42957"/>
                <a:gd name="connsiteY3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957" h="9525">
                  <a:moveTo>
                    <a:pt x="0" y="0"/>
                  </a:moveTo>
                  <a:lnTo>
                    <a:pt x="42958" y="0"/>
                  </a:lnTo>
                  <a:lnTo>
                    <a:pt x="42958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9008ADA2-4D26-48BB-8082-38F404D66459}"/>
                </a:ext>
              </a:extLst>
            </p:cNvPr>
            <p:cNvSpPr/>
            <p:nvPr/>
          </p:nvSpPr>
          <p:spPr>
            <a:xfrm>
              <a:off x="5423565" y="4206906"/>
              <a:ext cx="74009" cy="34099"/>
            </a:xfrm>
            <a:custGeom>
              <a:avLst/>
              <a:gdLst>
                <a:gd name="connsiteX0" fmla="*/ 74009 w 74009"/>
                <a:gd name="connsiteY0" fmla="*/ 0 h 34099"/>
                <a:gd name="connsiteX1" fmla="*/ 74009 w 74009"/>
                <a:gd name="connsiteY1" fmla="*/ 9525 h 34099"/>
                <a:gd name="connsiteX2" fmla="*/ 20574 w 74009"/>
                <a:gd name="connsiteY2" fmla="*/ 9525 h 34099"/>
                <a:gd name="connsiteX3" fmla="*/ 10287 w 74009"/>
                <a:gd name="connsiteY3" fmla="*/ 34100 h 34099"/>
                <a:gd name="connsiteX4" fmla="*/ 0 w 74009"/>
                <a:gd name="connsiteY4" fmla="*/ 34100 h 34099"/>
                <a:gd name="connsiteX5" fmla="*/ 14288 w 74009"/>
                <a:gd name="connsiteY5" fmla="*/ 0 h 3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009" h="34099">
                  <a:moveTo>
                    <a:pt x="74009" y="0"/>
                  </a:moveTo>
                  <a:lnTo>
                    <a:pt x="74009" y="9525"/>
                  </a:lnTo>
                  <a:lnTo>
                    <a:pt x="20574" y="9525"/>
                  </a:lnTo>
                  <a:lnTo>
                    <a:pt x="10287" y="34100"/>
                  </a:lnTo>
                  <a:lnTo>
                    <a:pt x="0" y="34100"/>
                  </a:lnTo>
                  <a:lnTo>
                    <a:pt x="14288" y="0"/>
                  </a:lnTo>
                  <a:close/>
                </a:path>
              </a:pathLst>
            </a:custGeom>
            <a:solidFill>
              <a:srgbClr val="01010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grpSp>
        <p:nvGrpSpPr>
          <p:cNvPr id="220" name="Graphic 5">
            <a:extLst>
              <a:ext uri="{FF2B5EF4-FFF2-40B4-BE49-F238E27FC236}">
                <a16:creationId xmlns:a16="http://schemas.microsoft.com/office/drawing/2014/main" id="{38112D9E-78F0-40B7-8943-11AC1E32C0DE}"/>
              </a:ext>
            </a:extLst>
          </p:cNvPr>
          <p:cNvGrpSpPr/>
          <p:nvPr/>
        </p:nvGrpSpPr>
        <p:grpSpPr>
          <a:xfrm>
            <a:off x="4719337" y="1332649"/>
            <a:ext cx="1301025" cy="456968"/>
            <a:chOff x="5213634" y="2008632"/>
            <a:chExt cx="682180" cy="264032"/>
          </a:xfrm>
          <a:solidFill>
            <a:srgbClr val="010101"/>
          </a:solidFill>
        </p:grpSpPr>
        <p:grpSp>
          <p:nvGrpSpPr>
            <p:cNvPr id="221" name="Graphic 5">
              <a:extLst>
                <a:ext uri="{FF2B5EF4-FFF2-40B4-BE49-F238E27FC236}">
                  <a16:creationId xmlns:a16="http://schemas.microsoft.com/office/drawing/2014/main" id="{38112D9E-78F0-40B7-8943-11AC1E32C0DE}"/>
                </a:ext>
              </a:extLst>
            </p:cNvPr>
            <p:cNvGrpSpPr/>
            <p:nvPr/>
          </p:nvGrpSpPr>
          <p:grpSpPr>
            <a:xfrm>
              <a:off x="5349080" y="2008632"/>
              <a:ext cx="280796" cy="253079"/>
              <a:chOff x="5349080" y="2008632"/>
              <a:chExt cx="280796" cy="253079"/>
            </a:xfrm>
            <a:solidFill>
              <a:srgbClr val="010101"/>
            </a:solidFill>
          </p:grpSpPr>
          <p:sp>
            <p:nvSpPr>
              <p:cNvPr id="222" name="Freeform: Shape 221">
                <a:extLst>
                  <a:ext uri="{FF2B5EF4-FFF2-40B4-BE49-F238E27FC236}">
                    <a16:creationId xmlns:a16="http://schemas.microsoft.com/office/drawing/2014/main" id="{41832168-050F-4904-BCD6-8D72DB4ED767}"/>
                  </a:ext>
                </a:extLst>
              </p:cNvPr>
              <p:cNvSpPr/>
              <p:nvPr/>
            </p:nvSpPr>
            <p:spPr>
              <a:xfrm>
                <a:off x="5433068" y="2205894"/>
                <a:ext cx="112550" cy="55816"/>
              </a:xfrm>
              <a:custGeom>
                <a:avLst/>
                <a:gdLst>
                  <a:gd name="connsiteX0" fmla="*/ 101940 w 112550"/>
                  <a:gd name="connsiteY0" fmla="*/ 55817 h 55816"/>
                  <a:gd name="connsiteX1" fmla="*/ 10691 w 112550"/>
                  <a:gd name="connsiteY1" fmla="*/ 55817 h 55816"/>
                  <a:gd name="connsiteX2" fmla="*/ 499 w 112550"/>
                  <a:gd name="connsiteY2" fmla="*/ 48292 h 55816"/>
                  <a:gd name="connsiteX3" fmla="*/ 4690 w 112550"/>
                  <a:gd name="connsiteY3" fmla="*/ 36195 h 55816"/>
                  <a:gd name="connsiteX4" fmla="*/ 24788 w 112550"/>
                  <a:gd name="connsiteY4" fmla="*/ 26765 h 55816"/>
                  <a:gd name="connsiteX5" fmla="*/ 29264 w 112550"/>
                  <a:gd name="connsiteY5" fmla="*/ 0 h 55816"/>
                  <a:gd name="connsiteX6" fmla="*/ 38694 w 112550"/>
                  <a:gd name="connsiteY6" fmla="*/ 1524 h 55816"/>
                  <a:gd name="connsiteX7" fmla="*/ 33360 w 112550"/>
                  <a:gd name="connsiteY7" fmla="*/ 33623 h 55816"/>
                  <a:gd name="connsiteX8" fmla="*/ 30788 w 112550"/>
                  <a:gd name="connsiteY8" fmla="*/ 34576 h 55816"/>
                  <a:gd name="connsiteX9" fmla="*/ 10119 w 112550"/>
                  <a:gd name="connsiteY9" fmla="*/ 44005 h 55816"/>
                  <a:gd name="connsiteX10" fmla="*/ 9643 w 112550"/>
                  <a:gd name="connsiteY10" fmla="*/ 45434 h 55816"/>
                  <a:gd name="connsiteX11" fmla="*/ 10691 w 112550"/>
                  <a:gd name="connsiteY11" fmla="*/ 46292 h 55816"/>
                  <a:gd name="connsiteX12" fmla="*/ 101940 w 112550"/>
                  <a:gd name="connsiteY12" fmla="*/ 46292 h 55816"/>
                  <a:gd name="connsiteX13" fmla="*/ 102988 w 112550"/>
                  <a:gd name="connsiteY13" fmla="*/ 45434 h 55816"/>
                  <a:gd name="connsiteX14" fmla="*/ 102607 w 112550"/>
                  <a:gd name="connsiteY14" fmla="*/ 44101 h 55816"/>
                  <a:gd name="connsiteX15" fmla="*/ 81938 w 112550"/>
                  <a:gd name="connsiteY15" fmla="*/ 34671 h 55816"/>
                  <a:gd name="connsiteX16" fmla="*/ 79271 w 112550"/>
                  <a:gd name="connsiteY16" fmla="*/ 33623 h 55816"/>
                  <a:gd name="connsiteX17" fmla="*/ 75365 w 112550"/>
                  <a:gd name="connsiteY17" fmla="*/ 1333 h 55816"/>
                  <a:gd name="connsiteX18" fmla="*/ 84795 w 112550"/>
                  <a:gd name="connsiteY18" fmla="*/ 191 h 55816"/>
                  <a:gd name="connsiteX19" fmla="*/ 88034 w 112550"/>
                  <a:gd name="connsiteY19" fmla="*/ 26860 h 55816"/>
                  <a:gd name="connsiteX20" fmla="*/ 108036 w 112550"/>
                  <a:gd name="connsiteY20" fmla="*/ 36385 h 55816"/>
                  <a:gd name="connsiteX21" fmla="*/ 112037 w 112550"/>
                  <a:gd name="connsiteY21" fmla="*/ 48387 h 55816"/>
                  <a:gd name="connsiteX22" fmla="*/ 101940 w 112550"/>
                  <a:gd name="connsiteY22" fmla="*/ 55817 h 558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12550" h="55816">
                    <a:moveTo>
                      <a:pt x="101940" y="55817"/>
                    </a:moveTo>
                    <a:lnTo>
                      <a:pt x="10691" y="55817"/>
                    </a:lnTo>
                    <a:cubicBezTo>
                      <a:pt x="6023" y="55817"/>
                      <a:pt x="1928" y="52769"/>
                      <a:pt x="499" y="48292"/>
                    </a:cubicBezTo>
                    <a:cubicBezTo>
                      <a:pt x="-930" y="43720"/>
                      <a:pt x="785" y="38862"/>
                      <a:pt x="4690" y="36195"/>
                    </a:cubicBezTo>
                    <a:cubicBezTo>
                      <a:pt x="9071" y="33242"/>
                      <a:pt x="18311" y="29337"/>
                      <a:pt x="24788" y="26765"/>
                    </a:cubicBezTo>
                    <a:lnTo>
                      <a:pt x="29264" y="0"/>
                    </a:lnTo>
                    <a:lnTo>
                      <a:pt x="38694" y="1524"/>
                    </a:lnTo>
                    <a:lnTo>
                      <a:pt x="33360" y="33623"/>
                    </a:lnTo>
                    <a:lnTo>
                      <a:pt x="30788" y="34576"/>
                    </a:lnTo>
                    <a:cubicBezTo>
                      <a:pt x="23073" y="37528"/>
                      <a:pt x="13643" y="41624"/>
                      <a:pt x="10119" y="44005"/>
                    </a:cubicBezTo>
                    <a:cubicBezTo>
                      <a:pt x="9643" y="44291"/>
                      <a:pt x="9452" y="44863"/>
                      <a:pt x="9643" y="45434"/>
                    </a:cubicBezTo>
                    <a:cubicBezTo>
                      <a:pt x="9833" y="45910"/>
                      <a:pt x="10214" y="46292"/>
                      <a:pt x="10691" y="46292"/>
                    </a:cubicBezTo>
                    <a:lnTo>
                      <a:pt x="101940" y="46292"/>
                    </a:lnTo>
                    <a:cubicBezTo>
                      <a:pt x="102416" y="46292"/>
                      <a:pt x="102797" y="46006"/>
                      <a:pt x="102988" y="45434"/>
                    </a:cubicBezTo>
                    <a:cubicBezTo>
                      <a:pt x="103178" y="44958"/>
                      <a:pt x="102988" y="44387"/>
                      <a:pt x="102607" y="44101"/>
                    </a:cubicBezTo>
                    <a:cubicBezTo>
                      <a:pt x="99749" y="42100"/>
                      <a:pt x="92034" y="38576"/>
                      <a:pt x="81938" y="34671"/>
                    </a:cubicBezTo>
                    <a:lnTo>
                      <a:pt x="79271" y="33623"/>
                    </a:lnTo>
                    <a:lnTo>
                      <a:pt x="75365" y="1333"/>
                    </a:lnTo>
                    <a:lnTo>
                      <a:pt x="84795" y="191"/>
                    </a:lnTo>
                    <a:lnTo>
                      <a:pt x="88034" y="26860"/>
                    </a:lnTo>
                    <a:cubicBezTo>
                      <a:pt x="94606" y="29432"/>
                      <a:pt x="103845" y="33433"/>
                      <a:pt x="108036" y="36385"/>
                    </a:cubicBezTo>
                    <a:cubicBezTo>
                      <a:pt x="111846" y="39052"/>
                      <a:pt x="113465" y="43910"/>
                      <a:pt x="112037" y="48387"/>
                    </a:cubicBezTo>
                    <a:cubicBezTo>
                      <a:pt x="110703" y="52864"/>
                      <a:pt x="106607" y="55817"/>
                      <a:pt x="101940" y="55817"/>
                    </a:cubicBezTo>
                    <a:close/>
                  </a:path>
                </a:pathLst>
              </a:custGeom>
              <a:solidFill>
                <a:srgbClr val="01010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23" name="Freeform: Shape 222">
                <a:extLst>
                  <a:ext uri="{FF2B5EF4-FFF2-40B4-BE49-F238E27FC236}">
                    <a16:creationId xmlns:a16="http://schemas.microsoft.com/office/drawing/2014/main" id="{66D7478C-60AB-40F5-A504-445ED535CF8B}"/>
                  </a:ext>
                </a:extLst>
              </p:cNvPr>
              <p:cNvSpPr/>
              <p:nvPr/>
            </p:nvSpPr>
            <p:spPr>
              <a:xfrm>
                <a:off x="5349080" y="2008632"/>
                <a:ext cx="280796" cy="188404"/>
              </a:xfrm>
              <a:custGeom>
                <a:avLst/>
                <a:gdLst>
                  <a:gd name="connsiteX0" fmla="*/ 265557 w 280796"/>
                  <a:gd name="connsiteY0" fmla="*/ 9525 h 188404"/>
                  <a:gd name="connsiteX1" fmla="*/ 271272 w 280796"/>
                  <a:gd name="connsiteY1" fmla="*/ 15335 h 188404"/>
                  <a:gd name="connsiteX2" fmla="*/ 271272 w 280796"/>
                  <a:gd name="connsiteY2" fmla="*/ 173736 h 188404"/>
                  <a:gd name="connsiteX3" fmla="*/ 266224 w 280796"/>
                  <a:gd name="connsiteY3" fmla="*/ 178880 h 188404"/>
                  <a:gd name="connsiteX4" fmla="*/ 14097 w 280796"/>
                  <a:gd name="connsiteY4" fmla="*/ 178880 h 188404"/>
                  <a:gd name="connsiteX5" fmla="*/ 9525 w 280796"/>
                  <a:gd name="connsiteY5" fmla="*/ 174212 h 188404"/>
                  <a:gd name="connsiteX6" fmla="*/ 9525 w 280796"/>
                  <a:gd name="connsiteY6" fmla="*/ 14192 h 188404"/>
                  <a:gd name="connsiteX7" fmla="*/ 14002 w 280796"/>
                  <a:gd name="connsiteY7" fmla="*/ 9620 h 188404"/>
                  <a:gd name="connsiteX8" fmla="*/ 265557 w 280796"/>
                  <a:gd name="connsiteY8" fmla="*/ 9620 h 188404"/>
                  <a:gd name="connsiteX9" fmla="*/ 265557 w 280796"/>
                  <a:gd name="connsiteY9" fmla="*/ 0 h 188404"/>
                  <a:gd name="connsiteX10" fmla="*/ 14002 w 280796"/>
                  <a:gd name="connsiteY10" fmla="*/ 0 h 188404"/>
                  <a:gd name="connsiteX11" fmla="*/ 0 w 280796"/>
                  <a:gd name="connsiteY11" fmla="*/ 14097 h 188404"/>
                  <a:gd name="connsiteX12" fmla="*/ 0 w 280796"/>
                  <a:gd name="connsiteY12" fmla="*/ 174212 h 188404"/>
                  <a:gd name="connsiteX13" fmla="*/ 14097 w 280796"/>
                  <a:gd name="connsiteY13" fmla="*/ 188405 h 188404"/>
                  <a:gd name="connsiteX14" fmla="*/ 266224 w 280796"/>
                  <a:gd name="connsiteY14" fmla="*/ 188405 h 188404"/>
                  <a:gd name="connsiteX15" fmla="*/ 280797 w 280796"/>
                  <a:gd name="connsiteY15" fmla="*/ 173736 h 188404"/>
                  <a:gd name="connsiteX16" fmla="*/ 280797 w 280796"/>
                  <a:gd name="connsiteY16" fmla="*/ 15335 h 188404"/>
                  <a:gd name="connsiteX17" fmla="*/ 265557 w 280796"/>
                  <a:gd name="connsiteY17" fmla="*/ 0 h 188404"/>
                  <a:gd name="connsiteX18" fmla="*/ 265557 w 280796"/>
                  <a:gd name="connsiteY18" fmla="*/ 0 h 1884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280796" h="188404">
                    <a:moveTo>
                      <a:pt x="265557" y="9525"/>
                    </a:moveTo>
                    <a:cubicBezTo>
                      <a:pt x="268700" y="9525"/>
                      <a:pt x="271272" y="12097"/>
                      <a:pt x="271272" y="15335"/>
                    </a:cubicBezTo>
                    <a:lnTo>
                      <a:pt x="271272" y="173736"/>
                    </a:lnTo>
                    <a:cubicBezTo>
                      <a:pt x="271272" y="176593"/>
                      <a:pt x="268986" y="178880"/>
                      <a:pt x="266224" y="178880"/>
                    </a:cubicBezTo>
                    <a:lnTo>
                      <a:pt x="14097" y="178880"/>
                    </a:lnTo>
                    <a:cubicBezTo>
                      <a:pt x="11621" y="178880"/>
                      <a:pt x="9525" y="176784"/>
                      <a:pt x="9525" y="174212"/>
                    </a:cubicBezTo>
                    <a:lnTo>
                      <a:pt x="9525" y="14192"/>
                    </a:lnTo>
                    <a:cubicBezTo>
                      <a:pt x="9525" y="11621"/>
                      <a:pt x="11525" y="9620"/>
                      <a:pt x="14002" y="9620"/>
                    </a:cubicBezTo>
                    <a:lnTo>
                      <a:pt x="265557" y="9620"/>
                    </a:lnTo>
                    <a:moveTo>
                      <a:pt x="265557" y="0"/>
                    </a:moveTo>
                    <a:lnTo>
                      <a:pt x="14002" y="0"/>
                    </a:lnTo>
                    <a:cubicBezTo>
                      <a:pt x="6287" y="0"/>
                      <a:pt x="0" y="6286"/>
                      <a:pt x="0" y="14097"/>
                    </a:cubicBezTo>
                    <a:lnTo>
                      <a:pt x="0" y="174212"/>
                    </a:lnTo>
                    <a:cubicBezTo>
                      <a:pt x="0" y="182023"/>
                      <a:pt x="6287" y="188405"/>
                      <a:pt x="14097" y="188405"/>
                    </a:cubicBezTo>
                    <a:lnTo>
                      <a:pt x="266224" y="188405"/>
                    </a:lnTo>
                    <a:cubicBezTo>
                      <a:pt x="274320" y="188405"/>
                      <a:pt x="280797" y="181832"/>
                      <a:pt x="280797" y="173736"/>
                    </a:cubicBezTo>
                    <a:lnTo>
                      <a:pt x="280797" y="15335"/>
                    </a:lnTo>
                    <a:cubicBezTo>
                      <a:pt x="280797" y="6858"/>
                      <a:pt x="273939" y="0"/>
                      <a:pt x="265557" y="0"/>
                    </a:cubicBezTo>
                    <a:lnTo>
                      <a:pt x="265557" y="0"/>
                    </a:lnTo>
                    <a:close/>
                  </a:path>
                </a:pathLst>
              </a:custGeom>
              <a:solidFill>
                <a:srgbClr val="01010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24" name="Freeform: Shape 223">
                <a:extLst>
                  <a:ext uri="{FF2B5EF4-FFF2-40B4-BE49-F238E27FC236}">
                    <a16:creationId xmlns:a16="http://schemas.microsoft.com/office/drawing/2014/main" id="{74B3EE2D-250D-4C15-A5B7-78A0BB403129}"/>
                  </a:ext>
                </a:extLst>
              </p:cNvPr>
              <p:cNvSpPr/>
              <p:nvPr/>
            </p:nvSpPr>
            <p:spPr>
              <a:xfrm>
                <a:off x="5379084" y="2161127"/>
                <a:ext cx="220694" cy="9525"/>
              </a:xfrm>
              <a:custGeom>
                <a:avLst/>
                <a:gdLst>
                  <a:gd name="connsiteX0" fmla="*/ 0 w 220694"/>
                  <a:gd name="connsiteY0" fmla="*/ 0 h 9525"/>
                  <a:gd name="connsiteX1" fmla="*/ 220694 w 220694"/>
                  <a:gd name="connsiteY1" fmla="*/ 0 h 9525"/>
                  <a:gd name="connsiteX2" fmla="*/ 220694 w 220694"/>
                  <a:gd name="connsiteY2" fmla="*/ 9525 h 9525"/>
                  <a:gd name="connsiteX3" fmla="*/ 0 w 220694"/>
                  <a:gd name="connsiteY3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20694" h="9525">
                    <a:moveTo>
                      <a:pt x="0" y="0"/>
                    </a:moveTo>
                    <a:lnTo>
                      <a:pt x="220694" y="0"/>
                    </a:lnTo>
                    <a:lnTo>
                      <a:pt x="220694" y="9525"/>
                    </a:lnTo>
                    <a:lnTo>
                      <a:pt x="0" y="9525"/>
                    </a:lnTo>
                    <a:close/>
                  </a:path>
                </a:pathLst>
              </a:custGeom>
              <a:solidFill>
                <a:srgbClr val="01010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grpSp>
          <p:nvGrpSpPr>
            <p:cNvPr id="225" name="Graphic 5">
              <a:extLst>
                <a:ext uri="{FF2B5EF4-FFF2-40B4-BE49-F238E27FC236}">
                  <a16:creationId xmlns:a16="http://schemas.microsoft.com/office/drawing/2014/main" id="{38112D9E-78F0-40B7-8943-11AC1E32C0DE}"/>
                </a:ext>
              </a:extLst>
            </p:cNvPr>
            <p:cNvGrpSpPr/>
            <p:nvPr/>
          </p:nvGrpSpPr>
          <p:grpSpPr>
            <a:xfrm>
              <a:off x="5614065" y="2102834"/>
              <a:ext cx="281749" cy="169544"/>
              <a:chOff x="5614065" y="2102834"/>
              <a:chExt cx="281749" cy="169544"/>
            </a:xfrm>
            <a:solidFill>
              <a:srgbClr val="010101"/>
            </a:solidFill>
          </p:grpSpPr>
          <p:sp>
            <p:nvSpPr>
              <p:cNvPr id="226" name="Freeform: Shape 225">
                <a:extLst>
                  <a:ext uri="{FF2B5EF4-FFF2-40B4-BE49-F238E27FC236}">
                    <a16:creationId xmlns:a16="http://schemas.microsoft.com/office/drawing/2014/main" id="{2FFE662D-E532-4E20-9D91-0FC973977CEC}"/>
                  </a:ext>
                </a:extLst>
              </p:cNvPr>
              <p:cNvSpPr/>
              <p:nvPr/>
            </p:nvSpPr>
            <p:spPr>
              <a:xfrm>
                <a:off x="5643402" y="2102834"/>
                <a:ext cx="223647" cy="126110"/>
              </a:xfrm>
              <a:custGeom>
                <a:avLst/>
                <a:gdLst>
                  <a:gd name="connsiteX0" fmla="*/ 223647 w 223647"/>
                  <a:gd name="connsiteY0" fmla="*/ 126111 h 126110"/>
                  <a:gd name="connsiteX1" fmla="*/ 214122 w 223647"/>
                  <a:gd name="connsiteY1" fmla="*/ 126111 h 126110"/>
                  <a:gd name="connsiteX2" fmla="*/ 214122 w 223647"/>
                  <a:gd name="connsiteY2" fmla="*/ 16002 h 126110"/>
                  <a:gd name="connsiteX3" fmla="*/ 207645 w 223647"/>
                  <a:gd name="connsiteY3" fmla="*/ 9525 h 126110"/>
                  <a:gd name="connsiteX4" fmla="*/ 16002 w 223647"/>
                  <a:gd name="connsiteY4" fmla="*/ 9525 h 126110"/>
                  <a:gd name="connsiteX5" fmla="*/ 9525 w 223647"/>
                  <a:gd name="connsiteY5" fmla="*/ 16002 h 126110"/>
                  <a:gd name="connsiteX6" fmla="*/ 9525 w 223647"/>
                  <a:gd name="connsiteY6" fmla="*/ 126111 h 126110"/>
                  <a:gd name="connsiteX7" fmla="*/ 0 w 223647"/>
                  <a:gd name="connsiteY7" fmla="*/ 126111 h 126110"/>
                  <a:gd name="connsiteX8" fmla="*/ 0 w 223647"/>
                  <a:gd name="connsiteY8" fmla="*/ 16002 h 126110"/>
                  <a:gd name="connsiteX9" fmla="*/ 16002 w 223647"/>
                  <a:gd name="connsiteY9" fmla="*/ 0 h 126110"/>
                  <a:gd name="connsiteX10" fmla="*/ 207645 w 223647"/>
                  <a:gd name="connsiteY10" fmla="*/ 0 h 126110"/>
                  <a:gd name="connsiteX11" fmla="*/ 223647 w 223647"/>
                  <a:gd name="connsiteY11" fmla="*/ 16002 h 126110"/>
                  <a:gd name="connsiteX12" fmla="*/ 223647 w 223647"/>
                  <a:gd name="connsiteY12" fmla="*/ 126111 h 1261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23647" h="126110">
                    <a:moveTo>
                      <a:pt x="223647" y="126111"/>
                    </a:moveTo>
                    <a:lnTo>
                      <a:pt x="214122" y="126111"/>
                    </a:lnTo>
                    <a:lnTo>
                      <a:pt x="214122" y="16002"/>
                    </a:lnTo>
                    <a:cubicBezTo>
                      <a:pt x="214122" y="12478"/>
                      <a:pt x="211265" y="9525"/>
                      <a:pt x="207645" y="9525"/>
                    </a:cubicBezTo>
                    <a:lnTo>
                      <a:pt x="16002" y="9525"/>
                    </a:lnTo>
                    <a:cubicBezTo>
                      <a:pt x="12478" y="9525"/>
                      <a:pt x="9525" y="12382"/>
                      <a:pt x="9525" y="16002"/>
                    </a:cubicBezTo>
                    <a:lnTo>
                      <a:pt x="9525" y="126111"/>
                    </a:lnTo>
                    <a:lnTo>
                      <a:pt x="0" y="126111"/>
                    </a:lnTo>
                    <a:lnTo>
                      <a:pt x="0" y="16002"/>
                    </a:lnTo>
                    <a:cubicBezTo>
                      <a:pt x="0" y="7239"/>
                      <a:pt x="7144" y="0"/>
                      <a:pt x="16002" y="0"/>
                    </a:cubicBezTo>
                    <a:lnTo>
                      <a:pt x="207645" y="0"/>
                    </a:lnTo>
                    <a:cubicBezTo>
                      <a:pt x="216408" y="0"/>
                      <a:pt x="223647" y="7144"/>
                      <a:pt x="223647" y="16002"/>
                    </a:cubicBezTo>
                    <a:lnTo>
                      <a:pt x="223647" y="126111"/>
                    </a:lnTo>
                    <a:close/>
                  </a:path>
                </a:pathLst>
              </a:custGeom>
              <a:solidFill>
                <a:srgbClr val="01010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27" name="Freeform: Shape 226">
                <a:extLst>
                  <a:ext uri="{FF2B5EF4-FFF2-40B4-BE49-F238E27FC236}">
                    <a16:creationId xmlns:a16="http://schemas.microsoft.com/office/drawing/2014/main" id="{4A908E28-3BA6-4680-8CD8-7CAC41BAF3C2}"/>
                  </a:ext>
                </a:extLst>
              </p:cNvPr>
              <p:cNvSpPr/>
              <p:nvPr/>
            </p:nvSpPr>
            <p:spPr>
              <a:xfrm>
                <a:off x="5614065" y="2235803"/>
                <a:ext cx="281749" cy="36576"/>
              </a:xfrm>
              <a:custGeom>
                <a:avLst/>
                <a:gdLst>
                  <a:gd name="connsiteX0" fmla="*/ 272224 w 281749"/>
                  <a:gd name="connsiteY0" fmla="*/ 9525 h 36576"/>
                  <a:gd name="connsiteX1" fmla="*/ 272224 w 281749"/>
                  <a:gd name="connsiteY1" fmla="*/ 26956 h 36576"/>
                  <a:gd name="connsiteX2" fmla="*/ 9620 w 281749"/>
                  <a:gd name="connsiteY2" fmla="*/ 26956 h 36576"/>
                  <a:gd name="connsiteX3" fmla="*/ 9620 w 281749"/>
                  <a:gd name="connsiteY3" fmla="*/ 9525 h 36576"/>
                  <a:gd name="connsiteX4" fmla="*/ 102203 w 281749"/>
                  <a:gd name="connsiteY4" fmla="*/ 9525 h 36576"/>
                  <a:gd name="connsiteX5" fmla="*/ 106204 w 281749"/>
                  <a:gd name="connsiteY5" fmla="*/ 12478 h 36576"/>
                  <a:gd name="connsiteX6" fmla="*/ 118586 w 281749"/>
                  <a:gd name="connsiteY6" fmla="*/ 16859 h 36576"/>
                  <a:gd name="connsiteX7" fmla="*/ 120586 w 281749"/>
                  <a:gd name="connsiteY7" fmla="*/ 16859 h 36576"/>
                  <a:gd name="connsiteX8" fmla="*/ 122110 w 281749"/>
                  <a:gd name="connsiteY8" fmla="*/ 16859 h 36576"/>
                  <a:gd name="connsiteX9" fmla="*/ 162020 w 281749"/>
                  <a:gd name="connsiteY9" fmla="*/ 16859 h 36576"/>
                  <a:gd name="connsiteX10" fmla="*/ 163259 w 281749"/>
                  <a:gd name="connsiteY10" fmla="*/ 16859 h 36576"/>
                  <a:gd name="connsiteX11" fmla="*/ 164782 w 281749"/>
                  <a:gd name="connsiteY11" fmla="*/ 16859 h 36576"/>
                  <a:gd name="connsiteX12" fmla="*/ 178308 w 281749"/>
                  <a:gd name="connsiteY12" fmla="*/ 11906 h 36576"/>
                  <a:gd name="connsiteX13" fmla="*/ 181261 w 281749"/>
                  <a:gd name="connsiteY13" fmla="*/ 9525 h 36576"/>
                  <a:gd name="connsiteX14" fmla="*/ 272224 w 281749"/>
                  <a:gd name="connsiteY14" fmla="*/ 9525 h 36576"/>
                  <a:gd name="connsiteX15" fmla="*/ 275463 w 281749"/>
                  <a:gd name="connsiteY15" fmla="*/ 0 h 36576"/>
                  <a:gd name="connsiteX16" fmla="*/ 177832 w 281749"/>
                  <a:gd name="connsiteY16" fmla="*/ 0 h 36576"/>
                  <a:gd name="connsiteX17" fmla="*/ 171736 w 281749"/>
                  <a:gd name="connsiteY17" fmla="*/ 4858 h 36576"/>
                  <a:gd name="connsiteX18" fmla="*/ 164687 w 281749"/>
                  <a:gd name="connsiteY18" fmla="*/ 7239 h 36576"/>
                  <a:gd name="connsiteX19" fmla="*/ 161925 w 281749"/>
                  <a:gd name="connsiteY19" fmla="*/ 7239 h 36576"/>
                  <a:gd name="connsiteX20" fmla="*/ 122015 w 281749"/>
                  <a:gd name="connsiteY20" fmla="*/ 7239 h 36576"/>
                  <a:gd name="connsiteX21" fmla="*/ 118491 w 281749"/>
                  <a:gd name="connsiteY21" fmla="*/ 7334 h 36576"/>
                  <a:gd name="connsiteX22" fmla="*/ 112395 w 281749"/>
                  <a:gd name="connsiteY22" fmla="*/ 5334 h 36576"/>
                  <a:gd name="connsiteX23" fmla="*/ 105346 w 281749"/>
                  <a:gd name="connsiteY23" fmla="*/ 95 h 36576"/>
                  <a:gd name="connsiteX24" fmla="*/ 6286 w 281749"/>
                  <a:gd name="connsiteY24" fmla="*/ 95 h 36576"/>
                  <a:gd name="connsiteX25" fmla="*/ 0 w 281749"/>
                  <a:gd name="connsiteY25" fmla="*/ 6763 h 36576"/>
                  <a:gd name="connsiteX26" fmla="*/ 0 w 281749"/>
                  <a:gd name="connsiteY26" fmla="*/ 29908 h 36576"/>
                  <a:gd name="connsiteX27" fmla="*/ 6286 w 281749"/>
                  <a:gd name="connsiteY27" fmla="*/ 36576 h 36576"/>
                  <a:gd name="connsiteX28" fmla="*/ 275463 w 281749"/>
                  <a:gd name="connsiteY28" fmla="*/ 36576 h 36576"/>
                  <a:gd name="connsiteX29" fmla="*/ 281749 w 281749"/>
                  <a:gd name="connsiteY29" fmla="*/ 29908 h 36576"/>
                  <a:gd name="connsiteX30" fmla="*/ 281749 w 281749"/>
                  <a:gd name="connsiteY30" fmla="*/ 6763 h 36576"/>
                  <a:gd name="connsiteX31" fmla="*/ 275463 w 281749"/>
                  <a:gd name="connsiteY31" fmla="*/ 0 h 36576"/>
                  <a:gd name="connsiteX32" fmla="*/ 275463 w 281749"/>
                  <a:gd name="connsiteY32" fmla="*/ 0 h 365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281749" h="36576">
                    <a:moveTo>
                      <a:pt x="272224" y="9525"/>
                    </a:moveTo>
                    <a:lnTo>
                      <a:pt x="272224" y="26956"/>
                    </a:lnTo>
                    <a:lnTo>
                      <a:pt x="9620" y="26956"/>
                    </a:lnTo>
                    <a:lnTo>
                      <a:pt x="9620" y="9525"/>
                    </a:lnTo>
                    <a:lnTo>
                      <a:pt x="102203" y="9525"/>
                    </a:lnTo>
                    <a:lnTo>
                      <a:pt x="106204" y="12478"/>
                    </a:lnTo>
                    <a:cubicBezTo>
                      <a:pt x="110871" y="16859"/>
                      <a:pt x="116395" y="16859"/>
                      <a:pt x="118586" y="16859"/>
                    </a:cubicBezTo>
                    <a:cubicBezTo>
                      <a:pt x="119253" y="16859"/>
                      <a:pt x="119920" y="16859"/>
                      <a:pt x="120586" y="16859"/>
                    </a:cubicBezTo>
                    <a:lnTo>
                      <a:pt x="122110" y="16859"/>
                    </a:lnTo>
                    <a:lnTo>
                      <a:pt x="162020" y="16859"/>
                    </a:lnTo>
                    <a:lnTo>
                      <a:pt x="163259" y="16859"/>
                    </a:lnTo>
                    <a:lnTo>
                      <a:pt x="164782" y="16859"/>
                    </a:lnTo>
                    <a:cubicBezTo>
                      <a:pt x="167259" y="16859"/>
                      <a:pt x="173450" y="16859"/>
                      <a:pt x="178308" y="11906"/>
                    </a:cubicBezTo>
                    <a:lnTo>
                      <a:pt x="181261" y="9525"/>
                    </a:lnTo>
                    <a:lnTo>
                      <a:pt x="272224" y="9525"/>
                    </a:lnTo>
                    <a:moveTo>
                      <a:pt x="275463" y="0"/>
                    </a:moveTo>
                    <a:lnTo>
                      <a:pt x="177832" y="0"/>
                    </a:lnTo>
                    <a:lnTo>
                      <a:pt x="171736" y="4858"/>
                    </a:lnTo>
                    <a:cubicBezTo>
                      <a:pt x="169831" y="7049"/>
                      <a:pt x="167354" y="7239"/>
                      <a:pt x="164687" y="7239"/>
                    </a:cubicBezTo>
                    <a:cubicBezTo>
                      <a:pt x="163735" y="7239"/>
                      <a:pt x="162877" y="7239"/>
                      <a:pt x="161925" y="7239"/>
                    </a:cubicBezTo>
                    <a:lnTo>
                      <a:pt x="122015" y="7239"/>
                    </a:lnTo>
                    <a:cubicBezTo>
                      <a:pt x="120872" y="7239"/>
                      <a:pt x="119634" y="7334"/>
                      <a:pt x="118491" y="7334"/>
                    </a:cubicBezTo>
                    <a:cubicBezTo>
                      <a:pt x="116205" y="7334"/>
                      <a:pt x="114014" y="7049"/>
                      <a:pt x="112395" y="5334"/>
                    </a:cubicBezTo>
                    <a:lnTo>
                      <a:pt x="105346" y="95"/>
                    </a:lnTo>
                    <a:lnTo>
                      <a:pt x="6286" y="95"/>
                    </a:lnTo>
                    <a:cubicBezTo>
                      <a:pt x="2857" y="95"/>
                      <a:pt x="0" y="3048"/>
                      <a:pt x="0" y="6763"/>
                    </a:cubicBezTo>
                    <a:lnTo>
                      <a:pt x="0" y="29908"/>
                    </a:lnTo>
                    <a:cubicBezTo>
                      <a:pt x="0" y="33623"/>
                      <a:pt x="2762" y="36576"/>
                      <a:pt x="6286" y="36576"/>
                    </a:cubicBezTo>
                    <a:lnTo>
                      <a:pt x="275463" y="36576"/>
                    </a:lnTo>
                    <a:cubicBezTo>
                      <a:pt x="278892" y="36576"/>
                      <a:pt x="281749" y="33623"/>
                      <a:pt x="281749" y="29908"/>
                    </a:cubicBezTo>
                    <a:lnTo>
                      <a:pt x="281749" y="6763"/>
                    </a:lnTo>
                    <a:cubicBezTo>
                      <a:pt x="281749" y="2953"/>
                      <a:pt x="278892" y="0"/>
                      <a:pt x="275463" y="0"/>
                    </a:cubicBezTo>
                    <a:lnTo>
                      <a:pt x="275463" y="0"/>
                    </a:lnTo>
                    <a:close/>
                  </a:path>
                </a:pathLst>
              </a:custGeom>
              <a:solidFill>
                <a:srgbClr val="01010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grpSp>
          <p:nvGrpSpPr>
            <p:cNvPr id="228" name="Graphic 5">
              <a:extLst>
                <a:ext uri="{FF2B5EF4-FFF2-40B4-BE49-F238E27FC236}">
                  <a16:creationId xmlns:a16="http://schemas.microsoft.com/office/drawing/2014/main" id="{38112D9E-78F0-40B7-8943-11AC1E32C0DE}"/>
                </a:ext>
              </a:extLst>
            </p:cNvPr>
            <p:cNvGrpSpPr/>
            <p:nvPr/>
          </p:nvGrpSpPr>
          <p:grpSpPr>
            <a:xfrm>
              <a:off x="5213634" y="2049780"/>
              <a:ext cx="116109" cy="222884"/>
              <a:chOff x="5213634" y="2049780"/>
              <a:chExt cx="116109" cy="222884"/>
            </a:xfrm>
            <a:solidFill>
              <a:srgbClr val="010101"/>
            </a:solidFill>
          </p:grpSpPr>
          <p:sp>
            <p:nvSpPr>
              <p:cNvPr id="229" name="Freeform: Shape 228">
                <a:extLst>
                  <a:ext uri="{FF2B5EF4-FFF2-40B4-BE49-F238E27FC236}">
                    <a16:creationId xmlns:a16="http://schemas.microsoft.com/office/drawing/2014/main" id="{947DBB9A-B79F-48C7-BBEA-090B2B1FCD6A}"/>
                  </a:ext>
                </a:extLst>
              </p:cNvPr>
              <p:cNvSpPr/>
              <p:nvPr/>
            </p:nvSpPr>
            <p:spPr>
              <a:xfrm>
                <a:off x="5259926" y="2063495"/>
                <a:ext cx="23526" cy="6191"/>
              </a:xfrm>
              <a:custGeom>
                <a:avLst/>
                <a:gdLst>
                  <a:gd name="connsiteX0" fmla="*/ 1905 w 23526"/>
                  <a:gd name="connsiteY0" fmla="*/ 6191 h 6191"/>
                  <a:gd name="connsiteX1" fmla="*/ 21622 w 23526"/>
                  <a:gd name="connsiteY1" fmla="*/ 6191 h 6191"/>
                  <a:gd name="connsiteX2" fmla="*/ 23527 w 23526"/>
                  <a:gd name="connsiteY2" fmla="*/ 4286 h 6191"/>
                  <a:gd name="connsiteX3" fmla="*/ 23527 w 23526"/>
                  <a:gd name="connsiteY3" fmla="*/ 1905 h 6191"/>
                  <a:gd name="connsiteX4" fmla="*/ 21622 w 23526"/>
                  <a:gd name="connsiteY4" fmla="*/ 0 h 6191"/>
                  <a:gd name="connsiteX5" fmla="*/ 1905 w 23526"/>
                  <a:gd name="connsiteY5" fmla="*/ 0 h 6191"/>
                  <a:gd name="connsiteX6" fmla="*/ 0 w 23526"/>
                  <a:gd name="connsiteY6" fmla="*/ 1905 h 6191"/>
                  <a:gd name="connsiteX7" fmla="*/ 0 w 23526"/>
                  <a:gd name="connsiteY7" fmla="*/ 4286 h 6191"/>
                  <a:gd name="connsiteX8" fmla="*/ 1905 w 23526"/>
                  <a:gd name="connsiteY8" fmla="*/ 6191 h 61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3526" h="6191">
                    <a:moveTo>
                      <a:pt x="1905" y="6191"/>
                    </a:moveTo>
                    <a:lnTo>
                      <a:pt x="21622" y="6191"/>
                    </a:lnTo>
                    <a:cubicBezTo>
                      <a:pt x="22669" y="6191"/>
                      <a:pt x="23527" y="5334"/>
                      <a:pt x="23527" y="4286"/>
                    </a:cubicBezTo>
                    <a:lnTo>
                      <a:pt x="23527" y="1905"/>
                    </a:lnTo>
                    <a:cubicBezTo>
                      <a:pt x="23527" y="857"/>
                      <a:pt x="22669" y="0"/>
                      <a:pt x="21622" y="0"/>
                    </a:cubicBezTo>
                    <a:lnTo>
                      <a:pt x="1905" y="0"/>
                    </a:lnTo>
                    <a:cubicBezTo>
                      <a:pt x="857" y="0"/>
                      <a:pt x="0" y="857"/>
                      <a:pt x="0" y="1905"/>
                    </a:cubicBezTo>
                    <a:lnTo>
                      <a:pt x="0" y="4286"/>
                    </a:lnTo>
                    <a:cubicBezTo>
                      <a:pt x="0" y="5334"/>
                      <a:pt x="857" y="6191"/>
                      <a:pt x="1905" y="6191"/>
                    </a:cubicBezTo>
                    <a:close/>
                  </a:path>
                </a:pathLst>
              </a:custGeom>
              <a:solidFill>
                <a:srgbClr val="01010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30" name="Freeform: Shape 229">
                <a:extLst>
                  <a:ext uri="{FF2B5EF4-FFF2-40B4-BE49-F238E27FC236}">
                    <a16:creationId xmlns:a16="http://schemas.microsoft.com/office/drawing/2014/main" id="{D0BB1FE0-C009-417B-BFF7-D9F093177388}"/>
                  </a:ext>
                </a:extLst>
              </p:cNvPr>
              <p:cNvSpPr/>
              <p:nvPr/>
            </p:nvSpPr>
            <p:spPr>
              <a:xfrm>
                <a:off x="5213634" y="2049780"/>
                <a:ext cx="116109" cy="222884"/>
              </a:xfrm>
              <a:custGeom>
                <a:avLst/>
                <a:gdLst>
                  <a:gd name="connsiteX0" fmla="*/ 107442 w 116109"/>
                  <a:gd name="connsiteY0" fmla="*/ 0 h 222884"/>
                  <a:gd name="connsiteX1" fmla="*/ 8192 w 116109"/>
                  <a:gd name="connsiteY1" fmla="*/ 0 h 222884"/>
                  <a:gd name="connsiteX2" fmla="*/ 0 w 116109"/>
                  <a:gd name="connsiteY2" fmla="*/ 8191 h 222884"/>
                  <a:gd name="connsiteX3" fmla="*/ 0 w 116109"/>
                  <a:gd name="connsiteY3" fmla="*/ 214694 h 222884"/>
                  <a:gd name="connsiteX4" fmla="*/ 8192 w 116109"/>
                  <a:gd name="connsiteY4" fmla="*/ 222885 h 222884"/>
                  <a:gd name="connsiteX5" fmla="*/ 107918 w 116109"/>
                  <a:gd name="connsiteY5" fmla="*/ 222885 h 222884"/>
                  <a:gd name="connsiteX6" fmla="*/ 116110 w 116109"/>
                  <a:gd name="connsiteY6" fmla="*/ 214694 h 222884"/>
                  <a:gd name="connsiteX7" fmla="*/ 116110 w 116109"/>
                  <a:gd name="connsiteY7" fmla="*/ 8572 h 222884"/>
                  <a:gd name="connsiteX8" fmla="*/ 107442 w 116109"/>
                  <a:gd name="connsiteY8" fmla="*/ 0 h 222884"/>
                  <a:gd name="connsiteX9" fmla="*/ 106585 w 116109"/>
                  <a:gd name="connsiteY9" fmla="*/ 186499 h 222884"/>
                  <a:gd name="connsiteX10" fmla="*/ 9525 w 116109"/>
                  <a:gd name="connsiteY10" fmla="*/ 186499 h 222884"/>
                  <a:gd name="connsiteX11" fmla="*/ 9525 w 116109"/>
                  <a:gd name="connsiteY11" fmla="*/ 34290 h 222884"/>
                  <a:gd name="connsiteX12" fmla="*/ 106585 w 116109"/>
                  <a:gd name="connsiteY12" fmla="*/ 34290 h 222884"/>
                  <a:gd name="connsiteX13" fmla="*/ 106585 w 116109"/>
                  <a:gd name="connsiteY13" fmla="*/ 186499 h 222884"/>
                  <a:gd name="connsiteX14" fmla="*/ 106585 w 116109"/>
                  <a:gd name="connsiteY14" fmla="*/ 9525 h 222884"/>
                  <a:gd name="connsiteX15" fmla="*/ 106585 w 116109"/>
                  <a:gd name="connsiteY15" fmla="*/ 24860 h 222884"/>
                  <a:gd name="connsiteX16" fmla="*/ 9525 w 116109"/>
                  <a:gd name="connsiteY16" fmla="*/ 24860 h 222884"/>
                  <a:gd name="connsiteX17" fmla="*/ 9525 w 116109"/>
                  <a:gd name="connsiteY17" fmla="*/ 9525 h 222884"/>
                  <a:gd name="connsiteX18" fmla="*/ 106585 w 116109"/>
                  <a:gd name="connsiteY18" fmla="*/ 9525 h 222884"/>
                  <a:gd name="connsiteX19" fmla="*/ 9525 w 116109"/>
                  <a:gd name="connsiteY19" fmla="*/ 213265 h 222884"/>
                  <a:gd name="connsiteX20" fmla="*/ 9525 w 116109"/>
                  <a:gd name="connsiteY20" fmla="*/ 196024 h 222884"/>
                  <a:gd name="connsiteX21" fmla="*/ 106585 w 116109"/>
                  <a:gd name="connsiteY21" fmla="*/ 196024 h 222884"/>
                  <a:gd name="connsiteX22" fmla="*/ 106585 w 116109"/>
                  <a:gd name="connsiteY22" fmla="*/ 213265 h 222884"/>
                  <a:gd name="connsiteX23" fmla="*/ 9525 w 116109"/>
                  <a:gd name="connsiteY23" fmla="*/ 213265 h 2228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16109" h="222884">
                    <a:moveTo>
                      <a:pt x="107442" y="0"/>
                    </a:moveTo>
                    <a:lnTo>
                      <a:pt x="8192" y="0"/>
                    </a:lnTo>
                    <a:cubicBezTo>
                      <a:pt x="3715" y="0"/>
                      <a:pt x="0" y="3619"/>
                      <a:pt x="0" y="8191"/>
                    </a:cubicBezTo>
                    <a:lnTo>
                      <a:pt x="0" y="214694"/>
                    </a:lnTo>
                    <a:cubicBezTo>
                      <a:pt x="0" y="219170"/>
                      <a:pt x="3620" y="222885"/>
                      <a:pt x="8192" y="222885"/>
                    </a:cubicBezTo>
                    <a:lnTo>
                      <a:pt x="107918" y="222885"/>
                    </a:lnTo>
                    <a:cubicBezTo>
                      <a:pt x="112395" y="222885"/>
                      <a:pt x="116110" y="219266"/>
                      <a:pt x="116110" y="214694"/>
                    </a:cubicBezTo>
                    <a:lnTo>
                      <a:pt x="116110" y="8572"/>
                    </a:lnTo>
                    <a:cubicBezTo>
                      <a:pt x="116110" y="3810"/>
                      <a:pt x="112204" y="0"/>
                      <a:pt x="107442" y="0"/>
                    </a:cubicBezTo>
                    <a:close/>
                    <a:moveTo>
                      <a:pt x="106585" y="186499"/>
                    </a:moveTo>
                    <a:lnTo>
                      <a:pt x="9525" y="186499"/>
                    </a:lnTo>
                    <a:lnTo>
                      <a:pt x="9525" y="34290"/>
                    </a:lnTo>
                    <a:lnTo>
                      <a:pt x="106585" y="34290"/>
                    </a:lnTo>
                    <a:lnTo>
                      <a:pt x="106585" y="186499"/>
                    </a:lnTo>
                    <a:close/>
                    <a:moveTo>
                      <a:pt x="106585" y="9525"/>
                    </a:moveTo>
                    <a:lnTo>
                      <a:pt x="106585" y="24860"/>
                    </a:lnTo>
                    <a:lnTo>
                      <a:pt x="9525" y="24860"/>
                    </a:lnTo>
                    <a:lnTo>
                      <a:pt x="9525" y="9525"/>
                    </a:lnTo>
                    <a:lnTo>
                      <a:pt x="106585" y="9525"/>
                    </a:lnTo>
                    <a:close/>
                    <a:moveTo>
                      <a:pt x="9525" y="213265"/>
                    </a:moveTo>
                    <a:lnTo>
                      <a:pt x="9525" y="196024"/>
                    </a:lnTo>
                    <a:lnTo>
                      <a:pt x="106585" y="196024"/>
                    </a:lnTo>
                    <a:lnTo>
                      <a:pt x="106585" y="213265"/>
                    </a:lnTo>
                    <a:lnTo>
                      <a:pt x="9525" y="213265"/>
                    </a:lnTo>
                    <a:close/>
                  </a:path>
                </a:pathLst>
              </a:custGeom>
              <a:solidFill>
                <a:srgbClr val="01010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31" name="Freeform: Shape 230">
                <a:extLst>
                  <a:ext uri="{FF2B5EF4-FFF2-40B4-BE49-F238E27FC236}">
                    <a16:creationId xmlns:a16="http://schemas.microsoft.com/office/drawing/2014/main" id="{B3CADA67-1E92-4766-B136-E21076C95731}"/>
                  </a:ext>
                </a:extLst>
              </p:cNvPr>
              <p:cNvSpPr/>
              <p:nvPr/>
            </p:nvSpPr>
            <p:spPr>
              <a:xfrm>
                <a:off x="5265450" y="2248090"/>
                <a:ext cx="12382" cy="12382"/>
              </a:xfrm>
              <a:custGeom>
                <a:avLst/>
                <a:gdLst>
                  <a:gd name="connsiteX0" fmla="*/ 12382 w 12382"/>
                  <a:gd name="connsiteY0" fmla="*/ 6191 h 12382"/>
                  <a:gd name="connsiteX1" fmla="*/ 6191 w 12382"/>
                  <a:gd name="connsiteY1" fmla="*/ 12382 h 12382"/>
                  <a:gd name="connsiteX2" fmla="*/ 0 w 12382"/>
                  <a:gd name="connsiteY2" fmla="*/ 6191 h 12382"/>
                  <a:gd name="connsiteX3" fmla="*/ 6191 w 12382"/>
                  <a:gd name="connsiteY3" fmla="*/ 0 h 12382"/>
                  <a:gd name="connsiteX4" fmla="*/ 12382 w 12382"/>
                  <a:gd name="connsiteY4" fmla="*/ 6191 h 123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" h="12382">
                    <a:moveTo>
                      <a:pt x="12382" y="6191"/>
                    </a:moveTo>
                    <a:cubicBezTo>
                      <a:pt x="12382" y="9611"/>
                      <a:pt x="9611" y="12382"/>
                      <a:pt x="6191" y="12382"/>
                    </a:cubicBezTo>
                    <a:cubicBezTo>
                      <a:pt x="2772" y="12382"/>
                      <a:pt x="0" y="9611"/>
                      <a:pt x="0" y="6191"/>
                    </a:cubicBezTo>
                    <a:cubicBezTo>
                      <a:pt x="0" y="2772"/>
                      <a:pt x="2772" y="0"/>
                      <a:pt x="6191" y="0"/>
                    </a:cubicBezTo>
                    <a:cubicBezTo>
                      <a:pt x="9611" y="0"/>
                      <a:pt x="12382" y="2772"/>
                      <a:pt x="12382" y="6191"/>
                    </a:cubicBezTo>
                    <a:close/>
                  </a:path>
                </a:pathLst>
              </a:custGeom>
              <a:solidFill>
                <a:srgbClr val="01010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</p:grpSp>
      <p:sp>
        <p:nvSpPr>
          <p:cNvPr id="234" name="Freeform: Shape 457">
            <a:extLst>
              <a:ext uri="{FF2B5EF4-FFF2-40B4-BE49-F238E27FC236}">
                <a16:creationId xmlns:a16="http://schemas.microsoft.com/office/drawing/2014/main" id="{0904848B-07F2-884B-BCC0-5553417323F3}"/>
              </a:ext>
            </a:extLst>
          </p:cNvPr>
          <p:cNvSpPr/>
          <p:nvPr/>
        </p:nvSpPr>
        <p:spPr>
          <a:xfrm>
            <a:off x="3732172" y="5104688"/>
            <a:ext cx="351474" cy="490813"/>
          </a:xfrm>
          <a:custGeom>
            <a:avLst/>
            <a:gdLst>
              <a:gd name="connsiteX0" fmla="*/ 163735 w 205359"/>
              <a:gd name="connsiteY0" fmla="*/ 250412 h 280511"/>
              <a:gd name="connsiteX1" fmla="*/ 161830 w 205359"/>
              <a:gd name="connsiteY1" fmla="*/ 250793 h 280511"/>
              <a:gd name="connsiteX2" fmla="*/ 141923 w 205359"/>
              <a:gd name="connsiteY2" fmla="*/ 219551 h 280511"/>
              <a:gd name="connsiteX3" fmla="*/ 143732 w 205359"/>
              <a:gd name="connsiteY3" fmla="*/ 214694 h 280511"/>
              <a:gd name="connsiteX4" fmla="*/ 136017 w 205359"/>
              <a:gd name="connsiteY4" fmla="*/ 206978 h 280511"/>
              <a:gd name="connsiteX5" fmla="*/ 128302 w 205359"/>
              <a:gd name="connsiteY5" fmla="*/ 214694 h 280511"/>
              <a:gd name="connsiteX6" fmla="*/ 130112 w 205359"/>
              <a:gd name="connsiteY6" fmla="*/ 219551 h 280511"/>
              <a:gd name="connsiteX7" fmla="*/ 110204 w 205359"/>
              <a:gd name="connsiteY7" fmla="*/ 250793 h 280511"/>
              <a:gd name="connsiteX8" fmla="*/ 108299 w 205359"/>
              <a:gd name="connsiteY8" fmla="*/ 250412 h 280511"/>
              <a:gd name="connsiteX9" fmla="*/ 100584 w 205359"/>
              <a:gd name="connsiteY9" fmla="*/ 258128 h 280511"/>
              <a:gd name="connsiteX10" fmla="*/ 108299 w 205359"/>
              <a:gd name="connsiteY10" fmla="*/ 265938 h 280511"/>
              <a:gd name="connsiteX11" fmla="*/ 115538 w 205359"/>
              <a:gd name="connsiteY11" fmla="*/ 260509 h 280511"/>
              <a:gd name="connsiteX12" fmla="*/ 156305 w 205359"/>
              <a:gd name="connsiteY12" fmla="*/ 260509 h 280511"/>
              <a:gd name="connsiteX13" fmla="*/ 163544 w 205359"/>
              <a:gd name="connsiteY13" fmla="*/ 265938 h 280511"/>
              <a:gd name="connsiteX14" fmla="*/ 171260 w 205359"/>
              <a:gd name="connsiteY14" fmla="*/ 258128 h 280511"/>
              <a:gd name="connsiteX15" fmla="*/ 163735 w 205359"/>
              <a:gd name="connsiteY15" fmla="*/ 250412 h 280511"/>
              <a:gd name="connsiteX16" fmla="*/ 156496 w 205359"/>
              <a:gd name="connsiteY16" fmla="*/ 255842 h 280511"/>
              <a:gd name="connsiteX17" fmla="*/ 115729 w 205359"/>
              <a:gd name="connsiteY17" fmla="*/ 255842 h 280511"/>
              <a:gd name="connsiteX18" fmla="*/ 114395 w 205359"/>
              <a:gd name="connsiteY18" fmla="*/ 253365 h 280511"/>
              <a:gd name="connsiteX19" fmla="*/ 134303 w 205359"/>
              <a:gd name="connsiteY19" fmla="*/ 222123 h 280511"/>
              <a:gd name="connsiteX20" fmla="*/ 136208 w 205359"/>
              <a:gd name="connsiteY20" fmla="*/ 222504 h 280511"/>
              <a:gd name="connsiteX21" fmla="*/ 138113 w 205359"/>
              <a:gd name="connsiteY21" fmla="*/ 222123 h 280511"/>
              <a:gd name="connsiteX22" fmla="*/ 158020 w 205359"/>
              <a:gd name="connsiteY22" fmla="*/ 253365 h 280511"/>
              <a:gd name="connsiteX23" fmla="*/ 156496 w 205359"/>
              <a:gd name="connsiteY23" fmla="*/ 255842 h 280511"/>
              <a:gd name="connsiteX24" fmla="*/ 135350 w 205359"/>
              <a:gd name="connsiteY24" fmla="*/ 158782 h 280511"/>
              <a:gd name="connsiteX25" fmla="*/ 65342 w 205359"/>
              <a:gd name="connsiteY25" fmla="*/ 280035 h 280511"/>
              <a:gd name="connsiteX26" fmla="*/ 205359 w 205359"/>
              <a:gd name="connsiteY26" fmla="*/ 280035 h 280511"/>
              <a:gd name="connsiteX27" fmla="*/ 135350 w 205359"/>
              <a:gd name="connsiteY27" fmla="*/ 158782 h 280511"/>
              <a:gd name="connsiteX28" fmla="*/ 135350 w 205359"/>
              <a:gd name="connsiteY28" fmla="*/ 177832 h 280511"/>
              <a:gd name="connsiteX29" fmla="*/ 188881 w 205359"/>
              <a:gd name="connsiteY29" fmla="*/ 270510 h 280511"/>
              <a:gd name="connsiteX30" fmla="*/ 81820 w 205359"/>
              <a:gd name="connsiteY30" fmla="*/ 270510 h 280511"/>
              <a:gd name="connsiteX31" fmla="*/ 135350 w 205359"/>
              <a:gd name="connsiteY31" fmla="*/ 177832 h 280511"/>
              <a:gd name="connsiteX32" fmla="*/ 14288 w 205359"/>
              <a:gd name="connsiteY32" fmla="*/ 57912 h 280511"/>
              <a:gd name="connsiteX33" fmla="*/ 112871 w 205359"/>
              <a:gd name="connsiteY33" fmla="*/ 57912 h 280511"/>
              <a:gd name="connsiteX34" fmla="*/ 112871 w 205359"/>
              <a:gd name="connsiteY34" fmla="*/ 181451 h 280511"/>
              <a:gd name="connsiteX35" fmla="*/ 122396 w 205359"/>
              <a:gd name="connsiteY35" fmla="*/ 164878 h 280511"/>
              <a:gd name="connsiteX36" fmla="*/ 122396 w 205359"/>
              <a:gd name="connsiteY36" fmla="*/ 48387 h 280511"/>
              <a:gd name="connsiteX37" fmla="*/ 4763 w 205359"/>
              <a:gd name="connsiteY37" fmla="*/ 48387 h 280511"/>
              <a:gd name="connsiteX38" fmla="*/ 4763 w 205359"/>
              <a:gd name="connsiteY38" fmla="*/ 280511 h 280511"/>
              <a:gd name="connsiteX39" fmla="*/ 55912 w 205359"/>
              <a:gd name="connsiteY39" fmla="*/ 280511 h 280511"/>
              <a:gd name="connsiteX40" fmla="*/ 61341 w 205359"/>
              <a:gd name="connsiteY40" fmla="*/ 270986 h 280511"/>
              <a:gd name="connsiteX41" fmla="*/ 14288 w 205359"/>
              <a:gd name="connsiteY41" fmla="*/ 270986 h 280511"/>
              <a:gd name="connsiteX42" fmla="*/ 14288 w 205359"/>
              <a:gd name="connsiteY42" fmla="*/ 57912 h 280511"/>
              <a:gd name="connsiteX43" fmla="*/ 92488 w 205359"/>
              <a:gd name="connsiteY43" fmla="*/ 70009 h 280511"/>
              <a:gd name="connsiteX44" fmla="*/ 34862 w 205359"/>
              <a:gd name="connsiteY44" fmla="*/ 70009 h 280511"/>
              <a:gd name="connsiteX45" fmla="*/ 34862 w 205359"/>
              <a:gd name="connsiteY45" fmla="*/ 79534 h 280511"/>
              <a:gd name="connsiteX46" fmla="*/ 92488 w 205359"/>
              <a:gd name="connsiteY46" fmla="*/ 79534 h 280511"/>
              <a:gd name="connsiteX47" fmla="*/ 92488 w 205359"/>
              <a:gd name="connsiteY47" fmla="*/ 70009 h 280511"/>
              <a:gd name="connsiteX48" fmla="*/ 92488 w 205359"/>
              <a:gd name="connsiteY48" fmla="*/ 98870 h 280511"/>
              <a:gd name="connsiteX49" fmla="*/ 34862 w 205359"/>
              <a:gd name="connsiteY49" fmla="*/ 98870 h 280511"/>
              <a:gd name="connsiteX50" fmla="*/ 34862 w 205359"/>
              <a:gd name="connsiteY50" fmla="*/ 108395 h 280511"/>
              <a:gd name="connsiteX51" fmla="*/ 92488 w 205359"/>
              <a:gd name="connsiteY51" fmla="*/ 108395 h 280511"/>
              <a:gd name="connsiteX52" fmla="*/ 92488 w 205359"/>
              <a:gd name="connsiteY52" fmla="*/ 98870 h 280511"/>
              <a:gd name="connsiteX53" fmla="*/ 92488 w 205359"/>
              <a:gd name="connsiteY53" fmla="*/ 127730 h 280511"/>
              <a:gd name="connsiteX54" fmla="*/ 34862 w 205359"/>
              <a:gd name="connsiteY54" fmla="*/ 127730 h 280511"/>
              <a:gd name="connsiteX55" fmla="*/ 34862 w 205359"/>
              <a:gd name="connsiteY55" fmla="*/ 137255 h 280511"/>
              <a:gd name="connsiteX56" fmla="*/ 92488 w 205359"/>
              <a:gd name="connsiteY56" fmla="*/ 137255 h 280511"/>
              <a:gd name="connsiteX57" fmla="*/ 92488 w 205359"/>
              <a:gd name="connsiteY57" fmla="*/ 127730 h 280511"/>
              <a:gd name="connsiteX58" fmla="*/ 92488 w 205359"/>
              <a:gd name="connsiteY58" fmla="*/ 156591 h 280511"/>
              <a:gd name="connsiteX59" fmla="*/ 34862 w 205359"/>
              <a:gd name="connsiteY59" fmla="*/ 156591 h 280511"/>
              <a:gd name="connsiteX60" fmla="*/ 34862 w 205359"/>
              <a:gd name="connsiteY60" fmla="*/ 166116 h 280511"/>
              <a:gd name="connsiteX61" fmla="*/ 92488 w 205359"/>
              <a:gd name="connsiteY61" fmla="*/ 166116 h 280511"/>
              <a:gd name="connsiteX62" fmla="*/ 92488 w 205359"/>
              <a:gd name="connsiteY62" fmla="*/ 156591 h 280511"/>
              <a:gd name="connsiteX63" fmla="*/ 34862 w 205359"/>
              <a:gd name="connsiteY63" fmla="*/ 194977 h 280511"/>
              <a:gd name="connsiteX64" fmla="*/ 92488 w 205359"/>
              <a:gd name="connsiteY64" fmla="*/ 194977 h 280511"/>
              <a:gd name="connsiteX65" fmla="*/ 92488 w 205359"/>
              <a:gd name="connsiteY65" fmla="*/ 185452 h 280511"/>
              <a:gd name="connsiteX66" fmla="*/ 34862 w 205359"/>
              <a:gd name="connsiteY66" fmla="*/ 185452 h 280511"/>
              <a:gd name="connsiteX67" fmla="*/ 34862 w 205359"/>
              <a:gd name="connsiteY67" fmla="*/ 194977 h 280511"/>
              <a:gd name="connsiteX68" fmla="*/ 34862 w 205359"/>
              <a:gd name="connsiteY68" fmla="*/ 223742 h 280511"/>
              <a:gd name="connsiteX69" fmla="*/ 63722 w 205359"/>
              <a:gd name="connsiteY69" fmla="*/ 223742 h 280511"/>
              <a:gd name="connsiteX70" fmla="*/ 63722 w 205359"/>
              <a:gd name="connsiteY70" fmla="*/ 214217 h 280511"/>
              <a:gd name="connsiteX71" fmla="*/ 34862 w 205359"/>
              <a:gd name="connsiteY71" fmla="*/ 214217 h 280511"/>
              <a:gd name="connsiteX72" fmla="*/ 34862 w 205359"/>
              <a:gd name="connsiteY72" fmla="*/ 223742 h 280511"/>
              <a:gd name="connsiteX73" fmla="*/ 34862 w 205359"/>
              <a:gd name="connsiteY73" fmla="*/ 252603 h 280511"/>
              <a:gd name="connsiteX74" fmla="*/ 63722 w 205359"/>
              <a:gd name="connsiteY74" fmla="*/ 252603 h 280511"/>
              <a:gd name="connsiteX75" fmla="*/ 63722 w 205359"/>
              <a:gd name="connsiteY75" fmla="*/ 243078 h 280511"/>
              <a:gd name="connsiteX76" fmla="*/ 34862 w 205359"/>
              <a:gd name="connsiteY76" fmla="*/ 243078 h 280511"/>
              <a:gd name="connsiteX77" fmla="*/ 34862 w 205359"/>
              <a:gd name="connsiteY77" fmla="*/ 252603 h 280511"/>
              <a:gd name="connsiteX78" fmla="*/ 20479 w 205359"/>
              <a:gd name="connsiteY78" fmla="*/ 9525 h 280511"/>
              <a:gd name="connsiteX79" fmla="*/ 105442 w 205359"/>
              <a:gd name="connsiteY79" fmla="*/ 9525 h 280511"/>
              <a:gd name="connsiteX80" fmla="*/ 116491 w 205359"/>
              <a:gd name="connsiteY80" fmla="*/ 38862 h 280511"/>
              <a:gd name="connsiteX81" fmla="*/ 126587 w 205359"/>
              <a:gd name="connsiteY81" fmla="*/ 38862 h 280511"/>
              <a:gd name="connsiteX82" fmla="*/ 112014 w 205359"/>
              <a:gd name="connsiteY82" fmla="*/ 0 h 280511"/>
              <a:gd name="connsiteX83" fmla="*/ 13716 w 205359"/>
              <a:gd name="connsiteY83" fmla="*/ 0 h 280511"/>
              <a:gd name="connsiteX84" fmla="*/ 0 w 205359"/>
              <a:gd name="connsiteY84" fmla="*/ 38862 h 280511"/>
              <a:gd name="connsiteX85" fmla="*/ 10097 w 205359"/>
              <a:gd name="connsiteY85" fmla="*/ 38862 h 280511"/>
              <a:gd name="connsiteX86" fmla="*/ 20479 w 205359"/>
              <a:gd name="connsiteY86" fmla="*/ 9525 h 280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205359" h="280511">
                <a:moveTo>
                  <a:pt x="163735" y="250412"/>
                </a:moveTo>
                <a:cubicBezTo>
                  <a:pt x="163068" y="250412"/>
                  <a:pt x="162497" y="250603"/>
                  <a:pt x="161830" y="250793"/>
                </a:cubicBezTo>
                <a:lnTo>
                  <a:pt x="141923" y="219551"/>
                </a:lnTo>
                <a:cubicBezTo>
                  <a:pt x="143066" y="218218"/>
                  <a:pt x="143732" y="216599"/>
                  <a:pt x="143732" y="214694"/>
                </a:cubicBezTo>
                <a:cubicBezTo>
                  <a:pt x="143732" y="210407"/>
                  <a:pt x="140303" y="206978"/>
                  <a:pt x="136017" y="206978"/>
                </a:cubicBezTo>
                <a:cubicBezTo>
                  <a:pt x="131731" y="206978"/>
                  <a:pt x="128302" y="210407"/>
                  <a:pt x="128302" y="214694"/>
                </a:cubicBezTo>
                <a:cubicBezTo>
                  <a:pt x="128302" y="216599"/>
                  <a:pt x="129064" y="218218"/>
                  <a:pt x="130112" y="219551"/>
                </a:cubicBezTo>
                <a:lnTo>
                  <a:pt x="110204" y="250793"/>
                </a:lnTo>
                <a:cubicBezTo>
                  <a:pt x="109633" y="250603"/>
                  <a:pt x="108966" y="250412"/>
                  <a:pt x="108299" y="250412"/>
                </a:cubicBezTo>
                <a:cubicBezTo>
                  <a:pt x="104013" y="250412"/>
                  <a:pt x="100584" y="253841"/>
                  <a:pt x="100584" y="258128"/>
                </a:cubicBezTo>
                <a:cubicBezTo>
                  <a:pt x="100584" y="262414"/>
                  <a:pt x="104013" y="265938"/>
                  <a:pt x="108299" y="265938"/>
                </a:cubicBezTo>
                <a:cubicBezTo>
                  <a:pt x="111728" y="265938"/>
                  <a:pt x="114586" y="263652"/>
                  <a:pt x="115538" y="260509"/>
                </a:cubicBezTo>
                <a:lnTo>
                  <a:pt x="156305" y="260509"/>
                </a:lnTo>
                <a:cubicBezTo>
                  <a:pt x="157353" y="263652"/>
                  <a:pt x="160115" y="265938"/>
                  <a:pt x="163544" y="265938"/>
                </a:cubicBezTo>
                <a:cubicBezTo>
                  <a:pt x="167830" y="265938"/>
                  <a:pt x="171260" y="262509"/>
                  <a:pt x="171260" y="258128"/>
                </a:cubicBezTo>
                <a:cubicBezTo>
                  <a:pt x="171545" y="253937"/>
                  <a:pt x="168021" y="250412"/>
                  <a:pt x="163735" y="250412"/>
                </a:cubicBezTo>
                <a:close/>
                <a:moveTo>
                  <a:pt x="156496" y="255842"/>
                </a:moveTo>
                <a:lnTo>
                  <a:pt x="115729" y="255842"/>
                </a:lnTo>
                <a:cubicBezTo>
                  <a:pt x="115443" y="254889"/>
                  <a:pt x="114967" y="254127"/>
                  <a:pt x="114395" y="253365"/>
                </a:cubicBezTo>
                <a:lnTo>
                  <a:pt x="134303" y="222123"/>
                </a:lnTo>
                <a:cubicBezTo>
                  <a:pt x="134874" y="222314"/>
                  <a:pt x="135541" y="222504"/>
                  <a:pt x="136208" y="222504"/>
                </a:cubicBezTo>
                <a:cubicBezTo>
                  <a:pt x="136874" y="222504"/>
                  <a:pt x="137446" y="222314"/>
                  <a:pt x="138113" y="222123"/>
                </a:cubicBezTo>
                <a:lnTo>
                  <a:pt x="158020" y="253365"/>
                </a:lnTo>
                <a:cubicBezTo>
                  <a:pt x="157258" y="254032"/>
                  <a:pt x="156782" y="254889"/>
                  <a:pt x="156496" y="255842"/>
                </a:cubicBezTo>
                <a:close/>
                <a:moveTo>
                  <a:pt x="135350" y="158782"/>
                </a:moveTo>
                <a:lnTo>
                  <a:pt x="65342" y="280035"/>
                </a:lnTo>
                <a:lnTo>
                  <a:pt x="205359" y="280035"/>
                </a:lnTo>
                <a:lnTo>
                  <a:pt x="135350" y="158782"/>
                </a:lnTo>
                <a:close/>
                <a:moveTo>
                  <a:pt x="135350" y="177832"/>
                </a:moveTo>
                <a:lnTo>
                  <a:pt x="188881" y="270510"/>
                </a:lnTo>
                <a:lnTo>
                  <a:pt x="81820" y="270510"/>
                </a:lnTo>
                <a:lnTo>
                  <a:pt x="135350" y="177832"/>
                </a:lnTo>
                <a:close/>
                <a:moveTo>
                  <a:pt x="14288" y="57912"/>
                </a:moveTo>
                <a:lnTo>
                  <a:pt x="112871" y="57912"/>
                </a:lnTo>
                <a:lnTo>
                  <a:pt x="112871" y="181451"/>
                </a:lnTo>
                <a:lnTo>
                  <a:pt x="122396" y="164878"/>
                </a:lnTo>
                <a:lnTo>
                  <a:pt x="122396" y="48387"/>
                </a:lnTo>
                <a:lnTo>
                  <a:pt x="4763" y="48387"/>
                </a:lnTo>
                <a:lnTo>
                  <a:pt x="4763" y="280511"/>
                </a:lnTo>
                <a:lnTo>
                  <a:pt x="55912" y="280511"/>
                </a:lnTo>
                <a:lnTo>
                  <a:pt x="61341" y="270986"/>
                </a:lnTo>
                <a:lnTo>
                  <a:pt x="14288" y="270986"/>
                </a:lnTo>
                <a:lnTo>
                  <a:pt x="14288" y="57912"/>
                </a:lnTo>
                <a:close/>
                <a:moveTo>
                  <a:pt x="92488" y="70009"/>
                </a:moveTo>
                <a:lnTo>
                  <a:pt x="34862" y="70009"/>
                </a:lnTo>
                <a:lnTo>
                  <a:pt x="34862" y="79534"/>
                </a:lnTo>
                <a:lnTo>
                  <a:pt x="92488" y="79534"/>
                </a:lnTo>
                <a:lnTo>
                  <a:pt x="92488" y="70009"/>
                </a:lnTo>
                <a:close/>
                <a:moveTo>
                  <a:pt x="92488" y="98870"/>
                </a:moveTo>
                <a:lnTo>
                  <a:pt x="34862" y="98870"/>
                </a:lnTo>
                <a:lnTo>
                  <a:pt x="34862" y="108395"/>
                </a:lnTo>
                <a:lnTo>
                  <a:pt x="92488" y="108395"/>
                </a:lnTo>
                <a:lnTo>
                  <a:pt x="92488" y="98870"/>
                </a:lnTo>
                <a:close/>
                <a:moveTo>
                  <a:pt x="92488" y="127730"/>
                </a:moveTo>
                <a:lnTo>
                  <a:pt x="34862" y="127730"/>
                </a:lnTo>
                <a:lnTo>
                  <a:pt x="34862" y="137255"/>
                </a:lnTo>
                <a:lnTo>
                  <a:pt x="92488" y="137255"/>
                </a:lnTo>
                <a:lnTo>
                  <a:pt x="92488" y="127730"/>
                </a:lnTo>
                <a:close/>
                <a:moveTo>
                  <a:pt x="92488" y="156591"/>
                </a:moveTo>
                <a:lnTo>
                  <a:pt x="34862" y="156591"/>
                </a:lnTo>
                <a:lnTo>
                  <a:pt x="34862" y="166116"/>
                </a:lnTo>
                <a:lnTo>
                  <a:pt x="92488" y="166116"/>
                </a:lnTo>
                <a:lnTo>
                  <a:pt x="92488" y="156591"/>
                </a:lnTo>
                <a:close/>
                <a:moveTo>
                  <a:pt x="34862" y="194977"/>
                </a:moveTo>
                <a:lnTo>
                  <a:pt x="92488" y="194977"/>
                </a:lnTo>
                <a:lnTo>
                  <a:pt x="92488" y="185452"/>
                </a:lnTo>
                <a:lnTo>
                  <a:pt x="34862" y="185452"/>
                </a:lnTo>
                <a:lnTo>
                  <a:pt x="34862" y="194977"/>
                </a:lnTo>
                <a:close/>
                <a:moveTo>
                  <a:pt x="34862" y="223742"/>
                </a:moveTo>
                <a:lnTo>
                  <a:pt x="63722" y="223742"/>
                </a:lnTo>
                <a:lnTo>
                  <a:pt x="63722" y="214217"/>
                </a:lnTo>
                <a:lnTo>
                  <a:pt x="34862" y="214217"/>
                </a:lnTo>
                <a:lnTo>
                  <a:pt x="34862" y="223742"/>
                </a:lnTo>
                <a:close/>
                <a:moveTo>
                  <a:pt x="34862" y="252603"/>
                </a:moveTo>
                <a:lnTo>
                  <a:pt x="63722" y="252603"/>
                </a:lnTo>
                <a:lnTo>
                  <a:pt x="63722" y="243078"/>
                </a:lnTo>
                <a:lnTo>
                  <a:pt x="34862" y="243078"/>
                </a:lnTo>
                <a:lnTo>
                  <a:pt x="34862" y="252603"/>
                </a:lnTo>
                <a:close/>
                <a:moveTo>
                  <a:pt x="20479" y="9525"/>
                </a:moveTo>
                <a:lnTo>
                  <a:pt x="105442" y="9525"/>
                </a:lnTo>
                <a:lnTo>
                  <a:pt x="116491" y="38862"/>
                </a:lnTo>
                <a:lnTo>
                  <a:pt x="126587" y="38862"/>
                </a:lnTo>
                <a:lnTo>
                  <a:pt x="112014" y="0"/>
                </a:lnTo>
                <a:lnTo>
                  <a:pt x="13716" y="0"/>
                </a:lnTo>
                <a:lnTo>
                  <a:pt x="0" y="38862"/>
                </a:lnTo>
                <a:lnTo>
                  <a:pt x="10097" y="38862"/>
                </a:lnTo>
                <a:lnTo>
                  <a:pt x="20479" y="9525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35" name="Freeform: Shape 462">
            <a:extLst>
              <a:ext uri="{FF2B5EF4-FFF2-40B4-BE49-F238E27FC236}">
                <a16:creationId xmlns:a16="http://schemas.microsoft.com/office/drawing/2014/main" id="{212752A7-B3F4-9848-86BB-9056145DEFAC}"/>
              </a:ext>
            </a:extLst>
          </p:cNvPr>
          <p:cNvSpPr/>
          <p:nvPr/>
        </p:nvSpPr>
        <p:spPr>
          <a:xfrm>
            <a:off x="6832428" y="5114372"/>
            <a:ext cx="343728" cy="492548"/>
          </a:xfrm>
          <a:custGeom>
            <a:avLst/>
            <a:gdLst>
              <a:gd name="connsiteX0" fmla="*/ 75057 w 207740"/>
              <a:gd name="connsiteY0" fmla="*/ 183928 h 280511"/>
              <a:gd name="connsiteX1" fmla="*/ 75057 w 207740"/>
              <a:gd name="connsiteY1" fmla="*/ 280511 h 280511"/>
              <a:gd name="connsiteX2" fmla="*/ 207740 w 207740"/>
              <a:gd name="connsiteY2" fmla="*/ 280511 h 280511"/>
              <a:gd name="connsiteX3" fmla="*/ 207740 w 207740"/>
              <a:gd name="connsiteY3" fmla="*/ 183928 h 280511"/>
              <a:gd name="connsiteX4" fmla="*/ 75057 w 207740"/>
              <a:gd name="connsiteY4" fmla="*/ 183928 h 280511"/>
              <a:gd name="connsiteX5" fmla="*/ 198215 w 207740"/>
              <a:gd name="connsiteY5" fmla="*/ 270986 h 280511"/>
              <a:gd name="connsiteX6" fmla="*/ 84582 w 207740"/>
              <a:gd name="connsiteY6" fmla="*/ 270986 h 280511"/>
              <a:gd name="connsiteX7" fmla="*/ 84582 w 207740"/>
              <a:gd name="connsiteY7" fmla="*/ 216122 h 280511"/>
              <a:gd name="connsiteX8" fmla="*/ 198215 w 207740"/>
              <a:gd name="connsiteY8" fmla="*/ 216122 h 280511"/>
              <a:gd name="connsiteX9" fmla="*/ 198215 w 207740"/>
              <a:gd name="connsiteY9" fmla="*/ 270986 h 280511"/>
              <a:gd name="connsiteX10" fmla="*/ 198215 w 207740"/>
              <a:gd name="connsiteY10" fmla="*/ 206597 h 280511"/>
              <a:gd name="connsiteX11" fmla="*/ 84582 w 207740"/>
              <a:gd name="connsiteY11" fmla="*/ 206597 h 280511"/>
              <a:gd name="connsiteX12" fmla="*/ 84582 w 207740"/>
              <a:gd name="connsiteY12" fmla="*/ 193453 h 280511"/>
              <a:gd name="connsiteX13" fmla="*/ 198215 w 207740"/>
              <a:gd name="connsiteY13" fmla="*/ 193453 h 280511"/>
              <a:gd name="connsiteX14" fmla="*/ 198215 w 207740"/>
              <a:gd name="connsiteY14" fmla="*/ 206597 h 280511"/>
              <a:gd name="connsiteX15" fmla="*/ 14192 w 207740"/>
              <a:gd name="connsiteY15" fmla="*/ 57912 h 280511"/>
              <a:gd name="connsiteX16" fmla="*/ 112776 w 207740"/>
              <a:gd name="connsiteY16" fmla="*/ 57912 h 280511"/>
              <a:gd name="connsiteX17" fmla="*/ 112776 w 207740"/>
              <a:gd name="connsiteY17" fmla="*/ 178213 h 280511"/>
              <a:gd name="connsiteX18" fmla="*/ 122301 w 207740"/>
              <a:gd name="connsiteY18" fmla="*/ 178213 h 280511"/>
              <a:gd name="connsiteX19" fmla="*/ 122301 w 207740"/>
              <a:gd name="connsiteY19" fmla="*/ 48387 h 280511"/>
              <a:gd name="connsiteX20" fmla="*/ 4667 w 207740"/>
              <a:gd name="connsiteY20" fmla="*/ 48387 h 280511"/>
              <a:gd name="connsiteX21" fmla="*/ 4667 w 207740"/>
              <a:gd name="connsiteY21" fmla="*/ 280511 h 280511"/>
              <a:gd name="connsiteX22" fmla="*/ 67247 w 207740"/>
              <a:gd name="connsiteY22" fmla="*/ 280511 h 280511"/>
              <a:gd name="connsiteX23" fmla="*/ 67247 w 207740"/>
              <a:gd name="connsiteY23" fmla="*/ 270986 h 280511"/>
              <a:gd name="connsiteX24" fmla="*/ 14192 w 207740"/>
              <a:gd name="connsiteY24" fmla="*/ 270986 h 280511"/>
              <a:gd name="connsiteX25" fmla="*/ 14192 w 207740"/>
              <a:gd name="connsiteY25" fmla="*/ 57912 h 280511"/>
              <a:gd name="connsiteX26" fmla="*/ 92488 w 207740"/>
              <a:gd name="connsiteY26" fmla="*/ 70009 h 280511"/>
              <a:gd name="connsiteX27" fmla="*/ 34862 w 207740"/>
              <a:gd name="connsiteY27" fmla="*/ 70009 h 280511"/>
              <a:gd name="connsiteX28" fmla="*/ 34862 w 207740"/>
              <a:gd name="connsiteY28" fmla="*/ 79534 h 280511"/>
              <a:gd name="connsiteX29" fmla="*/ 92488 w 207740"/>
              <a:gd name="connsiteY29" fmla="*/ 79534 h 280511"/>
              <a:gd name="connsiteX30" fmla="*/ 92488 w 207740"/>
              <a:gd name="connsiteY30" fmla="*/ 70009 h 280511"/>
              <a:gd name="connsiteX31" fmla="*/ 92488 w 207740"/>
              <a:gd name="connsiteY31" fmla="*/ 98870 h 280511"/>
              <a:gd name="connsiteX32" fmla="*/ 34862 w 207740"/>
              <a:gd name="connsiteY32" fmla="*/ 98870 h 280511"/>
              <a:gd name="connsiteX33" fmla="*/ 34862 w 207740"/>
              <a:gd name="connsiteY33" fmla="*/ 108395 h 280511"/>
              <a:gd name="connsiteX34" fmla="*/ 92488 w 207740"/>
              <a:gd name="connsiteY34" fmla="*/ 108395 h 280511"/>
              <a:gd name="connsiteX35" fmla="*/ 92488 w 207740"/>
              <a:gd name="connsiteY35" fmla="*/ 98870 h 280511"/>
              <a:gd name="connsiteX36" fmla="*/ 92488 w 207740"/>
              <a:gd name="connsiteY36" fmla="*/ 127730 h 280511"/>
              <a:gd name="connsiteX37" fmla="*/ 34862 w 207740"/>
              <a:gd name="connsiteY37" fmla="*/ 127730 h 280511"/>
              <a:gd name="connsiteX38" fmla="*/ 34862 w 207740"/>
              <a:gd name="connsiteY38" fmla="*/ 137255 h 280511"/>
              <a:gd name="connsiteX39" fmla="*/ 92488 w 207740"/>
              <a:gd name="connsiteY39" fmla="*/ 137255 h 280511"/>
              <a:gd name="connsiteX40" fmla="*/ 92488 w 207740"/>
              <a:gd name="connsiteY40" fmla="*/ 127730 h 280511"/>
              <a:gd name="connsiteX41" fmla="*/ 92488 w 207740"/>
              <a:gd name="connsiteY41" fmla="*/ 156591 h 280511"/>
              <a:gd name="connsiteX42" fmla="*/ 34862 w 207740"/>
              <a:gd name="connsiteY42" fmla="*/ 156591 h 280511"/>
              <a:gd name="connsiteX43" fmla="*/ 34862 w 207740"/>
              <a:gd name="connsiteY43" fmla="*/ 166116 h 280511"/>
              <a:gd name="connsiteX44" fmla="*/ 92488 w 207740"/>
              <a:gd name="connsiteY44" fmla="*/ 166116 h 280511"/>
              <a:gd name="connsiteX45" fmla="*/ 92488 w 207740"/>
              <a:gd name="connsiteY45" fmla="*/ 156591 h 280511"/>
              <a:gd name="connsiteX46" fmla="*/ 63627 w 207740"/>
              <a:gd name="connsiteY46" fmla="*/ 185452 h 280511"/>
              <a:gd name="connsiteX47" fmla="*/ 34766 w 207740"/>
              <a:gd name="connsiteY47" fmla="*/ 185452 h 280511"/>
              <a:gd name="connsiteX48" fmla="*/ 34766 w 207740"/>
              <a:gd name="connsiteY48" fmla="*/ 194977 h 280511"/>
              <a:gd name="connsiteX49" fmla="*/ 63627 w 207740"/>
              <a:gd name="connsiteY49" fmla="*/ 194977 h 280511"/>
              <a:gd name="connsiteX50" fmla="*/ 63627 w 207740"/>
              <a:gd name="connsiteY50" fmla="*/ 185452 h 280511"/>
              <a:gd name="connsiteX51" fmla="*/ 63627 w 207740"/>
              <a:gd name="connsiteY51" fmla="*/ 214313 h 280511"/>
              <a:gd name="connsiteX52" fmla="*/ 34766 w 207740"/>
              <a:gd name="connsiteY52" fmla="*/ 214313 h 280511"/>
              <a:gd name="connsiteX53" fmla="*/ 34766 w 207740"/>
              <a:gd name="connsiteY53" fmla="*/ 223838 h 280511"/>
              <a:gd name="connsiteX54" fmla="*/ 63627 w 207740"/>
              <a:gd name="connsiteY54" fmla="*/ 223838 h 280511"/>
              <a:gd name="connsiteX55" fmla="*/ 63627 w 207740"/>
              <a:gd name="connsiteY55" fmla="*/ 214313 h 280511"/>
              <a:gd name="connsiteX56" fmla="*/ 34766 w 207740"/>
              <a:gd name="connsiteY56" fmla="*/ 252698 h 280511"/>
              <a:gd name="connsiteX57" fmla="*/ 63627 w 207740"/>
              <a:gd name="connsiteY57" fmla="*/ 252698 h 280511"/>
              <a:gd name="connsiteX58" fmla="*/ 63627 w 207740"/>
              <a:gd name="connsiteY58" fmla="*/ 243173 h 280511"/>
              <a:gd name="connsiteX59" fmla="*/ 34766 w 207740"/>
              <a:gd name="connsiteY59" fmla="*/ 243173 h 280511"/>
              <a:gd name="connsiteX60" fmla="*/ 34766 w 207740"/>
              <a:gd name="connsiteY60" fmla="*/ 252698 h 280511"/>
              <a:gd name="connsiteX61" fmla="*/ 20479 w 207740"/>
              <a:gd name="connsiteY61" fmla="*/ 9525 h 280511"/>
              <a:gd name="connsiteX62" fmla="*/ 105442 w 207740"/>
              <a:gd name="connsiteY62" fmla="*/ 9525 h 280511"/>
              <a:gd name="connsiteX63" fmla="*/ 116491 w 207740"/>
              <a:gd name="connsiteY63" fmla="*/ 38862 h 280511"/>
              <a:gd name="connsiteX64" fmla="*/ 126587 w 207740"/>
              <a:gd name="connsiteY64" fmla="*/ 38862 h 280511"/>
              <a:gd name="connsiteX65" fmla="*/ 112014 w 207740"/>
              <a:gd name="connsiteY65" fmla="*/ 0 h 280511"/>
              <a:gd name="connsiteX66" fmla="*/ 13716 w 207740"/>
              <a:gd name="connsiteY66" fmla="*/ 0 h 280511"/>
              <a:gd name="connsiteX67" fmla="*/ 0 w 207740"/>
              <a:gd name="connsiteY67" fmla="*/ 38862 h 280511"/>
              <a:gd name="connsiteX68" fmla="*/ 10097 w 207740"/>
              <a:gd name="connsiteY68" fmla="*/ 38862 h 280511"/>
              <a:gd name="connsiteX69" fmla="*/ 20479 w 207740"/>
              <a:gd name="connsiteY69" fmla="*/ 9525 h 280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</a:cxnLst>
            <a:rect l="l" t="t" r="r" b="b"/>
            <a:pathLst>
              <a:path w="207740" h="280511">
                <a:moveTo>
                  <a:pt x="75057" y="183928"/>
                </a:moveTo>
                <a:lnTo>
                  <a:pt x="75057" y="280511"/>
                </a:lnTo>
                <a:lnTo>
                  <a:pt x="207740" y="280511"/>
                </a:lnTo>
                <a:lnTo>
                  <a:pt x="207740" y="183928"/>
                </a:lnTo>
                <a:lnTo>
                  <a:pt x="75057" y="183928"/>
                </a:lnTo>
                <a:close/>
                <a:moveTo>
                  <a:pt x="198215" y="270986"/>
                </a:moveTo>
                <a:lnTo>
                  <a:pt x="84582" y="270986"/>
                </a:lnTo>
                <a:lnTo>
                  <a:pt x="84582" y="216122"/>
                </a:lnTo>
                <a:lnTo>
                  <a:pt x="198215" y="216122"/>
                </a:lnTo>
                <a:lnTo>
                  <a:pt x="198215" y="270986"/>
                </a:lnTo>
                <a:close/>
                <a:moveTo>
                  <a:pt x="198215" y="206597"/>
                </a:moveTo>
                <a:lnTo>
                  <a:pt x="84582" y="206597"/>
                </a:lnTo>
                <a:lnTo>
                  <a:pt x="84582" y="193453"/>
                </a:lnTo>
                <a:lnTo>
                  <a:pt x="198215" y="193453"/>
                </a:lnTo>
                <a:lnTo>
                  <a:pt x="198215" y="206597"/>
                </a:lnTo>
                <a:close/>
                <a:moveTo>
                  <a:pt x="14192" y="57912"/>
                </a:moveTo>
                <a:lnTo>
                  <a:pt x="112776" y="57912"/>
                </a:lnTo>
                <a:lnTo>
                  <a:pt x="112776" y="178213"/>
                </a:lnTo>
                <a:lnTo>
                  <a:pt x="122301" y="178213"/>
                </a:lnTo>
                <a:lnTo>
                  <a:pt x="122301" y="48387"/>
                </a:lnTo>
                <a:lnTo>
                  <a:pt x="4667" y="48387"/>
                </a:lnTo>
                <a:lnTo>
                  <a:pt x="4667" y="280511"/>
                </a:lnTo>
                <a:lnTo>
                  <a:pt x="67247" y="280511"/>
                </a:lnTo>
                <a:lnTo>
                  <a:pt x="67247" y="270986"/>
                </a:lnTo>
                <a:lnTo>
                  <a:pt x="14192" y="270986"/>
                </a:lnTo>
                <a:lnTo>
                  <a:pt x="14192" y="57912"/>
                </a:lnTo>
                <a:close/>
                <a:moveTo>
                  <a:pt x="92488" y="70009"/>
                </a:moveTo>
                <a:lnTo>
                  <a:pt x="34862" y="70009"/>
                </a:lnTo>
                <a:lnTo>
                  <a:pt x="34862" y="79534"/>
                </a:lnTo>
                <a:lnTo>
                  <a:pt x="92488" y="79534"/>
                </a:lnTo>
                <a:lnTo>
                  <a:pt x="92488" y="70009"/>
                </a:lnTo>
                <a:close/>
                <a:moveTo>
                  <a:pt x="92488" y="98870"/>
                </a:moveTo>
                <a:lnTo>
                  <a:pt x="34862" y="98870"/>
                </a:lnTo>
                <a:lnTo>
                  <a:pt x="34862" y="108395"/>
                </a:lnTo>
                <a:lnTo>
                  <a:pt x="92488" y="108395"/>
                </a:lnTo>
                <a:lnTo>
                  <a:pt x="92488" y="98870"/>
                </a:lnTo>
                <a:close/>
                <a:moveTo>
                  <a:pt x="92488" y="127730"/>
                </a:moveTo>
                <a:lnTo>
                  <a:pt x="34862" y="127730"/>
                </a:lnTo>
                <a:lnTo>
                  <a:pt x="34862" y="137255"/>
                </a:lnTo>
                <a:lnTo>
                  <a:pt x="92488" y="137255"/>
                </a:lnTo>
                <a:lnTo>
                  <a:pt x="92488" y="127730"/>
                </a:lnTo>
                <a:close/>
                <a:moveTo>
                  <a:pt x="92488" y="156591"/>
                </a:moveTo>
                <a:lnTo>
                  <a:pt x="34862" y="156591"/>
                </a:lnTo>
                <a:lnTo>
                  <a:pt x="34862" y="166116"/>
                </a:lnTo>
                <a:lnTo>
                  <a:pt x="92488" y="166116"/>
                </a:lnTo>
                <a:lnTo>
                  <a:pt x="92488" y="156591"/>
                </a:lnTo>
                <a:close/>
                <a:moveTo>
                  <a:pt x="63627" y="185452"/>
                </a:moveTo>
                <a:lnTo>
                  <a:pt x="34766" y="185452"/>
                </a:lnTo>
                <a:lnTo>
                  <a:pt x="34766" y="194977"/>
                </a:lnTo>
                <a:lnTo>
                  <a:pt x="63627" y="194977"/>
                </a:lnTo>
                <a:lnTo>
                  <a:pt x="63627" y="185452"/>
                </a:lnTo>
                <a:close/>
                <a:moveTo>
                  <a:pt x="63627" y="214313"/>
                </a:moveTo>
                <a:lnTo>
                  <a:pt x="34766" y="214313"/>
                </a:lnTo>
                <a:lnTo>
                  <a:pt x="34766" y="223838"/>
                </a:lnTo>
                <a:lnTo>
                  <a:pt x="63627" y="223838"/>
                </a:lnTo>
                <a:lnTo>
                  <a:pt x="63627" y="214313"/>
                </a:lnTo>
                <a:close/>
                <a:moveTo>
                  <a:pt x="34766" y="252698"/>
                </a:moveTo>
                <a:lnTo>
                  <a:pt x="63627" y="252698"/>
                </a:lnTo>
                <a:lnTo>
                  <a:pt x="63627" y="243173"/>
                </a:lnTo>
                <a:lnTo>
                  <a:pt x="34766" y="243173"/>
                </a:lnTo>
                <a:lnTo>
                  <a:pt x="34766" y="252698"/>
                </a:lnTo>
                <a:close/>
                <a:moveTo>
                  <a:pt x="20479" y="9525"/>
                </a:moveTo>
                <a:lnTo>
                  <a:pt x="105442" y="9525"/>
                </a:lnTo>
                <a:lnTo>
                  <a:pt x="116491" y="38862"/>
                </a:lnTo>
                <a:lnTo>
                  <a:pt x="126587" y="38862"/>
                </a:lnTo>
                <a:lnTo>
                  <a:pt x="112014" y="0"/>
                </a:lnTo>
                <a:lnTo>
                  <a:pt x="13716" y="0"/>
                </a:lnTo>
                <a:lnTo>
                  <a:pt x="0" y="38862"/>
                </a:lnTo>
                <a:lnTo>
                  <a:pt x="10097" y="38862"/>
                </a:lnTo>
                <a:lnTo>
                  <a:pt x="20479" y="9525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36" name="Graphic 2">
            <a:extLst>
              <a:ext uri="{FF2B5EF4-FFF2-40B4-BE49-F238E27FC236}">
                <a16:creationId xmlns:a16="http://schemas.microsoft.com/office/drawing/2014/main" id="{BE822251-D395-B148-BA46-58A516DEA888}"/>
              </a:ext>
            </a:extLst>
          </p:cNvPr>
          <p:cNvGrpSpPr/>
          <p:nvPr/>
        </p:nvGrpSpPr>
        <p:grpSpPr>
          <a:xfrm>
            <a:off x="5103650" y="2913430"/>
            <a:ext cx="447863" cy="447673"/>
            <a:chOff x="4669185" y="2592228"/>
            <a:chExt cx="225552" cy="225456"/>
          </a:xfrm>
          <a:solidFill>
            <a:srgbClr val="000000"/>
          </a:solidFill>
        </p:grpSpPr>
        <p:sp>
          <p:nvSpPr>
            <p:cNvPr id="237" name="Freeform: Shape 334">
              <a:extLst>
                <a:ext uri="{FF2B5EF4-FFF2-40B4-BE49-F238E27FC236}">
                  <a16:creationId xmlns:a16="http://schemas.microsoft.com/office/drawing/2014/main" id="{0A73C0E0-D18B-314E-8A4C-5C183AD9C474}"/>
                </a:ext>
              </a:extLst>
            </p:cNvPr>
            <p:cNvSpPr/>
            <p:nvPr/>
          </p:nvSpPr>
          <p:spPr>
            <a:xfrm>
              <a:off x="4669185" y="2592228"/>
              <a:ext cx="225552" cy="225456"/>
            </a:xfrm>
            <a:custGeom>
              <a:avLst/>
              <a:gdLst>
                <a:gd name="connsiteX0" fmla="*/ 70485 w 225552"/>
                <a:gd name="connsiteY0" fmla="*/ 0 h 225456"/>
                <a:gd name="connsiteX1" fmla="*/ 0 w 225552"/>
                <a:gd name="connsiteY1" fmla="*/ 77819 h 225456"/>
                <a:gd name="connsiteX2" fmla="*/ 0 w 225552"/>
                <a:gd name="connsiteY2" fmla="*/ 148685 h 225456"/>
                <a:gd name="connsiteX3" fmla="*/ 73152 w 225552"/>
                <a:gd name="connsiteY3" fmla="*/ 225457 h 225456"/>
                <a:gd name="connsiteX4" fmla="*/ 225552 w 225552"/>
                <a:gd name="connsiteY4" fmla="*/ 225457 h 225456"/>
                <a:gd name="connsiteX5" fmla="*/ 225552 w 225552"/>
                <a:gd name="connsiteY5" fmla="*/ 0 h 225456"/>
                <a:gd name="connsiteX6" fmla="*/ 70485 w 225552"/>
                <a:gd name="connsiteY6" fmla="*/ 0 h 225456"/>
                <a:gd name="connsiteX7" fmla="*/ 216027 w 225552"/>
                <a:gd name="connsiteY7" fmla="*/ 216027 h 225456"/>
                <a:gd name="connsiteX8" fmla="*/ 77248 w 225552"/>
                <a:gd name="connsiteY8" fmla="*/ 216027 h 225456"/>
                <a:gd name="connsiteX9" fmla="*/ 9525 w 225552"/>
                <a:gd name="connsiteY9" fmla="*/ 144971 h 225456"/>
                <a:gd name="connsiteX10" fmla="*/ 9525 w 225552"/>
                <a:gd name="connsiteY10" fmla="*/ 81534 h 225456"/>
                <a:gd name="connsiteX11" fmla="*/ 74676 w 225552"/>
                <a:gd name="connsiteY11" fmla="*/ 9525 h 225456"/>
                <a:gd name="connsiteX12" fmla="*/ 216027 w 225552"/>
                <a:gd name="connsiteY12" fmla="*/ 9525 h 225456"/>
                <a:gd name="connsiteX13" fmla="*/ 216027 w 225552"/>
                <a:gd name="connsiteY13" fmla="*/ 216027 h 225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5552" h="225456">
                  <a:moveTo>
                    <a:pt x="70485" y="0"/>
                  </a:moveTo>
                  <a:lnTo>
                    <a:pt x="0" y="77819"/>
                  </a:lnTo>
                  <a:lnTo>
                    <a:pt x="0" y="148685"/>
                  </a:lnTo>
                  <a:lnTo>
                    <a:pt x="73152" y="225457"/>
                  </a:lnTo>
                  <a:lnTo>
                    <a:pt x="225552" y="225457"/>
                  </a:lnTo>
                  <a:lnTo>
                    <a:pt x="225552" y="0"/>
                  </a:lnTo>
                  <a:lnTo>
                    <a:pt x="70485" y="0"/>
                  </a:lnTo>
                  <a:close/>
                  <a:moveTo>
                    <a:pt x="216027" y="216027"/>
                  </a:moveTo>
                  <a:lnTo>
                    <a:pt x="77248" y="216027"/>
                  </a:lnTo>
                  <a:lnTo>
                    <a:pt x="9525" y="144971"/>
                  </a:lnTo>
                  <a:lnTo>
                    <a:pt x="9525" y="81534"/>
                  </a:lnTo>
                  <a:lnTo>
                    <a:pt x="74676" y="9525"/>
                  </a:lnTo>
                  <a:lnTo>
                    <a:pt x="216027" y="9525"/>
                  </a:lnTo>
                  <a:lnTo>
                    <a:pt x="216027" y="216027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38" name="Freeform: Shape 335">
              <a:extLst>
                <a:ext uri="{FF2B5EF4-FFF2-40B4-BE49-F238E27FC236}">
                  <a16:creationId xmlns:a16="http://schemas.microsoft.com/office/drawing/2014/main" id="{D2193EBC-EB9D-EB4F-B79D-62B7143F6B56}"/>
                </a:ext>
              </a:extLst>
            </p:cNvPr>
            <p:cNvSpPr/>
            <p:nvPr/>
          </p:nvSpPr>
          <p:spPr>
            <a:xfrm>
              <a:off x="4759101" y="2620899"/>
              <a:ext cx="35623" cy="35623"/>
            </a:xfrm>
            <a:custGeom>
              <a:avLst/>
              <a:gdLst>
                <a:gd name="connsiteX0" fmla="*/ 35624 w 35623"/>
                <a:gd name="connsiteY0" fmla="*/ 17812 h 35623"/>
                <a:gd name="connsiteX1" fmla="*/ 17812 w 35623"/>
                <a:gd name="connsiteY1" fmla="*/ 35624 h 35623"/>
                <a:gd name="connsiteX2" fmla="*/ 0 w 35623"/>
                <a:gd name="connsiteY2" fmla="*/ 17812 h 35623"/>
                <a:gd name="connsiteX3" fmla="*/ 17812 w 35623"/>
                <a:gd name="connsiteY3" fmla="*/ 0 h 35623"/>
                <a:gd name="connsiteX4" fmla="*/ 35624 w 35623"/>
                <a:gd name="connsiteY4" fmla="*/ 17812 h 35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623" h="35623">
                  <a:moveTo>
                    <a:pt x="35624" y="17812"/>
                  </a:moveTo>
                  <a:cubicBezTo>
                    <a:pt x="35624" y="27649"/>
                    <a:pt x="27649" y="35624"/>
                    <a:pt x="17812" y="35624"/>
                  </a:cubicBezTo>
                  <a:cubicBezTo>
                    <a:pt x="7975" y="35624"/>
                    <a:pt x="0" y="27649"/>
                    <a:pt x="0" y="17812"/>
                  </a:cubicBezTo>
                  <a:cubicBezTo>
                    <a:pt x="0" y="7975"/>
                    <a:pt x="7975" y="0"/>
                    <a:pt x="17812" y="0"/>
                  </a:cubicBezTo>
                  <a:cubicBezTo>
                    <a:pt x="27649" y="0"/>
                    <a:pt x="35624" y="7975"/>
                    <a:pt x="35624" y="17812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39" name="Freeform: Shape 336">
              <a:extLst>
                <a:ext uri="{FF2B5EF4-FFF2-40B4-BE49-F238E27FC236}">
                  <a16:creationId xmlns:a16="http://schemas.microsoft.com/office/drawing/2014/main" id="{931D3258-AB0F-634B-9AB2-4CFF07C80F1F}"/>
                </a:ext>
              </a:extLst>
            </p:cNvPr>
            <p:cNvSpPr/>
            <p:nvPr/>
          </p:nvSpPr>
          <p:spPr>
            <a:xfrm>
              <a:off x="4759101" y="2690907"/>
              <a:ext cx="35623" cy="35623"/>
            </a:xfrm>
            <a:custGeom>
              <a:avLst/>
              <a:gdLst>
                <a:gd name="connsiteX0" fmla="*/ 35624 w 35623"/>
                <a:gd name="connsiteY0" fmla="*/ 17812 h 35623"/>
                <a:gd name="connsiteX1" fmla="*/ 17812 w 35623"/>
                <a:gd name="connsiteY1" fmla="*/ 35624 h 35623"/>
                <a:gd name="connsiteX2" fmla="*/ 0 w 35623"/>
                <a:gd name="connsiteY2" fmla="*/ 17812 h 35623"/>
                <a:gd name="connsiteX3" fmla="*/ 17812 w 35623"/>
                <a:gd name="connsiteY3" fmla="*/ 0 h 35623"/>
                <a:gd name="connsiteX4" fmla="*/ 35624 w 35623"/>
                <a:gd name="connsiteY4" fmla="*/ 17812 h 35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623" h="35623">
                  <a:moveTo>
                    <a:pt x="35624" y="17812"/>
                  </a:moveTo>
                  <a:cubicBezTo>
                    <a:pt x="35624" y="27649"/>
                    <a:pt x="27649" y="35624"/>
                    <a:pt x="17812" y="35624"/>
                  </a:cubicBezTo>
                  <a:cubicBezTo>
                    <a:pt x="7975" y="35624"/>
                    <a:pt x="0" y="27649"/>
                    <a:pt x="0" y="17812"/>
                  </a:cubicBezTo>
                  <a:cubicBezTo>
                    <a:pt x="0" y="7975"/>
                    <a:pt x="7975" y="0"/>
                    <a:pt x="17812" y="0"/>
                  </a:cubicBezTo>
                  <a:cubicBezTo>
                    <a:pt x="27649" y="0"/>
                    <a:pt x="35624" y="7975"/>
                    <a:pt x="35624" y="17812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40" name="Freeform: Shape 337">
              <a:extLst>
                <a:ext uri="{FF2B5EF4-FFF2-40B4-BE49-F238E27FC236}">
                  <a16:creationId xmlns:a16="http://schemas.microsoft.com/office/drawing/2014/main" id="{8B819EA3-24AF-3C46-8E30-369B00AA02E3}"/>
                </a:ext>
              </a:extLst>
            </p:cNvPr>
            <p:cNvSpPr/>
            <p:nvPr/>
          </p:nvSpPr>
          <p:spPr>
            <a:xfrm>
              <a:off x="4689593" y="2690931"/>
              <a:ext cx="35575" cy="35575"/>
            </a:xfrm>
            <a:custGeom>
              <a:avLst/>
              <a:gdLst>
                <a:gd name="connsiteX0" fmla="*/ 5215 w 35575"/>
                <a:gd name="connsiteY0" fmla="*/ 5215 h 35575"/>
                <a:gd name="connsiteX1" fmla="*/ 5215 w 35575"/>
                <a:gd name="connsiteY1" fmla="*/ 30361 h 35575"/>
                <a:gd name="connsiteX2" fmla="*/ 30361 w 35575"/>
                <a:gd name="connsiteY2" fmla="*/ 30361 h 35575"/>
                <a:gd name="connsiteX3" fmla="*/ 30361 w 35575"/>
                <a:gd name="connsiteY3" fmla="*/ 5215 h 35575"/>
                <a:gd name="connsiteX4" fmla="*/ 5215 w 35575"/>
                <a:gd name="connsiteY4" fmla="*/ 5215 h 3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575" h="35575">
                  <a:moveTo>
                    <a:pt x="5215" y="5215"/>
                  </a:moveTo>
                  <a:cubicBezTo>
                    <a:pt x="-1738" y="12168"/>
                    <a:pt x="-1738" y="23408"/>
                    <a:pt x="5215" y="30361"/>
                  </a:cubicBezTo>
                  <a:cubicBezTo>
                    <a:pt x="12168" y="37314"/>
                    <a:pt x="23408" y="37314"/>
                    <a:pt x="30361" y="30361"/>
                  </a:cubicBezTo>
                  <a:cubicBezTo>
                    <a:pt x="37314" y="23408"/>
                    <a:pt x="37314" y="12168"/>
                    <a:pt x="30361" y="5215"/>
                  </a:cubicBezTo>
                  <a:cubicBezTo>
                    <a:pt x="23408" y="-1738"/>
                    <a:pt x="12168" y="-1738"/>
                    <a:pt x="5215" y="521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41" name="Freeform: Shape 338">
              <a:extLst>
                <a:ext uri="{FF2B5EF4-FFF2-40B4-BE49-F238E27FC236}">
                  <a16:creationId xmlns:a16="http://schemas.microsoft.com/office/drawing/2014/main" id="{84DA5287-BD44-994D-8997-5664A7753C91}"/>
                </a:ext>
              </a:extLst>
            </p:cNvPr>
            <p:cNvSpPr/>
            <p:nvPr/>
          </p:nvSpPr>
          <p:spPr>
            <a:xfrm>
              <a:off x="4759101" y="2760535"/>
              <a:ext cx="35623" cy="35623"/>
            </a:xfrm>
            <a:custGeom>
              <a:avLst/>
              <a:gdLst>
                <a:gd name="connsiteX0" fmla="*/ 35624 w 35623"/>
                <a:gd name="connsiteY0" fmla="*/ 17812 h 35623"/>
                <a:gd name="connsiteX1" fmla="*/ 17812 w 35623"/>
                <a:gd name="connsiteY1" fmla="*/ 35624 h 35623"/>
                <a:gd name="connsiteX2" fmla="*/ 0 w 35623"/>
                <a:gd name="connsiteY2" fmla="*/ 17812 h 35623"/>
                <a:gd name="connsiteX3" fmla="*/ 17812 w 35623"/>
                <a:gd name="connsiteY3" fmla="*/ 0 h 35623"/>
                <a:gd name="connsiteX4" fmla="*/ 35624 w 35623"/>
                <a:gd name="connsiteY4" fmla="*/ 17812 h 35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623" h="35623">
                  <a:moveTo>
                    <a:pt x="35624" y="17812"/>
                  </a:moveTo>
                  <a:cubicBezTo>
                    <a:pt x="35624" y="27649"/>
                    <a:pt x="27649" y="35624"/>
                    <a:pt x="17812" y="35624"/>
                  </a:cubicBezTo>
                  <a:cubicBezTo>
                    <a:pt x="7975" y="35624"/>
                    <a:pt x="0" y="27649"/>
                    <a:pt x="0" y="17812"/>
                  </a:cubicBezTo>
                  <a:cubicBezTo>
                    <a:pt x="0" y="7975"/>
                    <a:pt x="7975" y="0"/>
                    <a:pt x="17812" y="0"/>
                  </a:cubicBezTo>
                  <a:cubicBezTo>
                    <a:pt x="27649" y="0"/>
                    <a:pt x="35624" y="7975"/>
                    <a:pt x="35624" y="17812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42" name="Freeform: Shape 339">
              <a:extLst>
                <a:ext uri="{FF2B5EF4-FFF2-40B4-BE49-F238E27FC236}">
                  <a16:creationId xmlns:a16="http://schemas.microsoft.com/office/drawing/2014/main" id="{18EA8EF4-284B-E74E-92D9-C6AC3C4F1E24}"/>
                </a:ext>
              </a:extLst>
            </p:cNvPr>
            <p:cNvSpPr/>
            <p:nvPr/>
          </p:nvSpPr>
          <p:spPr>
            <a:xfrm rot="-2700000">
              <a:off x="4725256" y="2671810"/>
              <a:ext cx="38480" cy="5905"/>
            </a:xfrm>
            <a:custGeom>
              <a:avLst/>
              <a:gdLst>
                <a:gd name="connsiteX0" fmla="*/ 0 w 38480"/>
                <a:gd name="connsiteY0" fmla="*/ 0 h 5905"/>
                <a:gd name="connsiteX1" fmla="*/ 38481 w 38480"/>
                <a:gd name="connsiteY1" fmla="*/ 0 h 5905"/>
                <a:gd name="connsiteX2" fmla="*/ 38481 w 38480"/>
                <a:gd name="connsiteY2" fmla="*/ 5905 h 5905"/>
                <a:gd name="connsiteX3" fmla="*/ 0 w 38480"/>
                <a:gd name="connsiteY3" fmla="*/ 5905 h 5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480" h="5905">
                  <a:moveTo>
                    <a:pt x="0" y="0"/>
                  </a:moveTo>
                  <a:lnTo>
                    <a:pt x="38481" y="0"/>
                  </a:lnTo>
                  <a:lnTo>
                    <a:pt x="38481" y="5905"/>
                  </a:lnTo>
                  <a:lnTo>
                    <a:pt x="0" y="5905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43" name="Freeform: Shape 340">
              <a:extLst>
                <a:ext uri="{FF2B5EF4-FFF2-40B4-BE49-F238E27FC236}">
                  <a16:creationId xmlns:a16="http://schemas.microsoft.com/office/drawing/2014/main" id="{105991AE-8873-1743-896D-DC2E4645327A}"/>
                </a:ext>
              </a:extLst>
            </p:cNvPr>
            <p:cNvSpPr/>
            <p:nvPr/>
          </p:nvSpPr>
          <p:spPr>
            <a:xfrm rot="-2700243">
              <a:off x="4741695" y="2725970"/>
              <a:ext cx="5905" cy="38483"/>
            </a:xfrm>
            <a:custGeom>
              <a:avLst/>
              <a:gdLst>
                <a:gd name="connsiteX0" fmla="*/ 0 w 5905"/>
                <a:gd name="connsiteY0" fmla="*/ 0 h 38483"/>
                <a:gd name="connsiteX1" fmla="*/ 5906 w 5905"/>
                <a:gd name="connsiteY1" fmla="*/ 0 h 38483"/>
                <a:gd name="connsiteX2" fmla="*/ 5906 w 5905"/>
                <a:gd name="connsiteY2" fmla="*/ 38483 h 38483"/>
                <a:gd name="connsiteX3" fmla="*/ 0 w 5905"/>
                <a:gd name="connsiteY3" fmla="*/ 38483 h 38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05" h="38483">
                  <a:moveTo>
                    <a:pt x="0" y="0"/>
                  </a:moveTo>
                  <a:lnTo>
                    <a:pt x="5906" y="0"/>
                  </a:lnTo>
                  <a:lnTo>
                    <a:pt x="5906" y="38483"/>
                  </a:lnTo>
                  <a:lnTo>
                    <a:pt x="0" y="38483"/>
                  </a:lnTo>
                  <a:close/>
                </a:path>
              </a:pathLst>
            </a:custGeom>
            <a:solidFill>
              <a:srgbClr val="000000"/>
            </a:solidFill>
            <a:ln w="95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44" name="Freeform: Shape 341">
              <a:extLst>
                <a:ext uri="{FF2B5EF4-FFF2-40B4-BE49-F238E27FC236}">
                  <a16:creationId xmlns:a16="http://schemas.microsoft.com/office/drawing/2014/main" id="{554D44E6-DBF3-2E4A-8ACB-B9D2D8E5B42B}"/>
                </a:ext>
              </a:extLst>
            </p:cNvPr>
            <p:cNvSpPr/>
            <p:nvPr/>
          </p:nvSpPr>
          <p:spPr>
            <a:xfrm>
              <a:off x="4734813" y="2705766"/>
              <a:ext cx="21050" cy="5905"/>
            </a:xfrm>
            <a:custGeom>
              <a:avLst/>
              <a:gdLst>
                <a:gd name="connsiteX0" fmla="*/ 0 w 21050"/>
                <a:gd name="connsiteY0" fmla="*/ 0 h 5905"/>
                <a:gd name="connsiteX1" fmla="*/ 21050 w 21050"/>
                <a:gd name="connsiteY1" fmla="*/ 0 h 5905"/>
                <a:gd name="connsiteX2" fmla="*/ 21050 w 21050"/>
                <a:gd name="connsiteY2" fmla="*/ 5906 h 5905"/>
                <a:gd name="connsiteX3" fmla="*/ 0 w 21050"/>
                <a:gd name="connsiteY3" fmla="*/ 5906 h 5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050" h="5905">
                  <a:moveTo>
                    <a:pt x="0" y="0"/>
                  </a:moveTo>
                  <a:lnTo>
                    <a:pt x="21050" y="0"/>
                  </a:lnTo>
                  <a:lnTo>
                    <a:pt x="21050" y="5906"/>
                  </a:lnTo>
                  <a:lnTo>
                    <a:pt x="0" y="5906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45" name="Freeform: Shape 342">
              <a:extLst>
                <a:ext uri="{FF2B5EF4-FFF2-40B4-BE49-F238E27FC236}">
                  <a16:creationId xmlns:a16="http://schemas.microsoft.com/office/drawing/2014/main" id="{41C3019C-6C75-0F4E-A037-1CB94B628E3E}"/>
                </a:ext>
              </a:extLst>
            </p:cNvPr>
            <p:cNvSpPr/>
            <p:nvPr/>
          </p:nvSpPr>
          <p:spPr>
            <a:xfrm>
              <a:off x="4803774" y="2622708"/>
              <a:ext cx="71247" cy="32004"/>
            </a:xfrm>
            <a:custGeom>
              <a:avLst/>
              <a:gdLst>
                <a:gd name="connsiteX0" fmla="*/ 43529 w 71247"/>
                <a:gd name="connsiteY0" fmla="*/ 32004 h 32004"/>
                <a:gd name="connsiteX1" fmla="*/ 71247 w 71247"/>
                <a:gd name="connsiteY1" fmla="*/ 16002 h 32004"/>
                <a:gd name="connsiteX2" fmla="*/ 43529 w 71247"/>
                <a:gd name="connsiteY2" fmla="*/ 0 h 32004"/>
                <a:gd name="connsiteX3" fmla="*/ 43529 w 71247"/>
                <a:gd name="connsiteY3" fmla="*/ 10001 h 32004"/>
                <a:gd name="connsiteX4" fmla="*/ 0 w 71247"/>
                <a:gd name="connsiteY4" fmla="*/ 10001 h 32004"/>
                <a:gd name="connsiteX5" fmla="*/ 0 w 71247"/>
                <a:gd name="connsiteY5" fmla="*/ 21908 h 32004"/>
                <a:gd name="connsiteX6" fmla="*/ 43529 w 71247"/>
                <a:gd name="connsiteY6" fmla="*/ 21908 h 32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1247" h="32004">
                  <a:moveTo>
                    <a:pt x="43529" y="32004"/>
                  </a:moveTo>
                  <a:lnTo>
                    <a:pt x="71247" y="16002"/>
                  </a:lnTo>
                  <a:lnTo>
                    <a:pt x="43529" y="0"/>
                  </a:lnTo>
                  <a:lnTo>
                    <a:pt x="43529" y="10001"/>
                  </a:lnTo>
                  <a:lnTo>
                    <a:pt x="0" y="10001"/>
                  </a:lnTo>
                  <a:lnTo>
                    <a:pt x="0" y="21908"/>
                  </a:lnTo>
                  <a:lnTo>
                    <a:pt x="43529" y="21908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46" name="Freeform: Shape 343">
              <a:extLst>
                <a:ext uri="{FF2B5EF4-FFF2-40B4-BE49-F238E27FC236}">
                  <a16:creationId xmlns:a16="http://schemas.microsoft.com/office/drawing/2014/main" id="{19229B4A-B5E7-9D45-A2D9-2EC5CC0DD25D}"/>
                </a:ext>
              </a:extLst>
            </p:cNvPr>
            <p:cNvSpPr/>
            <p:nvPr/>
          </p:nvSpPr>
          <p:spPr>
            <a:xfrm>
              <a:off x="4803774" y="2692717"/>
              <a:ext cx="71247" cy="32004"/>
            </a:xfrm>
            <a:custGeom>
              <a:avLst/>
              <a:gdLst>
                <a:gd name="connsiteX0" fmla="*/ 43529 w 71247"/>
                <a:gd name="connsiteY0" fmla="*/ 32004 h 32004"/>
                <a:gd name="connsiteX1" fmla="*/ 71247 w 71247"/>
                <a:gd name="connsiteY1" fmla="*/ 16002 h 32004"/>
                <a:gd name="connsiteX2" fmla="*/ 43529 w 71247"/>
                <a:gd name="connsiteY2" fmla="*/ 0 h 32004"/>
                <a:gd name="connsiteX3" fmla="*/ 43529 w 71247"/>
                <a:gd name="connsiteY3" fmla="*/ 10097 h 32004"/>
                <a:gd name="connsiteX4" fmla="*/ 0 w 71247"/>
                <a:gd name="connsiteY4" fmla="*/ 10097 h 32004"/>
                <a:gd name="connsiteX5" fmla="*/ 0 w 71247"/>
                <a:gd name="connsiteY5" fmla="*/ 22003 h 32004"/>
                <a:gd name="connsiteX6" fmla="*/ 43529 w 71247"/>
                <a:gd name="connsiteY6" fmla="*/ 22003 h 32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1247" h="32004">
                  <a:moveTo>
                    <a:pt x="43529" y="32004"/>
                  </a:moveTo>
                  <a:lnTo>
                    <a:pt x="71247" y="16002"/>
                  </a:lnTo>
                  <a:lnTo>
                    <a:pt x="43529" y="0"/>
                  </a:lnTo>
                  <a:lnTo>
                    <a:pt x="43529" y="10097"/>
                  </a:lnTo>
                  <a:lnTo>
                    <a:pt x="0" y="10097"/>
                  </a:lnTo>
                  <a:lnTo>
                    <a:pt x="0" y="22003"/>
                  </a:lnTo>
                  <a:lnTo>
                    <a:pt x="43529" y="22003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47" name="Freeform: Shape 344">
              <a:extLst>
                <a:ext uri="{FF2B5EF4-FFF2-40B4-BE49-F238E27FC236}">
                  <a16:creationId xmlns:a16="http://schemas.microsoft.com/office/drawing/2014/main" id="{05D692BF-C87E-CA4C-B647-B10D14A11854}"/>
                </a:ext>
              </a:extLst>
            </p:cNvPr>
            <p:cNvSpPr/>
            <p:nvPr/>
          </p:nvSpPr>
          <p:spPr>
            <a:xfrm>
              <a:off x="4803774" y="2762345"/>
              <a:ext cx="71247" cy="32004"/>
            </a:xfrm>
            <a:custGeom>
              <a:avLst/>
              <a:gdLst>
                <a:gd name="connsiteX0" fmla="*/ 43529 w 71247"/>
                <a:gd name="connsiteY0" fmla="*/ 32004 h 32004"/>
                <a:gd name="connsiteX1" fmla="*/ 71247 w 71247"/>
                <a:gd name="connsiteY1" fmla="*/ 16002 h 32004"/>
                <a:gd name="connsiteX2" fmla="*/ 43529 w 71247"/>
                <a:gd name="connsiteY2" fmla="*/ 0 h 32004"/>
                <a:gd name="connsiteX3" fmla="*/ 43529 w 71247"/>
                <a:gd name="connsiteY3" fmla="*/ 10096 h 32004"/>
                <a:gd name="connsiteX4" fmla="*/ 0 w 71247"/>
                <a:gd name="connsiteY4" fmla="*/ 10096 h 32004"/>
                <a:gd name="connsiteX5" fmla="*/ 0 w 71247"/>
                <a:gd name="connsiteY5" fmla="*/ 21907 h 32004"/>
                <a:gd name="connsiteX6" fmla="*/ 43529 w 71247"/>
                <a:gd name="connsiteY6" fmla="*/ 21907 h 32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1247" h="32004">
                  <a:moveTo>
                    <a:pt x="43529" y="32004"/>
                  </a:moveTo>
                  <a:lnTo>
                    <a:pt x="71247" y="16002"/>
                  </a:lnTo>
                  <a:lnTo>
                    <a:pt x="43529" y="0"/>
                  </a:lnTo>
                  <a:lnTo>
                    <a:pt x="43529" y="10096"/>
                  </a:lnTo>
                  <a:lnTo>
                    <a:pt x="0" y="10096"/>
                  </a:lnTo>
                  <a:lnTo>
                    <a:pt x="0" y="21907"/>
                  </a:lnTo>
                  <a:lnTo>
                    <a:pt x="43529" y="21907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51395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C5AA0D1-FD68-42B0-B79D-F39AAEAD2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Iconography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0421FEEE-5F60-406D-869A-4E7D45E6A09F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r>
              <a:rPr lang="en-US" dirty="0"/>
              <a:t>Use these icon for creating technical diagrams</a:t>
            </a: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C322CA08-4A0A-41BE-AB4D-3875672A3C6D}"/>
              </a:ext>
            </a:extLst>
          </p:cNvPr>
          <p:cNvSpPr/>
          <p:nvPr/>
        </p:nvSpPr>
        <p:spPr>
          <a:xfrm>
            <a:off x="792204" y="157953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/>
            </a:pathLst>
          </a:custGeom>
          <a:noFill/>
          <a:ln w="9525" cap="flat">
            <a:solidFill>
              <a:srgbClr val="717074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BC95196B-28FA-47CD-92C6-12E574C00682}"/>
              </a:ext>
            </a:extLst>
          </p:cNvPr>
          <p:cNvSpPr/>
          <p:nvPr/>
        </p:nvSpPr>
        <p:spPr>
          <a:xfrm>
            <a:off x="792204" y="157953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/>
            </a:pathLst>
          </a:custGeom>
          <a:noFill/>
          <a:ln w="3810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CEEB60F-5BD8-4ABA-8CD4-9E59A04E3D51}"/>
              </a:ext>
            </a:extLst>
          </p:cNvPr>
          <p:cNvSpPr/>
          <p:nvPr/>
        </p:nvSpPr>
        <p:spPr>
          <a:xfrm>
            <a:off x="792204" y="157953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/>
            </a:pathLst>
          </a:custGeom>
          <a:noFill/>
          <a:ln w="9525" cap="flat">
            <a:solidFill>
              <a:srgbClr val="00698D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DB84826-ED53-4A2E-A3A4-7893CC5D54B7}"/>
              </a:ext>
            </a:extLst>
          </p:cNvPr>
          <p:cNvSpPr/>
          <p:nvPr/>
        </p:nvSpPr>
        <p:spPr>
          <a:xfrm>
            <a:off x="792204" y="157953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/>
            </a:pathLst>
          </a:custGeom>
          <a:noFill/>
          <a:ln w="9525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grpSp>
        <p:nvGrpSpPr>
          <p:cNvPr id="10" name="Graphic 2">
            <a:extLst>
              <a:ext uri="{FF2B5EF4-FFF2-40B4-BE49-F238E27FC236}">
                <a16:creationId xmlns:a16="http://schemas.microsoft.com/office/drawing/2014/main" id="{89980954-E44E-4233-96AB-F5E4ED36C171}"/>
              </a:ext>
            </a:extLst>
          </p:cNvPr>
          <p:cNvGrpSpPr/>
          <p:nvPr/>
        </p:nvGrpSpPr>
        <p:grpSpPr>
          <a:xfrm>
            <a:off x="656568" y="1579530"/>
            <a:ext cx="280797" cy="253079"/>
            <a:chOff x="4148168" y="1666875"/>
            <a:chExt cx="280797" cy="253079"/>
          </a:xfrm>
          <a:solidFill>
            <a:srgbClr val="000000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ED5C0C2-877A-4D9A-9506-DFAF3E45143B}"/>
                </a:ext>
              </a:extLst>
            </p:cNvPr>
            <p:cNvSpPr/>
            <p:nvPr/>
          </p:nvSpPr>
          <p:spPr>
            <a:xfrm>
              <a:off x="4232251" y="1864137"/>
              <a:ext cx="112550" cy="55816"/>
            </a:xfrm>
            <a:custGeom>
              <a:avLst/>
              <a:gdLst>
                <a:gd name="connsiteX0" fmla="*/ 101940 w 112550"/>
                <a:gd name="connsiteY0" fmla="*/ 55817 h 55816"/>
                <a:gd name="connsiteX1" fmla="*/ 10691 w 112550"/>
                <a:gd name="connsiteY1" fmla="*/ 55817 h 55816"/>
                <a:gd name="connsiteX2" fmla="*/ 499 w 112550"/>
                <a:gd name="connsiteY2" fmla="*/ 48292 h 55816"/>
                <a:gd name="connsiteX3" fmla="*/ 4690 w 112550"/>
                <a:gd name="connsiteY3" fmla="*/ 36195 h 55816"/>
                <a:gd name="connsiteX4" fmla="*/ 24788 w 112550"/>
                <a:gd name="connsiteY4" fmla="*/ 26765 h 55816"/>
                <a:gd name="connsiteX5" fmla="*/ 29264 w 112550"/>
                <a:gd name="connsiteY5" fmla="*/ 0 h 55816"/>
                <a:gd name="connsiteX6" fmla="*/ 38694 w 112550"/>
                <a:gd name="connsiteY6" fmla="*/ 1524 h 55816"/>
                <a:gd name="connsiteX7" fmla="*/ 33360 w 112550"/>
                <a:gd name="connsiteY7" fmla="*/ 33623 h 55816"/>
                <a:gd name="connsiteX8" fmla="*/ 30788 w 112550"/>
                <a:gd name="connsiteY8" fmla="*/ 34576 h 55816"/>
                <a:gd name="connsiteX9" fmla="*/ 10119 w 112550"/>
                <a:gd name="connsiteY9" fmla="*/ 44006 h 55816"/>
                <a:gd name="connsiteX10" fmla="*/ 9643 w 112550"/>
                <a:gd name="connsiteY10" fmla="*/ 45434 h 55816"/>
                <a:gd name="connsiteX11" fmla="*/ 10691 w 112550"/>
                <a:gd name="connsiteY11" fmla="*/ 46292 h 55816"/>
                <a:gd name="connsiteX12" fmla="*/ 101940 w 112550"/>
                <a:gd name="connsiteY12" fmla="*/ 46292 h 55816"/>
                <a:gd name="connsiteX13" fmla="*/ 102988 w 112550"/>
                <a:gd name="connsiteY13" fmla="*/ 45434 h 55816"/>
                <a:gd name="connsiteX14" fmla="*/ 102607 w 112550"/>
                <a:gd name="connsiteY14" fmla="*/ 44101 h 55816"/>
                <a:gd name="connsiteX15" fmla="*/ 81938 w 112550"/>
                <a:gd name="connsiteY15" fmla="*/ 34671 h 55816"/>
                <a:gd name="connsiteX16" fmla="*/ 79271 w 112550"/>
                <a:gd name="connsiteY16" fmla="*/ 33623 h 55816"/>
                <a:gd name="connsiteX17" fmla="*/ 75365 w 112550"/>
                <a:gd name="connsiteY17" fmla="*/ 1334 h 55816"/>
                <a:gd name="connsiteX18" fmla="*/ 84795 w 112550"/>
                <a:gd name="connsiteY18" fmla="*/ 191 h 55816"/>
                <a:gd name="connsiteX19" fmla="*/ 88034 w 112550"/>
                <a:gd name="connsiteY19" fmla="*/ 26861 h 55816"/>
                <a:gd name="connsiteX20" fmla="*/ 108036 w 112550"/>
                <a:gd name="connsiteY20" fmla="*/ 36386 h 55816"/>
                <a:gd name="connsiteX21" fmla="*/ 112037 w 112550"/>
                <a:gd name="connsiteY21" fmla="*/ 48387 h 55816"/>
                <a:gd name="connsiteX22" fmla="*/ 101940 w 112550"/>
                <a:gd name="connsiteY22" fmla="*/ 55817 h 558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2550" h="55816">
                  <a:moveTo>
                    <a:pt x="101940" y="55817"/>
                  </a:moveTo>
                  <a:lnTo>
                    <a:pt x="10691" y="55817"/>
                  </a:lnTo>
                  <a:cubicBezTo>
                    <a:pt x="6023" y="55817"/>
                    <a:pt x="1928" y="52769"/>
                    <a:pt x="499" y="48292"/>
                  </a:cubicBezTo>
                  <a:cubicBezTo>
                    <a:pt x="-930" y="43720"/>
                    <a:pt x="785" y="38862"/>
                    <a:pt x="4690" y="36195"/>
                  </a:cubicBezTo>
                  <a:cubicBezTo>
                    <a:pt x="9071" y="33242"/>
                    <a:pt x="18311" y="29337"/>
                    <a:pt x="24788" y="26765"/>
                  </a:cubicBezTo>
                  <a:lnTo>
                    <a:pt x="29264" y="0"/>
                  </a:lnTo>
                  <a:lnTo>
                    <a:pt x="38694" y="1524"/>
                  </a:lnTo>
                  <a:lnTo>
                    <a:pt x="33360" y="33623"/>
                  </a:lnTo>
                  <a:lnTo>
                    <a:pt x="30788" y="34576"/>
                  </a:lnTo>
                  <a:cubicBezTo>
                    <a:pt x="23073" y="37529"/>
                    <a:pt x="13643" y="41624"/>
                    <a:pt x="10119" y="44006"/>
                  </a:cubicBezTo>
                  <a:cubicBezTo>
                    <a:pt x="9643" y="44291"/>
                    <a:pt x="9452" y="44863"/>
                    <a:pt x="9643" y="45434"/>
                  </a:cubicBezTo>
                  <a:cubicBezTo>
                    <a:pt x="9833" y="45911"/>
                    <a:pt x="10214" y="46292"/>
                    <a:pt x="10691" y="46292"/>
                  </a:cubicBezTo>
                  <a:lnTo>
                    <a:pt x="101940" y="46292"/>
                  </a:lnTo>
                  <a:cubicBezTo>
                    <a:pt x="102416" y="46292"/>
                    <a:pt x="102797" y="46006"/>
                    <a:pt x="102988" y="45434"/>
                  </a:cubicBezTo>
                  <a:cubicBezTo>
                    <a:pt x="103178" y="44958"/>
                    <a:pt x="102988" y="44387"/>
                    <a:pt x="102607" y="44101"/>
                  </a:cubicBezTo>
                  <a:cubicBezTo>
                    <a:pt x="99749" y="42101"/>
                    <a:pt x="92034" y="38576"/>
                    <a:pt x="81938" y="34671"/>
                  </a:cubicBezTo>
                  <a:lnTo>
                    <a:pt x="79271" y="33623"/>
                  </a:lnTo>
                  <a:lnTo>
                    <a:pt x="75365" y="1334"/>
                  </a:lnTo>
                  <a:lnTo>
                    <a:pt x="84795" y="191"/>
                  </a:lnTo>
                  <a:lnTo>
                    <a:pt x="88034" y="26861"/>
                  </a:lnTo>
                  <a:cubicBezTo>
                    <a:pt x="94606" y="29432"/>
                    <a:pt x="103845" y="33433"/>
                    <a:pt x="108036" y="36386"/>
                  </a:cubicBezTo>
                  <a:cubicBezTo>
                    <a:pt x="111846" y="39053"/>
                    <a:pt x="113465" y="43910"/>
                    <a:pt x="112037" y="48387"/>
                  </a:cubicBezTo>
                  <a:cubicBezTo>
                    <a:pt x="110608" y="52864"/>
                    <a:pt x="106512" y="55817"/>
                    <a:pt x="101940" y="55817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19EED93-1D46-4C72-8769-504724508DD8}"/>
                </a:ext>
              </a:extLst>
            </p:cNvPr>
            <p:cNvSpPr/>
            <p:nvPr/>
          </p:nvSpPr>
          <p:spPr>
            <a:xfrm>
              <a:off x="4148168" y="1666875"/>
              <a:ext cx="280797" cy="188404"/>
            </a:xfrm>
            <a:custGeom>
              <a:avLst/>
              <a:gdLst>
                <a:gd name="connsiteX0" fmla="*/ 265557 w 280797"/>
                <a:gd name="connsiteY0" fmla="*/ 9525 h 188404"/>
                <a:gd name="connsiteX1" fmla="*/ 271272 w 280797"/>
                <a:gd name="connsiteY1" fmla="*/ 15335 h 188404"/>
                <a:gd name="connsiteX2" fmla="*/ 271272 w 280797"/>
                <a:gd name="connsiteY2" fmla="*/ 173736 h 188404"/>
                <a:gd name="connsiteX3" fmla="*/ 266224 w 280797"/>
                <a:gd name="connsiteY3" fmla="*/ 178880 h 188404"/>
                <a:gd name="connsiteX4" fmla="*/ 14097 w 280797"/>
                <a:gd name="connsiteY4" fmla="*/ 178880 h 188404"/>
                <a:gd name="connsiteX5" fmla="*/ 9525 w 280797"/>
                <a:gd name="connsiteY5" fmla="*/ 174212 h 188404"/>
                <a:gd name="connsiteX6" fmla="*/ 9525 w 280797"/>
                <a:gd name="connsiteY6" fmla="*/ 14097 h 188404"/>
                <a:gd name="connsiteX7" fmla="*/ 14002 w 280797"/>
                <a:gd name="connsiteY7" fmla="*/ 9525 h 188404"/>
                <a:gd name="connsiteX8" fmla="*/ 265557 w 280797"/>
                <a:gd name="connsiteY8" fmla="*/ 9525 h 188404"/>
                <a:gd name="connsiteX9" fmla="*/ 265557 w 280797"/>
                <a:gd name="connsiteY9" fmla="*/ 0 h 188404"/>
                <a:gd name="connsiteX10" fmla="*/ 14002 w 280797"/>
                <a:gd name="connsiteY10" fmla="*/ 0 h 188404"/>
                <a:gd name="connsiteX11" fmla="*/ 0 w 280797"/>
                <a:gd name="connsiteY11" fmla="*/ 14097 h 188404"/>
                <a:gd name="connsiteX12" fmla="*/ 0 w 280797"/>
                <a:gd name="connsiteY12" fmla="*/ 174212 h 188404"/>
                <a:gd name="connsiteX13" fmla="*/ 14097 w 280797"/>
                <a:gd name="connsiteY13" fmla="*/ 188405 h 188404"/>
                <a:gd name="connsiteX14" fmla="*/ 266224 w 280797"/>
                <a:gd name="connsiteY14" fmla="*/ 188405 h 188404"/>
                <a:gd name="connsiteX15" fmla="*/ 280797 w 280797"/>
                <a:gd name="connsiteY15" fmla="*/ 173736 h 188404"/>
                <a:gd name="connsiteX16" fmla="*/ 280797 w 280797"/>
                <a:gd name="connsiteY16" fmla="*/ 15335 h 188404"/>
                <a:gd name="connsiteX17" fmla="*/ 265557 w 280797"/>
                <a:gd name="connsiteY17" fmla="*/ 0 h 188404"/>
                <a:gd name="connsiteX18" fmla="*/ 265557 w 280797"/>
                <a:gd name="connsiteY18" fmla="*/ 0 h 188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80797" h="188404">
                  <a:moveTo>
                    <a:pt x="265557" y="9525"/>
                  </a:moveTo>
                  <a:cubicBezTo>
                    <a:pt x="268700" y="9525"/>
                    <a:pt x="271272" y="12097"/>
                    <a:pt x="271272" y="15335"/>
                  </a:cubicBezTo>
                  <a:lnTo>
                    <a:pt x="271272" y="173736"/>
                  </a:lnTo>
                  <a:cubicBezTo>
                    <a:pt x="271272" y="176594"/>
                    <a:pt x="268986" y="178880"/>
                    <a:pt x="266224" y="178880"/>
                  </a:cubicBezTo>
                  <a:lnTo>
                    <a:pt x="14097" y="178880"/>
                  </a:lnTo>
                  <a:cubicBezTo>
                    <a:pt x="11621" y="178880"/>
                    <a:pt x="9525" y="176784"/>
                    <a:pt x="9525" y="174212"/>
                  </a:cubicBezTo>
                  <a:lnTo>
                    <a:pt x="9525" y="14097"/>
                  </a:lnTo>
                  <a:cubicBezTo>
                    <a:pt x="9525" y="11621"/>
                    <a:pt x="11525" y="9525"/>
                    <a:pt x="14002" y="9525"/>
                  </a:cubicBezTo>
                  <a:lnTo>
                    <a:pt x="265557" y="9525"/>
                  </a:lnTo>
                  <a:moveTo>
                    <a:pt x="265557" y="0"/>
                  </a:moveTo>
                  <a:lnTo>
                    <a:pt x="14002" y="0"/>
                  </a:lnTo>
                  <a:cubicBezTo>
                    <a:pt x="6191" y="0"/>
                    <a:pt x="0" y="6287"/>
                    <a:pt x="0" y="14097"/>
                  </a:cubicBezTo>
                  <a:lnTo>
                    <a:pt x="0" y="174212"/>
                  </a:lnTo>
                  <a:cubicBezTo>
                    <a:pt x="0" y="182023"/>
                    <a:pt x="6286" y="188405"/>
                    <a:pt x="14097" y="188405"/>
                  </a:cubicBezTo>
                  <a:lnTo>
                    <a:pt x="266224" y="188405"/>
                  </a:lnTo>
                  <a:cubicBezTo>
                    <a:pt x="274320" y="188405"/>
                    <a:pt x="280797" y="181832"/>
                    <a:pt x="280797" y="173736"/>
                  </a:cubicBezTo>
                  <a:lnTo>
                    <a:pt x="280797" y="15335"/>
                  </a:lnTo>
                  <a:cubicBezTo>
                    <a:pt x="280797" y="6858"/>
                    <a:pt x="273939" y="0"/>
                    <a:pt x="265557" y="0"/>
                  </a:cubicBezTo>
                  <a:lnTo>
                    <a:pt x="265557" y="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4820C06-CFE1-49ED-8E62-F33FF512F3F5}"/>
                </a:ext>
              </a:extLst>
            </p:cNvPr>
            <p:cNvSpPr/>
            <p:nvPr/>
          </p:nvSpPr>
          <p:spPr>
            <a:xfrm>
              <a:off x="4178172" y="1819370"/>
              <a:ext cx="220694" cy="9525"/>
            </a:xfrm>
            <a:custGeom>
              <a:avLst/>
              <a:gdLst>
                <a:gd name="connsiteX0" fmla="*/ 0 w 220694"/>
                <a:gd name="connsiteY0" fmla="*/ 0 h 9525"/>
                <a:gd name="connsiteX1" fmla="*/ 220694 w 220694"/>
                <a:gd name="connsiteY1" fmla="*/ 0 h 9525"/>
                <a:gd name="connsiteX2" fmla="*/ 220694 w 220694"/>
                <a:gd name="connsiteY2" fmla="*/ 9525 h 9525"/>
                <a:gd name="connsiteX3" fmla="*/ 0 w 220694"/>
                <a:gd name="connsiteY3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0694" h="9525">
                  <a:moveTo>
                    <a:pt x="0" y="0"/>
                  </a:moveTo>
                  <a:lnTo>
                    <a:pt x="220694" y="0"/>
                  </a:lnTo>
                  <a:lnTo>
                    <a:pt x="220694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9D987EAE-1014-4447-A0EB-BE7EA5CCE2AC}"/>
              </a:ext>
            </a:extLst>
          </p:cNvPr>
          <p:cNvSpPr txBox="1"/>
          <p:nvPr/>
        </p:nvSpPr>
        <p:spPr>
          <a:xfrm>
            <a:off x="589378" y="1904361"/>
            <a:ext cx="41517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Desktop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47CF36B-F192-401C-9C59-7C7BAB0DED27}"/>
              </a:ext>
            </a:extLst>
          </p:cNvPr>
          <p:cNvSpPr txBox="1"/>
          <p:nvPr/>
        </p:nvSpPr>
        <p:spPr>
          <a:xfrm>
            <a:off x="542890" y="2464198"/>
            <a:ext cx="508152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Data Base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D247FF0-1703-4CA4-B8D1-ED481920BC7F}"/>
              </a:ext>
            </a:extLst>
          </p:cNvPr>
          <p:cNvSpPr txBox="1"/>
          <p:nvPr/>
        </p:nvSpPr>
        <p:spPr>
          <a:xfrm>
            <a:off x="417856" y="3111468"/>
            <a:ext cx="758221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p to v Gateway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D6EFB12-19D5-4174-889D-E2E66DA43051}"/>
              </a:ext>
            </a:extLst>
          </p:cNvPr>
          <p:cNvSpPr txBox="1"/>
          <p:nvPr/>
        </p:nvSpPr>
        <p:spPr>
          <a:xfrm>
            <a:off x="669527" y="3728209"/>
            <a:ext cx="25487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Book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CF27203-5891-42A4-9C4A-237FE6EF9482}"/>
              </a:ext>
            </a:extLst>
          </p:cNvPr>
          <p:cNvSpPr txBox="1"/>
          <p:nvPr/>
        </p:nvSpPr>
        <p:spPr>
          <a:xfrm>
            <a:off x="558119" y="4385720"/>
            <a:ext cx="477695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AD/LDAP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750B86F-7383-4E51-B5CE-89A053C15B3F}"/>
              </a:ext>
            </a:extLst>
          </p:cNvPr>
          <p:cNvSpPr txBox="1"/>
          <p:nvPr/>
        </p:nvSpPr>
        <p:spPr>
          <a:xfrm>
            <a:off x="514838" y="5196004"/>
            <a:ext cx="564257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 dirty="0" err="1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vCloud</a:t>
            </a:r>
            <a:br>
              <a:rPr lang="en-IN" sz="80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</a:br>
            <a:r>
              <a:rPr lang="en-IN" sz="80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Availability</a:t>
            </a:r>
            <a:r>
              <a:rPr lang="en-IN" sz="800" spc="0" baseline="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03D17B6-2F6E-4AF5-A7C2-2E4B02815713}"/>
              </a:ext>
            </a:extLst>
          </p:cNvPr>
          <p:cNvSpPr txBox="1"/>
          <p:nvPr/>
        </p:nvSpPr>
        <p:spPr>
          <a:xfrm>
            <a:off x="1586408" y="5110266"/>
            <a:ext cx="665247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Action-Based</a:t>
            </a:r>
            <a:br>
              <a:rPr lang="en-IN" sz="80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</a:br>
            <a:r>
              <a:rPr lang="en-IN" sz="80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Extensibility</a:t>
            </a:r>
            <a:br>
              <a:rPr lang="en-IN" sz="80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</a:br>
            <a:r>
              <a:rPr lang="en-IN" sz="80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service </a:t>
            </a:r>
            <a:endParaRPr lang="en-IN" sz="800" spc="0" baseline="0" dirty="0">
              <a:solidFill>
                <a:srgbClr val="000000"/>
              </a:solidFill>
              <a:latin typeface="Metropolis-Regular"/>
              <a:sym typeface="Metropolis-Regular"/>
              <a:rtl val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038CCED-C35F-445D-8BDB-5363C1C4B056}"/>
              </a:ext>
            </a:extLst>
          </p:cNvPr>
          <p:cNvSpPr txBox="1"/>
          <p:nvPr/>
        </p:nvSpPr>
        <p:spPr>
          <a:xfrm>
            <a:off x="2720096" y="5110266"/>
            <a:ext cx="655629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VMC Sizer </a:t>
            </a:r>
            <a:br>
              <a:rPr lang="en-IN" sz="80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</a:br>
            <a:r>
              <a:rPr lang="en-IN" sz="80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and TCO tool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71A7D1E-07DE-4269-8BF0-EB72A67FC796}"/>
              </a:ext>
            </a:extLst>
          </p:cNvPr>
          <p:cNvSpPr txBox="1"/>
          <p:nvPr/>
        </p:nvSpPr>
        <p:spPr>
          <a:xfrm>
            <a:off x="4132270" y="5110266"/>
            <a:ext cx="710131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Resource Pool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8D8E705-AE7A-43AA-B44E-254DD5121091}"/>
              </a:ext>
            </a:extLst>
          </p:cNvPr>
          <p:cNvSpPr txBox="1"/>
          <p:nvPr/>
        </p:nvSpPr>
        <p:spPr>
          <a:xfrm>
            <a:off x="5417896" y="5110266"/>
            <a:ext cx="384722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AW API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3113B1F-6BD9-4197-9231-834B9998D3E9}"/>
              </a:ext>
            </a:extLst>
          </p:cNvPr>
          <p:cNvSpPr txBox="1"/>
          <p:nvPr/>
        </p:nvSpPr>
        <p:spPr>
          <a:xfrm>
            <a:off x="6464344" y="5110266"/>
            <a:ext cx="670055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HCX </a:t>
            </a:r>
            <a:r>
              <a:rPr lang="en-IN" sz="80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Network</a:t>
            </a:r>
            <a:br>
              <a:rPr lang="en-IN" sz="80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</a:br>
            <a:r>
              <a:rPr lang="en-IN" sz="80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Extension</a:t>
            </a:r>
            <a:r>
              <a:rPr lang="en-IN" sz="800" spc="0" baseline="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ACE9341-80AB-4E42-8253-074F3A52DF68}"/>
              </a:ext>
            </a:extLst>
          </p:cNvPr>
          <p:cNvSpPr txBox="1"/>
          <p:nvPr/>
        </p:nvSpPr>
        <p:spPr>
          <a:xfrm>
            <a:off x="7717940" y="5110266"/>
            <a:ext cx="621966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HCX </a:t>
            </a:r>
            <a:r>
              <a:rPr lang="en-IN" sz="80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WAN</a:t>
            </a:r>
            <a:br>
              <a:rPr lang="en-IN" sz="80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</a:br>
            <a:r>
              <a:rPr lang="en-IN" sz="80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Interconnect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452E71A-788A-43CE-B331-DEBFB7316491}"/>
              </a:ext>
            </a:extLst>
          </p:cNvPr>
          <p:cNvSpPr txBox="1"/>
          <p:nvPr/>
        </p:nvSpPr>
        <p:spPr>
          <a:xfrm>
            <a:off x="8880001" y="5110266"/>
            <a:ext cx="652422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HCX </a:t>
            </a:r>
            <a:r>
              <a:rPr lang="en-IN" sz="80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WAN</a:t>
            </a:r>
            <a:br>
              <a:rPr lang="en-IN" sz="80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</a:br>
            <a:r>
              <a:rPr lang="en-IN" sz="80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Optimization</a:t>
            </a:r>
            <a:r>
              <a:rPr lang="en-IN" sz="800" spc="0" baseline="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35A5E7B-2FF3-41B8-9F2F-D57373820EDD}"/>
              </a:ext>
            </a:extLst>
          </p:cNvPr>
          <p:cNvSpPr txBox="1"/>
          <p:nvPr/>
        </p:nvSpPr>
        <p:spPr>
          <a:xfrm>
            <a:off x="10292266" y="5110266"/>
            <a:ext cx="288541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VNFC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3A9F5E9-1695-4A85-A8B3-EEA10DAF87D3}"/>
              </a:ext>
            </a:extLst>
          </p:cNvPr>
          <p:cNvSpPr txBox="1"/>
          <p:nvPr/>
        </p:nvSpPr>
        <p:spPr>
          <a:xfrm>
            <a:off x="376178" y="5943666"/>
            <a:ext cx="841577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 dirty="0" err="1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AirWatch</a:t>
            </a:r>
            <a:br>
              <a:rPr lang="en-IN" sz="80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</a:br>
            <a:r>
              <a:rPr lang="en-IN" sz="80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Cloud Messaging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0627889-97F6-4D0B-B0EF-3334AA8C7947}"/>
              </a:ext>
            </a:extLst>
          </p:cNvPr>
          <p:cNvSpPr txBox="1"/>
          <p:nvPr/>
        </p:nvSpPr>
        <p:spPr>
          <a:xfrm>
            <a:off x="1816439" y="5943666"/>
            <a:ext cx="205184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ENS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EA302B0-E957-45D5-AD58-B2CBA9099D31}"/>
              </a:ext>
            </a:extLst>
          </p:cNvPr>
          <p:cNvSpPr txBox="1"/>
          <p:nvPr/>
        </p:nvSpPr>
        <p:spPr>
          <a:xfrm>
            <a:off x="2828299" y="5943666"/>
            <a:ext cx="439223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 dirty="0" err="1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Airwatch</a:t>
            </a:r>
            <a:endParaRPr lang="en-IN" sz="800" spc="0" baseline="0" dirty="0">
              <a:solidFill>
                <a:srgbClr val="000000"/>
              </a:solidFill>
              <a:latin typeface="Metropolis-Regular"/>
              <a:sym typeface="Metropolis-Regular"/>
              <a:rtl val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AB5DF50-BDC1-4040-AEE0-6779570AEBD4}"/>
              </a:ext>
            </a:extLst>
          </p:cNvPr>
          <p:cNvSpPr txBox="1"/>
          <p:nvPr/>
        </p:nvSpPr>
        <p:spPr>
          <a:xfrm>
            <a:off x="4081775" y="5943666"/>
            <a:ext cx="811120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AW Console API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434CF0D-2048-45E3-9714-B47EC186EDAE}"/>
              </a:ext>
            </a:extLst>
          </p:cNvPr>
          <p:cNvSpPr txBox="1"/>
          <p:nvPr/>
        </p:nvSpPr>
        <p:spPr>
          <a:xfrm>
            <a:off x="5257596" y="5943666"/>
            <a:ext cx="705322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Thin-App </a:t>
            </a:r>
            <a:br>
              <a:rPr lang="en-IN" sz="80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</a:br>
            <a:r>
              <a:rPr lang="en-IN" sz="80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/RSA/DNS/DC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AC9E173-5CBF-4A51-8191-EC9C7781F981}"/>
              </a:ext>
            </a:extLst>
          </p:cNvPr>
          <p:cNvSpPr txBox="1"/>
          <p:nvPr/>
        </p:nvSpPr>
        <p:spPr>
          <a:xfrm>
            <a:off x="1602438" y="4385720"/>
            <a:ext cx="633187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SMTP Server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8A26911-4388-451B-99C5-B51CC83DDA68}"/>
              </a:ext>
            </a:extLst>
          </p:cNvPr>
          <p:cNvSpPr txBox="1"/>
          <p:nvPr/>
        </p:nvSpPr>
        <p:spPr>
          <a:xfrm>
            <a:off x="2706471" y="4385720"/>
            <a:ext cx="682879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Enterprise CA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BDEA82E-EEC4-42C0-844D-8E45A1BECC4B}"/>
              </a:ext>
            </a:extLst>
          </p:cNvPr>
          <p:cNvSpPr txBox="1"/>
          <p:nvPr/>
        </p:nvSpPr>
        <p:spPr>
          <a:xfrm>
            <a:off x="4147499" y="4385720"/>
            <a:ext cx="679673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Web Browser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80461F9-3E8B-4487-89AC-ADEFB483DC81}"/>
              </a:ext>
            </a:extLst>
          </p:cNvPr>
          <p:cNvSpPr txBox="1"/>
          <p:nvPr/>
        </p:nvSpPr>
        <p:spPr>
          <a:xfrm>
            <a:off x="5212713" y="4385720"/>
            <a:ext cx="795089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 dirty="0" err="1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Vmware</a:t>
            </a:r>
            <a:br>
              <a:rPr lang="en-IN" sz="80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</a:br>
            <a:r>
              <a:rPr lang="en-IN" sz="80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Cloud Solutions</a:t>
            </a:r>
            <a:r>
              <a:rPr lang="en-IN" sz="800" spc="0" baseline="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 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B46F7E1-F4C5-48D2-BE2D-1E1DE43CB6E3}"/>
              </a:ext>
            </a:extLst>
          </p:cNvPr>
          <p:cNvSpPr txBox="1"/>
          <p:nvPr/>
        </p:nvSpPr>
        <p:spPr>
          <a:xfrm>
            <a:off x="6579760" y="4385720"/>
            <a:ext cx="439223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Log Files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F3FB474-846B-4152-BF08-446F62E8F60E}"/>
              </a:ext>
            </a:extLst>
          </p:cNvPr>
          <p:cNvSpPr txBox="1"/>
          <p:nvPr/>
        </p:nvSpPr>
        <p:spPr>
          <a:xfrm>
            <a:off x="7907095" y="4385720"/>
            <a:ext cx="243656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SaaS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5BA4BD7-38B7-427A-A637-B24A0981FEF6}"/>
              </a:ext>
            </a:extLst>
          </p:cNvPr>
          <p:cNvSpPr txBox="1"/>
          <p:nvPr/>
        </p:nvSpPr>
        <p:spPr>
          <a:xfrm>
            <a:off x="8985799" y="4385720"/>
            <a:ext cx="440826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On-Prem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A6355F7-B30F-4C4C-9664-8531158A338E}"/>
              </a:ext>
            </a:extLst>
          </p:cNvPr>
          <p:cNvSpPr txBox="1"/>
          <p:nvPr/>
        </p:nvSpPr>
        <p:spPr>
          <a:xfrm>
            <a:off x="10163224" y="4385720"/>
            <a:ext cx="546625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 dirty="0" err="1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vRealize</a:t>
            </a:r>
            <a:r>
              <a:rPr lang="en-IN" sz="800" spc="0" baseline="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 </a:t>
            </a:r>
            <a:br>
              <a:rPr lang="en-IN" sz="800" spc="0" baseline="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</a:br>
            <a:r>
              <a:rPr lang="en-IN" sz="80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Operations</a:t>
            </a:r>
            <a:endParaRPr lang="en-IN" sz="800" spc="0" baseline="0" dirty="0">
              <a:solidFill>
                <a:srgbClr val="000000"/>
              </a:solidFill>
              <a:latin typeface="Metropolis-Regular"/>
              <a:sym typeface="Metropolis-Regular"/>
              <a:rtl val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FDEE209-448E-42CA-8A8F-B65469919DA2}"/>
              </a:ext>
            </a:extLst>
          </p:cNvPr>
          <p:cNvSpPr txBox="1"/>
          <p:nvPr/>
        </p:nvSpPr>
        <p:spPr>
          <a:xfrm>
            <a:off x="1564768" y="3111468"/>
            <a:ext cx="70852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Load Balancer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F3A4D32-F9C7-4DA0-9486-E9852DC4F53F}"/>
              </a:ext>
            </a:extLst>
          </p:cNvPr>
          <p:cNvSpPr txBox="1"/>
          <p:nvPr/>
        </p:nvSpPr>
        <p:spPr>
          <a:xfrm>
            <a:off x="1686596" y="3728219"/>
            <a:ext cx="464872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NSX CSM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B554D2B-9490-47D0-A2BF-78B6C2B151AE}"/>
              </a:ext>
            </a:extLst>
          </p:cNvPr>
          <p:cNvSpPr txBox="1"/>
          <p:nvPr/>
        </p:nvSpPr>
        <p:spPr>
          <a:xfrm>
            <a:off x="2930089" y="3728219"/>
            <a:ext cx="235642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VMC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789EA87-A4C5-4440-93F2-8F563D030F72}"/>
              </a:ext>
            </a:extLst>
          </p:cNvPr>
          <p:cNvSpPr txBox="1"/>
          <p:nvPr/>
        </p:nvSpPr>
        <p:spPr>
          <a:xfrm>
            <a:off x="4392758" y="3728219"/>
            <a:ext cx="189155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Key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D13013B-3A42-4EF1-9B77-77D26A62154A}"/>
              </a:ext>
            </a:extLst>
          </p:cNvPr>
          <p:cNvSpPr txBox="1"/>
          <p:nvPr/>
        </p:nvSpPr>
        <p:spPr>
          <a:xfrm>
            <a:off x="5499650" y="3728219"/>
            <a:ext cx="221214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VPN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4563FD3-72B6-4487-9CAA-56ECAC54F72F}"/>
              </a:ext>
            </a:extLst>
          </p:cNvPr>
          <p:cNvSpPr txBox="1"/>
          <p:nvPr/>
        </p:nvSpPr>
        <p:spPr>
          <a:xfrm>
            <a:off x="6566936" y="3728219"/>
            <a:ext cx="464871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Template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6BFE6F8-3508-4967-857B-108C94DBCC2D}"/>
              </a:ext>
            </a:extLst>
          </p:cNvPr>
          <p:cNvSpPr txBox="1"/>
          <p:nvPr/>
        </p:nvSpPr>
        <p:spPr>
          <a:xfrm>
            <a:off x="7849386" y="3728219"/>
            <a:ext cx="359074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VCOPS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A464787-BAFB-47D7-8458-29885A4E1D4E}"/>
              </a:ext>
            </a:extLst>
          </p:cNvPr>
          <p:cNvSpPr txBox="1"/>
          <p:nvPr/>
        </p:nvSpPr>
        <p:spPr>
          <a:xfrm>
            <a:off x="8968968" y="3728219"/>
            <a:ext cx="474489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Blue Print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03D1F8C-CD3D-4D67-A34B-C0DAC043F80F}"/>
              </a:ext>
            </a:extLst>
          </p:cNvPr>
          <p:cNvSpPr txBox="1"/>
          <p:nvPr/>
        </p:nvSpPr>
        <p:spPr>
          <a:xfrm>
            <a:off x="10076662" y="3728209"/>
            <a:ext cx="719749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AW DB Server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D7ED561-6806-49A0-B95F-5C354D943C49}"/>
              </a:ext>
            </a:extLst>
          </p:cNvPr>
          <p:cNvSpPr txBox="1"/>
          <p:nvPr/>
        </p:nvSpPr>
        <p:spPr>
          <a:xfrm>
            <a:off x="2708875" y="3111468"/>
            <a:ext cx="678071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NSX Manager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533165A-1636-45F7-A772-46F8194FC034}"/>
              </a:ext>
            </a:extLst>
          </p:cNvPr>
          <p:cNvSpPr txBox="1"/>
          <p:nvPr/>
        </p:nvSpPr>
        <p:spPr>
          <a:xfrm>
            <a:off x="4161925" y="3111468"/>
            <a:ext cx="650820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Consumption</a:t>
            </a:r>
            <a:br>
              <a:rPr lang="en-IN" sz="80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</a:br>
            <a:r>
              <a:rPr lang="en-IN" sz="80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Plane </a:t>
            </a:r>
            <a:endParaRPr lang="en-IN" sz="800" spc="0" baseline="0" dirty="0">
              <a:solidFill>
                <a:srgbClr val="000000"/>
              </a:solidFill>
              <a:latin typeface="Metropolis-Regular"/>
              <a:sym typeface="Metropolis-Regular"/>
              <a:rtl val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A838177-6619-44B0-ABF4-828815F7A9B8}"/>
              </a:ext>
            </a:extLst>
          </p:cNvPr>
          <p:cNvSpPr txBox="1"/>
          <p:nvPr/>
        </p:nvSpPr>
        <p:spPr>
          <a:xfrm>
            <a:off x="5251986" y="3111468"/>
            <a:ext cx="716543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NSX controller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E37EC51-2463-431A-994A-3742CD4F1D33}"/>
              </a:ext>
            </a:extLst>
          </p:cNvPr>
          <p:cNvSpPr txBox="1"/>
          <p:nvPr/>
        </p:nvSpPr>
        <p:spPr>
          <a:xfrm>
            <a:off x="6699985" y="3111468"/>
            <a:ext cx="198773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PSC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4B04C37-35A1-495A-A39B-99AD7E699A5A}"/>
              </a:ext>
            </a:extLst>
          </p:cNvPr>
          <p:cNvSpPr txBox="1"/>
          <p:nvPr/>
        </p:nvSpPr>
        <p:spPr>
          <a:xfrm>
            <a:off x="7620156" y="3111468"/>
            <a:ext cx="817533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Reservation icon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9AEF022-0783-4CA9-8061-EEC7E8C2977E}"/>
              </a:ext>
            </a:extLst>
          </p:cNvPr>
          <p:cNvSpPr txBox="1"/>
          <p:nvPr/>
        </p:nvSpPr>
        <p:spPr>
          <a:xfrm>
            <a:off x="9121254" y="3111468"/>
            <a:ext cx="16991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Car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C41F0DC-B37F-4615-A42D-91B8E819F3E9}"/>
              </a:ext>
            </a:extLst>
          </p:cNvPr>
          <p:cNvSpPr txBox="1"/>
          <p:nvPr/>
        </p:nvSpPr>
        <p:spPr>
          <a:xfrm>
            <a:off x="10101508" y="3111468"/>
            <a:ext cx="670056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Mobile Tower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83609B4-1C47-430E-A4CE-7C02F403A723}"/>
              </a:ext>
            </a:extLst>
          </p:cNvPr>
          <p:cNvSpPr txBox="1"/>
          <p:nvPr/>
        </p:nvSpPr>
        <p:spPr>
          <a:xfrm>
            <a:off x="1589614" y="2464198"/>
            <a:ext cx="658835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virtual Switch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0B08685-CE1B-4FD7-849A-4FE64CFCBA1B}"/>
              </a:ext>
            </a:extLst>
          </p:cNvPr>
          <p:cNvSpPr txBox="1"/>
          <p:nvPr/>
        </p:nvSpPr>
        <p:spPr>
          <a:xfrm>
            <a:off x="2845130" y="2464198"/>
            <a:ext cx="405560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Memory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61E2687-87DD-4416-AF8D-C6013F7BC02E}"/>
              </a:ext>
            </a:extLst>
          </p:cNvPr>
          <p:cNvSpPr txBox="1"/>
          <p:nvPr/>
        </p:nvSpPr>
        <p:spPr>
          <a:xfrm>
            <a:off x="4185169" y="2464198"/>
            <a:ext cx="604333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Physical NIC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26B9306-1153-4830-90C5-876D25A7CBCB}"/>
              </a:ext>
            </a:extLst>
          </p:cNvPr>
          <p:cNvSpPr txBox="1"/>
          <p:nvPr/>
        </p:nvSpPr>
        <p:spPr>
          <a:xfrm>
            <a:off x="5503657" y="2464198"/>
            <a:ext cx="213200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CPU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84B2BBD-C387-45A5-8AFB-14A9A69412AC}"/>
              </a:ext>
            </a:extLst>
          </p:cNvPr>
          <p:cNvSpPr txBox="1"/>
          <p:nvPr/>
        </p:nvSpPr>
        <p:spPr>
          <a:xfrm>
            <a:off x="6463542" y="2464198"/>
            <a:ext cx="671659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Ethernet Plug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B3F61D5-DC84-40EC-BD1A-63257B842125}"/>
              </a:ext>
            </a:extLst>
          </p:cNvPr>
          <p:cNvSpPr txBox="1"/>
          <p:nvPr/>
        </p:nvSpPr>
        <p:spPr>
          <a:xfrm>
            <a:off x="7927131" y="2464198"/>
            <a:ext cx="203582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SSD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13B75A8-1B8D-4B72-A79A-8E925D29E7A9}"/>
              </a:ext>
            </a:extLst>
          </p:cNvPr>
          <p:cNvSpPr txBox="1"/>
          <p:nvPr/>
        </p:nvSpPr>
        <p:spPr>
          <a:xfrm>
            <a:off x="8851147" y="2464198"/>
            <a:ext cx="710131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Scsi Controller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EC0DEB9-341B-4592-94FA-BC873841F7B2}"/>
              </a:ext>
            </a:extLst>
          </p:cNvPr>
          <p:cNvSpPr txBox="1"/>
          <p:nvPr/>
        </p:nvSpPr>
        <p:spPr>
          <a:xfrm>
            <a:off x="10129561" y="2464198"/>
            <a:ext cx="613951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Horizon Icon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6C02CC5-3928-4C58-BE4C-F3453288EE04}"/>
              </a:ext>
            </a:extLst>
          </p:cNvPr>
          <p:cNvSpPr txBox="1"/>
          <p:nvPr/>
        </p:nvSpPr>
        <p:spPr>
          <a:xfrm>
            <a:off x="1743502" y="1904361"/>
            <a:ext cx="35105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Laptop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2B7626B-FC47-4B96-BD2B-63252BE23661}"/>
              </a:ext>
            </a:extLst>
          </p:cNvPr>
          <p:cNvSpPr txBox="1"/>
          <p:nvPr/>
        </p:nvSpPr>
        <p:spPr>
          <a:xfrm>
            <a:off x="2885205" y="1904361"/>
            <a:ext cx="325410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Mobile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A7BE354-CD6C-4E5C-88CA-B3A1A836B0BF}"/>
              </a:ext>
            </a:extLst>
          </p:cNvPr>
          <p:cNvSpPr txBox="1"/>
          <p:nvPr/>
        </p:nvSpPr>
        <p:spPr>
          <a:xfrm>
            <a:off x="4191581" y="1904361"/>
            <a:ext cx="591509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Rack Server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3D802C5-0751-45A5-B812-344377AC0A6D}"/>
              </a:ext>
            </a:extLst>
          </p:cNvPr>
          <p:cNvSpPr txBox="1"/>
          <p:nvPr/>
        </p:nvSpPr>
        <p:spPr>
          <a:xfrm>
            <a:off x="5280038" y="1904361"/>
            <a:ext cx="66043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Rack Storage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CE858B4-329E-4F53-8492-3DFF02D29560}"/>
              </a:ext>
            </a:extLst>
          </p:cNvPr>
          <p:cNvSpPr txBox="1"/>
          <p:nvPr/>
        </p:nvSpPr>
        <p:spPr>
          <a:xfrm>
            <a:off x="6612621" y="1904361"/>
            <a:ext cx="373500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Servers</a:t>
            </a:r>
          </a:p>
        </p:txBody>
      </p:sp>
      <p:grpSp>
        <p:nvGrpSpPr>
          <p:cNvPr id="82" name="Graphic 2">
            <a:extLst>
              <a:ext uri="{FF2B5EF4-FFF2-40B4-BE49-F238E27FC236}">
                <a16:creationId xmlns:a16="http://schemas.microsoft.com/office/drawing/2014/main" id="{89980954-E44E-4233-96AB-F5E4ED36C171}"/>
              </a:ext>
            </a:extLst>
          </p:cNvPr>
          <p:cNvGrpSpPr/>
          <p:nvPr/>
        </p:nvGrpSpPr>
        <p:grpSpPr>
          <a:xfrm>
            <a:off x="1778157" y="1640966"/>
            <a:ext cx="281749" cy="169545"/>
            <a:chOff x="4640991" y="1728311"/>
            <a:chExt cx="281749" cy="169545"/>
          </a:xfrm>
          <a:solidFill>
            <a:srgbClr val="000000"/>
          </a:solidFill>
        </p:grpSpPr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88923C61-F3CC-4887-A07D-F9DE18EB104B}"/>
                </a:ext>
              </a:extLst>
            </p:cNvPr>
            <p:cNvSpPr/>
            <p:nvPr/>
          </p:nvSpPr>
          <p:spPr>
            <a:xfrm>
              <a:off x="4670424" y="1728311"/>
              <a:ext cx="223647" cy="126111"/>
            </a:xfrm>
            <a:custGeom>
              <a:avLst/>
              <a:gdLst>
                <a:gd name="connsiteX0" fmla="*/ 223552 w 223647"/>
                <a:gd name="connsiteY0" fmla="*/ 126111 h 126111"/>
                <a:gd name="connsiteX1" fmla="*/ 214027 w 223647"/>
                <a:gd name="connsiteY1" fmla="*/ 126111 h 126111"/>
                <a:gd name="connsiteX2" fmla="*/ 214027 w 223647"/>
                <a:gd name="connsiteY2" fmla="*/ 16002 h 126111"/>
                <a:gd name="connsiteX3" fmla="*/ 207550 w 223647"/>
                <a:gd name="connsiteY3" fmla="*/ 9525 h 126111"/>
                <a:gd name="connsiteX4" fmla="*/ 15907 w 223647"/>
                <a:gd name="connsiteY4" fmla="*/ 9525 h 126111"/>
                <a:gd name="connsiteX5" fmla="*/ 9525 w 223647"/>
                <a:gd name="connsiteY5" fmla="*/ 16002 h 126111"/>
                <a:gd name="connsiteX6" fmla="*/ 9525 w 223647"/>
                <a:gd name="connsiteY6" fmla="*/ 126111 h 126111"/>
                <a:gd name="connsiteX7" fmla="*/ 0 w 223647"/>
                <a:gd name="connsiteY7" fmla="*/ 126111 h 126111"/>
                <a:gd name="connsiteX8" fmla="*/ 0 w 223647"/>
                <a:gd name="connsiteY8" fmla="*/ 16002 h 126111"/>
                <a:gd name="connsiteX9" fmla="*/ 16002 w 223647"/>
                <a:gd name="connsiteY9" fmla="*/ 0 h 126111"/>
                <a:gd name="connsiteX10" fmla="*/ 207645 w 223647"/>
                <a:gd name="connsiteY10" fmla="*/ 0 h 126111"/>
                <a:gd name="connsiteX11" fmla="*/ 223647 w 223647"/>
                <a:gd name="connsiteY11" fmla="*/ 16002 h 126111"/>
                <a:gd name="connsiteX12" fmla="*/ 223647 w 223647"/>
                <a:gd name="connsiteY12" fmla="*/ 126111 h 126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3647" h="126111">
                  <a:moveTo>
                    <a:pt x="223552" y="126111"/>
                  </a:moveTo>
                  <a:lnTo>
                    <a:pt x="214027" y="126111"/>
                  </a:lnTo>
                  <a:lnTo>
                    <a:pt x="214027" y="16002"/>
                  </a:lnTo>
                  <a:cubicBezTo>
                    <a:pt x="214027" y="12478"/>
                    <a:pt x="211169" y="9525"/>
                    <a:pt x="207550" y="9525"/>
                  </a:cubicBezTo>
                  <a:lnTo>
                    <a:pt x="15907" y="9525"/>
                  </a:lnTo>
                  <a:cubicBezTo>
                    <a:pt x="12382" y="9525"/>
                    <a:pt x="9525" y="12478"/>
                    <a:pt x="9525" y="16002"/>
                  </a:cubicBezTo>
                  <a:lnTo>
                    <a:pt x="9525" y="126111"/>
                  </a:lnTo>
                  <a:lnTo>
                    <a:pt x="0" y="126111"/>
                  </a:lnTo>
                  <a:lnTo>
                    <a:pt x="0" y="16002"/>
                  </a:lnTo>
                  <a:cubicBezTo>
                    <a:pt x="0" y="7239"/>
                    <a:pt x="7144" y="0"/>
                    <a:pt x="16002" y="0"/>
                  </a:cubicBezTo>
                  <a:lnTo>
                    <a:pt x="207645" y="0"/>
                  </a:lnTo>
                  <a:cubicBezTo>
                    <a:pt x="216408" y="0"/>
                    <a:pt x="223647" y="7144"/>
                    <a:pt x="223647" y="16002"/>
                  </a:cubicBezTo>
                  <a:lnTo>
                    <a:pt x="223647" y="126111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38F0BD01-3F8A-4564-A81A-DD6795681540}"/>
                </a:ext>
              </a:extLst>
            </p:cNvPr>
            <p:cNvSpPr/>
            <p:nvPr/>
          </p:nvSpPr>
          <p:spPr>
            <a:xfrm>
              <a:off x="4640991" y="1861280"/>
              <a:ext cx="281749" cy="36576"/>
            </a:xfrm>
            <a:custGeom>
              <a:avLst/>
              <a:gdLst>
                <a:gd name="connsiteX0" fmla="*/ 272129 w 281749"/>
                <a:gd name="connsiteY0" fmla="*/ 9525 h 36576"/>
                <a:gd name="connsiteX1" fmla="*/ 272129 w 281749"/>
                <a:gd name="connsiteY1" fmla="*/ 26956 h 36576"/>
                <a:gd name="connsiteX2" fmla="*/ 9525 w 281749"/>
                <a:gd name="connsiteY2" fmla="*/ 26956 h 36576"/>
                <a:gd name="connsiteX3" fmla="*/ 9525 w 281749"/>
                <a:gd name="connsiteY3" fmla="*/ 9525 h 36576"/>
                <a:gd name="connsiteX4" fmla="*/ 102108 w 281749"/>
                <a:gd name="connsiteY4" fmla="*/ 9525 h 36576"/>
                <a:gd name="connsiteX5" fmla="*/ 106109 w 281749"/>
                <a:gd name="connsiteY5" fmla="*/ 12478 h 36576"/>
                <a:gd name="connsiteX6" fmla="*/ 118491 w 281749"/>
                <a:gd name="connsiteY6" fmla="*/ 16859 h 36576"/>
                <a:gd name="connsiteX7" fmla="*/ 120491 w 281749"/>
                <a:gd name="connsiteY7" fmla="*/ 16859 h 36576"/>
                <a:gd name="connsiteX8" fmla="*/ 122015 w 281749"/>
                <a:gd name="connsiteY8" fmla="*/ 16859 h 36576"/>
                <a:gd name="connsiteX9" fmla="*/ 161925 w 281749"/>
                <a:gd name="connsiteY9" fmla="*/ 16859 h 36576"/>
                <a:gd name="connsiteX10" fmla="*/ 163163 w 281749"/>
                <a:gd name="connsiteY10" fmla="*/ 16859 h 36576"/>
                <a:gd name="connsiteX11" fmla="*/ 164687 w 281749"/>
                <a:gd name="connsiteY11" fmla="*/ 16859 h 36576"/>
                <a:gd name="connsiteX12" fmla="*/ 178213 w 281749"/>
                <a:gd name="connsiteY12" fmla="*/ 11906 h 36576"/>
                <a:gd name="connsiteX13" fmla="*/ 181166 w 281749"/>
                <a:gd name="connsiteY13" fmla="*/ 9525 h 36576"/>
                <a:gd name="connsiteX14" fmla="*/ 272129 w 281749"/>
                <a:gd name="connsiteY14" fmla="*/ 9525 h 36576"/>
                <a:gd name="connsiteX15" fmla="*/ 275463 w 281749"/>
                <a:gd name="connsiteY15" fmla="*/ 0 h 36576"/>
                <a:gd name="connsiteX16" fmla="*/ 177832 w 281749"/>
                <a:gd name="connsiteY16" fmla="*/ 0 h 36576"/>
                <a:gd name="connsiteX17" fmla="*/ 171736 w 281749"/>
                <a:gd name="connsiteY17" fmla="*/ 4858 h 36576"/>
                <a:gd name="connsiteX18" fmla="*/ 164687 w 281749"/>
                <a:gd name="connsiteY18" fmla="*/ 7239 h 36576"/>
                <a:gd name="connsiteX19" fmla="*/ 161925 w 281749"/>
                <a:gd name="connsiteY19" fmla="*/ 7239 h 36576"/>
                <a:gd name="connsiteX20" fmla="*/ 122015 w 281749"/>
                <a:gd name="connsiteY20" fmla="*/ 7239 h 36576"/>
                <a:gd name="connsiteX21" fmla="*/ 118491 w 281749"/>
                <a:gd name="connsiteY21" fmla="*/ 7334 h 36576"/>
                <a:gd name="connsiteX22" fmla="*/ 112395 w 281749"/>
                <a:gd name="connsiteY22" fmla="*/ 5334 h 36576"/>
                <a:gd name="connsiteX23" fmla="*/ 105347 w 281749"/>
                <a:gd name="connsiteY23" fmla="*/ 95 h 36576"/>
                <a:gd name="connsiteX24" fmla="*/ 6286 w 281749"/>
                <a:gd name="connsiteY24" fmla="*/ 95 h 36576"/>
                <a:gd name="connsiteX25" fmla="*/ 0 w 281749"/>
                <a:gd name="connsiteY25" fmla="*/ 6763 h 36576"/>
                <a:gd name="connsiteX26" fmla="*/ 0 w 281749"/>
                <a:gd name="connsiteY26" fmla="*/ 29908 h 36576"/>
                <a:gd name="connsiteX27" fmla="*/ 6286 w 281749"/>
                <a:gd name="connsiteY27" fmla="*/ 36576 h 36576"/>
                <a:gd name="connsiteX28" fmla="*/ 275463 w 281749"/>
                <a:gd name="connsiteY28" fmla="*/ 36576 h 36576"/>
                <a:gd name="connsiteX29" fmla="*/ 281749 w 281749"/>
                <a:gd name="connsiteY29" fmla="*/ 29908 h 36576"/>
                <a:gd name="connsiteX30" fmla="*/ 281749 w 281749"/>
                <a:gd name="connsiteY30" fmla="*/ 6763 h 36576"/>
                <a:gd name="connsiteX31" fmla="*/ 275463 w 281749"/>
                <a:gd name="connsiteY31" fmla="*/ 0 h 36576"/>
                <a:gd name="connsiteX32" fmla="*/ 275463 w 281749"/>
                <a:gd name="connsiteY32" fmla="*/ 0 h 36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81749" h="36576">
                  <a:moveTo>
                    <a:pt x="272129" y="9525"/>
                  </a:moveTo>
                  <a:lnTo>
                    <a:pt x="272129" y="26956"/>
                  </a:lnTo>
                  <a:lnTo>
                    <a:pt x="9525" y="26956"/>
                  </a:lnTo>
                  <a:lnTo>
                    <a:pt x="9525" y="9525"/>
                  </a:lnTo>
                  <a:lnTo>
                    <a:pt x="102108" y="9525"/>
                  </a:lnTo>
                  <a:lnTo>
                    <a:pt x="106109" y="12478"/>
                  </a:lnTo>
                  <a:cubicBezTo>
                    <a:pt x="110776" y="16859"/>
                    <a:pt x="116300" y="16859"/>
                    <a:pt x="118491" y="16859"/>
                  </a:cubicBezTo>
                  <a:cubicBezTo>
                    <a:pt x="119158" y="16859"/>
                    <a:pt x="119824" y="16859"/>
                    <a:pt x="120491" y="16859"/>
                  </a:cubicBezTo>
                  <a:lnTo>
                    <a:pt x="122015" y="16859"/>
                  </a:lnTo>
                  <a:lnTo>
                    <a:pt x="161925" y="16859"/>
                  </a:lnTo>
                  <a:lnTo>
                    <a:pt x="163163" y="16859"/>
                  </a:lnTo>
                  <a:lnTo>
                    <a:pt x="164687" y="16859"/>
                  </a:lnTo>
                  <a:cubicBezTo>
                    <a:pt x="167164" y="16859"/>
                    <a:pt x="173355" y="16859"/>
                    <a:pt x="178213" y="11906"/>
                  </a:cubicBezTo>
                  <a:lnTo>
                    <a:pt x="181166" y="9525"/>
                  </a:lnTo>
                  <a:lnTo>
                    <a:pt x="272129" y="9525"/>
                  </a:lnTo>
                  <a:moveTo>
                    <a:pt x="275463" y="0"/>
                  </a:moveTo>
                  <a:lnTo>
                    <a:pt x="177832" y="0"/>
                  </a:lnTo>
                  <a:lnTo>
                    <a:pt x="171736" y="4858"/>
                  </a:lnTo>
                  <a:cubicBezTo>
                    <a:pt x="169831" y="7048"/>
                    <a:pt x="167354" y="7239"/>
                    <a:pt x="164687" y="7239"/>
                  </a:cubicBezTo>
                  <a:cubicBezTo>
                    <a:pt x="163735" y="7239"/>
                    <a:pt x="162878" y="7239"/>
                    <a:pt x="161925" y="7239"/>
                  </a:cubicBezTo>
                  <a:lnTo>
                    <a:pt x="122015" y="7239"/>
                  </a:lnTo>
                  <a:cubicBezTo>
                    <a:pt x="120872" y="7239"/>
                    <a:pt x="119634" y="7334"/>
                    <a:pt x="118491" y="7334"/>
                  </a:cubicBezTo>
                  <a:cubicBezTo>
                    <a:pt x="116205" y="7334"/>
                    <a:pt x="114014" y="7048"/>
                    <a:pt x="112395" y="5334"/>
                  </a:cubicBezTo>
                  <a:lnTo>
                    <a:pt x="105347" y="95"/>
                  </a:lnTo>
                  <a:lnTo>
                    <a:pt x="6286" y="95"/>
                  </a:lnTo>
                  <a:cubicBezTo>
                    <a:pt x="2857" y="95"/>
                    <a:pt x="0" y="3048"/>
                    <a:pt x="0" y="6763"/>
                  </a:cubicBezTo>
                  <a:lnTo>
                    <a:pt x="0" y="29908"/>
                  </a:lnTo>
                  <a:cubicBezTo>
                    <a:pt x="0" y="33623"/>
                    <a:pt x="2762" y="36576"/>
                    <a:pt x="6286" y="36576"/>
                  </a:cubicBezTo>
                  <a:lnTo>
                    <a:pt x="275463" y="36576"/>
                  </a:lnTo>
                  <a:cubicBezTo>
                    <a:pt x="278892" y="36576"/>
                    <a:pt x="281749" y="33623"/>
                    <a:pt x="281749" y="29908"/>
                  </a:cubicBezTo>
                  <a:lnTo>
                    <a:pt x="281749" y="6763"/>
                  </a:lnTo>
                  <a:cubicBezTo>
                    <a:pt x="281654" y="2953"/>
                    <a:pt x="278892" y="0"/>
                    <a:pt x="275463" y="0"/>
                  </a:cubicBezTo>
                  <a:lnTo>
                    <a:pt x="275463" y="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grpSp>
        <p:nvGrpSpPr>
          <p:cNvPr id="85" name="Graphic 2">
            <a:extLst>
              <a:ext uri="{FF2B5EF4-FFF2-40B4-BE49-F238E27FC236}">
                <a16:creationId xmlns:a16="http://schemas.microsoft.com/office/drawing/2014/main" id="{89980954-E44E-4233-96AB-F5E4ED36C171}"/>
              </a:ext>
            </a:extLst>
          </p:cNvPr>
          <p:cNvGrpSpPr/>
          <p:nvPr/>
        </p:nvGrpSpPr>
        <p:grpSpPr>
          <a:xfrm>
            <a:off x="2989856" y="1614201"/>
            <a:ext cx="116109" cy="222885"/>
            <a:chOff x="5222111" y="1701546"/>
            <a:chExt cx="116109" cy="222885"/>
          </a:xfrm>
          <a:solidFill>
            <a:srgbClr val="000000"/>
          </a:solidFill>
        </p:grpSpPr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16D65385-B692-430D-BCDA-A696F956478B}"/>
                </a:ext>
              </a:extLst>
            </p:cNvPr>
            <p:cNvSpPr/>
            <p:nvPr/>
          </p:nvSpPr>
          <p:spPr>
            <a:xfrm>
              <a:off x="5268308" y="1715357"/>
              <a:ext cx="23526" cy="6095"/>
            </a:xfrm>
            <a:custGeom>
              <a:avLst/>
              <a:gdLst>
                <a:gd name="connsiteX0" fmla="*/ 1905 w 23526"/>
                <a:gd name="connsiteY0" fmla="*/ 6096 h 6095"/>
                <a:gd name="connsiteX1" fmla="*/ 21622 w 23526"/>
                <a:gd name="connsiteY1" fmla="*/ 6096 h 6095"/>
                <a:gd name="connsiteX2" fmla="*/ 23527 w 23526"/>
                <a:gd name="connsiteY2" fmla="*/ 4191 h 6095"/>
                <a:gd name="connsiteX3" fmla="*/ 23527 w 23526"/>
                <a:gd name="connsiteY3" fmla="*/ 1905 h 6095"/>
                <a:gd name="connsiteX4" fmla="*/ 21622 w 23526"/>
                <a:gd name="connsiteY4" fmla="*/ 0 h 6095"/>
                <a:gd name="connsiteX5" fmla="*/ 1905 w 23526"/>
                <a:gd name="connsiteY5" fmla="*/ 0 h 6095"/>
                <a:gd name="connsiteX6" fmla="*/ 0 w 23526"/>
                <a:gd name="connsiteY6" fmla="*/ 1905 h 6095"/>
                <a:gd name="connsiteX7" fmla="*/ 0 w 23526"/>
                <a:gd name="connsiteY7" fmla="*/ 4286 h 6095"/>
                <a:gd name="connsiteX8" fmla="*/ 1905 w 23526"/>
                <a:gd name="connsiteY8" fmla="*/ 6096 h 6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526" h="6095">
                  <a:moveTo>
                    <a:pt x="1905" y="6096"/>
                  </a:moveTo>
                  <a:lnTo>
                    <a:pt x="21622" y="6096"/>
                  </a:lnTo>
                  <a:cubicBezTo>
                    <a:pt x="22670" y="6096"/>
                    <a:pt x="23527" y="5239"/>
                    <a:pt x="23527" y="4191"/>
                  </a:cubicBezTo>
                  <a:lnTo>
                    <a:pt x="23527" y="1905"/>
                  </a:lnTo>
                  <a:cubicBezTo>
                    <a:pt x="23527" y="857"/>
                    <a:pt x="22670" y="0"/>
                    <a:pt x="21622" y="0"/>
                  </a:cubicBezTo>
                  <a:lnTo>
                    <a:pt x="1905" y="0"/>
                  </a:lnTo>
                  <a:cubicBezTo>
                    <a:pt x="857" y="0"/>
                    <a:pt x="0" y="857"/>
                    <a:pt x="0" y="1905"/>
                  </a:cubicBezTo>
                  <a:lnTo>
                    <a:pt x="0" y="4286"/>
                  </a:lnTo>
                  <a:cubicBezTo>
                    <a:pt x="95" y="5239"/>
                    <a:pt x="953" y="6096"/>
                    <a:pt x="1905" y="6096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FF0055EF-C06A-44B0-BB49-73922D54D5F3}"/>
                </a:ext>
              </a:extLst>
            </p:cNvPr>
            <p:cNvSpPr/>
            <p:nvPr/>
          </p:nvSpPr>
          <p:spPr>
            <a:xfrm>
              <a:off x="5222111" y="1701546"/>
              <a:ext cx="116109" cy="222885"/>
            </a:xfrm>
            <a:custGeom>
              <a:avLst/>
              <a:gdLst>
                <a:gd name="connsiteX0" fmla="*/ 107442 w 116109"/>
                <a:gd name="connsiteY0" fmla="*/ 0 h 222885"/>
                <a:gd name="connsiteX1" fmla="*/ 8192 w 116109"/>
                <a:gd name="connsiteY1" fmla="*/ 0 h 222885"/>
                <a:gd name="connsiteX2" fmla="*/ 0 w 116109"/>
                <a:gd name="connsiteY2" fmla="*/ 8191 h 222885"/>
                <a:gd name="connsiteX3" fmla="*/ 0 w 116109"/>
                <a:gd name="connsiteY3" fmla="*/ 214694 h 222885"/>
                <a:gd name="connsiteX4" fmla="*/ 8192 w 116109"/>
                <a:gd name="connsiteY4" fmla="*/ 222885 h 222885"/>
                <a:gd name="connsiteX5" fmla="*/ 107918 w 116109"/>
                <a:gd name="connsiteY5" fmla="*/ 222885 h 222885"/>
                <a:gd name="connsiteX6" fmla="*/ 116110 w 116109"/>
                <a:gd name="connsiteY6" fmla="*/ 214694 h 222885"/>
                <a:gd name="connsiteX7" fmla="*/ 116110 w 116109"/>
                <a:gd name="connsiteY7" fmla="*/ 8668 h 222885"/>
                <a:gd name="connsiteX8" fmla="*/ 107442 w 116109"/>
                <a:gd name="connsiteY8" fmla="*/ 0 h 222885"/>
                <a:gd name="connsiteX9" fmla="*/ 106585 w 116109"/>
                <a:gd name="connsiteY9" fmla="*/ 186500 h 222885"/>
                <a:gd name="connsiteX10" fmla="*/ 9525 w 116109"/>
                <a:gd name="connsiteY10" fmla="*/ 186500 h 222885"/>
                <a:gd name="connsiteX11" fmla="*/ 9525 w 116109"/>
                <a:gd name="connsiteY11" fmla="*/ 34385 h 222885"/>
                <a:gd name="connsiteX12" fmla="*/ 106585 w 116109"/>
                <a:gd name="connsiteY12" fmla="*/ 34385 h 222885"/>
                <a:gd name="connsiteX13" fmla="*/ 106585 w 116109"/>
                <a:gd name="connsiteY13" fmla="*/ 186500 h 222885"/>
                <a:gd name="connsiteX14" fmla="*/ 106585 w 116109"/>
                <a:gd name="connsiteY14" fmla="*/ 9525 h 222885"/>
                <a:gd name="connsiteX15" fmla="*/ 106585 w 116109"/>
                <a:gd name="connsiteY15" fmla="*/ 24860 h 222885"/>
                <a:gd name="connsiteX16" fmla="*/ 9525 w 116109"/>
                <a:gd name="connsiteY16" fmla="*/ 24860 h 222885"/>
                <a:gd name="connsiteX17" fmla="*/ 9525 w 116109"/>
                <a:gd name="connsiteY17" fmla="*/ 9525 h 222885"/>
                <a:gd name="connsiteX18" fmla="*/ 106585 w 116109"/>
                <a:gd name="connsiteY18" fmla="*/ 9525 h 222885"/>
                <a:gd name="connsiteX19" fmla="*/ 9525 w 116109"/>
                <a:gd name="connsiteY19" fmla="*/ 213360 h 222885"/>
                <a:gd name="connsiteX20" fmla="*/ 9525 w 116109"/>
                <a:gd name="connsiteY20" fmla="*/ 196120 h 222885"/>
                <a:gd name="connsiteX21" fmla="*/ 106585 w 116109"/>
                <a:gd name="connsiteY21" fmla="*/ 196120 h 222885"/>
                <a:gd name="connsiteX22" fmla="*/ 106585 w 116109"/>
                <a:gd name="connsiteY22" fmla="*/ 213360 h 222885"/>
                <a:gd name="connsiteX23" fmla="*/ 9525 w 116109"/>
                <a:gd name="connsiteY23" fmla="*/ 213360 h 222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16109" h="222885">
                  <a:moveTo>
                    <a:pt x="107442" y="0"/>
                  </a:moveTo>
                  <a:lnTo>
                    <a:pt x="8192" y="0"/>
                  </a:lnTo>
                  <a:cubicBezTo>
                    <a:pt x="3715" y="0"/>
                    <a:pt x="0" y="3619"/>
                    <a:pt x="0" y="8191"/>
                  </a:cubicBezTo>
                  <a:lnTo>
                    <a:pt x="0" y="214694"/>
                  </a:lnTo>
                  <a:cubicBezTo>
                    <a:pt x="0" y="219170"/>
                    <a:pt x="3620" y="222885"/>
                    <a:pt x="8192" y="222885"/>
                  </a:cubicBezTo>
                  <a:lnTo>
                    <a:pt x="107918" y="222885"/>
                  </a:lnTo>
                  <a:cubicBezTo>
                    <a:pt x="112395" y="222885"/>
                    <a:pt x="116110" y="219266"/>
                    <a:pt x="116110" y="214694"/>
                  </a:cubicBezTo>
                  <a:lnTo>
                    <a:pt x="116110" y="8668"/>
                  </a:lnTo>
                  <a:cubicBezTo>
                    <a:pt x="116110" y="3905"/>
                    <a:pt x="112204" y="0"/>
                    <a:pt x="107442" y="0"/>
                  </a:cubicBezTo>
                  <a:close/>
                  <a:moveTo>
                    <a:pt x="106585" y="186500"/>
                  </a:moveTo>
                  <a:lnTo>
                    <a:pt x="9525" y="186500"/>
                  </a:lnTo>
                  <a:lnTo>
                    <a:pt x="9525" y="34385"/>
                  </a:lnTo>
                  <a:lnTo>
                    <a:pt x="106585" y="34385"/>
                  </a:lnTo>
                  <a:lnTo>
                    <a:pt x="106585" y="186500"/>
                  </a:lnTo>
                  <a:close/>
                  <a:moveTo>
                    <a:pt x="106585" y="9525"/>
                  </a:moveTo>
                  <a:lnTo>
                    <a:pt x="106585" y="24860"/>
                  </a:lnTo>
                  <a:lnTo>
                    <a:pt x="9525" y="24860"/>
                  </a:lnTo>
                  <a:lnTo>
                    <a:pt x="9525" y="9525"/>
                  </a:lnTo>
                  <a:lnTo>
                    <a:pt x="106585" y="9525"/>
                  </a:lnTo>
                  <a:close/>
                  <a:moveTo>
                    <a:pt x="9525" y="213360"/>
                  </a:moveTo>
                  <a:lnTo>
                    <a:pt x="9525" y="196120"/>
                  </a:lnTo>
                  <a:lnTo>
                    <a:pt x="106585" y="196120"/>
                  </a:lnTo>
                  <a:lnTo>
                    <a:pt x="106585" y="213360"/>
                  </a:lnTo>
                  <a:lnTo>
                    <a:pt x="9525" y="21336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1ECB17EE-897A-4B1C-80A0-727E189C2C7A}"/>
                </a:ext>
              </a:extLst>
            </p:cNvPr>
            <p:cNvSpPr/>
            <p:nvPr/>
          </p:nvSpPr>
          <p:spPr>
            <a:xfrm>
              <a:off x="5273928" y="1899951"/>
              <a:ext cx="12382" cy="12382"/>
            </a:xfrm>
            <a:custGeom>
              <a:avLst/>
              <a:gdLst>
                <a:gd name="connsiteX0" fmla="*/ 12383 w 12382"/>
                <a:gd name="connsiteY0" fmla="*/ 6191 h 12382"/>
                <a:gd name="connsiteX1" fmla="*/ 6191 w 12382"/>
                <a:gd name="connsiteY1" fmla="*/ 12383 h 12382"/>
                <a:gd name="connsiteX2" fmla="*/ 0 w 12382"/>
                <a:gd name="connsiteY2" fmla="*/ 6191 h 12382"/>
                <a:gd name="connsiteX3" fmla="*/ 6191 w 12382"/>
                <a:gd name="connsiteY3" fmla="*/ 0 h 12382"/>
                <a:gd name="connsiteX4" fmla="*/ 12383 w 12382"/>
                <a:gd name="connsiteY4" fmla="*/ 6191 h 12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82" h="12382">
                  <a:moveTo>
                    <a:pt x="12383" y="6191"/>
                  </a:moveTo>
                  <a:cubicBezTo>
                    <a:pt x="12383" y="9611"/>
                    <a:pt x="9611" y="12383"/>
                    <a:pt x="6191" y="12383"/>
                  </a:cubicBezTo>
                  <a:cubicBezTo>
                    <a:pt x="2772" y="12383"/>
                    <a:pt x="0" y="9611"/>
                    <a:pt x="0" y="6191"/>
                  </a:cubicBezTo>
                  <a:cubicBezTo>
                    <a:pt x="0" y="2772"/>
                    <a:pt x="2772" y="0"/>
                    <a:pt x="6191" y="0"/>
                  </a:cubicBezTo>
                  <a:cubicBezTo>
                    <a:pt x="9611" y="0"/>
                    <a:pt x="12383" y="2772"/>
                    <a:pt x="12383" y="6191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grpSp>
        <p:nvGrpSpPr>
          <p:cNvPr id="89" name="Graphic 2">
            <a:extLst>
              <a:ext uri="{FF2B5EF4-FFF2-40B4-BE49-F238E27FC236}">
                <a16:creationId xmlns:a16="http://schemas.microsoft.com/office/drawing/2014/main" id="{89980954-E44E-4233-96AB-F5E4ED36C171}"/>
              </a:ext>
            </a:extLst>
          </p:cNvPr>
          <p:cNvGrpSpPr/>
          <p:nvPr/>
        </p:nvGrpSpPr>
        <p:grpSpPr>
          <a:xfrm>
            <a:off x="4346604" y="1687638"/>
            <a:ext cx="281463" cy="76200"/>
            <a:chOff x="5602921" y="1774983"/>
            <a:chExt cx="281463" cy="76200"/>
          </a:xfrm>
          <a:solidFill>
            <a:srgbClr val="000000"/>
          </a:solidFill>
        </p:grpSpPr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0A2E5475-025C-47C0-8BFA-21D99AF97624}"/>
                </a:ext>
              </a:extLst>
            </p:cNvPr>
            <p:cNvSpPr/>
            <p:nvPr/>
          </p:nvSpPr>
          <p:spPr>
            <a:xfrm>
              <a:off x="5602921" y="1774983"/>
              <a:ext cx="281463" cy="76200"/>
            </a:xfrm>
            <a:custGeom>
              <a:avLst/>
              <a:gdLst>
                <a:gd name="connsiteX0" fmla="*/ 271653 w 281463"/>
                <a:gd name="connsiteY0" fmla="*/ 9525 h 76200"/>
                <a:gd name="connsiteX1" fmla="*/ 271939 w 281463"/>
                <a:gd name="connsiteY1" fmla="*/ 66675 h 76200"/>
                <a:gd name="connsiteX2" fmla="*/ 9906 w 281463"/>
                <a:gd name="connsiteY2" fmla="*/ 66675 h 76200"/>
                <a:gd name="connsiteX3" fmla="*/ 9620 w 281463"/>
                <a:gd name="connsiteY3" fmla="*/ 9525 h 76200"/>
                <a:gd name="connsiteX4" fmla="*/ 271653 w 281463"/>
                <a:gd name="connsiteY4" fmla="*/ 9525 h 76200"/>
                <a:gd name="connsiteX5" fmla="*/ 281178 w 281463"/>
                <a:gd name="connsiteY5" fmla="*/ 0 h 76200"/>
                <a:gd name="connsiteX6" fmla="*/ 0 w 281463"/>
                <a:gd name="connsiteY6" fmla="*/ 0 h 76200"/>
                <a:gd name="connsiteX7" fmla="*/ 381 w 281463"/>
                <a:gd name="connsiteY7" fmla="*/ 76200 h 76200"/>
                <a:gd name="connsiteX8" fmla="*/ 281464 w 281463"/>
                <a:gd name="connsiteY8" fmla="*/ 76200 h 76200"/>
                <a:gd name="connsiteX9" fmla="*/ 281178 w 281463"/>
                <a:gd name="connsiteY9" fmla="*/ 0 h 76200"/>
                <a:gd name="connsiteX10" fmla="*/ 281178 w 281463"/>
                <a:gd name="connsiteY10" fmla="*/ 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81463" h="76200">
                  <a:moveTo>
                    <a:pt x="271653" y="9525"/>
                  </a:moveTo>
                  <a:lnTo>
                    <a:pt x="271939" y="66675"/>
                  </a:lnTo>
                  <a:lnTo>
                    <a:pt x="9906" y="66675"/>
                  </a:lnTo>
                  <a:lnTo>
                    <a:pt x="9620" y="9525"/>
                  </a:lnTo>
                  <a:lnTo>
                    <a:pt x="271653" y="9525"/>
                  </a:lnTo>
                  <a:moveTo>
                    <a:pt x="281178" y="0"/>
                  </a:moveTo>
                  <a:lnTo>
                    <a:pt x="0" y="0"/>
                  </a:lnTo>
                  <a:lnTo>
                    <a:pt x="381" y="76200"/>
                  </a:lnTo>
                  <a:lnTo>
                    <a:pt x="281464" y="76200"/>
                  </a:lnTo>
                  <a:lnTo>
                    <a:pt x="281178" y="0"/>
                  </a:lnTo>
                  <a:lnTo>
                    <a:pt x="281178" y="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grpSp>
          <p:nvGrpSpPr>
            <p:cNvPr id="91" name="Graphic 2">
              <a:extLst>
                <a:ext uri="{FF2B5EF4-FFF2-40B4-BE49-F238E27FC236}">
                  <a16:creationId xmlns:a16="http://schemas.microsoft.com/office/drawing/2014/main" id="{89980954-E44E-4233-96AB-F5E4ED36C171}"/>
                </a:ext>
              </a:extLst>
            </p:cNvPr>
            <p:cNvGrpSpPr/>
            <p:nvPr/>
          </p:nvGrpSpPr>
          <p:grpSpPr>
            <a:xfrm>
              <a:off x="5632353" y="1798224"/>
              <a:ext cx="54006" cy="29622"/>
              <a:chOff x="5632353" y="1798224"/>
              <a:chExt cx="54006" cy="29622"/>
            </a:xfrm>
            <a:solidFill>
              <a:srgbClr val="000000"/>
            </a:solidFill>
          </p:grpSpPr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6C6FD46A-9FED-42DD-AE0E-99AE41D7A62E}"/>
                  </a:ext>
                </a:extLst>
              </p:cNvPr>
              <p:cNvSpPr/>
              <p:nvPr/>
            </p:nvSpPr>
            <p:spPr>
              <a:xfrm>
                <a:off x="5632353" y="1798224"/>
                <a:ext cx="9525" cy="29622"/>
              </a:xfrm>
              <a:custGeom>
                <a:avLst/>
                <a:gdLst>
                  <a:gd name="connsiteX0" fmla="*/ 0 w 9525"/>
                  <a:gd name="connsiteY0" fmla="*/ 0 h 29622"/>
                  <a:gd name="connsiteX1" fmla="*/ 9525 w 9525"/>
                  <a:gd name="connsiteY1" fmla="*/ 0 h 29622"/>
                  <a:gd name="connsiteX2" fmla="*/ 9525 w 9525"/>
                  <a:gd name="connsiteY2" fmla="*/ 29623 h 29622"/>
                  <a:gd name="connsiteX3" fmla="*/ 0 w 9525"/>
                  <a:gd name="connsiteY3" fmla="*/ 29623 h 296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525" h="29622">
                    <a:moveTo>
                      <a:pt x="0" y="0"/>
                    </a:moveTo>
                    <a:lnTo>
                      <a:pt x="9525" y="0"/>
                    </a:lnTo>
                    <a:lnTo>
                      <a:pt x="9525" y="29623"/>
                    </a:lnTo>
                    <a:lnTo>
                      <a:pt x="0" y="29623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A0515901-1B98-414D-BC83-E91D00BA0ABF}"/>
                  </a:ext>
                </a:extLst>
              </p:cNvPr>
              <p:cNvSpPr/>
              <p:nvPr/>
            </p:nvSpPr>
            <p:spPr>
              <a:xfrm>
                <a:off x="5647212" y="1798224"/>
                <a:ext cx="9525" cy="29622"/>
              </a:xfrm>
              <a:custGeom>
                <a:avLst/>
                <a:gdLst>
                  <a:gd name="connsiteX0" fmla="*/ 0 w 9525"/>
                  <a:gd name="connsiteY0" fmla="*/ 0 h 29622"/>
                  <a:gd name="connsiteX1" fmla="*/ 9525 w 9525"/>
                  <a:gd name="connsiteY1" fmla="*/ 0 h 29622"/>
                  <a:gd name="connsiteX2" fmla="*/ 9525 w 9525"/>
                  <a:gd name="connsiteY2" fmla="*/ 29623 h 29622"/>
                  <a:gd name="connsiteX3" fmla="*/ 0 w 9525"/>
                  <a:gd name="connsiteY3" fmla="*/ 29623 h 296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525" h="29622">
                    <a:moveTo>
                      <a:pt x="0" y="0"/>
                    </a:moveTo>
                    <a:lnTo>
                      <a:pt x="9525" y="0"/>
                    </a:lnTo>
                    <a:lnTo>
                      <a:pt x="9525" y="29623"/>
                    </a:lnTo>
                    <a:lnTo>
                      <a:pt x="0" y="29623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D7888AD9-5483-4753-81B1-6BF391617DA9}"/>
                  </a:ext>
                </a:extLst>
              </p:cNvPr>
              <p:cNvSpPr/>
              <p:nvPr/>
            </p:nvSpPr>
            <p:spPr>
              <a:xfrm>
                <a:off x="5662071" y="1798224"/>
                <a:ext cx="9525" cy="29622"/>
              </a:xfrm>
              <a:custGeom>
                <a:avLst/>
                <a:gdLst>
                  <a:gd name="connsiteX0" fmla="*/ 0 w 9525"/>
                  <a:gd name="connsiteY0" fmla="*/ 0 h 29622"/>
                  <a:gd name="connsiteX1" fmla="*/ 9525 w 9525"/>
                  <a:gd name="connsiteY1" fmla="*/ 0 h 29622"/>
                  <a:gd name="connsiteX2" fmla="*/ 9525 w 9525"/>
                  <a:gd name="connsiteY2" fmla="*/ 29623 h 29622"/>
                  <a:gd name="connsiteX3" fmla="*/ 0 w 9525"/>
                  <a:gd name="connsiteY3" fmla="*/ 29623 h 296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525" h="29622">
                    <a:moveTo>
                      <a:pt x="0" y="0"/>
                    </a:moveTo>
                    <a:lnTo>
                      <a:pt x="9525" y="0"/>
                    </a:lnTo>
                    <a:lnTo>
                      <a:pt x="9525" y="29623"/>
                    </a:lnTo>
                    <a:lnTo>
                      <a:pt x="0" y="29623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CB363DE6-AA63-4BB3-AC9D-821E373EAADF}"/>
                  </a:ext>
                </a:extLst>
              </p:cNvPr>
              <p:cNvSpPr/>
              <p:nvPr/>
            </p:nvSpPr>
            <p:spPr>
              <a:xfrm>
                <a:off x="5676835" y="1798224"/>
                <a:ext cx="9525" cy="29622"/>
              </a:xfrm>
              <a:custGeom>
                <a:avLst/>
                <a:gdLst>
                  <a:gd name="connsiteX0" fmla="*/ 0 w 9525"/>
                  <a:gd name="connsiteY0" fmla="*/ 0 h 29622"/>
                  <a:gd name="connsiteX1" fmla="*/ 9525 w 9525"/>
                  <a:gd name="connsiteY1" fmla="*/ 0 h 29622"/>
                  <a:gd name="connsiteX2" fmla="*/ 9525 w 9525"/>
                  <a:gd name="connsiteY2" fmla="*/ 29623 h 29622"/>
                  <a:gd name="connsiteX3" fmla="*/ 0 w 9525"/>
                  <a:gd name="connsiteY3" fmla="*/ 29623 h 296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525" h="29622">
                    <a:moveTo>
                      <a:pt x="0" y="0"/>
                    </a:moveTo>
                    <a:lnTo>
                      <a:pt x="9525" y="0"/>
                    </a:lnTo>
                    <a:lnTo>
                      <a:pt x="9525" y="29623"/>
                    </a:lnTo>
                    <a:lnTo>
                      <a:pt x="0" y="29623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ABAD9468-36A4-40A5-99D2-3A86BCF7E41B}"/>
                </a:ext>
              </a:extLst>
            </p:cNvPr>
            <p:cNvSpPr/>
            <p:nvPr/>
          </p:nvSpPr>
          <p:spPr>
            <a:xfrm>
              <a:off x="5841427" y="1805749"/>
              <a:ext cx="14859" cy="14859"/>
            </a:xfrm>
            <a:custGeom>
              <a:avLst/>
              <a:gdLst>
                <a:gd name="connsiteX0" fmla="*/ 14859 w 14859"/>
                <a:gd name="connsiteY0" fmla="*/ 7429 h 14859"/>
                <a:gd name="connsiteX1" fmla="*/ 7430 w 14859"/>
                <a:gd name="connsiteY1" fmla="*/ 14859 h 14859"/>
                <a:gd name="connsiteX2" fmla="*/ 0 w 14859"/>
                <a:gd name="connsiteY2" fmla="*/ 7429 h 14859"/>
                <a:gd name="connsiteX3" fmla="*/ 7430 w 14859"/>
                <a:gd name="connsiteY3" fmla="*/ 0 h 14859"/>
                <a:gd name="connsiteX4" fmla="*/ 14859 w 14859"/>
                <a:gd name="connsiteY4" fmla="*/ 7429 h 148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859" h="14859">
                  <a:moveTo>
                    <a:pt x="14859" y="7429"/>
                  </a:moveTo>
                  <a:cubicBezTo>
                    <a:pt x="14859" y="11533"/>
                    <a:pt x="11533" y="14859"/>
                    <a:pt x="7430" y="14859"/>
                  </a:cubicBezTo>
                  <a:cubicBezTo>
                    <a:pt x="3326" y="14859"/>
                    <a:pt x="0" y="11533"/>
                    <a:pt x="0" y="7429"/>
                  </a:cubicBezTo>
                  <a:cubicBezTo>
                    <a:pt x="0" y="3326"/>
                    <a:pt x="3326" y="0"/>
                    <a:pt x="7430" y="0"/>
                  </a:cubicBezTo>
                  <a:cubicBezTo>
                    <a:pt x="11533" y="0"/>
                    <a:pt x="14859" y="3326"/>
                    <a:pt x="14859" y="7429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grpSp>
        <p:nvGrpSpPr>
          <p:cNvPr id="97" name="Graphic 2">
            <a:extLst>
              <a:ext uri="{FF2B5EF4-FFF2-40B4-BE49-F238E27FC236}">
                <a16:creationId xmlns:a16="http://schemas.microsoft.com/office/drawing/2014/main" id="{89980954-E44E-4233-96AB-F5E4ED36C171}"/>
              </a:ext>
            </a:extLst>
          </p:cNvPr>
          <p:cNvGrpSpPr/>
          <p:nvPr/>
        </p:nvGrpSpPr>
        <p:grpSpPr>
          <a:xfrm>
            <a:off x="5469526" y="1606009"/>
            <a:ext cx="281463" cy="239458"/>
            <a:chOff x="6084981" y="1693354"/>
            <a:chExt cx="281463" cy="239458"/>
          </a:xfrm>
          <a:solidFill>
            <a:srgbClr val="000000"/>
          </a:solidFill>
        </p:grpSpPr>
        <p:grpSp>
          <p:nvGrpSpPr>
            <p:cNvPr id="98" name="Graphic 2">
              <a:extLst>
                <a:ext uri="{FF2B5EF4-FFF2-40B4-BE49-F238E27FC236}">
                  <a16:creationId xmlns:a16="http://schemas.microsoft.com/office/drawing/2014/main" id="{89980954-E44E-4233-96AB-F5E4ED36C171}"/>
                </a:ext>
              </a:extLst>
            </p:cNvPr>
            <p:cNvGrpSpPr/>
            <p:nvPr/>
          </p:nvGrpSpPr>
          <p:grpSpPr>
            <a:xfrm>
              <a:off x="6084981" y="1693354"/>
              <a:ext cx="281463" cy="76199"/>
              <a:chOff x="6084981" y="1693354"/>
              <a:chExt cx="281463" cy="76199"/>
            </a:xfrm>
            <a:solidFill>
              <a:srgbClr val="000000"/>
            </a:solidFill>
          </p:grpSpPr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5843D01E-9320-4484-8EC7-39CEC1935605}"/>
                  </a:ext>
                </a:extLst>
              </p:cNvPr>
              <p:cNvSpPr/>
              <p:nvPr/>
            </p:nvSpPr>
            <p:spPr>
              <a:xfrm>
                <a:off x="6084981" y="1693354"/>
                <a:ext cx="281463" cy="76199"/>
              </a:xfrm>
              <a:custGeom>
                <a:avLst/>
                <a:gdLst>
                  <a:gd name="connsiteX0" fmla="*/ 271653 w 281463"/>
                  <a:gd name="connsiteY0" fmla="*/ 9525 h 76199"/>
                  <a:gd name="connsiteX1" fmla="*/ 271939 w 281463"/>
                  <a:gd name="connsiteY1" fmla="*/ 66675 h 76199"/>
                  <a:gd name="connsiteX2" fmla="*/ 9906 w 281463"/>
                  <a:gd name="connsiteY2" fmla="*/ 66675 h 76199"/>
                  <a:gd name="connsiteX3" fmla="*/ 9620 w 281463"/>
                  <a:gd name="connsiteY3" fmla="*/ 9525 h 76199"/>
                  <a:gd name="connsiteX4" fmla="*/ 271653 w 281463"/>
                  <a:gd name="connsiteY4" fmla="*/ 9525 h 76199"/>
                  <a:gd name="connsiteX5" fmla="*/ 281083 w 281463"/>
                  <a:gd name="connsiteY5" fmla="*/ 0 h 76199"/>
                  <a:gd name="connsiteX6" fmla="*/ 0 w 281463"/>
                  <a:gd name="connsiteY6" fmla="*/ 0 h 76199"/>
                  <a:gd name="connsiteX7" fmla="*/ 381 w 281463"/>
                  <a:gd name="connsiteY7" fmla="*/ 76200 h 76199"/>
                  <a:gd name="connsiteX8" fmla="*/ 281464 w 281463"/>
                  <a:gd name="connsiteY8" fmla="*/ 76200 h 76199"/>
                  <a:gd name="connsiteX9" fmla="*/ 281083 w 281463"/>
                  <a:gd name="connsiteY9" fmla="*/ 0 h 76199"/>
                  <a:gd name="connsiteX10" fmla="*/ 281083 w 281463"/>
                  <a:gd name="connsiteY10" fmla="*/ 0 h 76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81463" h="76199">
                    <a:moveTo>
                      <a:pt x="271653" y="9525"/>
                    </a:moveTo>
                    <a:lnTo>
                      <a:pt x="271939" y="66675"/>
                    </a:lnTo>
                    <a:lnTo>
                      <a:pt x="9906" y="66675"/>
                    </a:lnTo>
                    <a:lnTo>
                      <a:pt x="9620" y="9525"/>
                    </a:lnTo>
                    <a:lnTo>
                      <a:pt x="271653" y="9525"/>
                    </a:lnTo>
                    <a:moveTo>
                      <a:pt x="281083" y="0"/>
                    </a:moveTo>
                    <a:lnTo>
                      <a:pt x="0" y="0"/>
                    </a:lnTo>
                    <a:lnTo>
                      <a:pt x="381" y="76200"/>
                    </a:lnTo>
                    <a:lnTo>
                      <a:pt x="281464" y="76200"/>
                    </a:lnTo>
                    <a:lnTo>
                      <a:pt x="281083" y="0"/>
                    </a:lnTo>
                    <a:lnTo>
                      <a:pt x="281083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grpSp>
            <p:nvGrpSpPr>
              <p:cNvPr id="100" name="Graphic 2">
                <a:extLst>
                  <a:ext uri="{FF2B5EF4-FFF2-40B4-BE49-F238E27FC236}">
                    <a16:creationId xmlns:a16="http://schemas.microsoft.com/office/drawing/2014/main" id="{89980954-E44E-4233-96AB-F5E4ED36C171}"/>
                  </a:ext>
                </a:extLst>
              </p:cNvPr>
              <p:cNvGrpSpPr/>
              <p:nvPr/>
            </p:nvGrpSpPr>
            <p:grpSpPr>
              <a:xfrm>
                <a:off x="6114414" y="1716595"/>
                <a:ext cx="54006" cy="29622"/>
                <a:chOff x="6114414" y="1716595"/>
                <a:chExt cx="54006" cy="29622"/>
              </a:xfrm>
              <a:solidFill>
                <a:srgbClr val="000000"/>
              </a:solidFill>
            </p:grpSpPr>
            <p:sp>
              <p:nvSpPr>
                <p:cNvPr id="101" name="Freeform: Shape 100">
                  <a:extLst>
                    <a:ext uri="{FF2B5EF4-FFF2-40B4-BE49-F238E27FC236}">
                      <a16:creationId xmlns:a16="http://schemas.microsoft.com/office/drawing/2014/main" id="{01BF0A8B-EBA6-4F50-990C-938C8D9607C0}"/>
                    </a:ext>
                  </a:extLst>
                </p:cNvPr>
                <p:cNvSpPr/>
                <p:nvPr/>
              </p:nvSpPr>
              <p:spPr>
                <a:xfrm>
                  <a:off x="6114414" y="1716595"/>
                  <a:ext cx="9525" cy="29622"/>
                </a:xfrm>
                <a:custGeom>
                  <a:avLst/>
                  <a:gdLst>
                    <a:gd name="connsiteX0" fmla="*/ 0 w 9525"/>
                    <a:gd name="connsiteY0" fmla="*/ 0 h 29622"/>
                    <a:gd name="connsiteX1" fmla="*/ 9525 w 9525"/>
                    <a:gd name="connsiteY1" fmla="*/ 0 h 29622"/>
                    <a:gd name="connsiteX2" fmla="*/ 9525 w 9525"/>
                    <a:gd name="connsiteY2" fmla="*/ 29623 h 29622"/>
                    <a:gd name="connsiteX3" fmla="*/ 0 w 9525"/>
                    <a:gd name="connsiteY3" fmla="*/ 29623 h 296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525" h="29622">
                      <a:moveTo>
                        <a:pt x="0" y="0"/>
                      </a:moveTo>
                      <a:lnTo>
                        <a:pt x="9525" y="0"/>
                      </a:lnTo>
                      <a:lnTo>
                        <a:pt x="9525" y="29623"/>
                      </a:lnTo>
                      <a:lnTo>
                        <a:pt x="0" y="2962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102" name="Freeform: Shape 101">
                  <a:extLst>
                    <a:ext uri="{FF2B5EF4-FFF2-40B4-BE49-F238E27FC236}">
                      <a16:creationId xmlns:a16="http://schemas.microsoft.com/office/drawing/2014/main" id="{38F4A9AA-5AE6-4D0D-8BBB-DD878C46B28C}"/>
                    </a:ext>
                  </a:extLst>
                </p:cNvPr>
                <p:cNvSpPr/>
                <p:nvPr/>
              </p:nvSpPr>
              <p:spPr>
                <a:xfrm>
                  <a:off x="6129273" y="1716595"/>
                  <a:ext cx="9525" cy="29622"/>
                </a:xfrm>
                <a:custGeom>
                  <a:avLst/>
                  <a:gdLst>
                    <a:gd name="connsiteX0" fmla="*/ 0 w 9525"/>
                    <a:gd name="connsiteY0" fmla="*/ 0 h 29622"/>
                    <a:gd name="connsiteX1" fmla="*/ 9525 w 9525"/>
                    <a:gd name="connsiteY1" fmla="*/ 0 h 29622"/>
                    <a:gd name="connsiteX2" fmla="*/ 9525 w 9525"/>
                    <a:gd name="connsiteY2" fmla="*/ 29623 h 29622"/>
                    <a:gd name="connsiteX3" fmla="*/ 0 w 9525"/>
                    <a:gd name="connsiteY3" fmla="*/ 29623 h 296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525" h="29622">
                      <a:moveTo>
                        <a:pt x="0" y="0"/>
                      </a:moveTo>
                      <a:lnTo>
                        <a:pt x="9525" y="0"/>
                      </a:lnTo>
                      <a:lnTo>
                        <a:pt x="9525" y="29623"/>
                      </a:lnTo>
                      <a:lnTo>
                        <a:pt x="0" y="2962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103" name="Freeform: Shape 102">
                  <a:extLst>
                    <a:ext uri="{FF2B5EF4-FFF2-40B4-BE49-F238E27FC236}">
                      <a16:creationId xmlns:a16="http://schemas.microsoft.com/office/drawing/2014/main" id="{E687AF61-0F62-4BE9-B325-E144E85383FF}"/>
                    </a:ext>
                  </a:extLst>
                </p:cNvPr>
                <p:cNvSpPr/>
                <p:nvPr/>
              </p:nvSpPr>
              <p:spPr>
                <a:xfrm>
                  <a:off x="6144036" y="1716595"/>
                  <a:ext cx="9525" cy="29622"/>
                </a:xfrm>
                <a:custGeom>
                  <a:avLst/>
                  <a:gdLst>
                    <a:gd name="connsiteX0" fmla="*/ 0 w 9525"/>
                    <a:gd name="connsiteY0" fmla="*/ 0 h 29622"/>
                    <a:gd name="connsiteX1" fmla="*/ 9525 w 9525"/>
                    <a:gd name="connsiteY1" fmla="*/ 0 h 29622"/>
                    <a:gd name="connsiteX2" fmla="*/ 9525 w 9525"/>
                    <a:gd name="connsiteY2" fmla="*/ 29623 h 29622"/>
                    <a:gd name="connsiteX3" fmla="*/ 0 w 9525"/>
                    <a:gd name="connsiteY3" fmla="*/ 29623 h 296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525" h="29622">
                      <a:moveTo>
                        <a:pt x="0" y="0"/>
                      </a:moveTo>
                      <a:lnTo>
                        <a:pt x="9525" y="0"/>
                      </a:lnTo>
                      <a:lnTo>
                        <a:pt x="9525" y="29623"/>
                      </a:lnTo>
                      <a:lnTo>
                        <a:pt x="0" y="2962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104" name="Freeform: Shape 103">
                  <a:extLst>
                    <a:ext uri="{FF2B5EF4-FFF2-40B4-BE49-F238E27FC236}">
                      <a16:creationId xmlns:a16="http://schemas.microsoft.com/office/drawing/2014/main" id="{A3A29CA3-E9AB-438B-9835-9DF8B1C09C01}"/>
                    </a:ext>
                  </a:extLst>
                </p:cNvPr>
                <p:cNvSpPr/>
                <p:nvPr/>
              </p:nvSpPr>
              <p:spPr>
                <a:xfrm>
                  <a:off x="6158895" y="1716595"/>
                  <a:ext cx="9525" cy="29622"/>
                </a:xfrm>
                <a:custGeom>
                  <a:avLst/>
                  <a:gdLst>
                    <a:gd name="connsiteX0" fmla="*/ 0 w 9525"/>
                    <a:gd name="connsiteY0" fmla="*/ 0 h 29622"/>
                    <a:gd name="connsiteX1" fmla="*/ 9525 w 9525"/>
                    <a:gd name="connsiteY1" fmla="*/ 0 h 29622"/>
                    <a:gd name="connsiteX2" fmla="*/ 9525 w 9525"/>
                    <a:gd name="connsiteY2" fmla="*/ 29623 h 29622"/>
                    <a:gd name="connsiteX3" fmla="*/ 0 w 9525"/>
                    <a:gd name="connsiteY3" fmla="*/ 29623 h 296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525" h="29622">
                      <a:moveTo>
                        <a:pt x="0" y="0"/>
                      </a:moveTo>
                      <a:lnTo>
                        <a:pt x="9525" y="0"/>
                      </a:lnTo>
                      <a:lnTo>
                        <a:pt x="9525" y="29623"/>
                      </a:lnTo>
                      <a:lnTo>
                        <a:pt x="0" y="2962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</p:grp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F88FF512-CD44-4229-8910-905F1B2ED9A2}"/>
                  </a:ext>
                </a:extLst>
              </p:cNvPr>
              <p:cNvSpPr/>
              <p:nvPr/>
            </p:nvSpPr>
            <p:spPr>
              <a:xfrm>
                <a:off x="6323487" y="1724120"/>
                <a:ext cx="14859" cy="14859"/>
              </a:xfrm>
              <a:custGeom>
                <a:avLst/>
                <a:gdLst>
                  <a:gd name="connsiteX0" fmla="*/ 14859 w 14859"/>
                  <a:gd name="connsiteY0" fmla="*/ 7429 h 14859"/>
                  <a:gd name="connsiteX1" fmla="*/ 7430 w 14859"/>
                  <a:gd name="connsiteY1" fmla="*/ 14859 h 14859"/>
                  <a:gd name="connsiteX2" fmla="*/ 0 w 14859"/>
                  <a:gd name="connsiteY2" fmla="*/ 7429 h 14859"/>
                  <a:gd name="connsiteX3" fmla="*/ 7430 w 14859"/>
                  <a:gd name="connsiteY3" fmla="*/ 0 h 14859"/>
                  <a:gd name="connsiteX4" fmla="*/ 14859 w 14859"/>
                  <a:gd name="connsiteY4" fmla="*/ 7429 h 148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859" h="14859">
                    <a:moveTo>
                      <a:pt x="14859" y="7429"/>
                    </a:moveTo>
                    <a:cubicBezTo>
                      <a:pt x="14859" y="11533"/>
                      <a:pt x="11533" y="14859"/>
                      <a:pt x="7430" y="14859"/>
                    </a:cubicBezTo>
                    <a:cubicBezTo>
                      <a:pt x="3326" y="14859"/>
                      <a:pt x="0" y="11533"/>
                      <a:pt x="0" y="7429"/>
                    </a:cubicBezTo>
                    <a:cubicBezTo>
                      <a:pt x="0" y="3326"/>
                      <a:pt x="3326" y="0"/>
                      <a:pt x="7430" y="0"/>
                    </a:cubicBezTo>
                    <a:cubicBezTo>
                      <a:pt x="11533" y="0"/>
                      <a:pt x="14859" y="3326"/>
                      <a:pt x="14859" y="7429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grpSp>
          <p:nvGrpSpPr>
            <p:cNvPr id="106" name="Graphic 2">
              <a:extLst>
                <a:ext uri="{FF2B5EF4-FFF2-40B4-BE49-F238E27FC236}">
                  <a16:creationId xmlns:a16="http://schemas.microsoft.com/office/drawing/2014/main" id="{89980954-E44E-4233-96AB-F5E4ED36C171}"/>
                </a:ext>
              </a:extLst>
            </p:cNvPr>
            <p:cNvGrpSpPr/>
            <p:nvPr/>
          </p:nvGrpSpPr>
          <p:grpSpPr>
            <a:xfrm>
              <a:off x="6084981" y="1774983"/>
              <a:ext cx="281463" cy="76200"/>
              <a:chOff x="6084981" y="1774983"/>
              <a:chExt cx="281463" cy="76200"/>
            </a:xfrm>
            <a:solidFill>
              <a:srgbClr val="000000"/>
            </a:solidFill>
          </p:grpSpPr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F232DC51-9B57-484D-BEDB-2A7551A56D4C}"/>
                  </a:ext>
                </a:extLst>
              </p:cNvPr>
              <p:cNvSpPr/>
              <p:nvPr/>
            </p:nvSpPr>
            <p:spPr>
              <a:xfrm>
                <a:off x="6084981" y="1774983"/>
                <a:ext cx="281463" cy="76200"/>
              </a:xfrm>
              <a:custGeom>
                <a:avLst/>
                <a:gdLst>
                  <a:gd name="connsiteX0" fmla="*/ 271653 w 281463"/>
                  <a:gd name="connsiteY0" fmla="*/ 9525 h 76200"/>
                  <a:gd name="connsiteX1" fmla="*/ 271939 w 281463"/>
                  <a:gd name="connsiteY1" fmla="*/ 66675 h 76200"/>
                  <a:gd name="connsiteX2" fmla="*/ 9906 w 281463"/>
                  <a:gd name="connsiteY2" fmla="*/ 66675 h 76200"/>
                  <a:gd name="connsiteX3" fmla="*/ 9620 w 281463"/>
                  <a:gd name="connsiteY3" fmla="*/ 9525 h 76200"/>
                  <a:gd name="connsiteX4" fmla="*/ 271653 w 281463"/>
                  <a:gd name="connsiteY4" fmla="*/ 9525 h 76200"/>
                  <a:gd name="connsiteX5" fmla="*/ 281083 w 281463"/>
                  <a:gd name="connsiteY5" fmla="*/ 0 h 76200"/>
                  <a:gd name="connsiteX6" fmla="*/ 0 w 281463"/>
                  <a:gd name="connsiteY6" fmla="*/ 0 h 76200"/>
                  <a:gd name="connsiteX7" fmla="*/ 381 w 281463"/>
                  <a:gd name="connsiteY7" fmla="*/ 76200 h 76200"/>
                  <a:gd name="connsiteX8" fmla="*/ 281464 w 281463"/>
                  <a:gd name="connsiteY8" fmla="*/ 76200 h 76200"/>
                  <a:gd name="connsiteX9" fmla="*/ 281083 w 281463"/>
                  <a:gd name="connsiteY9" fmla="*/ 0 h 76200"/>
                  <a:gd name="connsiteX10" fmla="*/ 281083 w 281463"/>
                  <a:gd name="connsiteY10" fmla="*/ 0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81463" h="76200">
                    <a:moveTo>
                      <a:pt x="271653" y="9525"/>
                    </a:moveTo>
                    <a:lnTo>
                      <a:pt x="271939" y="66675"/>
                    </a:lnTo>
                    <a:lnTo>
                      <a:pt x="9906" y="66675"/>
                    </a:lnTo>
                    <a:lnTo>
                      <a:pt x="9620" y="9525"/>
                    </a:lnTo>
                    <a:lnTo>
                      <a:pt x="271653" y="9525"/>
                    </a:lnTo>
                    <a:moveTo>
                      <a:pt x="281083" y="0"/>
                    </a:moveTo>
                    <a:lnTo>
                      <a:pt x="0" y="0"/>
                    </a:lnTo>
                    <a:lnTo>
                      <a:pt x="381" y="76200"/>
                    </a:lnTo>
                    <a:lnTo>
                      <a:pt x="281464" y="76200"/>
                    </a:lnTo>
                    <a:lnTo>
                      <a:pt x="281083" y="0"/>
                    </a:lnTo>
                    <a:lnTo>
                      <a:pt x="281083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grpSp>
            <p:nvGrpSpPr>
              <p:cNvPr id="108" name="Graphic 2">
                <a:extLst>
                  <a:ext uri="{FF2B5EF4-FFF2-40B4-BE49-F238E27FC236}">
                    <a16:creationId xmlns:a16="http://schemas.microsoft.com/office/drawing/2014/main" id="{89980954-E44E-4233-96AB-F5E4ED36C171}"/>
                  </a:ext>
                </a:extLst>
              </p:cNvPr>
              <p:cNvGrpSpPr/>
              <p:nvPr/>
            </p:nvGrpSpPr>
            <p:grpSpPr>
              <a:xfrm>
                <a:off x="6114414" y="1798224"/>
                <a:ext cx="54006" cy="29622"/>
                <a:chOff x="6114414" y="1798224"/>
                <a:chExt cx="54006" cy="29622"/>
              </a:xfrm>
              <a:solidFill>
                <a:srgbClr val="000000"/>
              </a:solidFill>
            </p:grpSpPr>
            <p:sp>
              <p:nvSpPr>
                <p:cNvPr id="109" name="Freeform: Shape 108">
                  <a:extLst>
                    <a:ext uri="{FF2B5EF4-FFF2-40B4-BE49-F238E27FC236}">
                      <a16:creationId xmlns:a16="http://schemas.microsoft.com/office/drawing/2014/main" id="{9F8D4141-BFAA-4AE6-BEFE-E669B5CF33BC}"/>
                    </a:ext>
                  </a:extLst>
                </p:cNvPr>
                <p:cNvSpPr/>
                <p:nvPr/>
              </p:nvSpPr>
              <p:spPr>
                <a:xfrm>
                  <a:off x="6114414" y="1798224"/>
                  <a:ext cx="9525" cy="29622"/>
                </a:xfrm>
                <a:custGeom>
                  <a:avLst/>
                  <a:gdLst>
                    <a:gd name="connsiteX0" fmla="*/ 0 w 9525"/>
                    <a:gd name="connsiteY0" fmla="*/ 0 h 29622"/>
                    <a:gd name="connsiteX1" fmla="*/ 9525 w 9525"/>
                    <a:gd name="connsiteY1" fmla="*/ 0 h 29622"/>
                    <a:gd name="connsiteX2" fmla="*/ 9525 w 9525"/>
                    <a:gd name="connsiteY2" fmla="*/ 29623 h 29622"/>
                    <a:gd name="connsiteX3" fmla="*/ 0 w 9525"/>
                    <a:gd name="connsiteY3" fmla="*/ 29623 h 296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525" h="29622">
                      <a:moveTo>
                        <a:pt x="0" y="0"/>
                      </a:moveTo>
                      <a:lnTo>
                        <a:pt x="9525" y="0"/>
                      </a:lnTo>
                      <a:lnTo>
                        <a:pt x="9525" y="29623"/>
                      </a:lnTo>
                      <a:lnTo>
                        <a:pt x="0" y="2962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110" name="Freeform: Shape 109">
                  <a:extLst>
                    <a:ext uri="{FF2B5EF4-FFF2-40B4-BE49-F238E27FC236}">
                      <a16:creationId xmlns:a16="http://schemas.microsoft.com/office/drawing/2014/main" id="{3F37C00B-57DB-42B5-87CB-0C23186B3064}"/>
                    </a:ext>
                  </a:extLst>
                </p:cNvPr>
                <p:cNvSpPr/>
                <p:nvPr/>
              </p:nvSpPr>
              <p:spPr>
                <a:xfrm>
                  <a:off x="6129273" y="1798224"/>
                  <a:ext cx="9525" cy="29622"/>
                </a:xfrm>
                <a:custGeom>
                  <a:avLst/>
                  <a:gdLst>
                    <a:gd name="connsiteX0" fmla="*/ 0 w 9525"/>
                    <a:gd name="connsiteY0" fmla="*/ 0 h 29622"/>
                    <a:gd name="connsiteX1" fmla="*/ 9525 w 9525"/>
                    <a:gd name="connsiteY1" fmla="*/ 0 h 29622"/>
                    <a:gd name="connsiteX2" fmla="*/ 9525 w 9525"/>
                    <a:gd name="connsiteY2" fmla="*/ 29623 h 29622"/>
                    <a:gd name="connsiteX3" fmla="*/ 0 w 9525"/>
                    <a:gd name="connsiteY3" fmla="*/ 29623 h 296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525" h="29622">
                      <a:moveTo>
                        <a:pt x="0" y="0"/>
                      </a:moveTo>
                      <a:lnTo>
                        <a:pt x="9525" y="0"/>
                      </a:lnTo>
                      <a:lnTo>
                        <a:pt x="9525" y="29623"/>
                      </a:lnTo>
                      <a:lnTo>
                        <a:pt x="0" y="2962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111" name="Freeform: Shape 110">
                  <a:extLst>
                    <a:ext uri="{FF2B5EF4-FFF2-40B4-BE49-F238E27FC236}">
                      <a16:creationId xmlns:a16="http://schemas.microsoft.com/office/drawing/2014/main" id="{461BD436-3252-48F5-97E5-D92859642927}"/>
                    </a:ext>
                  </a:extLst>
                </p:cNvPr>
                <p:cNvSpPr/>
                <p:nvPr/>
              </p:nvSpPr>
              <p:spPr>
                <a:xfrm>
                  <a:off x="6144036" y="1798224"/>
                  <a:ext cx="9525" cy="29622"/>
                </a:xfrm>
                <a:custGeom>
                  <a:avLst/>
                  <a:gdLst>
                    <a:gd name="connsiteX0" fmla="*/ 0 w 9525"/>
                    <a:gd name="connsiteY0" fmla="*/ 0 h 29622"/>
                    <a:gd name="connsiteX1" fmla="*/ 9525 w 9525"/>
                    <a:gd name="connsiteY1" fmla="*/ 0 h 29622"/>
                    <a:gd name="connsiteX2" fmla="*/ 9525 w 9525"/>
                    <a:gd name="connsiteY2" fmla="*/ 29623 h 29622"/>
                    <a:gd name="connsiteX3" fmla="*/ 0 w 9525"/>
                    <a:gd name="connsiteY3" fmla="*/ 29623 h 296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525" h="29622">
                      <a:moveTo>
                        <a:pt x="0" y="0"/>
                      </a:moveTo>
                      <a:lnTo>
                        <a:pt x="9525" y="0"/>
                      </a:lnTo>
                      <a:lnTo>
                        <a:pt x="9525" y="29623"/>
                      </a:lnTo>
                      <a:lnTo>
                        <a:pt x="0" y="2962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112" name="Freeform: Shape 111">
                  <a:extLst>
                    <a:ext uri="{FF2B5EF4-FFF2-40B4-BE49-F238E27FC236}">
                      <a16:creationId xmlns:a16="http://schemas.microsoft.com/office/drawing/2014/main" id="{CD4B45A2-A40A-402D-AE28-158C23E3889B}"/>
                    </a:ext>
                  </a:extLst>
                </p:cNvPr>
                <p:cNvSpPr/>
                <p:nvPr/>
              </p:nvSpPr>
              <p:spPr>
                <a:xfrm>
                  <a:off x="6158895" y="1798224"/>
                  <a:ext cx="9525" cy="29622"/>
                </a:xfrm>
                <a:custGeom>
                  <a:avLst/>
                  <a:gdLst>
                    <a:gd name="connsiteX0" fmla="*/ 0 w 9525"/>
                    <a:gd name="connsiteY0" fmla="*/ 0 h 29622"/>
                    <a:gd name="connsiteX1" fmla="*/ 9525 w 9525"/>
                    <a:gd name="connsiteY1" fmla="*/ 0 h 29622"/>
                    <a:gd name="connsiteX2" fmla="*/ 9525 w 9525"/>
                    <a:gd name="connsiteY2" fmla="*/ 29623 h 29622"/>
                    <a:gd name="connsiteX3" fmla="*/ 0 w 9525"/>
                    <a:gd name="connsiteY3" fmla="*/ 29623 h 296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525" h="29622">
                      <a:moveTo>
                        <a:pt x="0" y="0"/>
                      </a:moveTo>
                      <a:lnTo>
                        <a:pt x="9525" y="0"/>
                      </a:lnTo>
                      <a:lnTo>
                        <a:pt x="9525" y="29623"/>
                      </a:lnTo>
                      <a:lnTo>
                        <a:pt x="0" y="2962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</p:grp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ED5C8584-C87B-4953-80AA-F6C9530627B6}"/>
                  </a:ext>
                </a:extLst>
              </p:cNvPr>
              <p:cNvSpPr/>
              <p:nvPr/>
            </p:nvSpPr>
            <p:spPr>
              <a:xfrm>
                <a:off x="6323487" y="1805749"/>
                <a:ext cx="14859" cy="14859"/>
              </a:xfrm>
              <a:custGeom>
                <a:avLst/>
                <a:gdLst>
                  <a:gd name="connsiteX0" fmla="*/ 14859 w 14859"/>
                  <a:gd name="connsiteY0" fmla="*/ 7429 h 14859"/>
                  <a:gd name="connsiteX1" fmla="*/ 7430 w 14859"/>
                  <a:gd name="connsiteY1" fmla="*/ 14859 h 14859"/>
                  <a:gd name="connsiteX2" fmla="*/ 0 w 14859"/>
                  <a:gd name="connsiteY2" fmla="*/ 7429 h 14859"/>
                  <a:gd name="connsiteX3" fmla="*/ 7430 w 14859"/>
                  <a:gd name="connsiteY3" fmla="*/ 0 h 14859"/>
                  <a:gd name="connsiteX4" fmla="*/ 14859 w 14859"/>
                  <a:gd name="connsiteY4" fmla="*/ 7429 h 148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859" h="14859">
                    <a:moveTo>
                      <a:pt x="14859" y="7429"/>
                    </a:moveTo>
                    <a:cubicBezTo>
                      <a:pt x="14859" y="11533"/>
                      <a:pt x="11533" y="14859"/>
                      <a:pt x="7430" y="14859"/>
                    </a:cubicBezTo>
                    <a:cubicBezTo>
                      <a:pt x="3326" y="14859"/>
                      <a:pt x="0" y="11533"/>
                      <a:pt x="0" y="7429"/>
                    </a:cubicBezTo>
                    <a:cubicBezTo>
                      <a:pt x="0" y="3326"/>
                      <a:pt x="3326" y="0"/>
                      <a:pt x="7430" y="0"/>
                    </a:cubicBezTo>
                    <a:cubicBezTo>
                      <a:pt x="11533" y="0"/>
                      <a:pt x="14859" y="3326"/>
                      <a:pt x="14859" y="7429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grpSp>
          <p:nvGrpSpPr>
            <p:cNvPr id="114" name="Graphic 2">
              <a:extLst>
                <a:ext uri="{FF2B5EF4-FFF2-40B4-BE49-F238E27FC236}">
                  <a16:creationId xmlns:a16="http://schemas.microsoft.com/office/drawing/2014/main" id="{89980954-E44E-4233-96AB-F5E4ED36C171}"/>
                </a:ext>
              </a:extLst>
            </p:cNvPr>
            <p:cNvGrpSpPr/>
            <p:nvPr/>
          </p:nvGrpSpPr>
          <p:grpSpPr>
            <a:xfrm>
              <a:off x="6084981" y="1856613"/>
              <a:ext cx="281463" cy="76200"/>
              <a:chOff x="6084981" y="1856613"/>
              <a:chExt cx="281463" cy="76200"/>
            </a:xfrm>
            <a:solidFill>
              <a:srgbClr val="000000"/>
            </a:solidFill>
          </p:grpSpPr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51B25228-4484-4F8F-A789-5BA7A2F918C0}"/>
                  </a:ext>
                </a:extLst>
              </p:cNvPr>
              <p:cNvSpPr/>
              <p:nvPr/>
            </p:nvSpPr>
            <p:spPr>
              <a:xfrm>
                <a:off x="6084981" y="1856613"/>
                <a:ext cx="281463" cy="76200"/>
              </a:xfrm>
              <a:custGeom>
                <a:avLst/>
                <a:gdLst>
                  <a:gd name="connsiteX0" fmla="*/ 271653 w 281463"/>
                  <a:gd name="connsiteY0" fmla="*/ 9525 h 76200"/>
                  <a:gd name="connsiteX1" fmla="*/ 271939 w 281463"/>
                  <a:gd name="connsiteY1" fmla="*/ 66675 h 76200"/>
                  <a:gd name="connsiteX2" fmla="*/ 9906 w 281463"/>
                  <a:gd name="connsiteY2" fmla="*/ 66675 h 76200"/>
                  <a:gd name="connsiteX3" fmla="*/ 9620 w 281463"/>
                  <a:gd name="connsiteY3" fmla="*/ 9525 h 76200"/>
                  <a:gd name="connsiteX4" fmla="*/ 271653 w 281463"/>
                  <a:gd name="connsiteY4" fmla="*/ 9525 h 76200"/>
                  <a:gd name="connsiteX5" fmla="*/ 281083 w 281463"/>
                  <a:gd name="connsiteY5" fmla="*/ 0 h 76200"/>
                  <a:gd name="connsiteX6" fmla="*/ 0 w 281463"/>
                  <a:gd name="connsiteY6" fmla="*/ 0 h 76200"/>
                  <a:gd name="connsiteX7" fmla="*/ 381 w 281463"/>
                  <a:gd name="connsiteY7" fmla="*/ 76200 h 76200"/>
                  <a:gd name="connsiteX8" fmla="*/ 281464 w 281463"/>
                  <a:gd name="connsiteY8" fmla="*/ 76200 h 76200"/>
                  <a:gd name="connsiteX9" fmla="*/ 281083 w 281463"/>
                  <a:gd name="connsiteY9" fmla="*/ 0 h 76200"/>
                  <a:gd name="connsiteX10" fmla="*/ 281083 w 281463"/>
                  <a:gd name="connsiteY10" fmla="*/ 0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81463" h="76200">
                    <a:moveTo>
                      <a:pt x="271653" y="9525"/>
                    </a:moveTo>
                    <a:lnTo>
                      <a:pt x="271939" y="66675"/>
                    </a:lnTo>
                    <a:lnTo>
                      <a:pt x="9906" y="66675"/>
                    </a:lnTo>
                    <a:lnTo>
                      <a:pt x="9620" y="9525"/>
                    </a:lnTo>
                    <a:lnTo>
                      <a:pt x="271653" y="9525"/>
                    </a:lnTo>
                    <a:moveTo>
                      <a:pt x="281083" y="0"/>
                    </a:moveTo>
                    <a:lnTo>
                      <a:pt x="0" y="0"/>
                    </a:lnTo>
                    <a:lnTo>
                      <a:pt x="381" y="76200"/>
                    </a:lnTo>
                    <a:lnTo>
                      <a:pt x="281464" y="76200"/>
                    </a:lnTo>
                    <a:lnTo>
                      <a:pt x="281083" y="0"/>
                    </a:lnTo>
                    <a:lnTo>
                      <a:pt x="281083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grpSp>
            <p:nvGrpSpPr>
              <p:cNvPr id="116" name="Graphic 2">
                <a:extLst>
                  <a:ext uri="{FF2B5EF4-FFF2-40B4-BE49-F238E27FC236}">
                    <a16:creationId xmlns:a16="http://schemas.microsoft.com/office/drawing/2014/main" id="{89980954-E44E-4233-96AB-F5E4ED36C171}"/>
                  </a:ext>
                </a:extLst>
              </p:cNvPr>
              <p:cNvGrpSpPr/>
              <p:nvPr/>
            </p:nvGrpSpPr>
            <p:grpSpPr>
              <a:xfrm>
                <a:off x="6114414" y="1879949"/>
                <a:ext cx="54006" cy="29622"/>
                <a:chOff x="6114414" y="1879949"/>
                <a:chExt cx="54006" cy="29622"/>
              </a:xfrm>
              <a:solidFill>
                <a:srgbClr val="000000"/>
              </a:solidFill>
            </p:grpSpPr>
            <p:sp>
              <p:nvSpPr>
                <p:cNvPr id="117" name="Freeform: Shape 116">
                  <a:extLst>
                    <a:ext uri="{FF2B5EF4-FFF2-40B4-BE49-F238E27FC236}">
                      <a16:creationId xmlns:a16="http://schemas.microsoft.com/office/drawing/2014/main" id="{D9DA74FE-10C6-42E0-A7AA-4268C444F318}"/>
                    </a:ext>
                  </a:extLst>
                </p:cNvPr>
                <p:cNvSpPr/>
                <p:nvPr/>
              </p:nvSpPr>
              <p:spPr>
                <a:xfrm>
                  <a:off x="6114414" y="1879949"/>
                  <a:ext cx="9525" cy="29622"/>
                </a:xfrm>
                <a:custGeom>
                  <a:avLst/>
                  <a:gdLst>
                    <a:gd name="connsiteX0" fmla="*/ 0 w 9525"/>
                    <a:gd name="connsiteY0" fmla="*/ 0 h 29622"/>
                    <a:gd name="connsiteX1" fmla="*/ 9525 w 9525"/>
                    <a:gd name="connsiteY1" fmla="*/ 0 h 29622"/>
                    <a:gd name="connsiteX2" fmla="*/ 9525 w 9525"/>
                    <a:gd name="connsiteY2" fmla="*/ 29623 h 29622"/>
                    <a:gd name="connsiteX3" fmla="*/ 0 w 9525"/>
                    <a:gd name="connsiteY3" fmla="*/ 29623 h 296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525" h="29622">
                      <a:moveTo>
                        <a:pt x="0" y="0"/>
                      </a:moveTo>
                      <a:lnTo>
                        <a:pt x="9525" y="0"/>
                      </a:lnTo>
                      <a:lnTo>
                        <a:pt x="9525" y="29623"/>
                      </a:lnTo>
                      <a:lnTo>
                        <a:pt x="0" y="2962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118" name="Freeform: Shape 117">
                  <a:extLst>
                    <a:ext uri="{FF2B5EF4-FFF2-40B4-BE49-F238E27FC236}">
                      <a16:creationId xmlns:a16="http://schemas.microsoft.com/office/drawing/2014/main" id="{04D30B38-B374-4491-96EE-F868938C1234}"/>
                    </a:ext>
                  </a:extLst>
                </p:cNvPr>
                <p:cNvSpPr/>
                <p:nvPr/>
              </p:nvSpPr>
              <p:spPr>
                <a:xfrm>
                  <a:off x="6129273" y="1879949"/>
                  <a:ext cx="9525" cy="29622"/>
                </a:xfrm>
                <a:custGeom>
                  <a:avLst/>
                  <a:gdLst>
                    <a:gd name="connsiteX0" fmla="*/ 0 w 9525"/>
                    <a:gd name="connsiteY0" fmla="*/ 0 h 29622"/>
                    <a:gd name="connsiteX1" fmla="*/ 9525 w 9525"/>
                    <a:gd name="connsiteY1" fmla="*/ 0 h 29622"/>
                    <a:gd name="connsiteX2" fmla="*/ 9525 w 9525"/>
                    <a:gd name="connsiteY2" fmla="*/ 29623 h 29622"/>
                    <a:gd name="connsiteX3" fmla="*/ 0 w 9525"/>
                    <a:gd name="connsiteY3" fmla="*/ 29623 h 296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525" h="29622">
                      <a:moveTo>
                        <a:pt x="0" y="0"/>
                      </a:moveTo>
                      <a:lnTo>
                        <a:pt x="9525" y="0"/>
                      </a:lnTo>
                      <a:lnTo>
                        <a:pt x="9525" y="29623"/>
                      </a:lnTo>
                      <a:lnTo>
                        <a:pt x="0" y="2962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119" name="Freeform: Shape 118">
                  <a:extLst>
                    <a:ext uri="{FF2B5EF4-FFF2-40B4-BE49-F238E27FC236}">
                      <a16:creationId xmlns:a16="http://schemas.microsoft.com/office/drawing/2014/main" id="{D9A5B5E3-61D8-4F0B-8DC7-38101765929A}"/>
                    </a:ext>
                  </a:extLst>
                </p:cNvPr>
                <p:cNvSpPr/>
                <p:nvPr/>
              </p:nvSpPr>
              <p:spPr>
                <a:xfrm>
                  <a:off x="6144036" y="1879949"/>
                  <a:ext cx="9525" cy="29622"/>
                </a:xfrm>
                <a:custGeom>
                  <a:avLst/>
                  <a:gdLst>
                    <a:gd name="connsiteX0" fmla="*/ 0 w 9525"/>
                    <a:gd name="connsiteY0" fmla="*/ 0 h 29622"/>
                    <a:gd name="connsiteX1" fmla="*/ 9525 w 9525"/>
                    <a:gd name="connsiteY1" fmla="*/ 0 h 29622"/>
                    <a:gd name="connsiteX2" fmla="*/ 9525 w 9525"/>
                    <a:gd name="connsiteY2" fmla="*/ 29623 h 29622"/>
                    <a:gd name="connsiteX3" fmla="*/ 0 w 9525"/>
                    <a:gd name="connsiteY3" fmla="*/ 29623 h 296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525" h="29622">
                      <a:moveTo>
                        <a:pt x="0" y="0"/>
                      </a:moveTo>
                      <a:lnTo>
                        <a:pt x="9525" y="0"/>
                      </a:lnTo>
                      <a:lnTo>
                        <a:pt x="9525" y="29623"/>
                      </a:lnTo>
                      <a:lnTo>
                        <a:pt x="0" y="2962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120" name="Freeform: Shape 119">
                  <a:extLst>
                    <a:ext uri="{FF2B5EF4-FFF2-40B4-BE49-F238E27FC236}">
                      <a16:creationId xmlns:a16="http://schemas.microsoft.com/office/drawing/2014/main" id="{62D816DD-229C-4BF8-BD9F-A32D9621655C}"/>
                    </a:ext>
                  </a:extLst>
                </p:cNvPr>
                <p:cNvSpPr/>
                <p:nvPr/>
              </p:nvSpPr>
              <p:spPr>
                <a:xfrm>
                  <a:off x="6158895" y="1879949"/>
                  <a:ext cx="9525" cy="29622"/>
                </a:xfrm>
                <a:custGeom>
                  <a:avLst/>
                  <a:gdLst>
                    <a:gd name="connsiteX0" fmla="*/ 0 w 9525"/>
                    <a:gd name="connsiteY0" fmla="*/ 0 h 29622"/>
                    <a:gd name="connsiteX1" fmla="*/ 9525 w 9525"/>
                    <a:gd name="connsiteY1" fmla="*/ 0 h 29622"/>
                    <a:gd name="connsiteX2" fmla="*/ 9525 w 9525"/>
                    <a:gd name="connsiteY2" fmla="*/ 29623 h 29622"/>
                    <a:gd name="connsiteX3" fmla="*/ 0 w 9525"/>
                    <a:gd name="connsiteY3" fmla="*/ 29623 h 296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525" h="29622">
                      <a:moveTo>
                        <a:pt x="0" y="0"/>
                      </a:moveTo>
                      <a:lnTo>
                        <a:pt x="9525" y="0"/>
                      </a:lnTo>
                      <a:lnTo>
                        <a:pt x="9525" y="29623"/>
                      </a:lnTo>
                      <a:lnTo>
                        <a:pt x="0" y="2962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</p:grp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D868D504-308E-48C9-86CB-34513494F8B3}"/>
                  </a:ext>
                </a:extLst>
              </p:cNvPr>
              <p:cNvSpPr/>
              <p:nvPr/>
            </p:nvSpPr>
            <p:spPr>
              <a:xfrm>
                <a:off x="6323487" y="1887378"/>
                <a:ext cx="14859" cy="14859"/>
              </a:xfrm>
              <a:custGeom>
                <a:avLst/>
                <a:gdLst>
                  <a:gd name="connsiteX0" fmla="*/ 14859 w 14859"/>
                  <a:gd name="connsiteY0" fmla="*/ 7430 h 14859"/>
                  <a:gd name="connsiteX1" fmla="*/ 7430 w 14859"/>
                  <a:gd name="connsiteY1" fmla="*/ 14859 h 14859"/>
                  <a:gd name="connsiteX2" fmla="*/ 0 w 14859"/>
                  <a:gd name="connsiteY2" fmla="*/ 7430 h 14859"/>
                  <a:gd name="connsiteX3" fmla="*/ 7430 w 14859"/>
                  <a:gd name="connsiteY3" fmla="*/ 0 h 14859"/>
                  <a:gd name="connsiteX4" fmla="*/ 14859 w 14859"/>
                  <a:gd name="connsiteY4" fmla="*/ 7430 h 148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859" h="14859">
                    <a:moveTo>
                      <a:pt x="14859" y="7430"/>
                    </a:moveTo>
                    <a:cubicBezTo>
                      <a:pt x="14859" y="11533"/>
                      <a:pt x="11533" y="14859"/>
                      <a:pt x="7430" y="14859"/>
                    </a:cubicBezTo>
                    <a:cubicBezTo>
                      <a:pt x="3326" y="14859"/>
                      <a:pt x="0" y="11533"/>
                      <a:pt x="0" y="7430"/>
                    </a:cubicBezTo>
                    <a:cubicBezTo>
                      <a:pt x="0" y="3326"/>
                      <a:pt x="3326" y="0"/>
                      <a:pt x="7430" y="0"/>
                    </a:cubicBezTo>
                    <a:cubicBezTo>
                      <a:pt x="11533" y="0"/>
                      <a:pt x="14859" y="3326"/>
                      <a:pt x="14859" y="7430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</p:grpSp>
      <p:grpSp>
        <p:nvGrpSpPr>
          <p:cNvPr id="122" name="Graphic 2">
            <a:extLst>
              <a:ext uri="{FF2B5EF4-FFF2-40B4-BE49-F238E27FC236}">
                <a16:creationId xmlns:a16="http://schemas.microsoft.com/office/drawing/2014/main" id="{89980954-E44E-4233-96AB-F5E4ED36C171}"/>
              </a:ext>
            </a:extLst>
          </p:cNvPr>
          <p:cNvGrpSpPr/>
          <p:nvPr/>
        </p:nvGrpSpPr>
        <p:grpSpPr>
          <a:xfrm>
            <a:off x="6658401" y="1585340"/>
            <a:ext cx="281940" cy="280511"/>
            <a:chOff x="6573709" y="1672685"/>
            <a:chExt cx="281940" cy="280511"/>
          </a:xfrm>
        </p:grpSpPr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EEA00A1C-D9EB-431E-96C9-0A658E8498FA}"/>
                </a:ext>
              </a:extLst>
            </p:cNvPr>
            <p:cNvSpPr/>
            <p:nvPr/>
          </p:nvSpPr>
          <p:spPr>
            <a:xfrm>
              <a:off x="6663911" y="1721072"/>
              <a:ext cx="103346" cy="232124"/>
            </a:xfrm>
            <a:custGeom>
              <a:avLst/>
              <a:gdLst>
                <a:gd name="connsiteX0" fmla="*/ 93821 w 103346"/>
                <a:gd name="connsiteY0" fmla="*/ 9525 h 232124"/>
                <a:gd name="connsiteX1" fmla="*/ 93821 w 103346"/>
                <a:gd name="connsiteY1" fmla="*/ 222599 h 232124"/>
                <a:gd name="connsiteX2" fmla="*/ 9525 w 103346"/>
                <a:gd name="connsiteY2" fmla="*/ 222599 h 232124"/>
                <a:gd name="connsiteX3" fmla="*/ 9525 w 103346"/>
                <a:gd name="connsiteY3" fmla="*/ 9525 h 232124"/>
                <a:gd name="connsiteX4" fmla="*/ 93821 w 103346"/>
                <a:gd name="connsiteY4" fmla="*/ 9525 h 232124"/>
                <a:gd name="connsiteX5" fmla="*/ 103346 w 103346"/>
                <a:gd name="connsiteY5" fmla="*/ 0 h 232124"/>
                <a:gd name="connsiteX6" fmla="*/ 0 w 103346"/>
                <a:gd name="connsiteY6" fmla="*/ 0 h 232124"/>
                <a:gd name="connsiteX7" fmla="*/ 0 w 103346"/>
                <a:gd name="connsiteY7" fmla="*/ 232124 h 232124"/>
                <a:gd name="connsiteX8" fmla="*/ 103346 w 103346"/>
                <a:gd name="connsiteY8" fmla="*/ 232124 h 232124"/>
                <a:gd name="connsiteX9" fmla="*/ 103346 w 103346"/>
                <a:gd name="connsiteY9" fmla="*/ 0 h 232124"/>
                <a:gd name="connsiteX10" fmla="*/ 103346 w 103346"/>
                <a:gd name="connsiteY10" fmla="*/ 0 h 232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3346" h="232124">
                  <a:moveTo>
                    <a:pt x="93821" y="9525"/>
                  </a:moveTo>
                  <a:lnTo>
                    <a:pt x="93821" y="222599"/>
                  </a:lnTo>
                  <a:lnTo>
                    <a:pt x="9525" y="222599"/>
                  </a:lnTo>
                  <a:lnTo>
                    <a:pt x="9525" y="9525"/>
                  </a:lnTo>
                  <a:lnTo>
                    <a:pt x="93821" y="9525"/>
                  </a:lnTo>
                  <a:moveTo>
                    <a:pt x="103346" y="0"/>
                  </a:moveTo>
                  <a:lnTo>
                    <a:pt x="0" y="0"/>
                  </a:lnTo>
                  <a:lnTo>
                    <a:pt x="0" y="232124"/>
                  </a:lnTo>
                  <a:lnTo>
                    <a:pt x="103346" y="232124"/>
                  </a:lnTo>
                  <a:lnTo>
                    <a:pt x="103346" y="0"/>
                  </a:lnTo>
                  <a:lnTo>
                    <a:pt x="103346" y="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7734AA9C-4A4F-4C98-A8F6-BC1AB96E2EA0}"/>
                </a:ext>
              </a:extLst>
            </p:cNvPr>
            <p:cNvSpPr/>
            <p:nvPr/>
          </p:nvSpPr>
          <p:spPr>
            <a:xfrm>
              <a:off x="6694010" y="1742694"/>
              <a:ext cx="43338" cy="9525"/>
            </a:xfrm>
            <a:custGeom>
              <a:avLst/>
              <a:gdLst>
                <a:gd name="connsiteX0" fmla="*/ 0 w 43338"/>
                <a:gd name="connsiteY0" fmla="*/ 0 h 9525"/>
                <a:gd name="connsiteX1" fmla="*/ 43339 w 43338"/>
                <a:gd name="connsiteY1" fmla="*/ 0 h 9525"/>
                <a:gd name="connsiteX2" fmla="*/ 43339 w 43338"/>
                <a:gd name="connsiteY2" fmla="*/ 9525 h 9525"/>
                <a:gd name="connsiteX3" fmla="*/ 0 w 43338"/>
                <a:gd name="connsiteY3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338" h="9525">
                  <a:moveTo>
                    <a:pt x="0" y="0"/>
                  </a:moveTo>
                  <a:lnTo>
                    <a:pt x="43339" y="0"/>
                  </a:lnTo>
                  <a:lnTo>
                    <a:pt x="43339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E2C6A040-0183-4FCD-9E37-E96956E311C8}"/>
                </a:ext>
              </a:extLst>
            </p:cNvPr>
            <p:cNvSpPr/>
            <p:nvPr/>
          </p:nvSpPr>
          <p:spPr>
            <a:xfrm>
              <a:off x="6694010" y="1771554"/>
              <a:ext cx="43338" cy="9525"/>
            </a:xfrm>
            <a:custGeom>
              <a:avLst/>
              <a:gdLst>
                <a:gd name="connsiteX0" fmla="*/ 0 w 43338"/>
                <a:gd name="connsiteY0" fmla="*/ 0 h 9525"/>
                <a:gd name="connsiteX1" fmla="*/ 43339 w 43338"/>
                <a:gd name="connsiteY1" fmla="*/ 0 h 9525"/>
                <a:gd name="connsiteX2" fmla="*/ 43339 w 43338"/>
                <a:gd name="connsiteY2" fmla="*/ 9525 h 9525"/>
                <a:gd name="connsiteX3" fmla="*/ 0 w 43338"/>
                <a:gd name="connsiteY3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338" h="9525">
                  <a:moveTo>
                    <a:pt x="0" y="0"/>
                  </a:moveTo>
                  <a:lnTo>
                    <a:pt x="43339" y="0"/>
                  </a:lnTo>
                  <a:lnTo>
                    <a:pt x="43339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C807D599-868C-4F19-BF55-297ED4D24171}"/>
                </a:ext>
              </a:extLst>
            </p:cNvPr>
            <p:cNvSpPr/>
            <p:nvPr/>
          </p:nvSpPr>
          <p:spPr>
            <a:xfrm>
              <a:off x="6694010" y="1800415"/>
              <a:ext cx="43338" cy="9525"/>
            </a:xfrm>
            <a:custGeom>
              <a:avLst/>
              <a:gdLst>
                <a:gd name="connsiteX0" fmla="*/ 0 w 43338"/>
                <a:gd name="connsiteY0" fmla="*/ 0 h 9525"/>
                <a:gd name="connsiteX1" fmla="*/ 43339 w 43338"/>
                <a:gd name="connsiteY1" fmla="*/ 0 h 9525"/>
                <a:gd name="connsiteX2" fmla="*/ 43339 w 43338"/>
                <a:gd name="connsiteY2" fmla="*/ 9525 h 9525"/>
                <a:gd name="connsiteX3" fmla="*/ 0 w 43338"/>
                <a:gd name="connsiteY3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338" h="9525">
                  <a:moveTo>
                    <a:pt x="0" y="0"/>
                  </a:moveTo>
                  <a:lnTo>
                    <a:pt x="43339" y="0"/>
                  </a:lnTo>
                  <a:lnTo>
                    <a:pt x="43339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C5C57393-5DC8-4821-9A8C-0EE775CDCBE3}"/>
                </a:ext>
              </a:extLst>
            </p:cNvPr>
            <p:cNvSpPr/>
            <p:nvPr/>
          </p:nvSpPr>
          <p:spPr>
            <a:xfrm>
              <a:off x="6694010" y="1829276"/>
              <a:ext cx="43338" cy="9525"/>
            </a:xfrm>
            <a:custGeom>
              <a:avLst/>
              <a:gdLst>
                <a:gd name="connsiteX0" fmla="*/ 0 w 43338"/>
                <a:gd name="connsiteY0" fmla="*/ 0 h 9525"/>
                <a:gd name="connsiteX1" fmla="*/ 43339 w 43338"/>
                <a:gd name="connsiteY1" fmla="*/ 0 h 9525"/>
                <a:gd name="connsiteX2" fmla="*/ 43339 w 43338"/>
                <a:gd name="connsiteY2" fmla="*/ 9525 h 9525"/>
                <a:gd name="connsiteX3" fmla="*/ 0 w 43338"/>
                <a:gd name="connsiteY3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338" h="9525">
                  <a:moveTo>
                    <a:pt x="0" y="0"/>
                  </a:moveTo>
                  <a:lnTo>
                    <a:pt x="43339" y="0"/>
                  </a:lnTo>
                  <a:lnTo>
                    <a:pt x="43339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478D9574-299E-4389-8A19-7E64AC877551}"/>
                </a:ext>
              </a:extLst>
            </p:cNvPr>
            <p:cNvSpPr/>
            <p:nvPr/>
          </p:nvSpPr>
          <p:spPr>
            <a:xfrm>
              <a:off x="6694010" y="1858137"/>
              <a:ext cx="43338" cy="9525"/>
            </a:xfrm>
            <a:custGeom>
              <a:avLst/>
              <a:gdLst>
                <a:gd name="connsiteX0" fmla="*/ 0 w 43338"/>
                <a:gd name="connsiteY0" fmla="*/ 0 h 9525"/>
                <a:gd name="connsiteX1" fmla="*/ 43339 w 43338"/>
                <a:gd name="connsiteY1" fmla="*/ 0 h 9525"/>
                <a:gd name="connsiteX2" fmla="*/ 43339 w 43338"/>
                <a:gd name="connsiteY2" fmla="*/ 9525 h 9525"/>
                <a:gd name="connsiteX3" fmla="*/ 0 w 43338"/>
                <a:gd name="connsiteY3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338" h="9525">
                  <a:moveTo>
                    <a:pt x="0" y="0"/>
                  </a:moveTo>
                  <a:lnTo>
                    <a:pt x="43339" y="0"/>
                  </a:lnTo>
                  <a:lnTo>
                    <a:pt x="43339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9B8266B4-7148-4C15-AA02-7DA10C97E773}"/>
                </a:ext>
              </a:extLst>
            </p:cNvPr>
            <p:cNvSpPr/>
            <p:nvPr/>
          </p:nvSpPr>
          <p:spPr>
            <a:xfrm>
              <a:off x="6694010" y="1886997"/>
              <a:ext cx="43338" cy="9525"/>
            </a:xfrm>
            <a:custGeom>
              <a:avLst/>
              <a:gdLst>
                <a:gd name="connsiteX0" fmla="*/ 0 w 43338"/>
                <a:gd name="connsiteY0" fmla="*/ 0 h 9525"/>
                <a:gd name="connsiteX1" fmla="*/ 43339 w 43338"/>
                <a:gd name="connsiteY1" fmla="*/ 0 h 9525"/>
                <a:gd name="connsiteX2" fmla="*/ 43339 w 43338"/>
                <a:gd name="connsiteY2" fmla="*/ 9525 h 9525"/>
                <a:gd name="connsiteX3" fmla="*/ 0 w 43338"/>
                <a:gd name="connsiteY3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338" h="9525">
                  <a:moveTo>
                    <a:pt x="0" y="0"/>
                  </a:moveTo>
                  <a:lnTo>
                    <a:pt x="43339" y="0"/>
                  </a:lnTo>
                  <a:lnTo>
                    <a:pt x="43339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1B4F90D1-8E15-46ED-AC1A-B7CE905C69E7}"/>
                </a:ext>
              </a:extLst>
            </p:cNvPr>
            <p:cNvSpPr/>
            <p:nvPr/>
          </p:nvSpPr>
          <p:spPr>
            <a:xfrm>
              <a:off x="6694010" y="1915858"/>
              <a:ext cx="43338" cy="9525"/>
            </a:xfrm>
            <a:custGeom>
              <a:avLst/>
              <a:gdLst>
                <a:gd name="connsiteX0" fmla="*/ 0 w 43338"/>
                <a:gd name="connsiteY0" fmla="*/ 0 h 9525"/>
                <a:gd name="connsiteX1" fmla="*/ 43339 w 43338"/>
                <a:gd name="connsiteY1" fmla="*/ 0 h 9525"/>
                <a:gd name="connsiteX2" fmla="*/ 43339 w 43338"/>
                <a:gd name="connsiteY2" fmla="*/ 9525 h 9525"/>
                <a:gd name="connsiteX3" fmla="*/ 0 w 43338"/>
                <a:gd name="connsiteY3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338" h="9525">
                  <a:moveTo>
                    <a:pt x="0" y="0"/>
                  </a:moveTo>
                  <a:lnTo>
                    <a:pt x="43339" y="0"/>
                  </a:lnTo>
                  <a:lnTo>
                    <a:pt x="43339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9AF9139F-1913-49AF-9805-B96D762B231F}"/>
                </a:ext>
              </a:extLst>
            </p:cNvPr>
            <p:cNvSpPr/>
            <p:nvPr/>
          </p:nvSpPr>
          <p:spPr>
            <a:xfrm>
              <a:off x="6659148" y="1672685"/>
              <a:ext cx="112299" cy="38862"/>
            </a:xfrm>
            <a:custGeom>
              <a:avLst/>
              <a:gdLst>
                <a:gd name="connsiteX0" fmla="*/ 112300 w 112299"/>
                <a:gd name="connsiteY0" fmla="*/ 38862 h 38862"/>
                <a:gd name="connsiteX1" fmla="*/ 102203 w 112299"/>
                <a:gd name="connsiteY1" fmla="*/ 38862 h 38862"/>
                <a:gd name="connsiteX2" fmla="*/ 91154 w 112299"/>
                <a:gd name="connsiteY2" fmla="*/ 9525 h 38862"/>
                <a:gd name="connsiteX3" fmla="*/ 20479 w 112299"/>
                <a:gd name="connsiteY3" fmla="*/ 9525 h 38862"/>
                <a:gd name="connsiteX4" fmla="*/ 10096 w 112299"/>
                <a:gd name="connsiteY4" fmla="*/ 38862 h 38862"/>
                <a:gd name="connsiteX5" fmla="*/ 0 w 112299"/>
                <a:gd name="connsiteY5" fmla="*/ 38862 h 38862"/>
                <a:gd name="connsiteX6" fmla="*/ 13716 w 112299"/>
                <a:gd name="connsiteY6" fmla="*/ 0 h 38862"/>
                <a:gd name="connsiteX7" fmla="*/ 97726 w 112299"/>
                <a:gd name="connsiteY7" fmla="*/ 0 h 388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2299" h="38862">
                  <a:moveTo>
                    <a:pt x="112300" y="38862"/>
                  </a:moveTo>
                  <a:lnTo>
                    <a:pt x="102203" y="38862"/>
                  </a:lnTo>
                  <a:lnTo>
                    <a:pt x="91154" y="9525"/>
                  </a:lnTo>
                  <a:lnTo>
                    <a:pt x="20479" y="9525"/>
                  </a:lnTo>
                  <a:lnTo>
                    <a:pt x="10096" y="38862"/>
                  </a:lnTo>
                  <a:lnTo>
                    <a:pt x="0" y="38862"/>
                  </a:lnTo>
                  <a:lnTo>
                    <a:pt x="13716" y="0"/>
                  </a:lnTo>
                  <a:lnTo>
                    <a:pt x="97726" y="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5DAC4EAB-BD8D-4913-9498-F34D735C1EC4}"/>
                </a:ext>
              </a:extLst>
            </p:cNvPr>
            <p:cNvSpPr/>
            <p:nvPr/>
          </p:nvSpPr>
          <p:spPr>
            <a:xfrm>
              <a:off x="6778115" y="1730501"/>
              <a:ext cx="77533" cy="210216"/>
            </a:xfrm>
            <a:custGeom>
              <a:avLst/>
              <a:gdLst>
                <a:gd name="connsiteX0" fmla="*/ 77534 w 77533"/>
                <a:gd name="connsiteY0" fmla="*/ 210217 h 210216"/>
                <a:gd name="connsiteX1" fmla="*/ 0 w 77533"/>
                <a:gd name="connsiteY1" fmla="*/ 210217 h 210216"/>
                <a:gd name="connsiteX2" fmla="*/ 0 w 77533"/>
                <a:gd name="connsiteY2" fmla="*/ 200692 h 210216"/>
                <a:gd name="connsiteX3" fmla="*/ 68009 w 77533"/>
                <a:gd name="connsiteY3" fmla="*/ 200692 h 210216"/>
                <a:gd name="connsiteX4" fmla="*/ 68009 w 77533"/>
                <a:gd name="connsiteY4" fmla="*/ 9525 h 210216"/>
                <a:gd name="connsiteX5" fmla="*/ 0 w 77533"/>
                <a:gd name="connsiteY5" fmla="*/ 9525 h 210216"/>
                <a:gd name="connsiteX6" fmla="*/ 0 w 77533"/>
                <a:gd name="connsiteY6" fmla="*/ 0 h 210216"/>
                <a:gd name="connsiteX7" fmla="*/ 77534 w 77533"/>
                <a:gd name="connsiteY7" fmla="*/ 0 h 2102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33" h="210216">
                  <a:moveTo>
                    <a:pt x="77534" y="210217"/>
                  </a:moveTo>
                  <a:lnTo>
                    <a:pt x="0" y="210217"/>
                  </a:lnTo>
                  <a:lnTo>
                    <a:pt x="0" y="200692"/>
                  </a:lnTo>
                  <a:lnTo>
                    <a:pt x="68009" y="200692"/>
                  </a:lnTo>
                  <a:lnTo>
                    <a:pt x="68009" y="9525"/>
                  </a:lnTo>
                  <a:lnTo>
                    <a:pt x="0" y="9525"/>
                  </a:lnTo>
                  <a:lnTo>
                    <a:pt x="0" y="0"/>
                  </a:lnTo>
                  <a:lnTo>
                    <a:pt x="77534" y="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0AF784D3-7C62-4B55-97F6-1B9B9A4BF4A9}"/>
                </a:ext>
              </a:extLst>
            </p:cNvPr>
            <p:cNvSpPr/>
            <p:nvPr/>
          </p:nvSpPr>
          <p:spPr>
            <a:xfrm>
              <a:off x="6778116" y="1753552"/>
              <a:ext cx="42957" cy="9525"/>
            </a:xfrm>
            <a:custGeom>
              <a:avLst/>
              <a:gdLst>
                <a:gd name="connsiteX0" fmla="*/ 0 w 42957"/>
                <a:gd name="connsiteY0" fmla="*/ 0 h 9525"/>
                <a:gd name="connsiteX1" fmla="*/ 42958 w 42957"/>
                <a:gd name="connsiteY1" fmla="*/ 0 h 9525"/>
                <a:gd name="connsiteX2" fmla="*/ 42958 w 42957"/>
                <a:gd name="connsiteY2" fmla="*/ 9525 h 9525"/>
                <a:gd name="connsiteX3" fmla="*/ 0 w 42957"/>
                <a:gd name="connsiteY3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957" h="9525">
                  <a:moveTo>
                    <a:pt x="0" y="0"/>
                  </a:moveTo>
                  <a:lnTo>
                    <a:pt x="42958" y="0"/>
                  </a:lnTo>
                  <a:lnTo>
                    <a:pt x="42958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3D34AA24-5FF3-4C5B-A276-DBFA2ECA0FAA}"/>
                </a:ext>
              </a:extLst>
            </p:cNvPr>
            <p:cNvSpPr/>
            <p:nvPr/>
          </p:nvSpPr>
          <p:spPr>
            <a:xfrm>
              <a:off x="6778116" y="1782413"/>
              <a:ext cx="42957" cy="9525"/>
            </a:xfrm>
            <a:custGeom>
              <a:avLst/>
              <a:gdLst>
                <a:gd name="connsiteX0" fmla="*/ 0 w 42957"/>
                <a:gd name="connsiteY0" fmla="*/ 0 h 9525"/>
                <a:gd name="connsiteX1" fmla="*/ 42958 w 42957"/>
                <a:gd name="connsiteY1" fmla="*/ 0 h 9525"/>
                <a:gd name="connsiteX2" fmla="*/ 42958 w 42957"/>
                <a:gd name="connsiteY2" fmla="*/ 9525 h 9525"/>
                <a:gd name="connsiteX3" fmla="*/ 0 w 42957"/>
                <a:gd name="connsiteY3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957" h="9525">
                  <a:moveTo>
                    <a:pt x="0" y="0"/>
                  </a:moveTo>
                  <a:lnTo>
                    <a:pt x="42958" y="0"/>
                  </a:lnTo>
                  <a:lnTo>
                    <a:pt x="42958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DD3F9257-FC0A-466F-BF8B-FA9CCC4DE996}"/>
                </a:ext>
              </a:extLst>
            </p:cNvPr>
            <p:cNvSpPr/>
            <p:nvPr/>
          </p:nvSpPr>
          <p:spPr>
            <a:xfrm>
              <a:off x="6778116" y="1811274"/>
              <a:ext cx="42957" cy="9525"/>
            </a:xfrm>
            <a:custGeom>
              <a:avLst/>
              <a:gdLst>
                <a:gd name="connsiteX0" fmla="*/ 0 w 42957"/>
                <a:gd name="connsiteY0" fmla="*/ 0 h 9525"/>
                <a:gd name="connsiteX1" fmla="*/ 42958 w 42957"/>
                <a:gd name="connsiteY1" fmla="*/ 0 h 9525"/>
                <a:gd name="connsiteX2" fmla="*/ 42958 w 42957"/>
                <a:gd name="connsiteY2" fmla="*/ 9525 h 9525"/>
                <a:gd name="connsiteX3" fmla="*/ 0 w 42957"/>
                <a:gd name="connsiteY3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957" h="9525">
                  <a:moveTo>
                    <a:pt x="0" y="0"/>
                  </a:moveTo>
                  <a:lnTo>
                    <a:pt x="42958" y="0"/>
                  </a:lnTo>
                  <a:lnTo>
                    <a:pt x="42958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76443E60-BAFF-491A-8FA4-8914A2F00467}"/>
                </a:ext>
              </a:extLst>
            </p:cNvPr>
            <p:cNvSpPr/>
            <p:nvPr/>
          </p:nvSpPr>
          <p:spPr>
            <a:xfrm>
              <a:off x="6778116" y="1840039"/>
              <a:ext cx="42957" cy="9525"/>
            </a:xfrm>
            <a:custGeom>
              <a:avLst/>
              <a:gdLst>
                <a:gd name="connsiteX0" fmla="*/ 0 w 42957"/>
                <a:gd name="connsiteY0" fmla="*/ 0 h 9525"/>
                <a:gd name="connsiteX1" fmla="*/ 42958 w 42957"/>
                <a:gd name="connsiteY1" fmla="*/ 0 h 9525"/>
                <a:gd name="connsiteX2" fmla="*/ 42958 w 42957"/>
                <a:gd name="connsiteY2" fmla="*/ 9525 h 9525"/>
                <a:gd name="connsiteX3" fmla="*/ 0 w 42957"/>
                <a:gd name="connsiteY3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957" h="9525">
                  <a:moveTo>
                    <a:pt x="0" y="0"/>
                  </a:moveTo>
                  <a:lnTo>
                    <a:pt x="42958" y="0"/>
                  </a:lnTo>
                  <a:lnTo>
                    <a:pt x="42958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4555433F-535B-4E58-82AA-A5C3419BFF9A}"/>
                </a:ext>
              </a:extLst>
            </p:cNvPr>
            <p:cNvSpPr/>
            <p:nvPr/>
          </p:nvSpPr>
          <p:spPr>
            <a:xfrm>
              <a:off x="6778116" y="1868900"/>
              <a:ext cx="42957" cy="9525"/>
            </a:xfrm>
            <a:custGeom>
              <a:avLst/>
              <a:gdLst>
                <a:gd name="connsiteX0" fmla="*/ 0 w 42957"/>
                <a:gd name="connsiteY0" fmla="*/ 0 h 9525"/>
                <a:gd name="connsiteX1" fmla="*/ 42958 w 42957"/>
                <a:gd name="connsiteY1" fmla="*/ 0 h 9525"/>
                <a:gd name="connsiteX2" fmla="*/ 42958 w 42957"/>
                <a:gd name="connsiteY2" fmla="*/ 9525 h 9525"/>
                <a:gd name="connsiteX3" fmla="*/ 0 w 42957"/>
                <a:gd name="connsiteY3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957" h="9525">
                  <a:moveTo>
                    <a:pt x="0" y="0"/>
                  </a:moveTo>
                  <a:lnTo>
                    <a:pt x="42958" y="0"/>
                  </a:lnTo>
                  <a:lnTo>
                    <a:pt x="42958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03F381D0-EACE-42C4-925C-CE475D4482CD}"/>
                </a:ext>
              </a:extLst>
            </p:cNvPr>
            <p:cNvSpPr/>
            <p:nvPr/>
          </p:nvSpPr>
          <p:spPr>
            <a:xfrm>
              <a:off x="6778116" y="1897761"/>
              <a:ext cx="42957" cy="9525"/>
            </a:xfrm>
            <a:custGeom>
              <a:avLst/>
              <a:gdLst>
                <a:gd name="connsiteX0" fmla="*/ 0 w 42957"/>
                <a:gd name="connsiteY0" fmla="*/ 0 h 9525"/>
                <a:gd name="connsiteX1" fmla="*/ 42958 w 42957"/>
                <a:gd name="connsiteY1" fmla="*/ 0 h 9525"/>
                <a:gd name="connsiteX2" fmla="*/ 42958 w 42957"/>
                <a:gd name="connsiteY2" fmla="*/ 9525 h 9525"/>
                <a:gd name="connsiteX3" fmla="*/ 0 w 42957"/>
                <a:gd name="connsiteY3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957" h="9525">
                  <a:moveTo>
                    <a:pt x="0" y="0"/>
                  </a:moveTo>
                  <a:lnTo>
                    <a:pt x="42958" y="0"/>
                  </a:lnTo>
                  <a:lnTo>
                    <a:pt x="42958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6E966EB3-4611-452D-BA15-D4115B43C07A}"/>
                </a:ext>
              </a:extLst>
            </p:cNvPr>
            <p:cNvSpPr/>
            <p:nvPr/>
          </p:nvSpPr>
          <p:spPr>
            <a:xfrm>
              <a:off x="6778211" y="1686972"/>
              <a:ext cx="73913" cy="34099"/>
            </a:xfrm>
            <a:custGeom>
              <a:avLst/>
              <a:gdLst>
                <a:gd name="connsiteX0" fmla="*/ 73914 w 73913"/>
                <a:gd name="connsiteY0" fmla="*/ 34100 h 34099"/>
                <a:gd name="connsiteX1" fmla="*/ 63627 w 73913"/>
                <a:gd name="connsiteY1" fmla="*/ 34100 h 34099"/>
                <a:gd name="connsiteX2" fmla="*/ 53340 w 73913"/>
                <a:gd name="connsiteY2" fmla="*/ 9525 h 34099"/>
                <a:gd name="connsiteX3" fmla="*/ 0 w 73913"/>
                <a:gd name="connsiteY3" fmla="*/ 9525 h 34099"/>
                <a:gd name="connsiteX4" fmla="*/ 0 w 73913"/>
                <a:gd name="connsiteY4" fmla="*/ 0 h 34099"/>
                <a:gd name="connsiteX5" fmla="*/ 59626 w 73913"/>
                <a:gd name="connsiteY5" fmla="*/ 0 h 3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13" h="34099">
                  <a:moveTo>
                    <a:pt x="73914" y="34100"/>
                  </a:moveTo>
                  <a:lnTo>
                    <a:pt x="63627" y="34100"/>
                  </a:lnTo>
                  <a:lnTo>
                    <a:pt x="53340" y="9525"/>
                  </a:lnTo>
                  <a:lnTo>
                    <a:pt x="0" y="9525"/>
                  </a:lnTo>
                  <a:lnTo>
                    <a:pt x="0" y="0"/>
                  </a:lnTo>
                  <a:lnTo>
                    <a:pt x="59626" y="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E991102-7D03-43CF-8323-45EC39A62EC9}"/>
                </a:ext>
              </a:extLst>
            </p:cNvPr>
            <p:cNvSpPr/>
            <p:nvPr/>
          </p:nvSpPr>
          <p:spPr>
            <a:xfrm>
              <a:off x="6573709" y="1730501"/>
              <a:ext cx="77438" cy="210216"/>
            </a:xfrm>
            <a:custGeom>
              <a:avLst/>
              <a:gdLst>
                <a:gd name="connsiteX0" fmla="*/ 77438 w 77438"/>
                <a:gd name="connsiteY0" fmla="*/ 210217 h 210216"/>
                <a:gd name="connsiteX1" fmla="*/ 0 w 77438"/>
                <a:gd name="connsiteY1" fmla="*/ 210217 h 210216"/>
                <a:gd name="connsiteX2" fmla="*/ 0 w 77438"/>
                <a:gd name="connsiteY2" fmla="*/ 0 h 210216"/>
                <a:gd name="connsiteX3" fmla="*/ 77438 w 77438"/>
                <a:gd name="connsiteY3" fmla="*/ 0 h 210216"/>
                <a:gd name="connsiteX4" fmla="*/ 77438 w 77438"/>
                <a:gd name="connsiteY4" fmla="*/ 9525 h 210216"/>
                <a:gd name="connsiteX5" fmla="*/ 9525 w 77438"/>
                <a:gd name="connsiteY5" fmla="*/ 9525 h 210216"/>
                <a:gd name="connsiteX6" fmla="*/ 9525 w 77438"/>
                <a:gd name="connsiteY6" fmla="*/ 200692 h 210216"/>
                <a:gd name="connsiteX7" fmla="*/ 77438 w 77438"/>
                <a:gd name="connsiteY7" fmla="*/ 200692 h 2102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438" h="210216">
                  <a:moveTo>
                    <a:pt x="77438" y="210217"/>
                  </a:moveTo>
                  <a:lnTo>
                    <a:pt x="0" y="210217"/>
                  </a:lnTo>
                  <a:lnTo>
                    <a:pt x="0" y="0"/>
                  </a:lnTo>
                  <a:lnTo>
                    <a:pt x="77438" y="0"/>
                  </a:lnTo>
                  <a:lnTo>
                    <a:pt x="77438" y="9525"/>
                  </a:lnTo>
                  <a:lnTo>
                    <a:pt x="9525" y="9525"/>
                  </a:lnTo>
                  <a:lnTo>
                    <a:pt x="9525" y="200692"/>
                  </a:lnTo>
                  <a:lnTo>
                    <a:pt x="77438" y="200692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347C1822-8583-42C1-A6FF-5202B7FE564C}"/>
                </a:ext>
              </a:extLst>
            </p:cNvPr>
            <p:cNvSpPr/>
            <p:nvPr/>
          </p:nvSpPr>
          <p:spPr>
            <a:xfrm>
              <a:off x="6608190" y="1753552"/>
              <a:ext cx="42957" cy="9525"/>
            </a:xfrm>
            <a:custGeom>
              <a:avLst/>
              <a:gdLst>
                <a:gd name="connsiteX0" fmla="*/ 0 w 42957"/>
                <a:gd name="connsiteY0" fmla="*/ 0 h 9525"/>
                <a:gd name="connsiteX1" fmla="*/ 42958 w 42957"/>
                <a:gd name="connsiteY1" fmla="*/ 0 h 9525"/>
                <a:gd name="connsiteX2" fmla="*/ 42958 w 42957"/>
                <a:gd name="connsiteY2" fmla="*/ 9525 h 9525"/>
                <a:gd name="connsiteX3" fmla="*/ 0 w 42957"/>
                <a:gd name="connsiteY3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957" h="9525">
                  <a:moveTo>
                    <a:pt x="0" y="0"/>
                  </a:moveTo>
                  <a:lnTo>
                    <a:pt x="42958" y="0"/>
                  </a:lnTo>
                  <a:lnTo>
                    <a:pt x="42958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2357959C-91FA-4AE8-A695-A0130855124D}"/>
                </a:ext>
              </a:extLst>
            </p:cNvPr>
            <p:cNvSpPr/>
            <p:nvPr/>
          </p:nvSpPr>
          <p:spPr>
            <a:xfrm>
              <a:off x="6608190" y="1782413"/>
              <a:ext cx="42957" cy="9525"/>
            </a:xfrm>
            <a:custGeom>
              <a:avLst/>
              <a:gdLst>
                <a:gd name="connsiteX0" fmla="*/ 0 w 42957"/>
                <a:gd name="connsiteY0" fmla="*/ 0 h 9525"/>
                <a:gd name="connsiteX1" fmla="*/ 42958 w 42957"/>
                <a:gd name="connsiteY1" fmla="*/ 0 h 9525"/>
                <a:gd name="connsiteX2" fmla="*/ 42958 w 42957"/>
                <a:gd name="connsiteY2" fmla="*/ 9525 h 9525"/>
                <a:gd name="connsiteX3" fmla="*/ 0 w 42957"/>
                <a:gd name="connsiteY3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957" h="9525">
                  <a:moveTo>
                    <a:pt x="0" y="0"/>
                  </a:moveTo>
                  <a:lnTo>
                    <a:pt x="42958" y="0"/>
                  </a:lnTo>
                  <a:lnTo>
                    <a:pt x="42958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01052CE2-B36E-4C1B-8D86-1DC1DBE18F47}"/>
                </a:ext>
              </a:extLst>
            </p:cNvPr>
            <p:cNvSpPr/>
            <p:nvPr/>
          </p:nvSpPr>
          <p:spPr>
            <a:xfrm>
              <a:off x="6608190" y="1811274"/>
              <a:ext cx="42957" cy="9525"/>
            </a:xfrm>
            <a:custGeom>
              <a:avLst/>
              <a:gdLst>
                <a:gd name="connsiteX0" fmla="*/ 0 w 42957"/>
                <a:gd name="connsiteY0" fmla="*/ 0 h 9525"/>
                <a:gd name="connsiteX1" fmla="*/ 42958 w 42957"/>
                <a:gd name="connsiteY1" fmla="*/ 0 h 9525"/>
                <a:gd name="connsiteX2" fmla="*/ 42958 w 42957"/>
                <a:gd name="connsiteY2" fmla="*/ 9525 h 9525"/>
                <a:gd name="connsiteX3" fmla="*/ 0 w 42957"/>
                <a:gd name="connsiteY3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957" h="9525">
                  <a:moveTo>
                    <a:pt x="0" y="0"/>
                  </a:moveTo>
                  <a:lnTo>
                    <a:pt x="42958" y="0"/>
                  </a:lnTo>
                  <a:lnTo>
                    <a:pt x="42958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C06E4D48-E594-449C-8EE9-1258683E5AC5}"/>
                </a:ext>
              </a:extLst>
            </p:cNvPr>
            <p:cNvSpPr/>
            <p:nvPr/>
          </p:nvSpPr>
          <p:spPr>
            <a:xfrm>
              <a:off x="6608190" y="1840039"/>
              <a:ext cx="42957" cy="9525"/>
            </a:xfrm>
            <a:custGeom>
              <a:avLst/>
              <a:gdLst>
                <a:gd name="connsiteX0" fmla="*/ 0 w 42957"/>
                <a:gd name="connsiteY0" fmla="*/ 0 h 9525"/>
                <a:gd name="connsiteX1" fmla="*/ 42958 w 42957"/>
                <a:gd name="connsiteY1" fmla="*/ 0 h 9525"/>
                <a:gd name="connsiteX2" fmla="*/ 42958 w 42957"/>
                <a:gd name="connsiteY2" fmla="*/ 9525 h 9525"/>
                <a:gd name="connsiteX3" fmla="*/ 0 w 42957"/>
                <a:gd name="connsiteY3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957" h="9525">
                  <a:moveTo>
                    <a:pt x="0" y="0"/>
                  </a:moveTo>
                  <a:lnTo>
                    <a:pt x="42958" y="0"/>
                  </a:lnTo>
                  <a:lnTo>
                    <a:pt x="42958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6E14C1D8-2850-4B75-A18B-8EFAD85F12B3}"/>
                </a:ext>
              </a:extLst>
            </p:cNvPr>
            <p:cNvSpPr/>
            <p:nvPr/>
          </p:nvSpPr>
          <p:spPr>
            <a:xfrm>
              <a:off x="6608190" y="1868900"/>
              <a:ext cx="42957" cy="9525"/>
            </a:xfrm>
            <a:custGeom>
              <a:avLst/>
              <a:gdLst>
                <a:gd name="connsiteX0" fmla="*/ 0 w 42957"/>
                <a:gd name="connsiteY0" fmla="*/ 0 h 9525"/>
                <a:gd name="connsiteX1" fmla="*/ 42958 w 42957"/>
                <a:gd name="connsiteY1" fmla="*/ 0 h 9525"/>
                <a:gd name="connsiteX2" fmla="*/ 42958 w 42957"/>
                <a:gd name="connsiteY2" fmla="*/ 9525 h 9525"/>
                <a:gd name="connsiteX3" fmla="*/ 0 w 42957"/>
                <a:gd name="connsiteY3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957" h="9525">
                  <a:moveTo>
                    <a:pt x="0" y="0"/>
                  </a:moveTo>
                  <a:lnTo>
                    <a:pt x="42958" y="0"/>
                  </a:lnTo>
                  <a:lnTo>
                    <a:pt x="42958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FA4C9E88-F1BA-4C8D-A6BC-0D7B01576D80}"/>
                </a:ext>
              </a:extLst>
            </p:cNvPr>
            <p:cNvSpPr/>
            <p:nvPr/>
          </p:nvSpPr>
          <p:spPr>
            <a:xfrm>
              <a:off x="6608190" y="1897761"/>
              <a:ext cx="42957" cy="9525"/>
            </a:xfrm>
            <a:custGeom>
              <a:avLst/>
              <a:gdLst>
                <a:gd name="connsiteX0" fmla="*/ 0 w 42957"/>
                <a:gd name="connsiteY0" fmla="*/ 0 h 9525"/>
                <a:gd name="connsiteX1" fmla="*/ 42958 w 42957"/>
                <a:gd name="connsiteY1" fmla="*/ 0 h 9525"/>
                <a:gd name="connsiteX2" fmla="*/ 42958 w 42957"/>
                <a:gd name="connsiteY2" fmla="*/ 9525 h 9525"/>
                <a:gd name="connsiteX3" fmla="*/ 0 w 42957"/>
                <a:gd name="connsiteY3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957" h="9525">
                  <a:moveTo>
                    <a:pt x="0" y="0"/>
                  </a:moveTo>
                  <a:lnTo>
                    <a:pt x="42958" y="0"/>
                  </a:lnTo>
                  <a:lnTo>
                    <a:pt x="42958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C2000299-07F3-42F9-8089-392014C07B08}"/>
                </a:ext>
              </a:extLst>
            </p:cNvPr>
            <p:cNvSpPr/>
            <p:nvPr/>
          </p:nvSpPr>
          <p:spPr>
            <a:xfrm>
              <a:off x="6577233" y="1686972"/>
              <a:ext cx="74009" cy="34099"/>
            </a:xfrm>
            <a:custGeom>
              <a:avLst/>
              <a:gdLst>
                <a:gd name="connsiteX0" fmla="*/ 74009 w 74009"/>
                <a:gd name="connsiteY0" fmla="*/ 0 h 34099"/>
                <a:gd name="connsiteX1" fmla="*/ 74009 w 74009"/>
                <a:gd name="connsiteY1" fmla="*/ 9525 h 34099"/>
                <a:gd name="connsiteX2" fmla="*/ 20574 w 74009"/>
                <a:gd name="connsiteY2" fmla="*/ 9525 h 34099"/>
                <a:gd name="connsiteX3" fmla="*/ 10287 w 74009"/>
                <a:gd name="connsiteY3" fmla="*/ 34100 h 34099"/>
                <a:gd name="connsiteX4" fmla="*/ 0 w 74009"/>
                <a:gd name="connsiteY4" fmla="*/ 34100 h 34099"/>
                <a:gd name="connsiteX5" fmla="*/ 14288 w 74009"/>
                <a:gd name="connsiteY5" fmla="*/ 0 h 3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009" h="34099">
                  <a:moveTo>
                    <a:pt x="74009" y="0"/>
                  </a:moveTo>
                  <a:lnTo>
                    <a:pt x="74009" y="9525"/>
                  </a:lnTo>
                  <a:lnTo>
                    <a:pt x="20574" y="9525"/>
                  </a:lnTo>
                  <a:lnTo>
                    <a:pt x="10287" y="34100"/>
                  </a:lnTo>
                  <a:lnTo>
                    <a:pt x="0" y="34100"/>
                  </a:lnTo>
                  <a:lnTo>
                    <a:pt x="14288" y="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148" name="TextBox 147">
            <a:extLst>
              <a:ext uri="{FF2B5EF4-FFF2-40B4-BE49-F238E27FC236}">
                <a16:creationId xmlns:a16="http://schemas.microsoft.com/office/drawing/2014/main" id="{CBE1EC25-8ED7-49F6-A482-0DDCA5354862}"/>
              </a:ext>
            </a:extLst>
          </p:cNvPr>
          <p:cNvSpPr txBox="1"/>
          <p:nvPr/>
        </p:nvSpPr>
        <p:spPr>
          <a:xfrm>
            <a:off x="7862391" y="1904361"/>
            <a:ext cx="322204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Server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0CF42B8D-A3ED-412B-A2BA-AE9CEDD71947}"/>
              </a:ext>
            </a:extLst>
          </p:cNvPr>
          <p:cNvSpPr txBox="1"/>
          <p:nvPr/>
        </p:nvSpPr>
        <p:spPr>
          <a:xfrm>
            <a:off x="8966466" y="1904361"/>
            <a:ext cx="477695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Hard Disk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BDE4E040-4340-4254-856E-F63B50F2A956}"/>
              </a:ext>
            </a:extLst>
          </p:cNvPr>
          <p:cNvSpPr txBox="1"/>
          <p:nvPr/>
        </p:nvSpPr>
        <p:spPr>
          <a:xfrm>
            <a:off x="10137576" y="1904361"/>
            <a:ext cx="597921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Data </a:t>
            </a:r>
            <a:r>
              <a:rPr lang="en-IN" sz="800" spc="0" baseline="0" dirty="0" err="1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Center</a:t>
            </a:r>
            <a:endParaRPr lang="en-IN" sz="800" spc="0" baseline="0" dirty="0">
              <a:solidFill>
                <a:srgbClr val="000000"/>
              </a:solidFill>
              <a:latin typeface="Metropolis-Regular"/>
              <a:sym typeface="Metropolis-Regular"/>
              <a:rtl val="0"/>
            </a:endParaRPr>
          </a:p>
        </p:txBody>
      </p:sp>
      <p:grpSp>
        <p:nvGrpSpPr>
          <p:cNvPr id="151" name="Graphic 2">
            <a:extLst>
              <a:ext uri="{FF2B5EF4-FFF2-40B4-BE49-F238E27FC236}">
                <a16:creationId xmlns:a16="http://schemas.microsoft.com/office/drawing/2014/main" id="{89980954-E44E-4233-96AB-F5E4ED36C171}"/>
              </a:ext>
            </a:extLst>
          </p:cNvPr>
          <p:cNvGrpSpPr/>
          <p:nvPr/>
        </p:nvGrpSpPr>
        <p:grpSpPr>
          <a:xfrm>
            <a:off x="7962057" y="1585340"/>
            <a:ext cx="126587" cy="280511"/>
            <a:chOff x="7086821" y="1672685"/>
            <a:chExt cx="126587" cy="280511"/>
          </a:xfrm>
          <a:solidFill>
            <a:srgbClr val="000000"/>
          </a:solidFill>
        </p:grpSpPr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FB6A7AB8-F1C7-47F6-90ED-63F08ACCA339}"/>
                </a:ext>
              </a:extLst>
            </p:cNvPr>
            <p:cNvSpPr/>
            <p:nvPr/>
          </p:nvSpPr>
          <p:spPr>
            <a:xfrm>
              <a:off x="7091583" y="1721072"/>
              <a:ext cx="117633" cy="232124"/>
            </a:xfrm>
            <a:custGeom>
              <a:avLst/>
              <a:gdLst>
                <a:gd name="connsiteX0" fmla="*/ 0 w 117633"/>
                <a:gd name="connsiteY0" fmla="*/ 232124 h 232124"/>
                <a:gd name="connsiteX1" fmla="*/ 117634 w 117633"/>
                <a:gd name="connsiteY1" fmla="*/ 232124 h 232124"/>
                <a:gd name="connsiteX2" fmla="*/ 117634 w 117633"/>
                <a:gd name="connsiteY2" fmla="*/ 0 h 232124"/>
                <a:gd name="connsiteX3" fmla="*/ 0 w 117633"/>
                <a:gd name="connsiteY3" fmla="*/ 0 h 232124"/>
                <a:gd name="connsiteX4" fmla="*/ 0 w 117633"/>
                <a:gd name="connsiteY4" fmla="*/ 232124 h 232124"/>
                <a:gd name="connsiteX5" fmla="*/ 9525 w 117633"/>
                <a:gd name="connsiteY5" fmla="*/ 9525 h 232124"/>
                <a:gd name="connsiteX6" fmla="*/ 108109 w 117633"/>
                <a:gd name="connsiteY6" fmla="*/ 9525 h 232124"/>
                <a:gd name="connsiteX7" fmla="*/ 108109 w 117633"/>
                <a:gd name="connsiteY7" fmla="*/ 222599 h 232124"/>
                <a:gd name="connsiteX8" fmla="*/ 9525 w 117633"/>
                <a:gd name="connsiteY8" fmla="*/ 222599 h 232124"/>
                <a:gd name="connsiteX9" fmla="*/ 9525 w 117633"/>
                <a:gd name="connsiteY9" fmla="*/ 9525 h 232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7633" h="232124">
                  <a:moveTo>
                    <a:pt x="0" y="232124"/>
                  </a:moveTo>
                  <a:lnTo>
                    <a:pt x="117634" y="232124"/>
                  </a:lnTo>
                  <a:lnTo>
                    <a:pt x="117634" y="0"/>
                  </a:lnTo>
                  <a:lnTo>
                    <a:pt x="0" y="0"/>
                  </a:lnTo>
                  <a:lnTo>
                    <a:pt x="0" y="232124"/>
                  </a:lnTo>
                  <a:close/>
                  <a:moveTo>
                    <a:pt x="9525" y="9525"/>
                  </a:moveTo>
                  <a:lnTo>
                    <a:pt x="108109" y="9525"/>
                  </a:lnTo>
                  <a:lnTo>
                    <a:pt x="108109" y="222599"/>
                  </a:lnTo>
                  <a:lnTo>
                    <a:pt x="9525" y="222599"/>
                  </a:lnTo>
                  <a:lnTo>
                    <a:pt x="9525" y="9525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4B7E26A5-A89C-4946-9D3D-83D966A490A3}"/>
                </a:ext>
              </a:extLst>
            </p:cNvPr>
            <p:cNvSpPr/>
            <p:nvPr/>
          </p:nvSpPr>
          <p:spPr>
            <a:xfrm>
              <a:off x="7121682" y="1742694"/>
              <a:ext cx="57626" cy="9525"/>
            </a:xfrm>
            <a:custGeom>
              <a:avLst/>
              <a:gdLst>
                <a:gd name="connsiteX0" fmla="*/ 0 w 57626"/>
                <a:gd name="connsiteY0" fmla="*/ 0 h 9525"/>
                <a:gd name="connsiteX1" fmla="*/ 57626 w 57626"/>
                <a:gd name="connsiteY1" fmla="*/ 0 h 9525"/>
                <a:gd name="connsiteX2" fmla="*/ 57626 w 57626"/>
                <a:gd name="connsiteY2" fmla="*/ 9525 h 9525"/>
                <a:gd name="connsiteX3" fmla="*/ 0 w 57626"/>
                <a:gd name="connsiteY3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626" h="9525">
                  <a:moveTo>
                    <a:pt x="0" y="0"/>
                  </a:moveTo>
                  <a:lnTo>
                    <a:pt x="57626" y="0"/>
                  </a:lnTo>
                  <a:lnTo>
                    <a:pt x="57626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21889A5E-794C-46F8-B7FD-E093EFA15978}"/>
                </a:ext>
              </a:extLst>
            </p:cNvPr>
            <p:cNvSpPr/>
            <p:nvPr/>
          </p:nvSpPr>
          <p:spPr>
            <a:xfrm>
              <a:off x="7121682" y="1771554"/>
              <a:ext cx="57626" cy="9525"/>
            </a:xfrm>
            <a:custGeom>
              <a:avLst/>
              <a:gdLst>
                <a:gd name="connsiteX0" fmla="*/ 0 w 57626"/>
                <a:gd name="connsiteY0" fmla="*/ 0 h 9525"/>
                <a:gd name="connsiteX1" fmla="*/ 57626 w 57626"/>
                <a:gd name="connsiteY1" fmla="*/ 0 h 9525"/>
                <a:gd name="connsiteX2" fmla="*/ 57626 w 57626"/>
                <a:gd name="connsiteY2" fmla="*/ 9525 h 9525"/>
                <a:gd name="connsiteX3" fmla="*/ 0 w 57626"/>
                <a:gd name="connsiteY3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626" h="9525">
                  <a:moveTo>
                    <a:pt x="0" y="0"/>
                  </a:moveTo>
                  <a:lnTo>
                    <a:pt x="57626" y="0"/>
                  </a:lnTo>
                  <a:lnTo>
                    <a:pt x="57626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0494C79E-0A0B-4BC6-AE6C-6094F13E5332}"/>
                </a:ext>
              </a:extLst>
            </p:cNvPr>
            <p:cNvSpPr/>
            <p:nvPr/>
          </p:nvSpPr>
          <p:spPr>
            <a:xfrm>
              <a:off x="7121682" y="1800415"/>
              <a:ext cx="57626" cy="9525"/>
            </a:xfrm>
            <a:custGeom>
              <a:avLst/>
              <a:gdLst>
                <a:gd name="connsiteX0" fmla="*/ 0 w 57626"/>
                <a:gd name="connsiteY0" fmla="*/ 0 h 9525"/>
                <a:gd name="connsiteX1" fmla="*/ 57626 w 57626"/>
                <a:gd name="connsiteY1" fmla="*/ 0 h 9525"/>
                <a:gd name="connsiteX2" fmla="*/ 57626 w 57626"/>
                <a:gd name="connsiteY2" fmla="*/ 9525 h 9525"/>
                <a:gd name="connsiteX3" fmla="*/ 0 w 57626"/>
                <a:gd name="connsiteY3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626" h="9525">
                  <a:moveTo>
                    <a:pt x="0" y="0"/>
                  </a:moveTo>
                  <a:lnTo>
                    <a:pt x="57626" y="0"/>
                  </a:lnTo>
                  <a:lnTo>
                    <a:pt x="57626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F38B3124-549D-46C8-88EF-31EF90FA6F44}"/>
                </a:ext>
              </a:extLst>
            </p:cNvPr>
            <p:cNvSpPr/>
            <p:nvPr/>
          </p:nvSpPr>
          <p:spPr>
            <a:xfrm>
              <a:off x="7121682" y="1829276"/>
              <a:ext cx="57626" cy="9525"/>
            </a:xfrm>
            <a:custGeom>
              <a:avLst/>
              <a:gdLst>
                <a:gd name="connsiteX0" fmla="*/ 0 w 57626"/>
                <a:gd name="connsiteY0" fmla="*/ 0 h 9525"/>
                <a:gd name="connsiteX1" fmla="*/ 57626 w 57626"/>
                <a:gd name="connsiteY1" fmla="*/ 0 h 9525"/>
                <a:gd name="connsiteX2" fmla="*/ 57626 w 57626"/>
                <a:gd name="connsiteY2" fmla="*/ 9525 h 9525"/>
                <a:gd name="connsiteX3" fmla="*/ 0 w 57626"/>
                <a:gd name="connsiteY3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626" h="9525">
                  <a:moveTo>
                    <a:pt x="0" y="0"/>
                  </a:moveTo>
                  <a:lnTo>
                    <a:pt x="57626" y="0"/>
                  </a:lnTo>
                  <a:lnTo>
                    <a:pt x="57626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B7C4059A-12B6-491A-A97C-1C952254E518}"/>
                </a:ext>
              </a:extLst>
            </p:cNvPr>
            <p:cNvSpPr/>
            <p:nvPr/>
          </p:nvSpPr>
          <p:spPr>
            <a:xfrm>
              <a:off x="7121682" y="1858137"/>
              <a:ext cx="57626" cy="9525"/>
            </a:xfrm>
            <a:custGeom>
              <a:avLst/>
              <a:gdLst>
                <a:gd name="connsiteX0" fmla="*/ 0 w 57626"/>
                <a:gd name="connsiteY0" fmla="*/ 0 h 9525"/>
                <a:gd name="connsiteX1" fmla="*/ 57626 w 57626"/>
                <a:gd name="connsiteY1" fmla="*/ 0 h 9525"/>
                <a:gd name="connsiteX2" fmla="*/ 57626 w 57626"/>
                <a:gd name="connsiteY2" fmla="*/ 9525 h 9525"/>
                <a:gd name="connsiteX3" fmla="*/ 0 w 57626"/>
                <a:gd name="connsiteY3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626" h="9525">
                  <a:moveTo>
                    <a:pt x="0" y="0"/>
                  </a:moveTo>
                  <a:lnTo>
                    <a:pt x="57626" y="0"/>
                  </a:lnTo>
                  <a:lnTo>
                    <a:pt x="57626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7CC6BBFB-0E69-4908-8C41-BBFE76B9A4CF}"/>
                </a:ext>
              </a:extLst>
            </p:cNvPr>
            <p:cNvSpPr/>
            <p:nvPr/>
          </p:nvSpPr>
          <p:spPr>
            <a:xfrm>
              <a:off x="7121682" y="1886997"/>
              <a:ext cx="57626" cy="9525"/>
            </a:xfrm>
            <a:custGeom>
              <a:avLst/>
              <a:gdLst>
                <a:gd name="connsiteX0" fmla="*/ 0 w 57626"/>
                <a:gd name="connsiteY0" fmla="*/ 0 h 9525"/>
                <a:gd name="connsiteX1" fmla="*/ 57626 w 57626"/>
                <a:gd name="connsiteY1" fmla="*/ 0 h 9525"/>
                <a:gd name="connsiteX2" fmla="*/ 57626 w 57626"/>
                <a:gd name="connsiteY2" fmla="*/ 9525 h 9525"/>
                <a:gd name="connsiteX3" fmla="*/ 0 w 57626"/>
                <a:gd name="connsiteY3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626" h="9525">
                  <a:moveTo>
                    <a:pt x="0" y="0"/>
                  </a:moveTo>
                  <a:lnTo>
                    <a:pt x="57626" y="0"/>
                  </a:lnTo>
                  <a:lnTo>
                    <a:pt x="57626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7EF04081-F4EF-4F9A-B192-51ECB713C0A5}"/>
                </a:ext>
              </a:extLst>
            </p:cNvPr>
            <p:cNvSpPr/>
            <p:nvPr/>
          </p:nvSpPr>
          <p:spPr>
            <a:xfrm>
              <a:off x="7121682" y="1915858"/>
              <a:ext cx="57626" cy="9525"/>
            </a:xfrm>
            <a:custGeom>
              <a:avLst/>
              <a:gdLst>
                <a:gd name="connsiteX0" fmla="*/ 0 w 57626"/>
                <a:gd name="connsiteY0" fmla="*/ 0 h 9525"/>
                <a:gd name="connsiteX1" fmla="*/ 57626 w 57626"/>
                <a:gd name="connsiteY1" fmla="*/ 0 h 9525"/>
                <a:gd name="connsiteX2" fmla="*/ 57626 w 57626"/>
                <a:gd name="connsiteY2" fmla="*/ 9525 h 9525"/>
                <a:gd name="connsiteX3" fmla="*/ 0 w 57626"/>
                <a:gd name="connsiteY3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626" h="9525">
                  <a:moveTo>
                    <a:pt x="0" y="0"/>
                  </a:moveTo>
                  <a:lnTo>
                    <a:pt x="57626" y="0"/>
                  </a:lnTo>
                  <a:lnTo>
                    <a:pt x="57626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3EEE5789-1499-47FB-AAE6-1885A0F70097}"/>
                </a:ext>
              </a:extLst>
            </p:cNvPr>
            <p:cNvSpPr/>
            <p:nvPr/>
          </p:nvSpPr>
          <p:spPr>
            <a:xfrm>
              <a:off x="7086821" y="1672685"/>
              <a:ext cx="126587" cy="38862"/>
            </a:xfrm>
            <a:custGeom>
              <a:avLst/>
              <a:gdLst>
                <a:gd name="connsiteX0" fmla="*/ 20479 w 126587"/>
                <a:gd name="connsiteY0" fmla="*/ 9525 h 38862"/>
                <a:gd name="connsiteX1" fmla="*/ 105442 w 126587"/>
                <a:gd name="connsiteY1" fmla="*/ 9525 h 38862"/>
                <a:gd name="connsiteX2" fmla="*/ 116491 w 126587"/>
                <a:gd name="connsiteY2" fmla="*/ 38862 h 38862"/>
                <a:gd name="connsiteX3" fmla="*/ 126587 w 126587"/>
                <a:gd name="connsiteY3" fmla="*/ 38862 h 38862"/>
                <a:gd name="connsiteX4" fmla="*/ 112014 w 126587"/>
                <a:gd name="connsiteY4" fmla="*/ 0 h 38862"/>
                <a:gd name="connsiteX5" fmla="*/ 13716 w 126587"/>
                <a:gd name="connsiteY5" fmla="*/ 0 h 38862"/>
                <a:gd name="connsiteX6" fmla="*/ 0 w 126587"/>
                <a:gd name="connsiteY6" fmla="*/ 38862 h 38862"/>
                <a:gd name="connsiteX7" fmla="*/ 10096 w 126587"/>
                <a:gd name="connsiteY7" fmla="*/ 38862 h 388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6587" h="38862">
                  <a:moveTo>
                    <a:pt x="20479" y="9525"/>
                  </a:moveTo>
                  <a:lnTo>
                    <a:pt x="105442" y="9525"/>
                  </a:lnTo>
                  <a:lnTo>
                    <a:pt x="116491" y="38862"/>
                  </a:lnTo>
                  <a:lnTo>
                    <a:pt x="126587" y="38862"/>
                  </a:lnTo>
                  <a:lnTo>
                    <a:pt x="112014" y="0"/>
                  </a:lnTo>
                  <a:lnTo>
                    <a:pt x="13716" y="0"/>
                  </a:lnTo>
                  <a:lnTo>
                    <a:pt x="0" y="38862"/>
                  </a:lnTo>
                  <a:lnTo>
                    <a:pt x="10096" y="38862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grpSp>
        <p:nvGrpSpPr>
          <p:cNvPr id="161" name="Graphic 2">
            <a:extLst>
              <a:ext uri="{FF2B5EF4-FFF2-40B4-BE49-F238E27FC236}">
                <a16:creationId xmlns:a16="http://schemas.microsoft.com/office/drawing/2014/main" id="{89980954-E44E-4233-96AB-F5E4ED36C171}"/>
              </a:ext>
            </a:extLst>
          </p:cNvPr>
          <p:cNvGrpSpPr/>
          <p:nvPr/>
        </p:nvGrpSpPr>
        <p:grpSpPr>
          <a:xfrm>
            <a:off x="9130428" y="1613915"/>
            <a:ext cx="152304" cy="223647"/>
            <a:chOff x="7468678" y="1701260"/>
            <a:chExt cx="152304" cy="223647"/>
          </a:xfrm>
          <a:solidFill>
            <a:srgbClr val="000000"/>
          </a:solidFill>
        </p:grpSpPr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EE2F2A7D-C1BC-42C1-AE1C-EBE799C2ACA7}"/>
                </a:ext>
              </a:extLst>
            </p:cNvPr>
            <p:cNvSpPr/>
            <p:nvPr/>
          </p:nvSpPr>
          <p:spPr>
            <a:xfrm>
              <a:off x="7468678" y="1701260"/>
              <a:ext cx="152304" cy="223647"/>
            </a:xfrm>
            <a:custGeom>
              <a:avLst/>
              <a:gdLst>
                <a:gd name="connsiteX0" fmla="*/ 142780 w 152304"/>
                <a:gd name="connsiteY0" fmla="*/ 9525 h 223647"/>
                <a:gd name="connsiteX1" fmla="*/ 142780 w 152304"/>
                <a:gd name="connsiteY1" fmla="*/ 214027 h 223647"/>
                <a:gd name="connsiteX2" fmla="*/ 9620 w 152304"/>
                <a:gd name="connsiteY2" fmla="*/ 214027 h 223647"/>
                <a:gd name="connsiteX3" fmla="*/ 9620 w 152304"/>
                <a:gd name="connsiteY3" fmla="*/ 9525 h 223647"/>
                <a:gd name="connsiteX4" fmla="*/ 142780 w 152304"/>
                <a:gd name="connsiteY4" fmla="*/ 9525 h 223647"/>
                <a:gd name="connsiteX5" fmla="*/ 148876 w 152304"/>
                <a:gd name="connsiteY5" fmla="*/ 0 h 223647"/>
                <a:gd name="connsiteX6" fmla="*/ 3429 w 152304"/>
                <a:gd name="connsiteY6" fmla="*/ 0 h 223647"/>
                <a:gd name="connsiteX7" fmla="*/ 0 w 152304"/>
                <a:gd name="connsiteY7" fmla="*/ 3429 h 223647"/>
                <a:gd name="connsiteX8" fmla="*/ 0 w 152304"/>
                <a:gd name="connsiteY8" fmla="*/ 220218 h 223647"/>
                <a:gd name="connsiteX9" fmla="*/ 3429 w 152304"/>
                <a:gd name="connsiteY9" fmla="*/ 223647 h 223647"/>
                <a:gd name="connsiteX10" fmla="*/ 148876 w 152304"/>
                <a:gd name="connsiteY10" fmla="*/ 223647 h 223647"/>
                <a:gd name="connsiteX11" fmla="*/ 152305 w 152304"/>
                <a:gd name="connsiteY11" fmla="*/ 220218 h 223647"/>
                <a:gd name="connsiteX12" fmla="*/ 152305 w 152304"/>
                <a:gd name="connsiteY12" fmla="*/ 3429 h 223647"/>
                <a:gd name="connsiteX13" fmla="*/ 148876 w 152304"/>
                <a:gd name="connsiteY13" fmla="*/ 0 h 223647"/>
                <a:gd name="connsiteX14" fmla="*/ 148876 w 152304"/>
                <a:gd name="connsiteY14" fmla="*/ 0 h 223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52304" h="223647">
                  <a:moveTo>
                    <a:pt x="142780" y="9525"/>
                  </a:moveTo>
                  <a:lnTo>
                    <a:pt x="142780" y="214027"/>
                  </a:lnTo>
                  <a:lnTo>
                    <a:pt x="9620" y="214027"/>
                  </a:lnTo>
                  <a:lnTo>
                    <a:pt x="9620" y="9525"/>
                  </a:lnTo>
                  <a:lnTo>
                    <a:pt x="142780" y="9525"/>
                  </a:lnTo>
                  <a:moveTo>
                    <a:pt x="148876" y="0"/>
                  </a:moveTo>
                  <a:lnTo>
                    <a:pt x="3429" y="0"/>
                  </a:lnTo>
                  <a:cubicBezTo>
                    <a:pt x="1524" y="0"/>
                    <a:pt x="0" y="1524"/>
                    <a:pt x="0" y="3429"/>
                  </a:cubicBezTo>
                  <a:lnTo>
                    <a:pt x="0" y="220218"/>
                  </a:lnTo>
                  <a:cubicBezTo>
                    <a:pt x="0" y="222123"/>
                    <a:pt x="1524" y="223647"/>
                    <a:pt x="3429" y="223647"/>
                  </a:cubicBezTo>
                  <a:lnTo>
                    <a:pt x="148876" y="223647"/>
                  </a:lnTo>
                  <a:cubicBezTo>
                    <a:pt x="150781" y="223647"/>
                    <a:pt x="152305" y="222123"/>
                    <a:pt x="152305" y="220218"/>
                  </a:cubicBezTo>
                  <a:lnTo>
                    <a:pt x="152305" y="3429"/>
                  </a:lnTo>
                  <a:cubicBezTo>
                    <a:pt x="152305" y="1524"/>
                    <a:pt x="150781" y="0"/>
                    <a:pt x="148876" y="0"/>
                  </a:cubicBezTo>
                  <a:lnTo>
                    <a:pt x="148876" y="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E060191A-507C-46E0-921E-B7840D4FC510}"/>
                </a:ext>
              </a:extLst>
            </p:cNvPr>
            <p:cNvSpPr/>
            <p:nvPr/>
          </p:nvSpPr>
          <p:spPr>
            <a:xfrm>
              <a:off x="7525066" y="1773459"/>
              <a:ext cx="39623" cy="39624"/>
            </a:xfrm>
            <a:custGeom>
              <a:avLst/>
              <a:gdLst>
                <a:gd name="connsiteX0" fmla="*/ 19812 w 39623"/>
                <a:gd name="connsiteY0" fmla="*/ 39624 h 39624"/>
                <a:gd name="connsiteX1" fmla="*/ 0 w 39623"/>
                <a:gd name="connsiteY1" fmla="*/ 19812 h 39624"/>
                <a:gd name="connsiteX2" fmla="*/ 19812 w 39623"/>
                <a:gd name="connsiteY2" fmla="*/ 0 h 39624"/>
                <a:gd name="connsiteX3" fmla="*/ 39624 w 39623"/>
                <a:gd name="connsiteY3" fmla="*/ 19812 h 39624"/>
                <a:gd name="connsiteX4" fmla="*/ 19812 w 39623"/>
                <a:gd name="connsiteY4" fmla="*/ 39624 h 39624"/>
                <a:gd name="connsiteX5" fmla="*/ 19812 w 39623"/>
                <a:gd name="connsiteY5" fmla="*/ 9430 h 39624"/>
                <a:gd name="connsiteX6" fmla="*/ 9525 w 39623"/>
                <a:gd name="connsiteY6" fmla="*/ 19717 h 39624"/>
                <a:gd name="connsiteX7" fmla="*/ 19812 w 39623"/>
                <a:gd name="connsiteY7" fmla="*/ 30004 h 39624"/>
                <a:gd name="connsiteX8" fmla="*/ 30099 w 39623"/>
                <a:gd name="connsiteY8" fmla="*/ 19717 h 39624"/>
                <a:gd name="connsiteX9" fmla="*/ 19812 w 39623"/>
                <a:gd name="connsiteY9" fmla="*/ 9430 h 3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623" h="39624">
                  <a:moveTo>
                    <a:pt x="19812" y="39624"/>
                  </a:moveTo>
                  <a:cubicBezTo>
                    <a:pt x="8858" y="39624"/>
                    <a:pt x="0" y="30766"/>
                    <a:pt x="0" y="19812"/>
                  </a:cubicBezTo>
                  <a:cubicBezTo>
                    <a:pt x="0" y="8858"/>
                    <a:pt x="8858" y="0"/>
                    <a:pt x="19812" y="0"/>
                  </a:cubicBezTo>
                  <a:cubicBezTo>
                    <a:pt x="30766" y="0"/>
                    <a:pt x="39624" y="8858"/>
                    <a:pt x="39624" y="19812"/>
                  </a:cubicBezTo>
                  <a:cubicBezTo>
                    <a:pt x="39624" y="30766"/>
                    <a:pt x="30766" y="39624"/>
                    <a:pt x="19812" y="39624"/>
                  </a:cubicBezTo>
                  <a:close/>
                  <a:moveTo>
                    <a:pt x="19812" y="9430"/>
                  </a:moveTo>
                  <a:cubicBezTo>
                    <a:pt x="14097" y="9430"/>
                    <a:pt x="9525" y="14002"/>
                    <a:pt x="9525" y="19717"/>
                  </a:cubicBezTo>
                  <a:cubicBezTo>
                    <a:pt x="9525" y="25432"/>
                    <a:pt x="14192" y="30004"/>
                    <a:pt x="19812" y="30004"/>
                  </a:cubicBezTo>
                  <a:cubicBezTo>
                    <a:pt x="25432" y="30004"/>
                    <a:pt x="30099" y="25432"/>
                    <a:pt x="30099" y="19717"/>
                  </a:cubicBezTo>
                  <a:cubicBezTo>
                    <a:pt x="30099" y="14002"/>
                    <a:pt x="25432" y="9430"/>
                    <a:pt x="19812" y="943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ACF4A314-194F-4478-B1DF-2ADC5C07D7CE}"/>
                </a:ext>
              </a:extLst>
            </p:cNvPr>
            <p:cNvSpPr/>
            <p:nvPr/>
          </p:nvSpPr>
          <p:spPr>
            <a:xfrm>
              <a:off x="7592503" y="1715452"/>
              <a:ext cx="15240" cy="15239"/>
            </a:xfrm>
            <a:custGeom>
              <a:avLst/>
              <a:gdLst>
                <a:gd name="connsiteX0" fmla="*/ 0 w 15240"/>
                <a:gd name="connsiteY0" fmla="*/ 7620 h 15239"/>
                <a:gd name="connsiteX1" fmla="*/ 7620 w 15240"/>
                <a:gd name="connsiteY1" fmla="*/ 15240 h 15239"/>
                <a:gd name="connsiteX2" fmla="*/ 15240 w 15240"/>
                <a:gd name="connsiteY2" fmla="*/ 7620 h 15239"/>
                <a:gd name="connsiteX3" fmla="*/ 7620 w 15240"/>
                <a:gd name="connsiteY3" fmla="*/ 0 h 15239"/>
                <a:gd name="connsiteX4" fmla="*/ 0 w 15240"/>
                <a:gd name="connsiteY4" fmla="*/ 7620 h 15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40" h="15239">
                  <a:moveTo>
                    <a:pt x="0" y="7620"/>
                  </a:moveTo>
                  <a:cubicBezTo>
                    <a:pt x="0" y="11811"/>
                    <a:pt x="3429" y="15240"/>
                    <a:pt x="7620" y="15240"/>
                  </a:cubicBezTo>
                  <a:cubicBezTo>
                    <a:pt x="11811" y="15240"/>
                    <a:pt x="15240" y="11811"/>
                    <a:pt x="15240" y="7620"/>
                  </a:cubicBezTo>
                  <a:cubicBezTo>
                    <a:pt x="15240" y="3429"/>
                    <a:pt x="11811" y="0"/>
                    <a:pt x="7620" y="0"/>
                  </a:cubicBezTo>
                  <a:cubicBezTo>
                    <a:pt x="3429" y="0"/>
                    <a:pt x="0" y="3334"/>
                    <a:pt x="0" y="762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A3BCD135-E942-48F3-97FA-C83E3C850FB4}"/>
                </a:ext>
              </a:extLst>
            </p:cNvPr>
            <p:cNvSpPr/>
            <p:nvPr/>
          </p:nvSpPr>
          <p:spPr>
            <a:xfrm>
              <a:off x="7480965" y="1715452"/>
              <a:ext cx="15240" cy="15239"/>
            </a:xfrm>
            <a:custGeom>
              <a:avLst/>
              <a:gdLst>
                <a:gd name="connsiteX0" fmla="*/ 0 w 15240"/>
                <a:gd name="connsiteY0" fmla="*/ 7620 h 15239"/>
                <a:gd name="connsiteX1" fmla="*/ 7620 w 15240"/>
                <a:gd name="connsiteY1" fmla="*/ 15240 h 15239"/>
                <a:gd name="connsiteX2" fmla="*/ 15240 w 15240"/>
                <a:gd name="connsiteY2" fmla="*/ 7620 h 15239"/>
                <a:gd name="connsiteX3" fmla="*/ 7620 w 15240"/>
                <a:gd name="connsiteY3" fmla="*/ 0 h 15239"/>
                <a:gd name="connsiteX4" fmla="*/ 0 w 15240"/>
                <a:gd name="connsiteY4" fmla="*/ 7620 h 15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40" h="15239">
                  <a:moveTo>
                    <a:pt x="0" y="7620"/>
                  </a:moveTo>
                  <a:cubicBezTo>
                    <a:pt x="0" y="11811"/>
                    <a:pt x="3429" y="15240"/>
                    <a:pt x="7620" y="15240"/>
                  </a:cubicBezTo>
                  <a:cubicBezTo>
                    <a:pt x="11811" y="15240"/>
                    <a:pt x="15240" y="11811"/>
                    <a:pt x="15240" y="7620"/>
                  </a:cubicBezTo>
                  <a:cubicBezTo>
                    <a:pt x="15240" y="3429"/>
                    <a:pt x="11811" y="0"/>
                    <a:pt x="7620" y="0"/>
                  </a:cubicBezTo>
                  <a:cubicBezTo>
                    <a:pt x="3334" y="0"/>
                    <a:pt x="0" y="3334"/>
                    <a:pt x="0" y="762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C1E200DF-234A-4DDD-9DBD-39A89DD3DF6D}"/>
                </a:ext>
              </a:extLst>
            </p:cNvPr>
            <p:cNvSpPr/>
            <p:nvPr/>
          </p:nvSpPr>
          <p:spPr>
            <a:xfrm>
              <a:off x="7592503" y="1894141"/>
              <a:ext cx="15240" cy="15239"/>
            </a:xfrm>
            <a:custGeom>
              <a:avLst/>
              <a:gdLst>
                <a:gd name="connsiteX0" fmla="*/ 0 w 15240"/>
                <a:gd name="connsiteY0" fmla="*/ 7620 h 15239"/>
                <a:gd name="connsiteX1" fmla="*/ 7620 w 15240"/>
                <a:gd name="connsiteY1" fmla="*/ 15240 h 15239"/>
                <a:gd name="connsiteX2" fmla="*/ 15240 w 15240"/>
                <a:gd name="connsiteY2" fmla="*/ 7620 h 15239"/>
                <a:gd name="connsiteX3" fmla="*/ 7620 w 15240"/>
                <a:gd name="connsiteY3" fmla="*/ 0 h 15239"/>
                <a:gd name="connsiteX4" fmla="*/ 0 w 15240"/>
                <a:gd name="connsiteY4" fmla="*/ 7620 h 15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40" h="15239">
                  <a:moveTo>
                    <a:pt x="0" y="7620"/>
                  </a:moveTo>
                  <a:cubicBezTo>
                    <a:pt x="0" y="11811"/>
                    <a:pt x="3429" y="15240"/>
                    <a:pt x="7620" y="15240"/>
                  </a:cubicBezTo>
                  <a:cubicBezTo>
                    <a:pt x="11811" y="15240"/>
                    <a:pt x="15240" y="11811"/>
                    <a:pt x="15240" y="7620"/>
                  </a:cubicBezTo>
                  <a:cubicBezTo>
                    <a:pt x="15240" y="3429"/>
                    <a:pt x="11811" y="0"/>
                    <a:pt x="7620" y="0"/>
                  </a:cubicBezTo>
                  <a:cubicBezTo>
                    <a:pt x="3429" y="0"/>
                    <a:pt x="0" y="3429"/>
                    <a:pt x="0" y="762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A2A35D8E-0065-4B7A-8452-45ADCE17B80F}"/>
                </a:ext>
              </a:extLst>
            </p:cNvPr>
            <p:cNvSpPr/>
            <p:nvPr/>
          </p:nvSpPr>
          <p:spPr>
            <a:xfrm>
              <a:off x="7480870" y="1894141"/>
              <a:ext cx="15240" cy="15239"/>
            </a:xfrm>
            <a:custGeom>
              <a:avLst/>
              <a:gdLst>
                <a:gd name="connsiteX0" fmla="*/ 15240 w 15240"/>
                <a:gd name="connsiteY0" fmla="*/ 7620 h 15239"/>
                <a:gd name="connsiteX1" fmla="*/ 7620 w 15240"/>
                <a:gd name="connsiteY1" fmla="*/ 0 h 15239"/>
                <a:gd name="connsiteX2" fmla="*/ 0 w 15240"/>
                <a:gd name="connsiteY2" fmla="*/ 7620 h 15239"/>
                <a:gd name="connsiteX3" fmla="*/ 7620 w 15240"/>
                <a:gd name="connsiteY3" fmla="*/ 15240 h 15239"/>
                <a:gd name="connsiteX4" fmla="*/ 15240 w 15240"/>
                <a:gd name="connsiteY4" fmla="*/ 7620 h 15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40" h="15239">
                  <a:moveTo>
                    <a:pt x="15240" y="7620"/>
                  </a:moveTo>
                  <a:cubicBezTo>
                    <a:pt x="15240" y="3429"/>
                    <a:pt x="11811" y="0"/>
                    <a:pt x="7620" y="0"/>
                  </a:cubicBezTo>
                  <a:cubicBezTo>
                    <a:pt x="3429" y="0"/>
                    <a:pt x="0" y="3429"/>
                    <a:pt x="0" y="7620"/>
                  </a:cubicBezTo>
                  <a:cubicBezTo>
                    <a:pt x="0" y="11811"/>
                    <a:pt x="3429" y="15240"/>
                    <a:pt x="7620" y="15240"/>
                  </a:cubicBezTo>
                  <a:cubicBezTo>
                    <a:pt x="11906" y="15240"/>
                    <a:pt x="15240" y="11811"/>
                    <a:pt x="15240" y="762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5EB0D5B0-73CA-4316-B898-EAA985A91230}"/>
                </a:ext>
              </a:extLst>
            </p:cNvPr>
            <p:cNvSpPr/>
            <p:nvPr/>
          </p:nvSpPr>
          <p:spPr>
            <a:xfrm>
              <a:off x="7487728" y="1735931"/>
              <a:ext cx="114300" cy="165449"/>
            </a:xfrm>
            <a:custGeom>
              <a:avLst/>
              <a:gdLst>
                <a:gd name="connsiteX0" fmla="*/ 57150 w 114300"/>
                <a:gd name="connsiteY0" fmla="*/ 0 h 165449"/>
                <a:gd name="connsiteX1" fmla="*/ 0 w 114300"/>
                <a:gd name="connsiteY1" fmla="*/ 57150 h 165449"/>
                <a:gd name="connsiteX2" fmla="*/ 42577 w 114300"/>
                <a:gd name="connsiteY2" fmla="*/ 112395 h 165449"/>
                <a:gd name="connsiteX3" fmla="*/ 42577 w 114300"/>
                <a:gd name="connsiteY3" fmla="*/ 151162 h 165449"/>
                <a:gd name="connsiteX4" fmla="*/ 56864 w 114300"/>
                <a:gd name="connsiteY4" fmla="*/ 165449 h 165449"/>
                <a:gd name="connsiteX5" fmla="*/ 57436 w 114300"/>
                <a:gd name="connsiteY5" fmla="*/ 165449 h 165449"/>
                <a:gd name="connsiteX6" fmla="*/ 71723 w 114300"/>
                <a:gd name="connsiteY6" fmla="*/ 151162 h 165449"/>
                <a:gd name="connsiteX7" fmla="*/ 71723 w 114300"/>
                <a:gd name="connsiteY7" fmla="*/ 112395 h 165449"/>
                <a:gd name="connsiteX8" fmla="*/ 114300 w 114300"/>
                <a:gd name="connsiteY8" fmla="*/ 57150 h 165449"/>
                <a:gd name="connsiteX9" fmla="*/ 57150 w 114300"/>
                <a:gd name="connsiteY9" fmla="*/ 0 h 165449"/>
                <a:gd name="connsiteX10" fmla="*/ 62198 w 114300"/>
                <a:gd name="connsiteY10" fmla="*/ 151162 h 165449"/>
                <a:gd name="connsiteX11" fmla="*/ 57436 w 114300"/>
                <a:gd name="connsiteY11" fmla="*/ 155924 h 165449"/>
                <a:gd name="connsiteX12" fmla="*/ 56864 w 114300"/>
                <a:gd name="connsiteY12" fmla="*/ 155924 h 165449"/>
                <a:gd name="connsiteX13" fmla="*/ 52102 w 114300"/>
                <a:gd name="connsiteY13" fmla="*/ 151162 h 165449"/>
                <a:gd name="connsiteX14" fmla="*/ 52102 w 114300"/>
                <a:gd name="connsiteY14" fmla="*/ 114014 h 165449"/>
                <a:gd name="connsiteX15" fmla="*/ 52102 w 114300"/>
                <a:gd name="connsiteY15" fmla="*/ 104489 h 165449"/>
                <a:gd name="connsiteX16" fmla="*/ 52102 w 114300"/>
                <a:gd name="connsiteY16" fmla="*/ 99822 h 165449"/>
                <a:gd name="connsiteX17" fmla="*/ 57436 w 114300"/>
                <a:gd name="connsiteY17" fmla="*/ 95059 h 165449"/>
                <a:gd name="connsiteX18" fmla="*/ 62198 w 114300"/>
                <a:gd name="connsiteY18" fmla="*/ 99822 h 165449"/>
                <a:gd name="connsiteX19" fmla="*/ 62198 w 114300"/>
                <a:gd name="connsiteY19" fmla="*/ 104489 h 165449"/>
                <a:gd name="connsiteX20" fmla="*/ 62198 w 114300"/>
                <a:gd name="connsiteY20" fmla="*/ 114014 h 165449"/>
                <a:gd name="connsiteX21" fmla="*/ 62198 w 114300"/>
                <a:gd name="connsiteY21" fmla="*/ 151162 h 165449"/>
                <a:gd name="connsiteX22" fmla="*/ 71723 w 114300"/>
                <a:gd name="connsiteY22" fmla="*/ 102584 h 165449"/>
                <a:gd name="connsiteX23" fmla="*/ 71723 w 114300"/>
                <a:gd name="connsiteY23" fmla="*/ 99822 h 165449"/>
                <a:gd name="connsiteX24" fmla="*/ 56864 w 114300"/>
                <a:gd name="connsiteY24" fmla="*/ 85534 h 165449"/>
                <a:gd name="connsiteX25" fmla="*/ 42577 w 114300"/>
                <a:gd name="connsiteY25" fmla="*/ 99822 h 165449"/>
                <a:gd name="connsiteX26" fmla="*/ 42577 w 114300"/>
                <a:gd name="connsiteY26" fmla="*/ 102489 h 165449"/>
                <a:gd name="connsiteX27" fmla="*/ 9525 w 114300"/>
                <a:gd name="connsiteY27" fmla="*/ 57150 h 165449"/>
                <a:gd name="connsiteX28" fmla="*/ 57150 w 114300"/>
                <a:gd name="connsiteY28" fmla="*/ 9525 h 165449"/>
                <a:gd name="connsiteX29" fmla="*/ 104775 w 114300"/>
                <a:gd name="connsiteY29" fmla="*/ 57150 h 165449"/>
                <a:gd name="connsiteX30" fmla="*/ 71723 w 114300"/>
                <a:gd name="connsiteY30" fmla="*/ 102584 h 165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14300" h="165449">
                  <a:moveTo>
                    <a:pt x="57150" y="0"/>
                  </a:moveTo>
                  <a:cubicBezTo>
                    <a:pt x="25622" y="0"/>
                    <a:pt x="0" y="25622"/>
                    <a:pt x="0" y="57150"/>
                  </a:cubicBezTo>
                  <a:cubicBezTo>
                    <a:pt x="0" y="83630"/>
                    <a:pt x="18097" y="105918"/>
                    <a:pt x="42577" y="112395"/>
                  </a:cubicBezTo>
                  <a:lnTo>
                    <a:pt x="42577" y="151162"/>
                  </a:lnTo>
                  <a:cubicBezTo>
                    <a:pt x="42577" y="159068"/>
                    <a:pt x="48959" y="165449"/>
                    <a:pt x="56864" y="165449"/>
                  </a:cubicBezTo>
                  <a:lnTo>
                    <a:pt x="57436" y="165449"/>
                  </a:lnTo>
                  <a:cubicBezTo>
                    <a:pt x="65342" y="165449"/>
                    <a:pt x="71723" y="159068"/>
                    <a:pt x="71723" y="151162"/>
                  </a:cubicBezTo>
                  <a:lnTo>
                    <a:pt x="71723" y="112395"/>
                  </a:lnTo>
                  <a:cubicBezTo>
                    <a:pt x="96203" y="105918"/>
                    <a:pt x="114300" y="83630"/>
                    <a:pt x="114300" y="57150"/>
                  </a:cubicBezTo>
                  <a:cubicBezTo>
                    <a:pt x="114300" y="25622"/>
                    <a:pt x="88678" y="0"/>
                    <a:pt x="57150" y="0"/>
                  </a:cubicBezTo>
                  <a:close/>
                  <a:moveTo>
                    <a:pt x="62198" y="151162"/>
                  </a:moveTo>
                  <a:cubicBezTo>
                    <a:pt x="62198" y="153734"/>
                    <a:pt x="60103" y="155924"/>
                    <a:pt x="57436" y="155924"/>
                  </a:cubicBezTo>
                  <a:lnTo>
                    <a:pt x="56864" y="155924"/>
                  </a:lnTo>
                  <a:cubicBezTo>
                    <a:pt x="54197" y="155924"/>
                    <a:pt x="52102" y="153734"/>
                    <a:pt x="52102" y="151162"/>
                  </a:cubicBezTo>
                  <a:lnTo>
                    <a:pt x="52102" y="114014"/>
                  </a:lnTo>
                  <a:lnTo>
                    <a:pt x="52102" y="104489"/>
                  </a:lnTo>
                  <a:lnTo>
                    <a:pt x="52102" y="99822"/>
                  </a:lnTo>
                  <a:cubicBezTo>
                    <a:pt x="52102" y="97155"/>
                    <a:pt x="54197" y="95059"/>
                    <a:pt x="57436" y="95059"/>
                  </a:cubicBezTo>
                  <a:cubicBezTo>
                    <a:pt x="60103" y="95059"/>
                    <a:pt x="62198" y="97155"/>
                    <a:pt x="62198" y="99822"/>
                  </a:cubicBezTo>
                  <a:lnTo>
                    <a:pt x="62198" y="104489"/>
                  </a:lnTo>
                  <a:lnTo>
                    <a:pt x="62198" y="114014"/>
                  </a:lnTo>
                  <a:lnTo>
                    <a:pt x="62198" y="151162"/>
                  </a:lnTo>
                  <a:close/>
                  <a:moveTo>
                    <a:pt x="71723" y="102584"/>
                  </a:moveTo>
                  <a:lnTo>
                    <a:pt x="71723" y="99822"/>
                  </a:lnTo>
                  <a:cubicBezTo>
                    <a:pt x="71723" y="91916"/>
                    <a:pt x="65342" y="85534"/>
                    <a:pt x="56864" y="85534"/>
                  </a:cubicBezTo>
                  <a:cubicBezTo>
                    <a:pt x="48959" y="85534"/>
                    <a:pt x="42577" y="91916"/>
                    <a:pt x="42577" y="99822"/>
                  </a:cubicBezTo>
                  <a:lnTo>
                    <a:pt x="42577" y="102489"/>
                  </a:lnTo>
                  <a:cubicBezTo>
                    <a:pt x="23431" y="96298"/>
                    <a:pt x="9525" y="78296"/>
                    <a:pt x="9525" y="57150"/>
                  </a:cubicBezTo>
                  <a:cubicBezTo>
                    <a:pt x="9525" y="30956"/>
                    <a:pt x="30956" y="9525"/>
                    <a:pt x="57150" y="9525"/>
                  </a:cubicBezTo>
                  <a:cubicBezTo>
                    <a:pt x="83439" y="9525"/>
                    <a:pt x="104775" y="30956"/>
                    <a:pt x="104775" y="57150"/>
                  </a:cubicBezTo>
                  <a:cubicBezTo>
                    <a:pt x="104775" y="78391"/>
                    <a:pt x="90869" y="96393"/>
                    <a:pt x="71723" y="102584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169" name="Freeform: Shape 168">
            <a:extLst>
              <a:ext uri="{FF2B5EF4-FFF2-40B4-BE49-F238E27FC236}">
                <a16:creationId xmlns:a16="http://schemas.microsoft.com/office/drawing/2014/main" id="{F1F763CD-6E21-4C70-B56E-B3E7982F2D86}"/>
              </a:ext>
            </a:extLst>
          </p:cNvPr>
          <p:cNvSpPr/>
          <p:nvPr/>
        </p:nvSpPr>
        <p:spPr>
          <a:xfrm>
            <a:off x="10296090" y="1613724"/>
            <a:ext cx="280892" cy="223742"/>
          </a:xfrm>
          <a:custGeom>
            <a:avLst/>
            <a:gdLst>
              <a:gd name="connsiteX0" fmla="*/ 124492 w 280892"/>
              <a:gd name="connsiteY0" fmla="*/ 32004 h 223742"/>
              <a:gd name="connsiteX1" fmla="*/ 50959 w 280892"/>
              <a:gd name="connsiteY1" fmla="*/ 32004 h 223742"/>
              <a:gd name="connsiteX2" fmla="*/ 50959 w 280892"/>
              <a:gd name="connsiteY2" fmla="*/ 41529 h 223742"/>
              <a:gd name="connsiteX3" fmla="*/ 124492 w 280892"/>
              <a:gd name="connsiteY3" fmla="*/ 41529 h 223742"/>
              <a:gd name="connsiteX4" fmla="*/ 124492 w 280892"/>
              <a:gd name="connsiteY4" fmla="*/ 32004 h 223742"/>
              <a:gd name="connsiteX5" fmla="*/ 233744 w 280892"/>
              <a:gd name="connsiteY5" fmla="*/ 31909 h 223742"/>
              <a:gd name="connsiteX6" fmla="*/ 160211 w 280892"/>
              <a:gd name="connsiteY6" fmla="*/ 31909 h 223742"/>
              <a:gd name="connsiteX7" fmla="*/ 160211 w 280892"/>
              <a:gd name="connsiteY7" fmla="*/ 41434 h 223742"/>
              <a:gd name="connsiteX8" fmla="*/ 233744 w 280892"/>
              <a:gd name="connsiteY8" fmla="*/ 41434 h 223742"/>
              <a:gd name="connsiteX9" fmla="*/ 233744 w 280892"/>
              <a:gd name="connsiteY9" fmla="*/ 31909 h 223742"/>
              <a:gd name="connsiteX10" fmla="*/ 163068 w 280892"/>
              <a:gd name="connsiteY10" fmla="*/ 134207 h 223742"/>
              <a:gd name="connsiteX11" fmla="*/ 172593 w 280892"/>
              <a:gd name="connsiteY11" fmla="*/ 134207 h 223742"/>
              <a:gd name="connsiteX12" fmla="*/ 172593 w 280892"/>
              <a:gd name="connsiteY12" fmla="*/ 104775 h 223742"/>
              <a:gd name="connsiteX13" fmla="*/ 163068 w 280892"/>
              <a:gd name="connsiteY13" fmla="*/ 104775 h 223742"/>
              <a:gd name="connsiteX14" fmla="*/ 163068 w 280892"/>
              <a:gd name="connsiteY14" fmla="*/ 134207 h 223742"/>
              <a:gd name="connsiteX15" fmla="*/ 143256 w 280892"/>
              <a:gd name="connsiteY15" fmla="*/ 104775 h 223742"/>
              <a:gd name="connsiteX16" fmla="*/ 133731 w 280892"/>
              <a:gd name="connsiteY16" fmla="*/ 104775 h 223742"/>
              <a:gd name="connsiteX17" fmla="*/ 133731 w 280892"/>
              <a:gd name="connsiteY17" fmla="*/ 134207 h 223742"/>
              <a:gd name="connsiteX18" fmla="*/ 143256 w 280892"/>
              <a:gd name="connsiteY18" fmla="*/ 134207 h 223742"/>
              <a:gd name="connsiteX19" fmla="*/ 143256 w 280892"/>
              <a:gd name="connsiteY19" fmla="*/ 104775 h 223742"/>
              <a:gd name="connsiteX20" fmla="*/ 104394 w 280892"/>
              <a:gd name="connsiteY20" fmla="*/ 134207 h 223742"/>
              <a:gd name="connsiteX21" fmla="*/ 113919 w 280892"/>
              <a:gd name="connsiteY21" fmla="*/ 134207 h 223742"/>
              <a:gd name="connsiteX22" fmla="*/ 113919 w 280892"/>
              <a:gd name="connsiteY22" fmla="*/ 104775 h 223742"/>
              <a:gd name="connsiteX23" fmla="*/ 104394 w 280892"/>
              <a:gd name="connsiteY23" fmla="*/ 104775 h 223742"/>
              <a:gd name="connsiteX24" fmla="*/ 104394 w 280892"/>
              <a:gd name="connsiteY24" fmla="*/ 134207 h 223742"/>
              <a:gd name="connsiteX25" fmla="*/ 75057 w 280892"/>
              <a:gd name="connsiteY25" fmla="*/ 134207 h 223742"/>
              <a:gd name="connsiteX26" fmla="*/ 84582 w 280892"/>
              <a:gd name="connsiteY26" fmla="*/ 134207 h 223742"/>
              <a:gd name="connsiteX27" fmla="*/ 84582 w 280892"/>
              <a:gd name="connsiteY27" fmla="*/ 104775 h 223742"/>
              <a:gd name="connsiteX28" fmla="*/ 75057 w 280892"/>
              <a:gd name="connsiteY28" fmla="*/ 104775 h 223742"/>
              <a:gd name="connsiteX29" fmla="*/ 75057 w 280892"/>
              <a:gd name="connsiteY29" fmla="*/ 134207 h 223742"/>
              <a:gd name="connsiteX30" fmla="*/ 55150 w 280892"/>
              <a:gd name="connsiteY30" fmla="*/ 104775 h 223742"/>
              <a:gd name="connsiteX31" fmla="*/ 45625 w 280892"/>
              <a:gd name="connsiteY31" fmla="*/ 104775 h 223742"/>
              <a:gd name="connsiteX32" fmla="*/ 45625 w 280892"/>
              <a:gd name="connsiteY32" fmla="*/ 134207 h 223742"/>
              <a:gd name="connsiteX33" fmla="*/ 55150 w 280892"/>
              <a:gd name="connsiteY33" fmla="*/ 134207 h 223742"/>
              <a:gd name="connsiteX34" fmla="*/ 55150 w 280892"/>
              <a:gd name="connsiteY34" fmla="*/ 104775 h 223742"/>
              <a:gd name="connsiteX35" fmla="*/ 163068 w 280892"/>
              <a:gd name="connsiteY35" fmla="*/ 198311 h 223742"/>
              <a:gd name="connsiteX36" fmla="*/ 172593 w 280892"/>
              <a:gd name="connsiteY36" fmla="*/ 198311 h 223742"/>
              <a:gd name="connsiteX37" fmla="*/ 172593 w 280892"/>
              <a:gd name="connsiteY37" fmla="*/ 168878 h 223742"/>
              <a:gd name="connsiteX38" fmla="*/ 163068 w 280892"/>
              <a:gd name="connsiteY38" fmla="*/ 168878 h 223742"/>
              <a:gd name="connsiteX39" fmla="*/ 163068 w 280892"/>
              <a:gd name="connsiteY39" fmla="*/ 198311 h 223742"/>
              <a:gd name="connsiteX40" fmla="*/ 192500 w 280892"/>
              <a:gd name="connsiteY40" fmla="*/ 134207 h 223742"/>
              <a:gd name="connsiteX41" fmla="*/ 202025 w 280892"/>
              <a:gd name="connsiteY41" fmla="*/ 134207 h 223742"/>
              <a:gd name="connsiteX42" fmla="*/ 202025 w 280892"/>
              <a:gd name="connsiteY42" fmla="*/ 104775 h 223742"/>
              <a:gd name="connsiteX43" fmla="*/ 192500 w 280892"/>
              <a:gd name="connsiteY43" fmla="*/ 104775 h 223742"/>
              <a:gd name="connsiteX44" fmla="*/ 192500 w 280892"/>
              <a:gd name="connsiteY44" fmla="*/ 134207 h 223742"/>
              <a:gd name="connsiteX45" fmla="*/ 192500 w 280892"/>
              <a:gd name="connsiteY45" fmla="*/ 198311 h 223742"/>
              <a:gd name="connsiteX46" fmla="*/ 202025 w 280892"/>
              <a:gd name="connsiteY46" fmla="*/ 198311 h 223742"/>
              <a:gd name="connsiteX47" fmla="*/ 202025 w 280892"/>
              <a:gd name="connsiteY47" fmla="*/ 168878 h 223742"/>
              <a:gd name="connsiteX48" fmla="*/ 192500 w 280892"/>
              <a:gd name="connsiteY48" fmla="*/ 168878 h 223742"/>
              <a:gd name="connsiteX49" fmla="*/ 192500 w 280892"/>
              <a:gd name="connsiteY49" fmla="*/ 198311 h 223742"/>
              <a:gd name="connsiteX50" fmla="*/ 221932 w 280892"/>
              <a:gd name="connsiteY50" fmla="*/ 134207 h 223742"/>
              <a:gd name="connsiteX51" fmla="*/ 231457 w 280892"/>
              <a:gd name="connsiteY51" fmla="*/ 134207 h 223742"/>
              <a:gd name="connsiteX52" fmla="*/ 231457 w 280892"/>
              <a:gd name="connsiteY52" fmla="*/ 104775 h 223742"/>
              <a:gd name="connsiteX53" fmla="*/ 221932 w 280892"/>
              <a:gd name="connsiteY53" fmla="*/ 104775 h 223742"/>
              <a:gd name="connsiteX54" fmla="*/ 221932 w 280892"/>
              <a:gd name="connsiteY54" fmla="*/ 134207 h 223742"/>
              <a:gd name="connsiteX55" fmla="*/ 221932 w 280892"/>
              <a:gd name="connsiteY55" fmla="*/ 198311 h 223742"/>
              <a:gd name="connsiteX56" fmla="*/ 231457 w 280892"/>
              <a:gd name="connsiteY56" fmla="*/ 198311 h 223742"/>
              <a:gd name="connsiteX57" fmla="*/ 231457 w 280892"/>
              <a:gd name="connsiteY57" fmla="*/ 168878 h 223742"/>
              <a:gd name="connsiteX58" fmla="*/ 221932 w 280892"/>
              <a:gd name="connsiteY58" fmla="*/ 168878 h 223742"/>
              <a:gd name="connsiteX59" fmla="*/ 221932 w 280892"/>
              <a:gd name="connsiteY59" fmla="*/ 198311 h 223742"/>
              <a:gd name="connsiteX60" fmla="*/ 143256 w 280892"/>
              <a:gd name="connsiteY60" fmla="*/ 168878 h 223742"/>
              <a:gd name="connsiteX61" fmla="*/ 133731 w 280892"/>
              <a:gd name="connsiteY61" fmla="*/ 168878 h 223742"/>
              <a:gd name="connsiteX62" fmla="*/ 133731 w 280892"/>
              <a:gd name="connsiteY62" fmla="*/ 198311 h 223742"/>
              <a:gd name="connsiteX63" fmla="*/ 143256 w 280892"/>
              <a:gd name="connsiteY63" fmla="*/ 198311 h 223742"/>
              <a:gd name="connsiteX64" fmla="*/ 143256 w 280892"/>
              <a:gd name="connsiteY64" fmla="*/ 168878 h 223742"/>
              <a:gd name="connsiteX65" fmla="*/ 104394 w 280892"/>
              <a:gd name="connsiteY65" fmla="*/ 198311 h 223742"/>
              <a:gd name="connsiteX66" fmla="*/ 113919 w 280892"/>
              <a:gd name="connsiteY66" fmla="*/ 198311 h 223742"/>
              <a:gd name="connsiteX67" fmla="*/ 113919 w 280892"/>
              <a:gd name="connsiteY67" fmla="*/ 168878 h 223742"/>
              <a:gd name="connsiteX68" fmla="*/ 104394 w 280892"/>
              <a:gd name="connsiteY68" fmla="*/ 168878 h 223742"/>
              <a:gd name="connsiteX69" fmla="*/ 104394 w 280892"/>
              <a:gd name="connsiteY69" fmla="*/ 198311 h 223742"/>
              <a:gd name="connsiteX70" fmla="*/ 75057 w 280892"/>
              <a:gd name="connsiteY70" fmla="*/ 198311 h 223742"/>
              <a:gd name="connsiteX71" fmla="*/ 84582 w 280892"/>
              <a:gd name="connsiteY71" fmla="*/ 198311 h 223742"/>
              <a:gd name="connsiteX72" fmla="*/ 84582 w 280892"/>
              <a:gd name="connsiteY72" fmla="*/ 168878 h 223742"/>
              <a:gd name="connsiteX73" fmla="*/ 75057 w 280892"/>
              <a:gd name="connsiteY73" fmla="*/ 168878 h 223742"/>
              <a:gd name="connsiteX74" fmla="*/ 75057 w 280892"/>
              <a:gd name="connsiteY74" fmla="*/ 198311 h 223742"/>
              <a:gd name="connsiteX75" fmla="*/ 55150 w 280892"/>
              <a:gd name="connsiteY75" fmla="*/ 168878 h 223742"/>
              <a:gd name="connsiteX76" fmla="*/ 45625 w 280892"/>
              <a:gd name="connsiteY76" fmla="*/ 168878 h 223742"/>
              <a:gd name="connsiteX77" fmla="*/ 45625 w 280892"/>
              <a:gd name="connsiteY77" fmla="*/ 198311 h 223742"/>
              <a:gd name="connsiteX78" fmla="*/ 55150 w 280892"/>
              <a:gd name="connsiteY78" fmla="*/ 198311 h 223742"/>
              <a:gd name="connsiteX79" fmla="*/ 55150 w 280892"/>
              <a:gd name="connsiteY79" fmla="*/ 168878 h 223742"/>
              <a:gd name="connsiteX80" fmla="*/ 258794 w 280892"/>
              <a:gd name="connsiteY80" fmla="*/ 216408 h 223742"/>
              <a:gd name="connsiteX81" fmla="*/ 258794 w 280892"/>
              <a:gd name="connsiteY81" fmla="*/ 10573 h 223742"/>
              <a:gd name="connsiteX82" fmla="*/ 233363 w 280892"/>
              <a:gd name="connsiteY82" fmla="*/ 10573 h 223742"/>
              <a:gd name="connsiteX83" fmla="*/ 233363 w 280892"/>
              <a:gd name="connsiteY83" fmla="*/ 0 h 223742"/>
              <a:gd name="connsiteX84" fmla="*/ 159448 w 280892"/>
              <a:gd name="connsiteY84" fmla="*/ 0 h 223742"/>
              <a:gd name="connsiteX85" fmla="*/ 159448 w 280892"/>
              <a:gd name="connsiteY85" fmla="*/ 10573 h 223742"/>
              <a:gd name="connsiteX86" fmla="*/ 22193 w 280892"/>
              <a:gd name="connsiteY86" fmla="*/ 10573 h 223742"/>
              <a:gd name="connsiteX87" fmla="*/ 22193 w 280892"/>
              <a:gd name="connsiteY87" fmla="*/ 216313 h 223742"/>
              <a:gd name="connsiteX88" fmla="*/ 0 w 280892"/>
              <a:gd name="connsiteY88" fmla="*/ 216313 h 223742"/>
              <a:gd name="connsiteX89" fmla="*/ 0 w 280892"/>
              <a:gd name="connsiteY89" fmla="*/ 223742 h 223742"/>
              <a:gd name="connsiteX90" fmla="*/ 280892 w 280892"/>
              <a:gd name="connsiteY90" fmla="*/ 223742 h 223742"/>
              <a:gd name="connsiteX91" fmla="*/ 280892 w 280892"/>
              <a:gd name="connsiteY91" fmla="*/ 216313 h 223742"/>
              <a:gd name="connsiteX92" fmla="*/ 258794 w 280892"/>
              <a:gd name="connsiteY92" fmla="*/ 216313 h 223742"/>
              <a:gd name="connsiteX93" fmla="*/ 249269 w 280892"/>
              <a:gd name="connsiteY93" fmla="*/ 214217 h 223742"/>
              <a:gd name="connsiteX94" fmla="*/ 31718 w 280892"/>
              <a:gd name="connsiteY94" fmla="*/ 214217 h 223742"/>
              <a:gd name="connsiteX95" fmla="*/ 31718 w 280892"/>
              <a:gd name="connsiteY95" fmla="*/ 20098 h 223742"/>
              <a:gd name="connsiteX96" fmla="*/ 249269 w 280892"/>
              <a:gd name="connsiteY96" fmla="*/ 20098 h 223742"/>
              <a:gd name="connsiteX97" fmla="*/ 249269 w 280892"/>
              <a:gd name="connsiteY97" fmla="*/ 214217 h 223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280892" h="223742">
                <a:moveTo>
                  <a:pt x="124492" y="32004"/>
                </a:moveTo>
                <a:lnTo>
                  <a:pt x="50959" y="32004"/>
                </a:lnTo>
                <a:lnTo>
                  <a:pt x="50959" y="41529"/>
                </a:lnTo>
                <a:lnTo>
                  <a:pt x="124492" y="41529"/>
                </a:lnTo>
                <a:lnTo>
                  <a:pt x="124492" y="32004"/>
                </a:lnTo>
                <a:close/>
                <a:moveTo>
                  <a:pt x="233744" y="31909"/>
                </a:moveTo>
                <a:lnTo>
                  <a:pt x="160211" y="31909"/>
                </a:lnTo>
                <a:lnTo>
                  <a:pt x="160211" y="41434"/>
                </a:lnTo>
                <a:lnTo>
                  <a:pt x="233744" y="41434"/>
                </a:lnTo>
                <a:lnTo>
                  <a:pt x="233744" y="31909"/>
                </a:lnTo>
                <a:close/>
                <a:moveTo>
                  <a:pt x="163068" y="134207"/>
                </a:moveTo>
                <a:lnTo>
                  <a:pt x="172593" y="134207"/>
                </a:lnTo>
                <a:lnTo>
                  <a:pt x="172593" y="104775"/>
                </a:lnTo>
                <a:lnTo>
                  <a:pt x="163068" y="104775"/>
                </a:lnTo>
                <a:lnTo>
                  <a:pt x="163068" y="134207"/>
                </a:lnTo>
                <a:close/>
                <a:moveTo>
                  <a:pt x="143256" y="104775"/>
                </a:moveTo>
                <a:lnTo>
                  <a:pt x="133731" y="104775"/>
                </a:lnTo>
                <a:lnTo>
                  <a:pt x="133731" y="134207"/>
                </a:lnTo>
                <a:lnTo>
                  <a:pt x="143256" y="134207"/>
                </a:lnTo>
                <a:lnTo>
                  <a:pt x="143256" y="104775"/>
                </a:lnTo>
                <a:close/>
                <a:moveTo>
                  <a:pt x="104394" y="134207"/>
                </a:moveTo>
                <a:lnTo>
                  <a:pt x="113919" y="134207"/>
                </a:lnTo>
                <a:lnTo>
                  <a:pt x="113919" y="104775"/>
                </a:lnTo>
                <a:lnTo>
                  <a:pt x="104394" y="104775"/>
                </a:lnTo>
                <a:lnTo>
                  <a:pt x="104394" y="134207"/>
                </a:lnTo>
                <a:close/>
                <a:moveTo>
                  <a:pt x="75057" y="134207"/>
                </a:moveTo>
                <a:lnTo>
                  <a:pt x="84582" y="134207"/>
                </a:lnTo>
                <a:lnTo>
                  <a:pt x="84582" y="104775"/>
                </a:lnTo>
                <a:lnTo>
                  <a:pt x="75057" y="104775"/>
                </a:lnTo>
                <a:lnTo>
                  <a:pt x="75057" y="134207"/>
                </a:lnTo>
                <a:close/>
                <a:moveTo>
                  <a:pt x="55150" y="104775"/>
                </a:moveTo>
                <a:lnTo>
                  <a:pt x="45625" y="104775"/>
                </a:lnTo>
                <a:lnTo>
                  <a:pt x="45625" y="134207"/>
                </a:lnTo>
                <a:lnTo>
                  <a:pt x="55150" y="134207"/>
                </a:lnTo>
                <a:lnTo>
                  <a:pt x="55150" y="104775"/>
                </a:lnTo>
                <a:close/>
                <a:moveTo>
                  <a:pt x="163068" y="198311"/>
                </a:moveTo>
                <a:lnTo>
                  <a:pt x="172593" y="198311"/>
                </a:lnTo>
                <a:lnTo>
                  <a:pt x="172593" y="168878"/>
                </a:lnTo>
                <a:lnTo>
                  <a:pt x="163068" y="168878"/>
                </a:lnTo>
                <a:lnTo>
                  <a:pt x="163068" y="198311"/>
                </a:lnTo>
                <a:close/>
                <a:moveTo>
                  <a:pt x="192500" y="134207"/>
                </a:moveTo>
                <a:lnTo>
                  <a:pt x="202025" y="134207"/>
                </a:lnTo>
                <a:lnTo>
                  <a:pt x="202025" y="104775"/>
                </a:lnTo>
                <a:lnTo>
                  <a:pt x="192500" y="104775"/>
                </a:lnTo>
                <a:lnTo>
                  <a:pt x="192500" y="134207"/>
                </a:lnTo>
                <a:close/>
                <a:moveTo>
                  <a:pt x="192500" y="198311"/>
                </a:moveTo>
                <a:lnTo>
                  <a:pt x="202025" y="198311"/>
                </a:lnTo>
                <a:lnTo>
                  <a:pt x="202025" y="168878"/>
                </a:lnTo>
                <a:lnTo>
                  <a:pt x="192500" y="168878"/>
                </a:lnTo>
                <a:lnTo>
                  <a:pt x="192500" y="198311"/>
                </a:lnTo>
                <a:close/>
                <a:moveTo>
                  <a:pt x="221932" y="134207"/>
                </a:moveTo>
                <a:lnTo>
                  <a:pt x="231457" y="134207"/>
                </a:lnTo>
                <a:lnTo>
                  <a:pt x="231457" y="104775"/>
                </a:lnTo>
                <a:lnTo>
                  <a:pt x="221932" y="104775"/>
                </a:lnTo>
                <a:lnTo>
                  <a:pt x="221932" y="134207"/>
                </a:lnTo>
                <a:close/>
                <a:moveTo>
                  <a:pt x="221932" y="198311"/>
                </a:moveTo>
                <a:lnTo>
                  <a:pt x="231457" y="198311"/>
                </a:lnTo>
                <a:lnTo>
                  <a:pt x="231457" y="168878"/>
                </a:lnTo>
                <a:lnTo>
                  <a:pt x="221932" y="168878"/>
                </a:lnTo>
                <a:lnTo>
                  <a:pt x="221932" y="198311"/>
                </a:lnTo>
                <a:close/>
                <a:moveTo>
                  <a:pt x="143256" y="168878"/>
                </a:moveTo>
                <a:lnTo>
                  <a:pt x="133731" y="168878"/>
                </a:lnTo>
                <a:lnTo>
                  <a:pt x="133731" y="198311"/>
                </a:lnTo>
                <a:lnTo>
                  <a:pt x="143256" y="198311"/>
                </a:lnTo>
                <a:lnTo>
                  <a:pt x="143256" y="168878"/>
                </a:lnTo>
                <a:close/>
                <a:moveTo>
                  <a:pt x="104394" y="198311"/>
                </a:moveTo>
                <a:lnTo>
                  <a:pt x="113919" y="198311"/>
                </a:lnTo>
                <a:lnTo>
                  <a:pt x="113919" y="168878"/>
                </a:lnTo>
                <a:lnTo>
                  <a:pt x="104394" y="168878"/>
                </a:lnTo>
                <a:lnTo>
                  <a:pt x="104394" y="198311"/>
                </a:lnTo>
                <a:close/>
                <a:moveTo>
                  <a:pt x="75057" y="198311"/>
                </a:moveTo>
                <a:lnTo>
                  <a:pt x="84582" y="198311"/>
                </a:lnTo>
                <a:lnTo>
                  <a:pt x="84582" y="168878"/>
                </a:lnTo>
                <a:lnTo>
                  <a:pt x="75057" y="168878"/>
                </a:lnTo>
                <a:lnTo>
                  <a:pt x="75057" y="198311"/>
                </a:lnTo>
                <a:close/>
                <a:moveTo>
                  <a:pt x="55150" y="168878"/>
                </a:moveTo>
                <a:lnTo>
                  <a:pt x="45625" y="168878"/>
                </a:lnTo>
                <a:lnTo>
                  <a:pt x="45625" y="198311"/>
                </a:lnTo>
                <a:lnTo>
                  <a:pt x="55150" y="198311"/>
                </a:lnTo>
                <a:lnTo>
                  <a:pt x="55150" y="168878"/>
                </a:lnTo>
                <a:close/>
                <a:moveTo>
                  <a:pt x="258794" y="216408"/>
                </a:moveTo>
                <a:lnTo>
                  <a:pt x="258794" y="10573"/>
                </a:lnTo>
                <a:lnTo>
                  <a:pt x="233363" y="10573"/>
                </a:lnTo>
                <a:lnTo>
                  <a:pt x="233363" y="0"/>
                </a:lnTo>
                <a:lnTo>
                  <a:pt x="159448" y="0"/>
                </a:lnTo>
                <a:lnTo>
                  <a:pt x="159448" y="10573"/>
                </a:lnTo>
                <a:lnTo>
                  <a:pt x="22193" y="10573"/>
                </a:lnTo>
                <a:lnTo>
                  <a:pt x="22193" y="216313"/>
                </a:lnTo>
                <a:lnTo>
                  <a:pt x="0" y="216313"/>
                </a:lnTo>
                <a:lnTo>
                  <a:pt x="0" y="223742"/>
                </a:lnTo>
                <a:lnTo>
                  <a:pt x="280892" y="223742"/>
                </a:lnTo>
                <a:lnTo>
                  <a:pt x="280892" y="216313"/>
                </a:lnTo>
                <a:lnTo>
                  <a:pt x="258794" y="216313"/>
                </a:lnTo>
                <a:close/>
                <a:moveTo>
                  <a:pt x="249269" y="214217"/>
                </a:moveTo>
                <a:lnTo>
                  <a:pt x="31718" y="214217"/>
                </a:lnTo>
                <a:lnTo>
                  <a:pt x="31718" y="20098"/>
                </a:lnTo>
                <a:lnTo>
                  <a:pt x="249269" y="20098"/>
                </a:lnTo>
                <a:lnTo>
                  <a:pt x="249269" y="214217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70" name="Freeform: Shape 169">
            <a:extLst>
              <a:ext uri="{FF2B5EF4-FFF2-40B4-BE49-F238E27FC236}">
                <a16:creationId xmlns:a16="http://schemas.microsoft.com/office/drawing/2014/main" id="{BAFA5F00-EC9E-4CFD-A156-2B608A57FB0B}"/>
              </a:ext>
            </a:extLst>
          </p:cNvPr>
          <p:cNvSpPr/>
          <p:nvPr/>
        </p:nvSpPr>
        <p:spPr>
          <a:xfrm>
            <a:off x="699907" y="2210910"/>
            <a:ext cx="194119" cy="228695"/>
          </a:xfrm>
          <a:custGeom>
            <a:avLst/>
            <a:gdLst>
              <a:gd name="connsiteX0" fmla="*/ 97060 w 194119"/>
              <a:gd name="connsiteY0" fmla="*/ 0 h 228695"/>
              <a:gd name="connsiteX1" fmla="*/ 0 w 194119"/>
              <a:gd name="connsiteY1" fmla="*/ 27622 h 228695"/>
              <a:gd name="connsiteX2" fmla="*/ 97060 w 194119"/>
              <a:gd name="connsiteY2" fmla="*/ 55245 h 228695"/>
              <a:gd name="connsiteX3" fmla="*/ 184595 w 194119"/>
              <a:gd name="connsiteY3" fmla="*/ 40481 h 228695"/>
              <a:gd name="connsiteX4" fmla="*/ 184595 w 194119"/>
              <a:gd name="connsiteY4" fmla="*/ 85058 h 228695"/>
              <a:gd name="connsiteX5" fmla="*/ 97060 w 194119"/>
              <a:gd name="connsiteY5" fmla="*/ 103156 h 228695"/>
              <a:gd name="connsiteX6" fmla="*/ 9525 w 194119"/>
              <a:gd name="connsiteY6" fmla="*/ 85058 h 228695"/>
              <a:gd name="connsiteX7" fmla="*/ 9525 w 194119"/>
              <a:gd name="connsiteY7" fmla="*/ 51911 h 228695"/>
              <a:gd name="connsiteX8" fmla="*/ 4763 w 194119"/>
              <a:gd name="connsiteY8" fmla="*/ 47149 h 228695"/>
              <a:gd name="connsiteX9" fmla="*/ 0 w 194119"/>
              <a:gd name="connsiteY9" fmla="*/ 51911 h 228695"/>
              <a:gd name="connsiteX10" fmla="*/ 0 w 194119"/>
              <a:gd name="connsiteY10" fmla="*/ 85058 h 228695"/>
              <a:gd name="connsiteX11" fmla="*/ 97060 w 194119"/>
              <a:gd name="connsiteY11" fmla="*/ 112681 h 228695"/>
              <a:gd name="connsiteX12" fmla="*/ 184595 w 194119"/>
              <a:gd name="connsiteY12" fmla="*/ 97917 h 228695"/>
              <a:gd name="connsiteX13" fmla="*/ 184595 w 194119"/>
              <a:gd name="connsiteY13" fmla="*/ 143066 h 228695"/>
              <a:gd name="connsiteX14" fmla="*/ 97060 w 194119"/>
              <a:gd name="connsiteY14" fmla="*/ 161163 h 228695"/>
              <a:gd name="connsiteX15" fmla="*/ 9525 w 194119"/>
              <a:gd name="connsiteY15" fmla="*/ 143066 h 228695"/>
              <a:gd name="connsiteX16" fmla="*/ 9525 w 194119"/>
              <a:gd name="connsiteY16" fmla="*/ 109919 h 228695"/>
              <a:gd name="connsiteX17" fmla="*/ 4763 w 194119"/>
              <a:gd name="connsiteY17" fmla="*/ 105156 h 228695"/>
              <a:gd name="connsiteX18" fmla="*/ 0 w 194119"/>
              <a:gd name="connsiteY18" fmla="*/ 109919 h 228695"/>
              <a:gd name="connsiteX19" fmla="*/ 0 w 194119"/>
              <a:gd name="connsiteY19" fmla="*/ 143066 h 228695"/>
              <a:gd name="connsiteX20" fmla="*/ 97060 w 194119"/>
              <a:gd name="connsiteY20" fmla="*/ 170688 h 228695"/>
              <a:gd name="connsiteX21" fmla="*/ 184595 w 194119"/>
              <a:gd name="connsiteY21" fmla="*/ 155924 h 228695"/>
              <a:gd name="connsiteX22" fmla="*/ 184595 w 194119"/>
              <a:gd name="connsiteY22" fmla="*/ 201073 h 228695"/>
              <a:gd name="connsiteX23" fmla="*/ 97060 w 194119"/>
              <a:gd name="connsiteY23" fmla="*/ 219170 h 228695"/>
              <a:gd name="connsiteX24" fmla="*/ 9525 w 194119"/>
              <a:gd name="connsiteY24" fmla="*/ 201073 h 228695"/>
              <a:gd name="connsiteX25" fmla="*/ 9525 w 194119"/>
              <a:gd name="connsiteY25" fmla="*/ 167926 h 228695"/>
              <a:gd name="connsiteX26" fmla="*/ 4763 w 194119"/>
              <a:gd name="connsiteY26" fmla="*/ 163163 h 228695"/>
              <a:gd name="connsiteX27" fmla="*/ 0 w 194119"/>
              <a:gd name="connsiteY27" fmla="*/ 167926 h 228695"/>
              <a:gd name="connsiteX28" fmla="*/ 0 w 194119"/>
              <a:gd name="connsiteY28" fmla="*/ 201073 h 228695"/>
              <a:gd name="connsiteX29" fmla="*/ 97060 w 194119"/>
              <a:gd name="connsiteY29" fmla="*/ 228695 h 228695"/>
              <a:gd name="connsiteX30" fmla="*/ 194119 w 194119"/>
              <a:gd name="connsiteY30" fmla="*/ 201073 h 228695"/>
              <a:gd name="connsiteX31" fmla="*/ 194119 w 194119"/>
              <a:gd name="connsiteY31" fmla="*/ 27718 h 228695"/>
              <a:gd name="connsiteX32" fmla="*/ 97060 w 194119"/>
              <a:gd name="connsiteY32" fmla="*/ 0 h 228695"/>
              <a:gd name="connsiteX33" fmla="*/ 97060 w 194119"/>
              <a:gd name="connsiteY33" fmla="*/ 45720 h 228695"/>
              <a:gd name="connsiteX34" fmla="*/ 9525 w 194119"/>
              <a:gd name="connsiteY34" fmla="*/ 27622 h 228695"/>
              <a:gd name="connsiteX35" fmla="*/ 97060 w 194119"/>
              <a:gd name="connsiteY35" fmla="*/ 9525 h 228695"/>
              <a:gd name="connsiteX36" fmla="*/ 184595 w 194119"/>
              <a:gd name="connsiteY36" fmla="*/ 27622 h 228695"/>
              <a:gd name="connsiteX37" fmla="*/ 97060 w 194119"/>
              <a:gd name="connsiteY37" fmla="*/ 45720 h 228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94119" h="228695">
                <a:moveTo>
                  <a:pt x="97060" y="0"/>
                </a:moveTo>
                <a:cubicBezTo>
                  <a:pt x="50292" y="0"/>
                  <a:pt x="0" y="8668"/>
                  <a:pt x="0" y="27622"/>
                </a:cubicBezTo>
                <a:cubicBezTo>
                  <a:pt x="0" y="46577"/>
                  <a:pt x="50292" y="55245"/>
                  <a:pt x="97060" y="55245"/>
                </a:cubicBezTo>
                <a:cubicBezTo>
                  <a:pt x="131540" y="55245"/>
                  <a:pt x="167831" y="50482"/>
                  <a:pt x="184595" y="40481"/>
                </a:cubicBezTo>
                <a:lnTo>
                  <a:pt x="184595" y="85058"/>
                </a:lnTo>
                <a:cubicBezTo>
                  <a:pt x="184595" y="91249"/>
                  <a:pt x="153638" y="103156"/>
                  <a:pt x="97060" y="103156"/>
                </a:cubicBezTo>
                <a:cubicBezTo>
                  <a:pt x="40481" y="103156"/>
                  <a:pt x="9525" y="91154"/>
                  <a:pt x="9525" y="85058"/>
                </a:cubicBezTo>
                <a:lnTo>
                  <a:pt x="9525" y="51911"/>
                </a:lnTo>
                <a:cubicBezTo>
                  <a:pt x="9525" y="49244"/>
                  <a:pt x="7430" y="47149"/>
                  <a:pt x="4763" y="47149"/>
                </a:cubicBezTo>
                <a:cubicBezTo>
                  <a:pt x="2096" y="47149"/>
                  <a:pt x="0" y="49244"/>
                  <a:pt x="0" y="51911"/>
                </a:cubicBezTo>
                <a:lnTo>
                  <a:pt x="0" y="85058"/>
                </a:lnTo>
                <a:cubicBezTo>
                  <a:pt x="0" y="104013"/>
                  <a:pt x="50292" y="112681"/>
                  <a:pt x="97060" y="112681"/>
                </a:cubicBezTo>
                <a:cubicBezTo>
                  <a:pt x="131540" y="112681"/>
                  <a:pt x="167831" y="107918"/>
                  <a:pt x="184595" y="97917"/>
                </a:cubicBezTo>
                <a:lnTo>
                  <a:pt x="184595" y="143066"/>
                </a:lnTo>
                <a:cubicBezTo>
                  <a:pt x="184595" y="149257"/>
                  <a:pt x="153638" y="161163"/>
                  <a:pt x="97060" y="161163"/>
                </a:cubicBezTo>
                <a:cubicBezTo>
                  <a:pt x="40481" y="161163"/>
                  <a:pt x="9525" y="149162"/>
                  <a:pt x="9525" y="143066"/>
                </a:cubicBezTo>
                <a:lnTo>
                  <a:pt x="9525" y="109919"/>
                </a:lnTo>
                <a:cubicBezTo>
                  <a:pt x="9525" y="107251"/>
                  <a:pt x="7430" y="105156"/>
                  <a:pt x="4763" y="105156"/>
                </a:cubicBezTo>
                <a:cubicBezTo>
                  <a:pt x="2096" y="105156"/>
                  <a:pt x="0" y="107251"/>
                  <a:pt x="0" y="109919"/>
                </a:cubicBezTo>
                <a:lnTo>
                  <a:pt x="0" y="143066"/>
                </a:lnTo>
                <a:cubicBezTo>
                  <a:pt x="0" y="162020"/>
                  <a:pt x="50292" y="170688"/>
                  <a:pt x="97060" y="170688"/>
                </a:cubicBezTo>
                <a:cubicBezTo>
                  <a:pt x="131540" y="170688"/>
                  <a:pt x="167831" y="165926"/>
                  <a:pt x="184595" y="155924"/>
                </a:cubicBezTo>
                <a:lnTo>
                  <a:pt x="184595" y="201073"/>
                </a:lnTo>
                <a:cubicBezTo>
                  <a:pt x="184595" y="207264"/>
                  <a:pt x="153638" y="219170"/>
                  <a:pt x="97060" y="219170"/>
                </a:cubicBezTo>
                <a:cubicBezTo>
                  <a:pt x="40481" y="219170"/>
                  <a:pt x="9525" y="207169"/>
                  <a:pt x="9525" y="201073"/>
                </a:cubicBezTo>
                <a:lnTo>
                  <a:pt x="9525" y="167926"/>
                </a:lnTo>
                <a:cubicBezTo>
                  <a:pt x="9525" y="165259"/>
                  <a:pt x="7430" y="163163"/>
                  <a:pt x="4763" y="163163"/>
                </a:cubicBezTo>
                <a:cubicBezTo>
                  <a:pt x="2096" y="163163"/>
                  <a:pt x="0" y="165259"/>
                  <a:pt x="0" y="167926"/>
                </a:cubicBezTo>
                <a:lnTo>
                  <a:pt x="0" y="201073"/>
                </a:lnTo>
                <a:cubicBezTo>
                  <a:pt x="0" y="220028"/>
                  <a:pt x="50292" y="228695"/>
                  <a:pt x="97060" y="228695"/>
                </a:cubicBezTo>
                <a:cubicBezTo>
                  <a:pt x="143828" y="228695"/>
                  <a:pt x="194119" y="220028"/>
                  <a:pt x="194119" y="201073"/>
                </a:cubicBezTo>
                <a:lnTo>
                  <a:pt x="194119" y="27718"/>
                </a:lnTo>
                <a:cubicBezTo>
                  <a:pt x="194119" y="8668"/>
                  <a:pt x="143828" y="0"/>
                  <a:pt x="97060" y="0"/>
                </a:cubicBezTo>
                <a:close/>
                <a:moveTo>
                  <a:pt x="97060" y="45720"/>
                </a:moveTo>
                <a:cubicBezTo>
                  <a:pt x="40386" y="45720"/>
                  <a:pt x="9525" y="33719"/>
                  <a:pt x="9525" y="27622"/>
                </a:cubicBezTo>
                <a:cubicBezTo>
                  <a:pt x="9525" y="21526"/>
                  <a:pt x="40481" y="9525"/>
                  <a:pt x="97060" y="9525"/>
                </a:cubicBezTo>
                <a:cubicBezTo>
                  <a:pt x="153638" y="9525"/>
                  <a:pt x="184595" y="21526"/>
                  <a:pt x="184595" y="27622"/>
                </a:cubicBezTo>
                <a:cubicBezTo>
                  <a:pt x="184595" y="33719"/>
                  <a:pt x="153734" y="45720"/>
                  <a:pt x="97060" y="45720"/>
                </a:cubicBez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grpSp>
        <p:nvGrpSpPr>
          <p:cNvPr id="171" name="Graphic 2">
            <a:extLst>
              <a:ext uri="{FF2B5EF4-FFF2-40B4-BE49-F238E27FC236}">
                <a16:creationId xmlns:a16="http://schemas.microsoft.com/office/drawing/2014/main" id="{89980954-E44E-4233-96AB-F5E4ED36C171}"/>
              </a:ext>
            </a:extLst>
          </p:cNvPr>
          <p:cNvGrpSpPr/>
          <p:nvPr/>
        </p:nvGrpSpPr>
        <p:grpSpPr>
          <a:xfrm>
            <a:off x="1779157" y="2259583"/>
            <a:ext cx="279749" cy="131349"/>
            <a:chOff x="4641182" y="2191321"/>
            <a:chExt cx="279749" cy="131349"/>
          </a:xfrm>
          <a:solidFill>
            <a:srgbClr val="000000"/>
          </a:solidFill>
        </p:grpSpPr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66C91BE0-EBD5-444C-BDB5-8C9CD8FCBC3D}"/>
                </a:ext>
              </a:extLst>
            </p:cNvPr>
            <p:cNvSpPr/>
            <p:nvPr/>
          </p:nvSpPr>
          <p:spPr>
            <a:xfrm>
              <a:off x="4641182" y="2191321"/>
              <a:ext cx="279749" cy="131349"/>
            </a:xfrm>
            <a:custGeom>
              <a:avLst/>
              <a:gdLst>
                <a:gd name="connsiteX0" fmla="*/ 270224 w 279749"/>
                <a:gd name="connsiteY0" fmla="*/ 9525 h 131349"/>
                <a:gd name="connsiteX1" fmla="*/ 270224 w 279749"/>
                <a:gd name="connsiteY1" fmla="*/ 121825 h 131349"/>
                <a:gd name="connsiteX2" fmla="*/ 9525 w 279749"/>
                <a:gd name="connsiteY2" fmla="*/ 121825 h 131349"/>
                <a:gd name="connsiteX3" fmla="*/ 9525 w 279749"/>
                <a:gd name="connsiteY3" fmla="*/ 9525 h 131349"/>
                <a:gd name="connsiteX4" fmla="*/ 270224 w 279749"/>
                <a:gd name="connsiteY4" fmla="*/ 9525 h 131349"/>
                <a:gd name="connsiteX5" fmla="*/ 279749 w 279749"/>
                <a:gd name="connsiteY5" fmla="*/ 0 h 131349"/>
                <a:gd name="connsiteX6" fmla="*/ 0 w 279749"/>
                <a:gd name="connsiteY6" fmla="*/ 0 h 131349"/>
                <a:gd name="connsiteX7" fmla="*/ 0 w 279749"/>
                <a:gd name="connsiteY7" fmla="*/ 131350 h 131349"/>
                <a:gd name="connsiteX8" fmla="*/ 279749 w 279749"/>
                <a:gd name="connsiteY8" fmla="*/ 131350 h 131349"/>
                <a:gd name="connsiteX9" fmla="*/ 279749 w 279749"/>
                <a:gd name="connsiteY9" fmla="*/ 0 h 131349"/>
                <a:gd name="connsiteX10" fmla="*/ 279749 w 279749"/>
                <a:gd name="connsiteY10" fmla="*/ 0 h 131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79749" h="131349">
                  <a:moveTo>
                    <a:pt x="270224" y="9525"/>
                  </a:moveTo>
                  <a:lnTo>
                    <a:pt x="270224" y="121825"/>
                  </a:lnTo>
                  <a:lnTo>
                    <a:pt x="9525" y="121825"/>
                  </a:lnTo>
                  <a:lnTo>
                    <a:pt x="9525" y="9525"/>
                  </a:lnTo>
                  <a:lnTo>
                    <a:pt x="270224" y="9525"/>
                  </a:lnTo>
                  <a:moveTo>
                    <a:pt x="279749" y="0"/>
                  </a:moveTo>
                  <a:lnTo>
                    <a:pt x="0" y="0"/>
                  </a:lnTo>
                  <a:lnTo>
                    <a:pt x="0" y="131350"/>
                  </a:lnTo>
                  <a:lnTo>
                    <a:pt x="279749" y="131350"/>
                  </a:lnTo>
                  <a:lnTo>
                    <a:pt x="279749" y="0"/>
                  </a:lnTo>
                  <a:lnTo>
                    <a:pt x="279749" y="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AB670F2F-C24C-4A6D-944B-C204C5542716}"/>
                </a:ext>
              </a:extLst>
            </p:cNvPr>
            <p:cNvSpPr/>
            <p:nvPr/>
          </p:nvSpPr>
          <p:spPr>
            <a:xfrm>
              <a:off x="4669757" y="2226944"/>
              <a:ext cx="65627" cy="61245"/>
            </a:xfrm>
            <a:custGeom>
              <a:avLst/>
              <a:gdLst>
                <a:gd name="connsiteX0" fmla="*/ 50578 w 65627"/>
                <a:gd name="connsiteY0" fmla="*/ 9334 h 61245"/>
                <a:gd name="connsiteX1" fmla="*/ 50578 w 65627"/>
                <a:gd name="connsiteY1" fmla="*/ 0 h 61245"/>
                <a:gd name="connsiteX2" fmla="*/ 15049 w 65627"/>
                <a:gd name="connsiteY2" fmla="*/ 0 h 61245"/>
                <a:gd name="connsiteX3" fmla="*/ 15049 w 65627"/>
                <a:gd name="connsiteY3" fmla="*/ 9334 h 61245"/>
                <a:gd name="connsiteX4" fmla="*/ 0 w 65627"/>
                <a:gd name="connsiteY4" fmla="*/ 9334 h 61245"/>
                <a:gd name="connsiteX5" fmla="*/ 0 w 65627"/>
                <a:gd name="connsiteY5" fmla="*/ 57817 h 61245"/>
                <a:gd name="connsiteX6" fmla="*/ 9525 w 65627"/>
                <a:gd name="connsiteY6" fmla="*/ 57817 h 61245"/>
                <a:gd name="connsiteX7" fmla="*/ 9525 w 65627"/>
                <a:gd name="connsiteY7" fmla="*/ 18859 h 61245"/>
                <a:gd name="connsiteX8" fmla="*/ 24575 w 65627"/>
                <a:gd name="connsiteY8" fmla="*/ 18859 h 61245"/>
                <a:gd name="connsiteX9" fmla="*/ 24575 w 65627"/>
                <a:gd name="connsiteY9" fmla="*/ 9525 h 61245"/>
                <a:gd name="connsiteX10" fmla="*/ 41053 w 65627"/>
                <a:gd name="connsiteY10" fmla="*/ 9525 h 61245"/>
                <a:gd name="connsiteX11" fmla="*/ 41053 w 65627"/>
                <a:gd name="connsiteY11" fmla="*/ 18859 h 61245"/>
                <a:gd name="connsiteX12" fmla="*/ 56102 w 65627"/>
                <a:gd name="connsiteY12" fmla="*/ 18859 h 61245"/>
                <a:gd name="connsiteX13" fmla="*/ 56102 w 65627"/>
                <a:gd name="connsiteY13" fmla="*/ 51721 h 61245"/>
                <a:gd name="connsiteX14" fmla="*/ 51340 w 65627"/>
                <a:gd name="connsiteY14" fmla="*/ 51721 h 61245"/>
                <a:gd name="connsiteX15" fmla="*/ 51340 w 65627"/>
                <a:gd name="connsiteY15" fmla="*/ 44196 h 61245"/>
                <a:gd name="connsiteX16" fmla="*/ 41815 w 65627"/>
                <a:gd name="connsiteY16" fmla="*/ 44196 h 61245"/>
                <a:gd name="connsiteX17" fmla="*/ 41815 w 65627"/>
                <a:gd name="connsiteY17" fmla="*/ 51721 h 61245"/>
                <a:gd name="connsiteX18" fmla="*/ 37338 w 65627"/>
                <a:gd name="connsiteY18" fmla="*/ 51721 h 61245"/>
                <a:gd name="connsiteX19" fmla="*/ 37338 w 65627"/>
                <a:gd name="connsiteY19" fmla="*/ 44196 h 61245"/>
                <a:gd name="connsiteX20" fmla="*/ 27813 w 65627"/>
                <a:gd name="connsiteY20" fmla="*/ 44196 h 61245"/>
                <a:gd name="connsiteX21" fmla="*/ 27813 w 65627"/>
                <a:gd name="connsiteY21" fmla="*/ 51721 h 61245"/>
                <a:gd name="connsiteX22" fmla="*/ 23527 w 65627"/>
                <a:gd name="connsiteY22" fmla="*/ 51721 h 61245"/>
                <a:gd name="connsiteX23" fmla="*/ 23527 w 65627"/>
                <a:gd name="connsiteY23" fmla="*/ 44196 h 61245"/>
                <a:gd name="connsiteX24" fmla="*/ 14002 w 65627"/>
                <a:gd name="connsiteY24" fmla="*/ 44196 h 61245"/>
                <a:gd name="connsiteX25" fmla="*/ 14002 w 65627"/>
                <a:gd name="connsiteY25" fmla="*/ 56388 h 61245"/>
                <a:gd name="connsiteX26" fmla="*/ 18193 w 65627"/>
                <a:gd name="connsiteY26" fmla="*/ 56388 h 61245"/>
                <a:gd name="connsiteX27" fmla="*/ 18193 w 65627"/>
                <a:gd name="connsiteY27" fmla="*/ 61246 h 61245"/>
                <a:gd name="connsiteX28" fmla="*/ 65627 w 65627"/>
                <a:gd name="connsiteY28" fmla="*/ 61246 h 61245"/>
                <a:gd name="connsiteX29" fmla="*/ 65627 w 65627"/>
                <a:gd name="connsiteY29" fmla="*/ 9334 h 61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65627" h="61245">
                  <a:moveTo>
                    <a:pt x="50578" y="9334"/>
                  </a:moveTo>
                  <a:lnTo>
                    <a:pt x="50578" y="0"/>
                  </a:lnTo>
                  <a:lnTo>
                    <a:pt x="15049" y="0"/>
                  </a:lnTo>
                  <a:lnTo>
                    <a:pt x="15049" y="9334"/>
                  </a:lnTo>
                  <a:lnTo>
                    <a:pt x="0" y="9334"/>
                  </a:lnTo>
                  <a:lnTo>
                    <a:pt x="0" y="57817"/>
                  </a:lnTo>
                  <a:lnTo>
                    <a:pt x="9525" y="57817"/>
                  </a:lnTo>
                  <a:lnTo>
                    <a:pt x="9525" y="18859"/>
                  </a:lnTo>
                  <a:lnTo>
                    <a:pt x="24575" y="18859"/>
                  </a:lnTo>
                  <a:lnTo>
                    <a:pt x="24575" y="9525"/>
                  </a:lnTo>
                  <a:lnTo>
                    <a:pt x="41053" y="9525"/>
                  </a:lnTo>
                  <a:lnTo>
                    <a:pt x="41053" y="18859"/>
                  </a:lnTo>
                  <a:lnTo>
                    <a:pt x="56102" y="18859"/>
                  </a:lnTo>
                  <a:lnTo>
                    <a:pt x="56102" y="51721"/>
                  </a:lnTo>
                  <a:lnTo>
                    <a:pt x="51340" y="51721"/>
                  </a:lnTo>
                  <a:lnTo>
                    <a:pt x="51340" y="44196"/>
                  </a:lnTo>
                  <a:lnTo>
                    <a:pt x="41815" y="44196"/>
                  </a:lnTo>
                  <a:lnTo>
                    <a:pt x="41815" y="51721"/>
                  </a:lnTo>
                  <a:lnTo>
                    <a:pt x="37338" y="51721"/>
                  </a:lnTo>
                  <a:lnTo>
                    <a:pt x="37338" y="44196"/>
                  </a:lnTo>
                  <a:lnTo>
                    <a:pt x="27813" y="44196"/>
                  </a:lnTo>
                  <a:lnTo>
                    <a:pt x="27813" y="51721"/>
                  </a:lnTo>
                  <a:lnTo>
                    <a:pt x="23527" y="51721"/>
                  </a:lnTo>
                  <a:lnTo>
                    <a:pt x="23527" y="44196"/>
                  </a:lnTo>
                  <a:lnTo>
                    <a:pt x="14002" y="44196"/>
                  </a:lnTo>
                  <a:lnTo>
                    <a:pt x="14002" y="56388"/>
                  </a:lnTo>
                  <a:lnTo>
                    <a:pt x="18193" y="56388"/>
                  </a:lnTo>
                  <a:lnTo>
                    <a:pt x="18193" y="61246"/>
                  </a:lnTo>
                  <a:lnTo>
                    <a:pt x="65627" y="61246"/>
                  </a:lnTo>
                  <a:lnTo>
                    <a:pt x="65627" y="9334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1CB9E52B-4072-4DFB-A297-F37A492DA33E}"/>
                </a:ext>
              </a:extLst>
            </p:cNvPr>
            <p:cNvSpPr/>
            <p:nvPr/>
          </p:nvSpPr>
          <p:spPr>
            <a:xfrm>
              <a:off x="4748338" y="2226944"/>
              <a:ext cx="65722" cy="61245"/>
            </a:xfrm>
            <a:custGeom>
              <a:avLst/>
              <a:gdLst>
                <a:gd name="connsiteX0" fmla="*/ 50578 w 65722"/>
                <a:gd name="connsiteY0" fmla="*/ 9334 h 61245"/>
                <a:gd name="connsiteX1" fmla="*/ 50578 w 65722"/>
                <a:gd name="connsiteY1" fmla="*/ 0 h 61245"/>
                <a:gd name="connsiteX2" fmla="*/ 15050 w 65722"/>
                <a:gd name="connsiteY2" fmla="*/ 0 h 61245"/>
                <a:gd name="connsiteX3" fmla="*/ 15050 w 65722"/>
                <a:gd name="connsiteY3" fmla="*/ 9334 h 61245"/>
                <a:gd name="connsiteX4" fmla="*/ 0 w 65722"/>
                <a:gd name="connsiteY4" fmla="*/ 9334 h 61245"/>
                <a:gd name="connsiteX5" fmla="*/ 0 w 65722"/>
                <a:gd name="connsiteY5" fmla="*/ 57817 h 61245"/>
                <a:gd name="connsiteX6" fmla="*/ 9525 w 65722"/>
                <a:gd name="connsiteY6" fmla="*/ 57817 h 61245"/>
                <a:gd name="connsiteX7" fmla="*/ 9525 w 65722"/>
                <a:gd name="connsiteY7" fmla="*/ 18859 h 61245"/>
                <a:gd name="connsiteX8" fmla="*/ 24575 w 65722"/>
                <a:gd name="connsiteY8" fmla="*/ 18859 h 61245"/>
                <a:gd name="connsiteX9" fmla="*/ 24575 w 65722"/>
                <a:gd name="connsiteY9" fmla="*/ 9525 h 61245"/>
                <a:gd name="connsiteX10" fmla="*/ 41053 w 65722"/>
                <a:gd name="connsiteY10" fmla="*/ 9525 h 61245"/>
                <a:gd name="connsiteX11" fmla="*/ 41053 w 65722"/>
                <a:gd name="connsiteY11" fmla="*/ 18859 h 61245"/>
                <a:gd name="connsiteX12" fmla="*/ 56198 w 65722"/>
                <a:gd name="connsiteY12" fmla="*/ 18859 h 61245"/>
                <a:gd name="connsiteX13" fmla="*/ 56198 w 65722"/>
                <a:gd name="connsiteY13" fmla="*/ 51721 h 61245"/>
                <a:gd name="connsiteX14" fmla="*/ 51340 w 65722"/>
                <a:gd name="connsiteY14" fmla="*/ 51721 h 61245"/>
                <a:gd name="connsiteX15" fmla="*/ 51340 w 65722"/>
                <a:gd name="connsiteY15" fmla="*/ 44196 h 61245"/>
                <a:gd name="connsiteX16" fmla="*/ 41815 w 65722"/>
                <a:gd name="connsiteY16" fmla="*/ 44196 h 61245"/>
                <a:gd name="connsiteX17" fmla="*/ 41815 w 65722"/>
                <a:gd name="connsiteY17" fmla="*/ 51721 h 61245"/>
                <a:gd name="connsiteX18" fmla="*/ 37338 w 65722"/>
                <a:gd name="connsiteY18" fmla="*/ 51721 h 61245"/>
                <a:gd name="connsiteX19" fmla="*/ 37338 w 65722"/>
                <a:gd name="connsiteY19" fmla="*/ 44196 h 61245"/>
                <a:gd name="connsiteX20" fmla="*/ 27813 w 65722"/>
                <a:gd name="connsiteY20" fmla="*/ 44196 h 61245"/>
                <a:gd name="connsiteX21" fmla="*/ 27813 w 65722"/>
                <a:gd name="connsiteY21" fmla="*/ 51721 h 61245"/>
                <a:gd name="connsiteX22" fmla="*/ 23527 w 65722"/>
                <a:gd name="connsiteY22" fmla="*/ 51721 h 61245"/>
                <a:gd name="connsiteX23" fmla="*/ 23527 w 65722"/>
                <a:gd name="connsiteY23" fmla="*/ 44196 h 61245"/>
                <a:gd name="connsiteX24" fmla="*/ 14002 w 65722"/>
                <a:gd name="connsiteY24" fmla="*/ 44196 h 61245"/>
                <a:gd name="connsiteX25" fmla="*/ 14002 w 65722"/>
                <a:gd name="connsiteY25" fmla="*/ 56388 h 61245"/>
                <a:gd name="connsiteX26" fmla="*/ 18193 w 65722"/>
                <a:gd name="connsiteY26" fmla="*/ 56388 h 61245"/>
                <a:gd name="connsiteX27" fmla="*/ 18193 w 65722"/>
                <a:gd name="connsiteY27" fmla="*/ 61246 h 61245"/>
                <a:gd name="connsiteX28" fmla="*/ 65723 w 65722"/>
                <a:gd name="connsiteY28" fmla="*/ 61246 h 61245"/>
                <a:gd name="connsiteX29" fmla="*/ 65723 w 65722"/>
                <a:gd name="connsiteY29" fmla="*/ 9334 h 61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65722" h="61245">
                  <a:moveTo>
                    <a:pt x="50578" y="9334"/>
                  </a:moveTo>
                  <a:lnTo>
                    <a:pt x="50578" y="0"/>
                  </a:lnTo>
                  <a:lnTo>
                    <a:pt x="15050" y="0"/>
                  </a:lnTo>
                  <a:lnTo>
                    <a:pt x="15050" y="9334"/>
                  </a:lnTo>
                  <a:lnTo>
                    <a:pt x="0" y="9334"/>
                  </a:lnTo>
                  <a:lnTo>
                    <a:pt x="0" y="57817"/>
                  </a:lnTo>
                  <a:lnTo>
                    <a:pt x="9525" y="57817"/>
                  </a:lnTo>
                  <a:lnTo>
                    <a:pt x="9525" y="18859"/>
                  </a:lnTo>
                  <a:lnTo>
                    <a:pt x="24575" y="18859"/>
                  </a:lnTo>
                  <a:lnTo>
                    <a:pt x="24575" y="9525"/>
                  </a:lnTo>
                  <a:lnTo>
                    <a:pt x="41053" y="9525"/>
                  </a:lnTo>
                  <a:lnTo>
                    <a:pt x="41053" y="18859"/>
                  </a:lnTo>
                  <a:lnTo>
                    <a:pt x="56198" y="18859"/>
                  </a:lnTo>
                  <a:lnTo>
                    <a:pt x="56198" y="51721"/>
                  </a:lnTo>
                  <a:lnTo>
                    <a:pt x="51340" y="51721"/>
                  </a:lnTo>
                  <a:lnTo>
                    <a:pt x="51340" y="44196"/>
                  </a:lnTo>
                  <a:lnTo>
                    <a:pt x="41815" y="44196"/>
                  </a:lnTo>
                  <a:lnTo>
                    <a:pt x="41815" y="51721"/>
                  </a:lnTo>
                  <a:lnTo>
                    <a:pt x="37338" y="51721"/>
                  </a:lnTo>
                  <a:lnTo>
                    <a:pt x="37338" y="44196"/>
                  </a:lnTo>
                  <a:lnTo>
                    <a:pt x="27813" y="44196"/>
                  </a:lnTo>
                  <a:lnTo>
                    <a:pt x="27813" y="51721"/>
                  </a:lnTo>
                  <a:lnTo>
                    <a:pt x="23527" y="51721"/>
                  </a:lnTo>
                  <a:lnTo>
                    <a:pt x="23527" y="44196"/>
                  </a:lnTo>
                  <a:lnTo>
                    <a:pt x="14002" y="44196"/>
                  </a:lnTo>
                  <a:lnTo>
                    <a:pt x="14002" y="56388"/>
                  </a:lnTo>
                  <a:lnTo>
                    <a:pt x="18193" y="56388"/>
                  </a:lnTo>
                  <a:lnTo>
                    <a:pt x="18193" y="61246"/>
                  </a:lnTo>
                  <a:lnTo>
                    <a:pt x="65723" y="61246"/>
                  </a:lnTo>
                  <a:lnTo>
                    <a:pt x="65723" y="9334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E6EB00D9-F5D4-4655-8482-431007FA42B1}"/>
                </a:ext>
              </a:extLst>
            </p:cNvPr>
            <p:cNvSpPr/>
            <p:nvPr/>
          </p:nvSpPr>
          <p:spPr>
            <a:xfrm>
              <a:off x="4826919" y="2226944"/>
              <a:ext cx="65722" cy="61245"/>
            </a:xfrm>
            <a:custGeom>
              <a:avLst/>
              <a:gdLst>
                <a:gd name="connsiteX0" fmla="*/ 50673 w 65722"/>
                <a:gd name="connsiteY0" fmla="*/ 9334 h 61245"/>
                <a:gd name="connsiteX1" fmla="*/ 50673 w 65722"/>
                <a:gd name="connsiteY1" fmla="*/ 0 h 61245"/>
                <a:gd name="connsiteX2" fmla="*/ 15050 w 65722"/>
                <a:gd name="connsiteY2" fmla="*/ 0 h 61245"/>
                <a:gd name="connsiteX3" fmla="*/ 15050 w 65722"/>
                <a:gd name="connsiteY3" fmla="*/ 9334 h 61245"/>
                <a:gd name="connsiteX4" fmla="*/ 0 w 65722"/>
                <a:gd name="connsiteY4" fmla="*/ 9334 h 61245"/>
                <a:gd name="connsiteX5" fmla="*/ 0 w 65722"/>
                <a:gd name="connsiteY5" fmla="*/ 57817 h 61245"/>
                <a:gd name="connsiteX6" fmla="*/ 9525 w 65722"/>
                <a:gd name="connsiteY6" fmla="*/ 57817 h 61245"/>
                <a:gd name="connsiteX7" fmla="*/ 9525 w 65722"/>
                <a:gd name="connsiteY7" fmla="*/ 18859 h 61245"/>
                <a:gd name="connsiteX8" fmla="*/ 24575 w 65722"/>
                <a:gd name="connsiteY8" fmla="*/ 18859 h 61245"/>
                <a:gd name="connsiteX9" fmla="*/ 24575 w 65722"/>
                <a:gd name="connsiteY9" fmla="*/ 9525 h 61245"/>
                <a:gd name="connsiteX10" fmla="*/ 41148 w 65722"/>
                <a:gd name="connsiteY10" fmla="*/ 9525 h 61245"/>
                <a:gd name="connsiteX11" fmla="*/ 41148 w 65722"/>
                <a:gd name="connsiteY11" fmla="*/ 18859 h 61245"/>
                <a:gd name="connsiteX12" fmla="*/ 56198 w 65722"/>
                <a:gd name="connsiteY12" fmla="*/ 18859 h 61245"/>
                <a:gd name="connsiteX13" fmla="*/ 56198 w 65722"/>
                <a:gd name="connsiteY13" fmla="*/ 51721 h 61245"/>
                <a:gd name="connsiteX14" fmla="*/ 51340 w 65722"/>
                <a:gd name="connsiteY14" fmla="*/ 51721 h 61245"/>
                <a:gd name="connsiteX15" fmla="*/ 51340 w 65722"/>
                <a:gd name="connsiteY15" fmla="*/ 44196 h 61245"/>
                <a:gd name="connsiteX16" fmla="*/ 41815 w 65722"/>
                <a:gd name="connsiteY16" fmla="*/ 44196 h 61245"/>
                <a:gd name="connsiteX17" fmla="*/ 41815 w 65722"/>
                <a:gd name="connsiteY17" fmla="*/ 51721 h 61245"/>
                <a:gd name="connsiteX18" fmla="*/ 37433 w 65722"/>
                <a:gd name="connsiteY18" fmla="*/ 51721 h 61245"/>
                <a:gd name="connsiteX19" fmla="*/ 37433 w 65722"/>
                <a:gd name="connsiteY19" fmla="*/ 44196 h 61245"/>
                <a:gd name="connsiteX20" fmla="*/ 27908 w 65722"/>
                <a:gd name="connsiteY20" fmla="*/ 44196 h 61245"/>
                <a:gd name="connsiteX21" fmla="*/ 27908 w 65722"/>
                <a:gd name="connsiteY21" fmla="*/ 51721 h 61245"/>
                <a:gd name="connsiteX22" fmla="*/ 23527 w 65722"/>
                <a:gd name="connsiteY22" fmla="*/ 51721 h 61245"/>
                <a:gd name="connsiteX23" fmla="*/ 23527 w 65722"/>
                <a:gd name="connsiteY23" fmla="*/ 44196 h 61245"/>
                <a:gd name="connsiteX24" fmla="*/ 14002 w 65722"/>
                <a:gd name="connsiteY24" fmla="*/ 44196 h 61245"/>
                <a:gd name="connsiteX25" fmla="*/ 14002 w 65722"/>
                <a:gd name="connsiteY25" fmla="*/ 56388 h 61245"/>
                <a:gd name="connsiteX26" fmla="*/ 18288 w 65722"/>
                <a:gd name="connsiteY26" fmla="*/ 56388 h 61245"/>
                <a:gd name="connsiteX27" fmla="*/ 18288 w 65722"/>
                <a:gd name="connsiteY27" fmla="*/ 61246 h 61245"/>
                <a:gd name="connsiteX28" fmla="*/ 65723 w 65722"/>
                <a:gd name="connsiteY28" fmla="*/ 61246 h 61245"/>
                <a:gd name="connsiteX29" fmla="*/ 65723 w 65722"/>
                <a:gd name="connsiteY29" fmla="*/ 9334 h 61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65722" h="61245">
                  <a:moveTo>
                    <a:pt x="50673" y="9334"/>
                  </a:moveTo>
                  <a:lnTo>
                    <a:pt x="50673" y="0"/>
                  </a:lnTo>
                  <a:lnTo>
                    <a:pt x="15050" y="0"/>
                  </a:lnTo>
                  <a:lnTo>
                    <a:pt x="15050" y="9334"/>
                  </a:lnTo>
                  <a:lnTo>
                    <a:pt x="0" y="9334"/>
                  </a:lnTo>
                  <a:lnTo>
                    <a:pt x="0" y="57817"/>
                  </a:lnTo>
                  <a:lnTo>
                    <a:pt x="9525" y="57817"/>
                  </a:lnTo>
                  <a:lnTo>
                    <a:pt x="9525" y="18859"/>
                  </a:lnTo>
                  <a:lnTo>
                    <a:pt x="24575" y="18859"/>
                  </a:lnTo>
                  <a:lnTo>
                    <a:pt x="24575" y="9525"/>
                  </a:lnTo>
                  <a:lnTo>
                    <a:pt x="41148" y="9525"/>
                  </a:lnTo>
                  <a:lnTo>
                    <a:pt x="41148" y="18859"/>
                  </a:lnTo>
                  <a:lnTo>
                    <a:pt x="56198" y="18859"/>
                  </a:lnTo>
                  <a:lnTo>
                    <a:pt x="56198" y="51721"/>
                  </a:lnTo>
                  <a:lnTo>
                    <a:pt x="51340" y="51721"/>
                  </a:lnTo>
                  <a:lnTo>
                    <a:pt x="51340" y="44196"/>
                  </a:lnTo>
                  <a:lnTo>
                    <a:pt x="41815" y="44196"/>
                  </a:lnTo>
                  <a:lnTo>
                    <a:pt x="41815" y="51721"/>
                  </a:lnTo>
                  <a:lnTo>
                    <a:pt x="37433" y="51721"/>
                  </a:lnTo>
                  <a:lnTo>
                    <a:pt x="37433" y="44196"/>
                  </a:lnTo>
                  <a:lnTo>
                    <a:pt x="27908" y="44196"/>
                  </a:lnTo>
                  <a:lnTo>
                    <a:pt x="27908" y="51721"/>
                  </a:lnTo>
                  <a:lnTo>
                    <a:pt x="23527" y="51721"/>
                  </a:lnTo>
                  <a:lnTo>
                    <a:pt x="23527" y="44196"/>
                  </a:lnTo>
                  <a:lnTo>
                    <a:pt x="14002" y="44196"/>
                  </a:lnTo>
                  <a:lnTo>
                    <a:pt x="14002" y="56388"/>
                  </a:lnTo>
                  <a:lnTo>
                    <a:pt x="18288" y="56388"/>
                  </a:lnTo>
                  <a:lnTo>
                    <a:pt x="18288" y="61246"/>
                  </a:lnTo>
                  <a:lnTo>
                    <a:pt x="65723" y="61246"/>
                  </a:lnTo>
                  <a:lnTo>
                    <a:pt x="65723" y="9334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508" name="Freeform: Shape 507">
            <a:extLst>
              <a:ext uri="{FF2B5EF4-FFF2-40B4-BE49-F238E27FC236}">
                <a16:creationId xmlns:a16="http://schemas.microsoft.com/office/drawing/2014/main" id="{CC50F67A-89EC-43A5-9E00-A660D31CE9A8}"/>
              </a:ext>
            </a:extLst>
          </p:cNvPr>
          <p:cNvSpPr/>
          <p:nvPr/>
        </p:nvSpPr>
        <p:spPr>
          <a:xfrm>
            <a:off x="2907607" y="2251296"/>
            <a:ext cx="280606" cy="124587"/>
          </a:xfrm>
          <a:custGeom>
            <a:avLst/>
            <a:gdLst>
              <a:gd name="connsiteX0" fmla="*/ 258223 w 280606"/>
              <a:gd name="connsiteY0" fmla="*/ 100584 h 124587"/>
              <a:gd name="connsiteX1" fmla="*/ 265367 w 280606"/>
              <a:gd name="connsiteY1" fmla="*/ 100584 h 124587"/>
              <a:gd name="connsiteX2" fmla="*/ 265367 w 280606"/>
              <a:gd name="connsiteY2" fmla="*/ 111919 h 124587"/>
              <a:gd name="connsiteX3" fmla="*/ 258223 w 280606"/>
              <a:gd name="connsiteY3" fmla="*/ 111919 h 124587"/>
              <a:gd name="connsiteX4" fmla="*/ 245364 w 280606"/>
              <a:gd name="connsiteY4" fmla="*/ 100584 h 124587"/>
              <a:gd name="connsiteX5" fmla="*/ 252508 w 280606"/>
              <a:gd name="connsiteY5" fmla="*/ 100584 h 124587"/>
              <a:gd name="connsiteX6" fmla="*/ 252508 w 280606"/>
              <a:gd name="connsiteY6" fmla="*/ 111919 h 124587"/>
              <a:gd name="connsiteX7" fmla="*/ 245364 w 280606"/>
              <a:gd name="connsiteY7" fmla="*/ 111919 h 124587"/>
              <a:gd name="connsiteX8" fmla="*/ 232410 w 280606"/>
              <a:gd name="connsiteY8" fmla="*/ 100584 h 124587"/>
              <a:gd name="connsiteX9" fmla="*/ 239554 w 280606"/>
              <a:gd name="connsiteY9" fmla="*/ 100584 h 124587"/>
              <a:gd name="connsiteX10" fmla="*/ 239554 w 280606"/>
              <a:gd name="connsiteY10" fmla="*/ 111919 h 124587"/>
              <a:gd name="connsiteX11" fmla="*/ 232410 w 280606"/>
              <a:gd name="connsiteY11" fmla="*/ 111919 h 124587"/>
              <a:gd name="connsiteX12" fmla="*/ 170783 w 280606"/>
              <a:gd name="connsiteY12" fmla="*/ 100584 h 124587"/>
              <a:gd name="connsiteX13" fmla="*/ 177927 w 280606"/>
              <a:gd name="connsiteY13" fmla="*/ 100584 h 124587"/>
              <a:gd name="connsiteX14" fmla="*/ 177927 w 280606"/>
              <a:gd name="connsiteY14" fmla="*/ 111919 h 124587"/>
              <a:gd name="connsiteX15" fmla="*/ 170783 w 280606"/>
              <a:gd name="connsiteY15" fmla="*/ 111919 h 124587"/>
              <a:gd name="connsiteX16" fmla="*/ 156210 w 280606"/>
              <a:gd name="connsiteY16" fmla="*/ 100584 h 124587"/>
              <a:gd name="connsiteX17" fmla="*/ 163354 w 280606"/>
              <a:gd name="connsiteY17" fmla="*/ 100584 h 124587"/>
              <a:gd name="connsiteX18" fmla="*/ 163354 w 280606"/>
              <a:gd name="connsiteY18" fmla="*/ 111919 h 124587"/>
              <a:gd name="connsiteX19" fmla="*/ 156210 w 280606"/>
              <a:gd name="connsiteY19" fmla="*/ 111919 h 124587"/>
              <a:gd name="connsiteX20" fmla="*/ 141637 w 280606"/>
              <a:gd name="connsiteY20" fmla="*/ 100584 h 124587"/>
              <a:gd name="connsiteX21" fmla="*/ 148780 w 280606"/>
              <a:gd name="connsiteY21" fmla="*/ 100584 h 124587"/>
              <a:gd name="connsiteX22" fmla="*/ 148780 w 280606"/>
              <a:gd name="connsiteY22" fmla="*/ 111919 h 124587"/>
              <a:gd name="connsiteX23" fmla="*/ 141637 w 280606"/>
              <a:gd name="connsiteY23" fmla="*/ 111919 h 124587"/>
              <a:gd name="connsiteX24" fmla="*/ 127063 w 280606"/>
              <a:gd name="connsiteY24" fmla="*/ 100584 h 124587"/>
              <a:gd name="connsiteX25" fmla="*/ 134207 w 280606"/>
              <a:gd name="connsiteY25" fmla="*/ 100584 h 124587"/>
              <a:gd name="connsiteX26" fmla="*/ 134207 w 280606"/>
              <a:gd name="connsiteY26" fmla="*/ 111919 h 124587"/>
              <a:gd name="connsiteX27" fmla="*/ 127063 w 280606"/>
              <a:gd name="connsiteY27" fmla="*/ 111919 h 124587"/>
              <a:gd name="connsiteX28" fmla="*/ 112395 w 280606"/>
              <a:gd name="connsiteY28" fmla="*/ 100584 h 124587"/>
              <a:gd name="connsiteX29" fmla="*/ 119539 w 280606"/>
              <a:gd name="connsiteY29" fmla="*/ 100584 h 124587"/>
              <a:gd name="connsiteX30" fmla="*/ 119539 w 280606"/>
              <a:gd name="connsiteY30" fmla="*/ 111919 h 124587"/>
              <a:gd name="connsiteX31" fmla="*/ 112395 w 280606"/>
              <a:gd name="connsiteY31" fmla="*/ 111919 h 124587"/>
              <a:gd name="connsiteX32" fmla="*/ 97822 w 280606"/>
              <a:gd name="connsiteY32" fmla="*/ 100584 h 124587"/>
              <a:gd name="connsiteX33" fmla="*/ 104965 w 280606"/>
              <a:gd name="connsiteY33" fmla="*/ 100584 h 124587"/>
              <a:gd name="connsiteX34" fmla="*/ 104965 w 280606"/>
              <a:gd name="connsiteY34" fmla="*/ 111919 h 124587"/>
              <a:gd name="connsiteX35" fmla="*/ 97822 w 280606"/>
              <a:gd name="connsiteY35" fmla="*/ 111919 h 124587"/>
              <a:gd name="connsiteX36" fmla="*/ 83248 w 280606"/>
              <a:gd name="connsiteY36" fmla="*/ 100584 h 124587"/>
              <a:gd name="connsiteX37" fmla="*/ 90392 w 280606"/>
              <a:gd name="connsiteY37" fmla="*/ 100584 h 124587"/>
              <a:gd name="connsiteX38" fmla="*/ 90392 w 280606"/>
              <a:gd name="connsiteY38" fmla="*/ 111919 h 124587"/>
              <a:gd name="connsiteX39" fmla="*/ 83248 w 280606"/>
              <a:gd name="connsiteY39" fmla="*/ 111919 h 124587"/>
              <a:gd name="connsiteX40" fmla="*/ 68675 w 280606"/>
              <a:gd name="connsiteY40" fmla="*/ 100584 h 124587"/>
              <a:gd name="connsiteX41" fmla="*/ 75819 w 280606"/>
              <a:gd name="connsiteY41" fmla="*/ 100584 h 124587"/>
              <a:gd name="connsiteX42" fmla="*/ 75819 w 280606"/>
              <a:gd name="connsiteY42" fmla="*/ 111919 h 124587"/>
              <a:gd name="connsiteX43" fmla="*/ 68675 w 280606"/>
              <a:gd name="connsiteY43" fmla="*/ 111919 h 124587"/>
              <a:gd name="connsiteX44" fmla="*/ 54007 w 280606"/>
              <a:gd name="connsiteY44" fmla="*/ 100584 h 124587"/>
              <a:gd name="connsiteX45" fmla="*/ 61150 w 280606"/>
              <a:gd name="connsiteY45" fmla="*/ 100584 h 124587"/>
              <a:gd name="connsiteX46" fmla="*/ 61150 w 280606"/>
              <a:gd name="connsiteY46" fmla="*/ 111919 h 124587"/>
              <a:gd name="connsiteX47" fmla="*/ 54007 w 280606"/>
              <a:gd name="connsiteY47" fmla="*/ 111919 h 124587"/>
              <a:gd name="connsiteX48" fmla="*/ 39433 w 280606"/>
              <a:gd name="connsiteY48" fmla="*/ 100584 h 124587"/>
              <a:gd name="connsiteX49" fmla="*/ 46577 w 280606"/>
              <a:gd name="connsiteY49" fmla="*/ 100584 h 124587"/>
              <a:gd name="connsiteX50" fmla="*/ 46577 w 280606"/>
              <a:gd name="connsiteY50" fmla="*/ 111919 h 124587"/>
              <a:gd name="connsiteX51" fmla="*/ 39433 w 280606"/>
              <a:gd name="connsiteY51" fmla="*/ 111919 h 124587"/>
              <a:gd name="connsiteX52" fmla="*/ 244221 w 280606"/>
              <a:gd name="connsiteY52" fmla="*/ 74867 h 124587"/>
              <a:gd name="connsiteX53" fmla="*/ 252413 w 280606"/>
              <a:gd name="connsiteY53" fmla="*/ 74867 h 124587"/>
              <a:gd name="connsiteX54" fmla="*/ 252413 w 280606"/>
              <a:gd name="connsiteY54" fmla="*/ 82011 h 124587"/>
              <a:gd name="connsiteX55" fmla="*/ 244221 w 280606"/>
              <a:gd name="connsiteY55" fmla="*/ 82011 h 124587"/>
              <a:gd name="connsiteX56" fmla="*/ 190500 w 280606"/>
              <a:gd name="connsiteY56" fmla="*/ 74867 h 124587"/>
              <a:gd name="connsiteX57" fmla="*/ 198692 w 280606"/>
              <a:gd name="connsiteY57" fmla="*/ 74867 h 124587"/>
              <a:gd name="connsiteX58" fmla="*/ 198692 w 280606"/>
              <a:gd name="connsiteY58" fmla="*/ 82011 h 124587"/>
              <a:gd name="connsiteX59" fmla="*/ 190500 w 280606"/>
              <a:gd name="connsiteY59" fmla="*/ 82011 h 124587"/>
              <a:gd name="connsiteX60" fmla="*/ 163163 w 280606"/>
              <a:gd name="connsiteY60" fmla="*/ 74867 h 124587"/>
              <a:gd name="connsiteX61" fmla="*/ 171354 w 280606"/>
              <a:gd name="connsiteY61" fmla="*/ 74867 h 124587"/>
              <a:gd name="connsiteX62" fmla="*/ 171354 w 280606"/>
              <a:gd name="connsiteY62" fmla="*/ 82011 h 124587"/>
              <a:gd name="connsiteX63" fmla="*/ 163163 w 280606"/>
              <a:gd name="connsiteY63" fmla="*/ 82011 h 124587"/>
              <a:gd name="connsiteX64" fmla="*/ 109442 w 280606"/>
              <a:gd name="connsiteY64" fmla="*/ 74867 h 124587"/>
              <a:gd name="connsiteX65" fmla="*/ 117634 w 280606"/>
              <a:gd name="connsiteY65" fmla="*/ 74867 h 124587"/>
              <a:gd name="connsiteX66" fmla="*/ 117634 w 280606"/>
              <a:gd name="connsiteY66" fmla="*/ 82011 h 124587"/>
              <a:gd name="connsiteX67" fmla="*/ 109442 w 280606"/>
              <a:gd name="connsiteY67" fmla="*/ 82011 h 124587"/>
              <a:gd name="connsiteX68" fmla="*/ 82200 w 280606"/>
              <a:gd name="connsiteY68" fmla="*/ 74867 h 124587"/>
              <a:gd name="connsiteX69" fmla="*/ 90392 w 280606"/>
              <a:gd name="connsiteY69" fmla="*/ 74867 h 124587"/>
              <a:gd name="connsiteX70" fmla="*/ 90392 w 280606"/>
              <a:gd name="connsiteY70" fmla="*/ 82011 h 124587"/>
              <a:gd name="connsiteX71" fmla="*/ 82200 w 280606"/>
              <a:gd name="connsiteY71" fmla="*/ 82011 h 124587"/>
              <a:gd name="connsiteX72" fmla="*/ 28384 w 280606"/>
              <a:gd name="connsiteY72" fmla="*/ 74867 h 124587"/>
              <a:gd name="connsiteX73" fmla="*/ 36576 w 280606"/>
              <a:gd name="connsiteY73" fmla="*/ 74867 h 124587"/>
              <a:gd name="connsiteX74" fmla="*/ 36576 w 280606"/>
              <a:gd name="connsiteY74" fmla="*/ 82011 h 124587"/>
              <a:gd name="connsiteX75" fmla="*/ 28384 w 280606"/>
              <a:gd name="connsiteY75" fmla="*/ 82011 h 124587"/>
              <a:gd name="connsiteX76" fmla="*/ 244221 w 280606"/>
              <a:gd name="connsiteY76" fmla="*/ 62008 h 124587"/>
              <a:gd name="connsiteX77" fmla="*/ 252413 w 280606"/>
              <a:gd name="connsiteY77" fmla="*/ 62008 h 124587"/>
              <a:gd name="connsiteX78" fmla="*/ 252413 w 280606"/>
              <a:gd name="connsiteY78" fmla="*/ 69152 h 124587"/>
              <a:gd name="connsiteX79" fmla="*/ 244221 w 280606"/>
              <a:gd name="connsiteY79" fmla="*/ 69152 h 124587"/>
              <a:gd name="connsiteX80" fmla="*/ 190500 w 280606"/>
              <a:gd name="connsiteY80" fmla="*/ 62008 h 124587"/>
              <a:gd name="connsiteX81" fmla="*/ 198692 w 280606"/>
              <a:gd name="connsiteY81" fmla="*/ 62008 h 124587"/>
              <a:gd name="connsiteX82" fmla="*/ 198692 w 280606"/>
              <a:gd name="connsiteY82" fmla="*/ 69152 h 124587"/>
              <a:gd name="connsiteX83" fmla="*/ 190500 w 280606"/>
              <a:gd name="connsiteY83" fmla="*/ 69152 h 124587"/>
              <a:gd name="connsiteX84" fmla="*/ 163163 w 280606"/>
              <a:gd name="connsiteY84" fmla="*/ 62008 h 124587"/>
              <a:gd name="connsiteX85" fmla="*/ 171354 w 280606"/>
              <a:gd name="connsiteY85" fmla="*/ 62008 h 124587"/>
              <a:gd name="connsiteX86" fmla="*/ 171354 w 280606"/>
              <a:gd name="connsiteY86" fmla="*/ 69152 h 124587"/>
              <a:gd name="connsiteX87" fmla="*/ 163163 w 280606"/>
              <a:gd name="connsiteY87" fmla="*/ 69152 h 124587"/>
              <a:gd name="connsiteX88" fmla="*/ 109442 w 280606"/>
              <a:gd name="connsiteY88" fmla="*/ 62008 h 124587"/>
              <a:gd name="connsiteX89" fmla="*/ 117634 w 280606"/>
              <a:gd name="connsiteY89" fmla="*/ 62008 h 124587"/>
              <a:gd name="connsiteX90" fmla="*/ 117634 w 280606"/>
              <a:gd name="connsiteY90" fmla="*/ 69152 h 124587"/>
              <a:gd name="connsiteX91" fmla="*/ 109442 w 280606"/>
              <a:gd name="connsiteY91" fmla="*/ 69152 h 124587"/>
              <a:gd name="connsiteX92" fmla="*/ 82200 w 280606"/>
              <a:gd name="connsiteY92" fmla="*/ 62008 h 124587"/>
              <a:gd name="connsiteX93" fmla="*/ 90392 w 280606"/>
              <a:gd name="connsiteY93" fmla="*/ 62008 h 124587"/>
              <a:gd name="connsiteX94" fmla="*/ 90392 w 280606"/>
              <a:gd name="connsiteY94" fmla="*/ 69152 h 124587"/>
              <a:gd name="connsiteX95" fmla="*/ 82200 w 280606"/>
              <a:gd name="connsiteY95" fmla="*/ 69152 h 124587"/>
              <a:gd name="connsiteX96" fmla="*/ 28384 w 280606"/>
              <a:gd name="connsiteY96" fmla="*/ 62008 h 124587"/>
              <a:gd name="connsiteX97" fmla="*/ 36576 w 280606"/>
              <a:gd name="connsiteY97" fmla="*/ 62008 h 124587"/>
              <a:gd name="connsiteX98" fmla="*/ 36576 w 280606"/>
              <a:gd name="connsiteY98" fmla="*/ 69152 h 124587"/>
              <a:gd name="connsiteX99" fmla="*/ 28384 w 280606"/>
              <a:gd name="connsiteY99" fmla="*/ 69152 h 124587"/>
              <a:gd name="connsiteX100" fmla="*/ 244221 w 280606"/>
              <a:gd name="connsiteY100" fmla="*/ 49149 h 124587"/>
              <a:gd name="connsiteX101" fmla="*/ 252413 w 280606"/>
              <a:gd name="connsiteY101" fmla="*/ 49149 h 124587"/>
              <a:gd name="connsiteX102" fmla="*/ 252413 w 280606"/>
              <a:gd name="connsiteY102" fmla="*/ 56293 h 124587"/>
              <a:gd name="connsiteX103" fmla="*/ 244221 w 280606"/>
              <a:gd name="connsiteY103" fmla="*/ 56293 h 124587"/>
              <a:gd name="connsiteX104" fmla="*/ 190500 w 280606"/>
              <a:gd name="connsiteY104" fmla="*/ 49149 h 124587"/>
              <a:gd name="connsiteX105" fmla="*/ 198692 w 280606"/>
              <a:gd name="connsiteY105" fmla="*/ 49149 h 124587"/>
              <a:gd name="connsiteX106" fmla="*/ 198692 w 280606"/>
              <a:gd name="connsiteY106" fmla="*/ 56293 h 124587"/>
              <a:gd name="connsiteX107" fmla="*/ 190500 w 280606"/>
              <a:gd name="connsiteY107" fmla="*/ 56293 h 124587"/>
              <a:gd name="connsiteX108" fmla="*/ 163163 w 280606"/>
              <a:gd name="connsiteY108" fmla="*/ 49149 h 124587"/>
              <a:gd name="connsiteX109" fmla="*/ 171354 w 280606"/>
              <a:gd name="connsiteY109" fmla="*/ 49149 h 124587"/>
              <a:gd name="connsiteX110" fmla="*/ 171354 w 280606"/>
              <a:gd name="connsiteY110" fmla="*/ 56293 h 124587"/>
              <a:gd name="connsiteX111" fmla="*/ 163163 w 280606"/>
              <a:gd name="connsiteY111" fmla="*/ 56293 h 124587"/>
              <a:gd name="connsiteX112" fmla="*/ 109442 w 280606"/>
              <a:gd name="connsiteY112" fmla="*/ 49149 h 124587"/>
              <a:gd name="connsiteX113" fmla="*/ 117634 w 280606"/>
              <a:gd name="connsiteY113" fmla="*/ 49149 h 124587"/>
              <a:gd name="connsiteX114" fmla="*/ 117634 w 280606"/>
              <a:gd name="connsiteY114" fmla="*/ 56293 h 124587"/>
              <a:gd name="connsiteX115" fmla="*/ 109442 w 280606"/>
              <a:gd name="connsiteY115" fmla="*/ 56293 h 124587"/>
              <a:gd name="connsiteX116" fmla="*/ 82200 w 280606"/>
              <a:gd name="connsiteY116" fmla="*/ 49149 h 124587"/>
              <a:gd name="connsiteX117" fmla="*/ 90392 w 280606"/>
              <a:gd name="connsiteY117" fmla="*/ 49149 h 124587"/>
              <a:gd name="connsiteX118" fmla="*/ 90392 w 280606"/>
              <a:gd name="connsiteY118" fmla="*/ 56293 h 124587"/>
              <a:gd name="connsiteX119" fmla="*/ 82200 w 280606"/>
              <a:gd name="connsiteY119" fmla="*/ 56293 h 124587"/>
              <a:gd name="connsiteX120" fmla="*/ 28384 w 280606"/>
              <a:gd name="connsiteY120" fmla="*/ 49149 h 124587"/>
              <a:gd name="connsiteX121" fmla="*/ 36576 w 280606"/>
              <a:gd name="connsiteY121" fmla="*/ 49149 h 124587"/>
              <a:gd name="connsiteX122" fmla="*/ 36576 w 280606"/>
              <a:gd name="connsiteY122" fmla="*/ 56293 h 124587"/>
              <a:gd name="connsiteX123" fmla="*/ 28384 w 280606"/>
              <a:gd name="connsiteY123" fmla="*/ 56293 h 124587"/>
              <a:gd name="connsiteX124" fmla="*/ 244221 w 280606"/>
              <a:gd name="connsiteY124" fmla="*/ 36291 h 124587"/>
              <a:gd name="connsiteX125" fmla="*/ 252413 w 280606"/>
              <a:gd name="connsiteY125" fmla="*/ 36291 h 124587"/>
              <a:gd name="connsiteX126" fmla="*/ 252413 w 280606"/>
              <a:gd name="connsiteY126" fmla="*/ 43435 h 124587"/>
              <a:gd name="connsiteX127" fmla="*/ 244221 w 280606"/>
              <a:gd name="connsiteY127" fmla="*/ 43435 h 124587"/>
              <a:gd name="connsiteX128" fmla="*/ 190500 w 280606"/>
              <a:gd name="connsiteY128" fmla="*/ 36291 h 124587"/>
              <a:gd name="connsiteX129" fmla="*/ 198692 w 280606"/>
              <a:gd name="connsiteY129" fmla="*/ 36291 h 124587"/>
              <a:gd name="connsiteX130" fmla="*/ 198692 w 280606"/>
              <a:gd name="connsiteY130" fmla="*/ 43435 h 124587"/>
              <a:gd name="connsiteX131" fmla="*/ 190500 w 280606"/>
              <a:gd name="connsiteY131" fmla="*/ 43435 h 124587"/>
              <a:gd name="connsiteX132" fmla="*/ 163163 w 280606"/>
              <a:gd name="connsiteY132" fmla="*/ 36291 h 124587"/>
              <a:gd name="connsiteX133" fmla="*/ 171354 w 280606"/>
              <a:gd name="connsiteY133" fmla="*/ 36291 h 124587"/>
              <a:gd name="connsiteX134" fmla="*/ 171354 w 280606"/>
              <a:gd name="connsiteY134" fmla="*/ 43435 h 124587"/>
              <a:gd name="connsiteX135" fmla="*/ 163163 w 280606"/>
              <a:gd name="connsiteY135" fmla="*/ 43435 h 124587"/>
              <a:gd name="connsiteX136" fmla="*/ 109442 w 280606"/>
              <a:gd name="connsiteY136" fmla="*/ 36291 h 124587"/>
              <a:gd name="connsiteX137" fmla="*/ 117634 w 280606"/>
              <a:gd name="connsiteY137" fmla="*/ 36291 h 124587"/>
              <a:gd name="connsiteX138" fmla="*/ 117634 w 280606"/>
              <a:gd name="connsiteY138" fmla="*/ 43435 h 124587"/>
              <a:gd name="connsiteX139" fmla="*/ 109442 w 280606"/>
              <a:gd name="connsiteY139" fmla="*/ 43435 h 124587"/>
              <a:gd name="connsiteX140" fmla="*/ 82200 w 280606"/>
              <a:gd name="connsiteY140" fmla="*/ 36291 h 124587"/>
              <a:gd name="connsiteX141" fmla="*/ 90392 w 280606"/>
              <a:gd name="connsiteY141" fmla="*/ 36291 h 124587"/>
              <a:gd name="connsiteX142" fmla="*/ 90392 w 280606"/>
              <a:gd name="connsiteY142" fmla="*/ 43435 h 124587"/>
              <a:gd name="connsiteX143" fmla="*/ 82200 w 280606"/>
              <a:gd name="connsiteY143" fmla="*/ 43435 h 124587"/>
              <a:gd name="connsiteX144" fmla="*/ 28384 w 280606"/>
              <a:gd name="connsiteY144" fmla="*/ 36291 h 124587"/>
              <a:gd name="connsiteX145" fmla="*/ 36576 w 280606"/>
              <a:gd name="connsiteY145" fmla="*/ 36291 h 124587"/>
              <a:gd name="connsiteX146" fmla="*/ 36576 w 280606"/>
              <a:gd name="connsiteY146" fmla="*/ 43435 h 124587"/>
              <a:gd name="connsiteX147" fmla="*/ 28384 w 280606"/>
              <a:gd name="connsiteY147" fmla="*/ 43435 h 124587"/>
              <a:gd name="connsiteX148" fmla="*/ 244221 w 280606"/>
              <a:gd name="connsiteY148" fmla="*/ 23432 h 124587"/>
              <a:gd name="connsiteX149" fmla="*/ 252413 w 280606"/>
              <a:gd name="connsiteY149" fmla="*/ 23432 h 124587"/>
              <a:gd name="connsiteX150" fmla="*/ 252413 w 280606"/>
              <a:gd name="connsiteY150" fmla="*/ 30576 h 124587"/>
              <a:gd name="connsiteX151" fmla="*/ 244221 w 280606"/>
              <a:gd name="connsiteY151" fmla="*/ 30576 h 124587"/>
              <a:gd name="connsiteX152" fmla="*/ 190500 w 280606"/>
              <a:gd name="connsiteY152" fmla="*/ 23432 h 124587"/>
              <a:gd name="connsiteX153" fmla="*/ 198692 w 280606"/>
              <a:gd name="connsiteY153" fmla="*/ 23432 h 124587"/>
              <a:gd name="connsiteX154" fmla="*/ 198692 w 280606"/>
              <a:gd name="connsiteY154" fmla="*/ 30576 h 124587"/>
              <a:gd name="connsiteX155" fmla="*/ 190500 w 280606"/>
              <a:gd name="connsiteY155" fmla="*/ 30576 h 124587"/>
              <a:gd name="connsiteX156" fmla="*/ 163163 w 280606"/>
              <a:gd name="connsiteY156" fmla="*/ 23432 h 124587"/>
              <a:gd name="connsiteX157" fmla="*/ 171354 w 280606"/>
              <a:gd name="connsiteY157" fmla="*/ 23432 h 124587"/>
              <a:gd name="connsiteX158" fmla="*/ 171354 w 280606"/>
              <a:gd name="connsiteY158" fmla="*/ 30576 h 124587"/>
              <a:gd name="connsiteX159" fmla="*/ 163163 w 280606"/>
              <a:gd name="connsiteY159" fmla="*/ 30576 h 124587"/>
              <a:gd name="connsiteX160" fmla="*/ 109442 w 280606"/>
              <a:gd name="connsiteY160" fmla="*/ 23432 h 124587"/>
              <a:gd name="connsiteX161" fmla="*/ 117634 w 280606"/>
              <a:gd name="connsiteY161" fmla="*/ 23432 h 124587"/>
              <a:gd name="connsiteX162" fmla="*/ 117634 w 280606"/>
              <a:gd name="connsiteY162" fmla="*/ 30576 h 124587"/>
              <a:gd name="connsiteX163" fmla="*/ 109442 w 280606"/>
              <a:gd name="connsiteY163" fmla="*/ 30576 h 124587"/>
              <a:gd name="connsiteX164" fmla="*/ 82200 w 280606"/>
              <a:gd name="connsiteY164" fmla="*/ 23432 h 124587"/>
              <a:gd name="connsiteX165" fmla="*/ 90392 w 280606"/>
              <a:gd name="connsiteY165" fmla="*/ 23432 h 124587"/>
              <a:gd name="connsiteX166" fmla="*/ 90392 w 280606"/>
              <a:gd name="connsiteY166" fmla="*/ 30576 h 124587"/>
              <a:gd name="connsiteX167" fmla="*/ 82200 w 280606"/>
              <a:gd name="connsiteY167" fmla="*/ 30576 h 124587"/>
              <a:gd name="connsiteX168" fmla="*/ 28384 w 280606"/>
              <a:gd name="connsiteY168" fmla="*/ 23432 h 124587"/>
              <a:gd name="connsiteX169" fmla="*/ 36576 w 280606"/>
              <a:gd name="connsiteY169" fmla="*/ 23432 h 124587"/>
              <a:gd name="connsiteX170" fmla="*/ 36576 w 280606"/>
              <a:gd name="connsiteY170" fmla="*/ 30576 h 124587"/>
              <a:gd name="connsiteX171" fmla="*/ 28384 w 280606"/>
              <a:gd name="connsiteY171" fmla="*/ 30576 h 124587"/>
              <a:gd name="connsiteX172" fmla="*/ 201549 w 280606"/>
              <a:gd name="connsiteY172" fmla="*/ 22194 h 124587"/>
              <a:gd name="connsiteX173" fmla="*/ 241459 w 280606"/>
              <a:gd name="connsiteY173" fmla="*/ 22194 h 124587"/>
              <a:gd name="connsiteX174" fmla="*/ 241173 w 280606"/>
              <a:gd name="connsiteY174" fmla="*/ 83344 h 124587"/>
              <a:gd name="connsiteX175" fmla="*/ 201549 w 280606"/>
              <a:gd name="connsiteY175" fmla="*/ 83535 h 124587"/>
              <a:gd name="connsiteX176" fmla="*/ 120491 w 280606"/>
              <a:gd name="connsiteY176" fmla="*/ 22194 h 124587"/>
              <a:gd name="connsiteX177" fmla="*/ 160401 w 280606"/>
              <a:gd name="connsiteY177" fmla="*/ 22194 h 124587"/>
              <a:gd name="connsiteX178" fmla="*/ 160115 w 280606"/>
              <a:gd name="connsiteY178" fmla="*/ 83344 h 124587"/>
              <a:gd name="connsiteX179" fmla="*/ 120491 w 280606"/>
              <a:gd name="connsiteY179" fmla="*/ 83535 h 124587"/>
              <a:gd name="connsiteX180" fmla="*/ 39433 w 280606"/>
              <a:gd name="connsiteY180" fmla="*/ 22194 h 124587"/>
              <a:gd name="connsiteX181" fmla="*/ 79343 w 280606"/>
              <a:gd name="connsiteY181" fmla="*/ 22194 h 124587"/>
              <a:gd name="connsiteX182" fmla="*/ 79057 w 280606"/>
              <a:gd name="connsiteY182" fmla="*/ 83344 h 124587"/>
              <a:gd name="connsiteX183" fmla="*/ 39433 w 280606"/>
              <a:gd name="connsiteY183" fmla="*/ 83535 h 124587"/>
              <a:gd name="connsiteX184" fmla="*/ 9430 w 280606"/>
              <a:gd name="connsiteY184" fmla="*/ 9525 h 124587"/>
              <a:gd name="connsiteX185" fmla="*/ 9430 w 280606"/>
              <a:gd name="connsiteY185" fmla="*/ 99536 h 124587"/>
              <a:gd name="connsiteX186" fmla="*/ 24384 w 280606"/>
              <a:gd name="connsiteY186" fmla="*/ 99536 h 124587"/>
              <a:gd name="connsiteX187" fmla="*/ 33909 w 280606"/>
              <a:gd name="connsiteY187" fmla="*/ 99536 h 124587"/>
              <a:gd name="connsiteX188" fmla="*/ 33909 w 280606"/>
              <a:gd name="connsiteY188" fmla="*/ 115062 h 124587"/>
              <a:gd name="connsiteX189" fmla="*/ 183261 w 280606"/>
              <a:gd name="connsiteY189" fmla="*/ 115062 h 124587"/>
              <a:gd name="connsiteX190" fmla="*/ 183261 w 280606"/>
              <a:gd name="connsiteY190" fmla="*/ 109728 h 124587"/>
              <a:gd name="connsiteX191" fmla="*/ 183261 w 280606"/>
              <a:gd name="connsiteY191" fmla="*/ 100203 h 124587"/>
              <a:gd name="connsiteX192" fmla="*/ 192786 w 280606"/>
              <a:gd name="connsiteY192" fmla="*/ 100203 h 124587"/>
              <a:gd name="connsiteX193" fmla="*/ 217360 w 280606"/>
              <a:gd name="connsiteY193" fmla="*/ 100203 h 124587"/>
              <a:gd name="connsiteX194" fmla="*/ 226885 w 280606"/>
              <a:gd name="connsiteY194" fmla="*/ 100203 h 124587"/>
              <a:gd name="connsiteX195" fmla="*/ 226885 w 280606"/>
              <a:gd name="connsiteY195" fmla="*/ 109728 h 124587"/>
              <a:gd name="connsiteX196" fmla="*/ 226885 w 280606"/>
              <a:gd name="connsiteY196" fmla="*/ 114681 h 124587"/>
              <a:gd name="connsiteX197" fmla="*/ 270891 w 280606"/>
              <a:gd name="connsiteY197" fmla="*/ 114586 h 124587"/>
              <a:gd name="connsiteX198" fmla="*/ 270796 w 280606"/>
              <a:gd name="connsiteY198" fmla="*/ 9716 h 124587"/>
              <a:gd name="connsiteX199" fmla="*/ 0 w 280606"/>
              <a:gd name="connsiteY199" fmla="*/ 0 h 124587"/>
              <a:gd name="connsiteX200" fmla="*/ 280416 w 280606"/>
              <a:gd name="connsiteY200" fmla="*/ 191 h 124587"/>
              <a:gd name="connsiteX201" fmla="*/ 280606 w 280606"/>
              <a:gd name="connsiteY201" fmla="*/ 124016 h 124587"/>
              <a:gd name="connsiteX202" fmla="*/ 279940 w 280606"/>
              <a:gd name="connsiteY202" fmla="*/ 124016 h 124587"/>
              <a:gd name="connsiteX203" fmla="*/ 217456 w 280606"/>
              <a:gd name="connsiteY203" fmla="*/ 124206 h 124587"/>
              <a:gd name="connsiteX204" fmla="*/ 217360 w 280606"/>
              <a:gd name="connsiteY204" fmla="*/ 109728 h 124587"/>
              <a:gd name="connsiteX205" fmla="*/ 192786 w 280606"/>
              <a:gd name="connsiteY205" fmla="*/ 109728 h 124587"/>
              <a:gd name="connsiteX206" fmla="*/ 192881 w 280606"/>
              <a:gd name="connsiteY206" fmla="*/ 124587 h 124587"/>
              <a:gd name="connsiteX207" fmla="*/ 24479 w 280606"/>
              <a:gd name="connsiteY207" fmla="*/ 124587 h 124587"/>
              <a:gd name="connsiteX208" fmla="*/ 24479 w 280606"/>
              <a:gd name="connsiteY208" fmla="*/ 109061 h 124587"/>
              <a:gd name="connsiteX209" fmla="*/ 0 w 280606"/>
              <a:gd name="connsiteY209" fmla="*/ 109061 h 1245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</a:cxnLst>
            <a:rect l="l" t="t" r="r" b="b"/>
            <a:pathLst>
              <a:path w="280606" h="124587">
                <a:moveTo>
                  <a:pt x="258223" y="100584"/>
                </a:moveTo>
                <a:lnTo>
                  <a:pt x="265367" y="100584"/>
                </a:lnTo>
                <a:lnTo>
                  <a:pt x="265367" y="111919"/>
                </a:lnTo>
                <a:lnTo>
                  <a:pt x="258223" y="111919"/>
                </a:lnTo>
                <a:close/>
                <a:moveTo>
                  <a:pt x="245364" y="100584"/>
                </a:moveTo>
                <a:lnTo>
                  <a:pt x="252508" y="100584"/>
                </a:lnTo>
                <a:lnTo>
                  <a:pt x="252508" y="111919"/>
                </a:lnTo>
                <a:lnTo>
                  <a:pt x="245364" y="111919"/>
                </a:lnTo>
                <a:close/>
                <a:moveTo>
                  <a:pt x="232410" y="100584"/>
                </a:moveTo>
                <a:lnTo>
                  <a:pt x="239554" y="100584"/>
                </a:lnTo>
                <a:lnTo>
                  <a:pt x="239554" y="111919"/>
                </a:lnTo>
                <a:lnTo>
                  <a:pt x="232410" y="111919"/>
                </a:lnTo>
                <a:close/>
                <a:moveTo>
                  <a:pt x="170783" y="100584"/>
                </a:moveTo>
                <a:lnTo>
                  <a:pt x="177927" y="100584"/>
                </a:lnTo>
                <a:lnTo>
                  <a:pt x="177927" y="111919"/>
                </a:lnTo>
                <a:lnTo>
                  <a:pt x="170783" y="111919"/>
                </a:lnTo>
                <a:close/>
                <a:moveTo>
                  <a:pt x="156210" y="100584"/>
                </a:moveTo>
                <a:lnTo>
                  <a:pt x="163354" y="100584"/>
                </a:lnTo>
                <a:lnTo>
                  <a:pt x="163354" y="111919"/>
                </a:lnTo>
                <a:lnTo>
                  <a:pt x="156210" y="111919"/>
                </a:lnTo>
                <a:close/>
                <a:moveTo>
                  <a:pt x="141637" y="100584"/>
                </a:moveTo>
                <a:lnTo>
                  <a:pt x="148780" y="100584"/>
                </a:lnTo>
                <a:lnTo>
                  <a:pt x="148780" y="111919"/>
                </a:lnTo>
                <a:lnTo>
                  <a:pt x="141637" y="111919"/>
                </a:lnTo>
                <a:close/>
                <a:moveTo>
                  <a:pt x="127063" y="100584"/>
                </a:moveTo>
                <a:lnTo>
                  <a:pt x="134207" y="100584"/>
                </a:lnTo>
                <a:lnTo>
                  <a:pt x="134207" y="111919"/>
                </a:lnTo>
                <a:lnTo>
                  <a:pt x="127063" y="111919"/>
                </a:lnTo>
                <a:close/>
                <a:moveTo>
                  <a:pt x="112395" y="100584"/>
                </a:moveTo>
                <a:lnTo>
                  <a:pt x="119539" y="100584"/>
                </a:lnTo>
                <a:lnTo>
                  <a:pt x="119539" y="111919"/>
                </a:lnTo>
                <a:lnTo>
                  <a:pt x="112395" y="111919"/>
                </a:lnTo>
                <a:close/>
                <a:moveTo>
                  <a:pt x="97822" y="100584"/>
                </a:moveTo>
                <a:lnTo>
                  <a:pt x="104965" y="100584"/>
                </a:lnTo>
                <a:lnTo>
                  <a:pt x="104965" y="111919"/>
                </a:lnTo>
                <a:lnTo>
                  <a:pt x="97822" y="111919"/>
                </a:lnTo>
                <a:close/>
                <a:moveTo>
                  <a:pt x="83248" y="100584"/>
                </a:moveTo>
                <a:lnTo>
                  <a:pt x="90392" y="100584"/>
                </a:lnTo>
                <a:lnTo>
                  <a:pt x="90392" y="111919"/>
                </a:lnTo>
                <a:lnTo>
                  <a:pt x="83248" y="111919"/>
                </a:lnTo>
                <a:close/>
                <a:moveTo>
                  <a:pt x="68675" y="100584"/>
                </a:moveTo>
                <a:lnTo>
                  <a:pt x="75819" y="100584"/>
                </a:lnTo>
                <a:lnTo>
                  <a:pt x="75819" y="111919"/>
                </a:lnTo>
                <a:lnTo>
                  <a:pt x="68675" y="111919"/>
                </a:lnTo>
                <a:close/>
                <a:moveTo>
                  <a:pt x="54007" y="100584"/>
                </a:moveTo>
                <a:lnTo>
                  <a:pt x="61150" y="100584"/>
                </a:lnTo>
                <a:lnTo>
                  <a:pt x="61150" y="111919"/>
                </a:lnTo>
                <a:lnTo>
                  <a:pt x="54007" y="111919"/>
                </a:lnTo>
                <a:close/>
                <a:moveTo>
                  <a:pt x="39433" y="100584"/>
                </a:moveTo>
                <a:lnTo>
                  <a:pt x="46577" y="100584"/>
                </a:lnTo>
                <a:lnTo>
                  <a:pt x="46577" y="111919"/>
                </a:lnTo>
                <a:lnTo>
                  <a:pt x="39433" y="111919"/>
                </a:lnTo>
                <a:close/>
                <a:moveTo>
                  <a:pt x="244221" y="74867"/>
                </a:moveTo>
                <a:lnTo>
                  <a:pt x="252413" y="74867"/>
                </a:lnTo>
                <a:lnTo>
                  <a:pt x="252413" y="82011"/>
                </a:lnTo>
                <a:lnTo>
                  <a:pt x="244221" y="82011"/>
                </a:lnTo>
                <a:close/>
                <a:moveTo>
                  <a:pt x="190500" y="74867"/>
                </a:moveTo>
                <a:lnTo>
                  <a:pt x="198692" y="74867"/>
                </a:lnTo>
                <a:lnTo>
                  <a:pt x="198692" y="82011"/>
                </a:lnTo>
                <a:lnTo>
                  <a:pt x="190500" y="82011"/>
                </a:lnTo>
                <a:close/>
                <a:moveTo>
                  <a:pt x="163163" y="74867"/>
                </a:moveTo>
                <a:lnTo>
                  <a:pt x="171354" y="74867"/>
                </a:lnTo>
                <a:lnTo>
                  <a:pt x="171354" y="82011"/>
                </a:lnTo>
                <a:lnTo>
                  <a:pt x="163163" y="82011"/>
                </a:lnTo>
                <a:close/>
                <a:moveTo>
                  <a:pt x="109442" y="74867"/>
                </a:moveTo>
                <a:lnTo>
                  <a:pt x="117634" y="74867"/>
                </a:lnTo>
                <a:lnTo>
                  <a:pt x="117634" y="82011"/>
                </a:lnTo>
                <a:lnTo>
                  <a:pt x="109442" y="82011"/>
                </a:lnTo>
                <a:close/>
                <a:moveTo>
                  <a:pt x="82200" y="74867"/>
                </a:moveTo>
                <a:lnTo>
                  <a:pt x="90392" y="74867"/>
                </a:lnTo>
                <a:lnTo>
                  <a:pt x="90392" y="82011"/>
                </a:lnTo>
                <a:lnTo>
                  <a:pt x="82200" y="82011"/>
                </a:lnTo>
                <a:close/>
                <a:moveTo>
                  <a:pt x="28384" y="74867"/>
                </a:moveTo>
                <a:lnTo>
                  <a:pt x="36576" y="74867"/>
                </a:lnTo>
                <a:lnTo>
                  <a:pt x="36576" y="82011"/>
                </a:lnTo>
                <a:lnTo>
                  <a:pt x="28384" y="82011"/>
                </a:lnTo>
                <a:close/>
                <a:moveTo>
                  <a:pt x="244221" y="62008"/>
                </a:moveTo>
                <a:lnTo>
                  <a:pt x="252413" y="62008"/>
                </a:lnTo>
                <a:lnTo>
                  <a:pt x="252413" y="69152"/>
                </a:lnTo>
                <a:lnTo>
                  <a:pt x="244221" y="69152"/>
                </a:lnTo>
                <a:close/>
                <a:moveTo>
                  <a:pt x="190500" y="62008"/>
                </a:moveTo>
                <a:lnTo>
                  <a:pt x="198692" y="62008"/>
                </a:lnTo>
                <a:lnTo>
                  <a:pt x="198692" y="69152"/>
                </a:lnTo>
                <a:lnTo>
                  <a:pt x="190500" y="69152"/>
                </a:lnTo>
                <a:close/>
                <a:moveTo>
                  <a:pt x="163163" y="62008"/>
                </a:moveTo>
                <a:lnTo>
                  <a:pt x="171354" y="62008"/>
                </a:lnTo>
                <a:lnTo>
                  <a:pt x="171354" y="69152"/>
                </a:lnTo>
                <a:lnTo>
                  <a:pt x="163163" y="69152"/>
                </a:lnTo>
                <a:close/>
                <a:moveTo>
                  <a:pt x="109442" y="62008"/>
                </a:moveTo>
                <a:lnTo>
                  <a:pt x="117634" y="62008"/>
                </a:lnTo>
                <a:lnTo>
                  <a:pt x="117634" y="69152"/>
                </a:lnTo>
                <a:lnTo>
                  <a:pt x="109442" y="69152"/>
                </a:lnTo>
                <a:close/>
                <a:moveTo>
                  <a:pt x="82200" y="62008"/>
                </a:moveTo>
                <a:lnTo>
                  <a:pt x="90392" y="62008"/>
                </a:lnTo>
                <a:lnTo>
                  <a:pt x="90392" y="69152"/>
                </a:lnTo>
                <a:lnTo>
                  <a:pt x="82200" y="69152"/>
                </a:lnTo>
                <a:close/>
                <a:moveTo>
                  <a:pt x="28384" y="62008"/>
                </a:moveTo>
                <a:lnTo>
                  <a:pt x="36576" y="62008"/>
                </a:lnTo>
                <a:lnTo>
                  <a:pt x="36576" y="69152"/>
                </a:lnTo>
                <a:lnTo>
                  <a:pt x="28384" y="69152"/>
                </a:lnTo>
                <a:close/>
                <a:moveTo>
                  <a:pt x="244221" y="49149"/>
                </a:moveTo>
                <a:lnTo>
                  <a:pt x="252413" y="49149"/>
                </a:lnTo>
                <a:lnTo>
                  <a:pt x="252413" y="56293"/>
                </a:lnTo>
                <a:lnTo>
                  <a:pt x="244221" y="56293"/>
                </a:lnTo>
                <a:close/>
                <a:moveTo>
                  <a:pt x="190500" y="49149"/>
                </a:moveTo>
                <a:lnTo>
                  <a:pt x="198692" y="49149"/>
                </a:lnTo>
                <a:lnTo>
                  <a:pt x="198692" y="56293"/>
                </a:lnTo>
                <a:lnTo>
                  <a:pt x="190500" y="56293"/>
                </a:lnTo>
                <a:close/>
                <a:moveTo>
                  <a:pt x="163163" y="49149"/>
                </a:moveTo>
                <a:lnTo>
                  <a:pt x="171354" y="49149"/>
                </a:lnTo>
                <a:lnTo>
                  <a:pt x="171354" y="56293"/>
                </a:lnTo>
                <a:lnTo>
                  <a:pt x="163163" y="56293"/>
                </a:lnTo>
                <a:close/>
                <a:moveTo>
                  <a:pt x="109442" y="49149"/>
                </a:moveTo>
                <a:lnTo>
                  <a:pt x="117634" y="49149"/>
                </a:lnTo>
                <a:lnTo>
                  <a:pt x="117634" y="56293"/>
                </a:lnTo>
                <a:lnTo>
                  <a:pt x="109442" y="56293"/>
                </a:lnTo>
                <a:close/>
                <a:moveTo>
                  <a:pt x="82200" y="49149"/>
                </a:moveTo>
                <a:lnTo>
                  <a:pt x="90392" y="49149"/>
                </a:lnTo>
                <a:lnTo>
                  <a:pt x="90392" y="56293"/>
                </a:lnTo>
                <a:lnTo>
                  <a:pt x="82200" y="56293"/>
                </a:lnTo>
                <a:close/>
                <a:moveTo>
                  <a:pt x="28384" y="49149"/>
                </a:moveTo>
                <a:lnTo>
                  <a:pt x="36576" y="49149"/>
                </a:lnTo>
                <a:lnTo>
                  <a:pt x="36576" y="56293"/>
                </a:lnTo>
                <a:lnTo>
                  <a:pt x="28384" y="56293"/>
                </a:lnTo>
                <a:close/>
                <a:moveTo>
                  <a:pt x="244221" y="36291"/>
                </a:moveTo>
                <a:lnTo>
                  <a:pt x="252413" y="36291"/>
                </a:lnTo>
                <a:lnTo>
                  <a:pt x="252413" y="43435"/>
                </a:lnTo>
                <a:lnTo>
                  <a:pt x="244221" y="43435"/>
                </a:lnTo>
                <a:close/>
                <a:moveTo>
                  <a:pt x="190500" y="36291"/>
                </a:moveTo>
                <a:lnTo>
                  <a:pt x="198692" y="36291"/>
                </a:lnTo>
                <a:lnTo>
                  <a:pt x="198692" y="43435"/>
                </a:lnTo>
                <a:lnTo>
                  <a:pt x="190500" y="43435"/>
                </a:lnTo>
                <a:close/>
                <a:moveTo>
                  <a:pt x="163163" y="36291"/>
                </a:moveTo>
                <a:lnTo>
                  <a:pt x="171354" y="36291"/>
                </a:lnTo>
                <a:lnTo>
                  <a:pt x="171354" y="43435"/>
                </a:lnTo>
                <a:lnTo>
                  <a:pt x="163163" y="43435"/>
                </a:lnTo>
                <a:close/>
                <a:moveTo>
                  <a:pt x="109442" y="36291"/>
                </a:moveTo>
                <a:lnTo>
                  <a:pt x="117634" y="36291"/>
                </a:lnTo>
                <a:lnTo>
                  <a:pt x="117634" y="43435"/>
                </a:lnTo>
                <a:lnTo>
                  <a:pt x="109442" y="43435"/>
                </a:lnTo>
                <a:close/>
                <a:moveTo>
                  <a:pt x="82200" y="36291"/>
                </a:moveTo>
                <a:lnTo>
                  <a:pt x="90392" y="36291"/>
                </a:lnTo>
                <a:lnTo>
                  <a:pt x="90392" y="43435"/>
                </a:lnTo>
                <a:lnTo>
                  <a:pt x="82200" y="43435"/>
                </a:lnTo>
                <a:close/>
                <a:moveTo>
                  <a:pt x="28384" y="36291"/>
                </a:moveTo>
                <a:lnTo>
                  <a:pt x="36576" y="36291"/>
                </a:lnTo>
                <a:lnTo>
                  <a:pt x="36576" y="43435"/>
                </a:lnTo>
                <a:lnTo>
                  <a:pt x="28384" y="43435"/>
                </a:lnTo>
                <a:close/>
                <a:moveTo>
                  <a:pt x="244221" y="23432"/>
                </a:moveTo>
                <a:lnTo>
                  <a:pt x="252413" y="23432"/>
                </a:lnTo>
                <a:lnTo>
                  <a:pt x="252413" y="30576"/>
                </a:lnTo>
                <a:lnTo>
                  <a:pt x="244221" y="30576"/>
                </a:lnTo>
                <a:close/>
                <a:moveTo>
                  <a:pt x="190500" y="23432"/>
                </a:moveTo>
                <a:lnTo>
                  <a:pt x="198692" y="23432"/>
                </a:lnTo>
                <a:lnTo>
                  <a:pt x="198692" y="30576"/>
                </a:lnTo>
                <a:lnTo>
                  <a:pt x="190500" y="30576"/>
                </a:lnTo>
                <a:close/>
                <a:moveTo>
                  <a:pt x="163163" y="23432"/>
                </a:moveTo>
                <a:lnTo>
                  <a:pt x="171354" y="23432"/>
                </a:lnTo>
                <a:lnTo>
                  <a:pt x="171354" y="30576"/>
                </a:lnTo>
                <a:lnTo>
                  <a:pt x="163163" y="30576"/>
                </a:lnTo>
                <a:close/>
                <a:moveTo>
                  <a:pt x="109442" y="23432"/>
                </a:moveTo>
                <a:lnTo>
                  <a:pt x="117634" y="23432"/>
                </a:lnTo>
                <a:lnTo>
                  <a:pt x="117634" y="30576"/>
                </a:lnTo>
                <a:lnTo>
                  <a:pt x="109442" y="30576"/>
                </a:lnTo>
                <a:close/>
                <a:moveTo>
                  <a:pt x="82200" y="23432"/>
                </a:moveTo>
                <a:lnTo>
                  <a:pt x="90392" y="23432"/>
                </a:lnTo>
                <a:lnTo>
                  <a:pt x="90392" y="30576"/>
                </a:lnTo>
                <a:lnTo>
                  <a:pt x="82200" y="30576"/>
                </a:lnTo>
                <a:close/>
                <a:moveTo>
                  <a:pt x="28384" y="23432"/>
                </a:moveTo>
                <a:lnTo>
                  <a:pt x="36576" y="23432"/>
                </a:lnTo>
                <a:lnTo>
                  <a:pt x="36576" y="30576"/>
                </a:lnTo>
                <a:lnTo>
                  <a:pt x="28384" y="30576"/>
                </a:lnTo>
                <a:close/>
                <a:moveTo>
                  <a:pt x="201549" y="22194"/>
                </a:moveTo>
                <a:lnTo>
                  <a:pt x="241459" y="22194"/>
                </a:lnTo>
                <a:lnTo>
                  <a:pt x="241173" y="83344"/>
                </a:lnTo>
                <a:lnTo>
                  <a:pt x="201549" y="83535"/>
                </a:lnTo>
                <a:close/>
                <a:moveTo>
                  <a:pt x="120491" y="22194"/>
                </a:moveTo>
                <a:lnTo>
                  <a:pt x="160401" y="22194"/>
                </a:lnTo>
                <a:lnTo>
                  <a:pt x="160115" y="83344"/>
                </a:lnTo>
                <a:lnTo>
                  <a:pt x="120491" y="83535"/>
                </a:lnTo>
                <a:close/>
                <a:moveTo>
                  <a:pt x="39433" y="22194"/>
                </a:moveTo>
                <a:lnTo>
                  <a:pt x="79343" y="22194"/>
                </a:lnTo>
                <a:lnTo>
                  <a:pt x="79057" y="83344"/>
                </a:lnTo>
                <a:lnTo>
                  <a:pt x="39433" y="83535"/>
                </a:lnTo>
                <a:close/>
                <a:moveTo>
                  <a:pt x="9430" y="9525"/>
                </a:moveTo>
                <a:lnTo>
                  <a:pt x="9430" y="99536"/>
                </a:lnTo>
                <a:lnTo>
                  <a:pt x="24384" y="99536"/>
                </a:lnTo>
                <a:lnTo>
                  <a:pt x="33909" y="99536"/>
                </a:lnTo>
                <a:lnTo>
                  <a:pt x="33909" y="115062"/>
                </a:lnTo>
                <a:lnTo>
                  <a:pt x="183261" y="115062"/>
                </a:lnTo>
                <a:lnTo>
                  <a:pt x="183261" y="109728"/>
                </a:lnTo>
                <a:lnTo>
                  <a:pt x="183261" y="100203"/>
                </a:lnTo>
                <a:lnTo>
                  <a:pt x="192786" y="100203"/>
                </a:lnTo>
                <a:lnTo>
                  <a:pt x="217360" y="100203"/>
                </a:lnTo>
                <a:lnTo>
                  <a:pt x="226885" y="100203"/>
                </a:lnTo>
                <a:lnTo>
                  <a:pt x="226885" y="109728"/>
                </a:lnTo>
                <a:lnTo>
                  <a:pt x="226885" y="114681"/>
                </a:lnTo>
                <a:cubicBezTo>
                  <a:pt x="238696" y="114681"/>
                  <a:pt x="258794" y="114586"/>
                  <a:pt x="270891" y="114586"/>
                </a:cubicBezTo>
                <a:lnTo>
                  <a:pt x="270796" y="9716"/>
                </a:lnTo>
                <a:close/>
                <a:moveTo>
                  <a:pt x="0" y="0"/>
                </a:moveTo>
                <a:lnTo>
                  <a:pt x="280416" y="191"/>
                </a:lnTo>
                <a:cubicBezTo>
                  <a:pt x="280416" y="3429"/>
                  <a:pt x="280511" y="124111"/>
                  <a:pt x="280606" y="124016"/>
                </a:cubicBezTo>
                <a:lnTo>
                  <a:pt x="279940" y="124016"/>
                </a:lnTo>
                <a:cubicBezTo>
                  <a:pt x="270034" y="124016"/>
                  <a:pt x="217456" y="124206"/>
                  <a:pt x="217456" y="124206"/>
                </a:cubicBezTo>
                <a:lnTo>
                  <a:pt x="217360" y="109728"/>
                </a:lnTo>
                <a:lnTo>
                  <a:pt x="192786" y="109728"/>
                </a:lnTo>
                <a:lnTo>
                  <a:pt x="192881" y="124587"/>
                </a:lnTo>
                <a:lnTo>
                  <a:pt x="24479" y="124587"/>
                </a:lnTo>
                <a:lnTo>
                  <a:pt x="24479" y="109061"/>
                </a:lnTo>
                <a:lnTo>
                  <a:pt x="0" y="109061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grpSp>
        <p:nvGrpSpPr>
          <p:cNvPr id="219" name="Graphic 2">
            <a:extLst>
              <a:ext uri="{FF2B5EF4-FFF2-40B4-BE49-F238E27FC236}">
                <a16:creationId xmlns:a16="http://schemas.microsoft.com/office/drawing/2014/main" id="{89980954-E44E-4233-96AB-F5E4ED36C171}"/>
              </a:ext>
            </a:extLst>
          </p:cNvPr>
          <p:cNvGrpSpPr/>
          <p:nvPr/>
        </p:nvGrpSpPr>
        <p:grpSpPr>
          <a:xfrm>
            <a:off x="4373035" y="2223293"/>
            <a:ext cx="228600" cy="172593"/>
            <a:chOff x="5632829" y="2155031"/>
            <a:chExt cx="228600" cy="172593"/>
          </a:xfrm>
          <a:solidFill>
            <a:srgbClr val="000000"/>
          </a:solidFill>
        </p:grpSpPr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5080C745-78D0-42F7-AE6F-813192A6EF2D}"/>
                </a:ext>
              </a:extLst>
            </p:cNvPr>
            <p:cNvSpPr/>
            <p:nvPr/>
          </p:nvSpPr>
          <p:spPr>
            <a:xfrm>
              <a:off x="5751225" y="2204846"/>
              <a:ext cx="69056" cy="69056"/>
            </a:xfrm>
            <a:custGeom>
              <a:avLst/>
              <a:gdLst>
                <a:gd name="connsiteX0" fmla="*/ 59531 w 69056"/>
                <a:gd name="connsiteY0" fmla="*/ 9525 h 69056"/>
                <a:gd name="connsiteX1" fmla="*/ 59531 w 69056"/>
                <a:gd name="connsiteY1" fmla="*/ 59531 h 69056"/>
                <a:gd name="connsiteX2" fmla="*/ 9525 w 69056"/>
                <a:gd name="connsiteY2" fmla="*/ 59531 h 69056"/>
                <a:gd name="connsiteX3" fmla="*/ 9525 w 69056"/>
                <a:gd name="connsiteY3" fmla="*/ 9525 h 69056"/>
                <a:gd name="connsiteX4" fmla="*/ 59531 w 69056"/>
                <a:gd name="connsiteY4" fmla="*/ 9525 h 69056"/>
                <a:gd name="connsiteX5" fmla="*/ 69056 w 69056"/>
                <a:gd name="connsiteY5" fmla="*/ 0 h 69056"/>
                <a:gd name="connsiteX6" fmla="*/ 0 w 69056"/>
                <a:gd name="connsiteY6" fmla="*/ 0 h 69056"/>
                <a:gd name="connsiteX7" fmla="*/ 0 w 69056"/>
                <a:gd name="connsiteY7" fmla="*/ 69056 h 69056"/>
                <a:gd name="connsiteX8" fmla="*/ 69056 w 69056"/>
                <a:gd name="connsiteY8" fmla="*/ 69056 h 69056"/>
                <a:gd name="connsiteX9" fmla="*/ 69056 w 69056"/>
                <a:gd name="connsiteY9" fmla="*/ 0 h 69056"/>
                <a:gd name="connsiteX10" fmla="*/ 69056 w 69056"/>
                <a:gd name="connsiteY10" fmla="*/ 0 h 69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056" h="69056">
                  <a:moveTo>
                    <a:pt x="59531" y="9525"/>
                  </a:moveTo>
                  <a:lnTo>
                    <a:pt x="59531" y="59531"/>
                  </a:lnTo>
                  <a:lnTo>
                    <a:pt x="9525" y="59531"/>
                  </a:lnTo>
                  <a:lnTo>
                    <a:pt x="9525" y="9525"/>
                  </a:lnTo>
                  <a:lnTo>
                    <a:pt x="59531" y="9525"/>
                  </a:lnTo>
                  <a:moveTo>
                    <a:pt x="69056" y="0"/>
                  </a:moveTo>
                  <a:lnTo>
                    <a:pt x="0" y="0"/>
                  </a:lnTo>
                  <a:lnTo>
                    <a:pt x="0" y="69056"/>
                  </a:lnTo>
                  <a:lnTo>
                    <a:pt x="69056" y="69056"/>
                  </a:lnTo>
                  <a:lnTo>
                    <a:pt x="69056" y="0"/>
                  </a:lnTo>
                  <a:lnTo>
                    <a:pt x="69056" y="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FB16D4E9-5A63-40F6-9FAB-BC2BAB098990}"/>
                </a:ext>
              </a:extLst>
            </p:cNvPr>
            <p:cNvSpPr/>
            <p:nvPr/>
          </p:nvSpPr>
          <p:spPr>
            <a:xfrm>
              <a:off x="5668644" y="2173795"/>
              <a:ext cx="192785" cy="126968"/>
            </a:xfrm>
            <a:custGeom>
              <a:avLst/>
              <a:gdLst>
                <a:gd name="connsiteX0" fmla="*/ 192786 w 192785"/>
                <a:gd name="connsiteY0" fmla="*/ 126968 h 126968"/>
                <a:gd name="connsiteX1" fmla="*/ 0 w 192785"/>
                <a:gd name="connsiteY1" fmla="*/ 126968 h 126968"/>
                <a:gd name="connsiteX2" fmla="*/ 0 w 192785"/>
                <a:gd name="connsiteY2" fmla="*/ 117443 h 126968"/>
                <a:gd name="connsiteX3" fmla="*/ 183261 w 192785"/>
                <a:gd name="connsiteY3" fmla="*/ 117443 h 126968"/>
                <a:gd name="connsiteX4" fmla="*/ 183261 w 192785"/>
                <a:gd name="connsiteY4" fmla="*/ 9525 h 126968"/>
                <a:gd name="connsiteX5" fmla="*/ 0 w 192785"/>
                <a:gd name="connsiteY5" fmla="*/ 9525 h 126968"/>
                <a:gd name="connsiteX6" fmla="*/ 0 w 192785"/>
                <a:gd name="connsiteY6" fmla="*/ 0 h 126968"/>
                <a:gd name="connsiteX7" fmla="*/ 192786 w 192785"/>
                <a:gd name="connsiteY7" fmla="*/ 0 h 126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2785" h="126968">
                  <a:moveTo>
                    <a:pt x="192786" y="126968"/>
                  </a:moveTo>
                  <a:lnTo>
                    <a:pt x="0" y="126968"/>
                  </a:lnTo>
                  <a:lnTo>
                    <a:pt x="0" y="117443"/>
                  </a:lnTo>
                  <a:lnTo>
                    <a:pt x="183261" y="117443"/>
                  </a:lnTo>
                  <a:lnTo>
                    <a:pt x="183261" y="9525"/>
                  </a:lnTo>
                  <a:lnTo>
                    <a:pt x="0" y="9525"/>
                  </a:lnTo>
                  <a:lnTo>
                    <a:pt x="0" y="0"/>
                  </a:lnTo>
                  <a:lnTo>
                    <a:pt x="192786" y="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5C0B982C-77EB-44D6-8458-88680DD48DCD}"/>
                </a:ext>
              </a:extLst>
            </p:cNvPr>
            <p:cNvSpPr/>
            <p:nvPr/>
          </p:nvSpPr>
          <p:spPr>
            <a:xfrm>
              <a:off x="5632829" y="2155031"/>
              <a:ext cx="29337" cy="164496"/>
            </a:xfrm>
            <a:custGeom>
              <a:avLst/>
              <a:gdLst>
                <a:gd name="connsiteX0" fmla="*/ 19812 w 29337"/>
                <a:gd name="connsiteY0" fmla="*/ 9525 h 164496"/>
                <a:gd name="connsiteX1" fmla="*/ 19812 w 29337"/>
                <a:gd name="connsiteY1" fmla="*/ 154972 h 164496"/>
                <a:gd name="connsiteX2" fmla="*/ 9525 w 29337"/>
                <a:gd name="connsiteY2" fmla="*/ 154972 h 164496"/>
                <a:gd name="connsiteX3" fmla="*/ 9525 w 29337"/>
                <a:gd name="connsiteY3" fmla="*/ 9525 h 164496"/>
                <a:gd name="connsiteX4" fmla="*/ 19812 w 29337"/>
                <a:gd name="connsiteY4" fmla="*/ 9525 h 164496"/>
                <a:gd name="connsiteX5" fmla="*/ 29337 w 29337"/>
                <a:gd name="connsiteY5" fmla="*/ 0 h 164496"/>
                <a:gd name="connsiteX6" fmla="*/ 0 w 29337"/>
                <a:gd name="connsiteY6" fmla="*/ 0 h 164496"/>
                <a:gd name="connsiteX7" fmla="*/ 0 w 29337"/>
                <a:gd name="connsiteY7" fmla="*/ 164497 h 164496"/>
                <a:gd name="connsiteX8" fmla="*/ 29337 w 29337"/>
                <a:gd name="connsiteY8" fmla="*/ 164497 h 164496"/>
                <a:gd name="connsiteX9" fmla="*/ 29337 w 29337"/>
                <a:gd name="connsiteY9" fmla="*/ 0 h 164496"/>
                <a:gd name="connsiteX10" fmla="*/ 29337 w 29337"/>
                <a:gd name="connsiteY10" fmla="*/ 0 h 1644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337" h="164496">
                  <a:moveTo>
                    <a:pt x="19812" y="9525"/>
                  </a:moveTo>
                  <a:lnTo>
                    <a:pt x="19812" y="154972"/>
                  </a:lnTo>
                  <a:lnTo>
                    <a:pt x="9525" y="154972"/>
                  </a:lnTo>
                  <a:lnTo>
                    <a:pt x="9525" y="9525"/>
                  </a:lnTo>
                  <a:lnTo>
                    <a:pt x="19812" y="9525"/>
                  </a:lnTo>
                  <a:moveTo>
                    <a:pt x="29337" y="0"/>
                  </a:moveTo>
                  <a:lnTo>
                    <a:pt x="0" y="0"/>
                  </a:lnTo>
                  <a:lnTo>
                    <a:pt x="0" y="164497"/>
                  </a:lnTo>
                  <a:lnTo>
                    <a:pt x="29337" y="164497"/>
                  </a:lnTo>
                  <a:lnTo>
                    <a:pt x="29337" y="0"/>
                  </a:lnTo>
                  <a:lnTo>
                    <a:pt x="29337" y="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FDF7AA22-A56E-434F-8829-D94065392C08}"/>
                </a:ext>
              </a:extLst>
            </p:cNvPr>
            <p:cNvSpPr/>
            <p:nvPr/>
          </p:nvSpPr>
          <p:spPr>
            <a:xfrm>
              <a:off x="5682455" y="2218277"/>
              <a:ext cx="42100" cy="42100"/>
            </a:xfrm>
            <a:custGeom>
              <a:avLst/>
              <a:gdLst>
                <a:gd name="connsiteX0" fmla="*/ 21050 w 42100"/>
                <a:gd name="connsiteY0" fmla="*/ 9525 h 42100"/>
                <a:gd name="connsiteX1" fmla="*/ 32575 w 42100"/>
                <a:gd name="connsiteY1" fmla="*/ 21050 h 42100"/>
                <a:gd name="connsiteX2" fmla="*/ 21050 w 42100"/>
                <a:gd name="connsiteY2" fmla="*/ 32576 h 42100"/>
                <a:gd name="connsiteX3" fmla="*/ 9525 w 42100"/>
                <a:gd name="connsiteY3" fmla="*/ 21050 h 42100"/>
                <a:gd name="connsiteX4" fmla="*/ 21050 w 42100"/>
                <a:gd name="connsiteY4" fmla="*/ 9525 h 42100"/>
                <a:gd name="connsiteX5" fmla="*/ 21050 w 42100"/>
                <a:gd name="connsiteY5" fmla="*/ 0 h 42100"/>
                <a:gd name="connsiteX6" fmla="*/ 0 w 42100"/>
                <a:gd name="connsiteY6" fmla="*/ 21050 h 42100"/>
                <a:gd name="connsiteX7" fmla="*/ 21050 w 42100"/>
                <a:gd name="connsiteY7" fmla="*/ 42101 h 42100"/>
                <a:gd name="connsiteX8" fmla="*/ 42100 w 42100"/>
                <a:gd name="connsiteY8" fmla="*/ 21050 h 42100"/>
                <a:gd name="connsiteX9" fmla="*/ 21050 w 42100"/>
                <a:gd name="connsiteY9" fmla="*/ 0 h 42100"/>
                <a:gd name="connsiteX10" fmla="*/ 21050 w 42100"/>
                <a:gd name="connsiteY10" fmla="*/ 0 h 42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2100" h="42100">
                  <a:moveTo>
                    <a:pt x="21050" y="9525"/>
                  </a:moveTo>
                  <a:cubicBezTo>
                    <a:pt x="27432" y="9525"/>
                    <a:pt x="32575" y="14669"/>
                    <a:pt x="32575" y="21050"/>
                  </a:cubicBezTo>
                  <a:cubicBezTo>
                    <a:pt x="32575" y="27432"/>
                    <a:pt x="27432" y="32576"/>
                    <a:pt x="21050" y="32576"/>
                  </a:cubicBezTo>
                  <a:cubicBezTo>
                    <a:pt x="14668" y="32576"/>
                    <a:pt x="9525" y="27432"/>
                    <a:pt x="9525" y="21050"/>
                  </a:cubicBezTo>
                  <a:cubicBezTo>
                    <a:pt x="9525" y="14669"/>
                    <a:pt x="14668" y="9525"/>
                    <a:pt x="21050" y="9525"/>
                  </a:cubicBezTo>
                  <a:moveTo>
                    <a:pt x="21050" y="0"/>
                  </a:moveTo>
                  <a:cubicBezTo>
                    <a:pt x="9430" y="0"/>
                    <a:pt x="0" y="9430"/>
                    <a:pt x="0" y="21050"/>
                  </a:cubicBezTo>
                  <a:cubicBezTo>
                    <a:pt x="0" y="32671"/>
                    <a:pt x="9430" y="42101"/>
                    <a:pt x="21050" y="42101"/>
                  </a:cubicBezTo>
                  <a:cubicBezTo>
                    <a:pt x="32671" y="42101"/>
                    <a:pt x="42100" y="32671"/>
                    <a:pt x="42100" y="21050"/>
                  </a:cubicBezTo>
                  <a:cubicBezTo>
                    <a:pt x="42100" y="9430"/>
                    <a:pt x="32671" y="0"/>
                    <a:pt x="21050" y="0"/>
                  </a:cubicBezTo>
                  <a:lnTo>
                    <a:pt x="21050" y="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EFF26A72-F969-4061-9114-B255DF50D755}"/>
                </a:ext>
              </a:extLst>
            </p:cNvPr>
            <p:cNvSpPr/>
            <p:nvPr/>
          </p:nvSpPr>
          <p:spPr>
            <a:xfrm>
              <a:off x="5718745" y="2234565"/>
              <a:ext cx="27908" cy="9525"/>
            </a:xfrm>
            <a:custGeom>
              <a:avLst/>
              <a:gdLst>
                <a:gd name="connsiteX0" fmla="*/ 0 w 27908"/>
                <a:gd name="connsiteY0" fmla="*/ 0 h 9525"/>
                <a:gd name="connsiteX1" fmla="*/ 27908 w 27908"/>
                <a:gd name="connsiteY1" fmla="*/ 0 h 9525"/>
                <a:gd name="connsiteX2" fmla="*/ 27908 w 27908"/>
                <a:gd name="connsiteY2" fmla="*/ 9525 h 9525"/>
                <a:gd name="connsiteX3" fmla="*/ 0 w 27908"/>
                <a:gd name="connsiteY3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908" h="9525">
                  <a:moveTo>
                    <a:pt x="0" y="0"/>
                  </a:moveTo>
                  <a:lnTo>
                    <a:pt x="27908" y="0"/>
                  </a:lnTo>
                  <a:lnTo>
                    <a:pt x="27908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52B5B03F-12C6-42D0-AF68-9043D865829B}"/>
                </a:ext>
              </a:extLst>
            </p:cNvPr>
            <p:cNvSpPr/>
            <p:nvPr/>
          </p:nvSpPr>
          <p:spPr>
            <a:xfrm>
              <a:off x="5749701" y="2303335"/>
              <a:ext cx="7143" cy="20764"/>
            </a:xfrm>
            <a:custGeom>
              <a:avLst/>
              <a:gdLst>
                <a:gd name="connsiteX0" fmla="*/ 0 w 7143"/>
                <a:gd name="connsiteY0" fmla="*/ 0 h 20764"/>
                <a:gd name="connsiteX1" fmla="*/ 7144 w 7143"/>
                <a:gd name="connsiteY1" fmla="*/ 0 h 20764"/>
                <a:gd name="connsiteX2" fmla="*/ 7144 w 7143"/>
                <a:gd name="connsiteY2" fmla="*/ 20765 h 20764"/>
                <a:gd name="connsiteX3" fmla="*/ 0 w 7143"/>
                <a:gd name="connsiteY3" fmla="*/ 20765 h 2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43" h="20764">
                  <a:moveTo>
                    <a:pt x="0" y="0"/>
                  </a:moveTo>
                  <a:lnTo>
                    <a:pt x="7144" y="0"/>
                  </a:lnTo>
                  <a:lnTo>
                    <a:pt x="7144" y="20765"/>
                  </a:lnTo>
                  <a:lnTo>
                    <a:pt x="0" y="20765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1410D3AD-F94F-4181-9D7B-E91FA94DC662}"/>
                </a:ext>
              </a:extLst>
            </p:cNvPr>
            <p:cNvSpPr/>
            <p:nvPr/>
          </p:nvSpPr>
          <p:spPr>
            <a:xfrm>
              <a:off x="5768847" y="2303335"/>
              <a:ext cx="7143" cy="20764"/>
            </a:xfrm>
            <a:custGeom>
              <a:avLst/>
              <a:gdLst>
                <a:gd name="connsiteX0" fmla="*/ 0 w 7143"/>
                <a:gd name="connsiteY0" fmla="*/ 0 h 20764"/>
                <a:gd name="connsiteX1" fmla="*/ 7144 w 7143"/>
                <a:gd name="connsiteY1" fmla="*/ 0 h 20764"/>
                <a:gd name="connsiteX2" fmla="*/ 7144 w 7143"/>
                <a:gd name="connsiteY2" fmla="*/ 20765 h 20764"/>
                <a:gd name="connsiteX3" fmla="*/ 0 w 7143"/>
                <a:gd name="connsiteY3" fmla="*/ 20765 h 2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43" h="20764">
                  <a:moveTo>
                    <a:pt x="0" y="0"/>
                  </a:moveTo>
                  <a:lnTo>
                    <a:pt x="7144" y="0"/>
                  </a:lnTo>
                  <a:lnTo>
                    <a:pt x="7144" y="20765"/>
                  </a:lnTo>
                  <a:lnTo>
                    <a:pt x="0" y="20765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77E81858-C65B-4959-884C-AA15B41F0082}"/>
                </a:ext>
              </a:extLst>
            </p:cNvPr>
            <p:cNvSpPr/>
            <p:nvPr/>
          </p:nvSpPr>
          <p:spPr>
            <a:xfrm>
              <a:off x="5787992" y="2303335"/>
              <a:ext cx="7143" cy="20764"/>
            </a:xfrm>
            <a:custGeom>
              <a:avLst/>
              <a:gdLst>
                <a:gd name="connsiteX0" fmla="*/ 0 w 7143"/>
                <a:gd name="connsiteY0" fmla="*/ 0 h 20764"/>
                <a:gd name="connsiteX1" fmla="*/ 7144 w 7143"/>
                <a:gd name="connsiteY1" fmla="*/ 0 h 20764"/>
                <a:gd name="connsiteX2" fmla="*/ 7144 w 7143"/>
                <a:gd name="connsiteY2" fmla="*/ 20765 h 20764"/>
                <a:gd name="connsiteX3" fmla="*/ 0 w 7143"/>
                <a:gd name="connsiteY3" fmla="*/ 20765 h 2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43" h="20764">
                  <a:moveTo>
                    <a:pt x="0" y="0"/>
                  </a:moveTo>
                  <a:lnTo>
                    <a:pt x="7144" y="0"/>
                  </a:lnTo>
                  <a:lnTo>
                    <a:pt x="7144" y="20765"/>
                  </a:lnTo>
                  <a:lnTo>
                    <a:pt x="0" y="20765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42B6C6DE-2C7F-491E-9F7C-DBF43451FD3D}"/>
                </a:ext>
              </a:extLst>
            </p:cNvPr>
            <p:cNvSpPr/>
            <p:nvPr/>
          </p:nvSpPr>
          <p:spPr>
            <a:xfrm>
              <a:off x="5807137" y="2303335"/>
              <a:ext cx="7143" cy="20764"/>
            </a:xfrm>
            <a:custGeom>
              <a:avLst/>
              <a:gdLst>
                <a:gd name="connsiteX0" fmla="*/ 0 w 7143"/>
                <a:gd name="connsiteY0" fmla="*/ 0 h 20764"/>
                <a:gd name="connsiteX1" fmla="*/ 7144 w 7143"/>
                <a:gd name="connsiteY1" fmla="*/ 0 h 20764"/>
                <a:gd name="connsiteX2" fmla="*/ 7144 w 7143"/>
                <a:gd name="connsiteY2" fmla="*/ 20765 h 20764"/>
                <a:gd name="connsiteX3" fmla="*/ 0 w 7143"/>
                <a:gd name="connsiteY3" fmla="*/ 20765 h 2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43" h="20764">
                  <a:moveTo>
                    <a:pt x="0" y="0"/>
                  </a:moveTo>
                  <a:lnTo>
                    <a:pt x="7144" y="0"/>
                  </a:lnTo>
                  <a:lnTo>
                    <a:pt x="7144" y="20765"/>
                  </a:lnTo>
                  <a:lnTo>
                    <a:pt x="0" y="20765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77F1C303-6E17-407E-A01F-3CD92D68F650}"/>
                </a:ext>
              </a:extLst>
            </p:cNvPr>
            <p:cNvSpPr/>
            <p:nvPr/>
          </p:nvSpPr>
          <p:spPr>
            <a:xfrm>
              <a:off x="5730556" y="2303335"/>
              <a:ext cx="102870" cy="24288"/>
            </a:xfrm>
            <a:custGeom>
              <a:avLst/>
              <a:gdLst>
                <a:gd name="connsiteX0" fmla="*/ 102870 w 102870"/>
                <a:gd name="connsiteY0" fmla="*/ 24289 h 24288"/>
                <a:gd name="connsiteX1" fmla="*/ 0 w 102870"/>
                <a:gd name="connsiteY1" fmla="*/ 24289 h 24288"/>
                <a:gd name="connsiteX2" fmla="*/ 0 w 102870"/>
                <a:gd name="connsiteY2" fmla="*/ 0 h 24288"/>
                <a:gd name="connsiteX3" fmla="*/ 7144 w 102870"/>
                <a:gd name="connsiteY3" fmla="*/ 0 h 24288"/>
                <a:gd name="connsiteX4" fmla="*/ 7144 w 102870"/>
                <a:gd name="connsiteY4" fmla="*/ 17145 h 24288"/>
                <a:gd name="connsiteX5" fmla="*/ 95726 w 102870"/>
                <a:gd name="connsiteY5" fmla="*/ 17145 h 24288"/>
                <a:gd name="connsiteX6" fmla="*/ 95726 w 102870"/>
                <a:gd name="connsiteY6" fmla="*/ 0 h 24288"/>
                <a:gd name="connsiteX7" fmla="*/ 102870 w 102870"/>
                <a:gd name="connsiteY7" fmla="*/ 0 h 24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2870" h="24288">
                  <a:moveTo>
                    <a:pt x="102870" y="24289"/>
                  </a:moveTo>
                  <a:lnTo>
                    <a:pt x="0" y="24289"/>
                  </a:lnTo>
                  <a:lnTo>
                    <a:pt x="0" y="0"/>
                  </a:lnTo>
                  <a:lnTo>
                    <a:pt x="7144" y="0"/>
                  </a:lnTo>
                  <a:lnTo>
                    <a:pt x="7144" y="17145"/>
                  </a:lnTo>
                  <a:lnTo>
                    <a:pt x="95726" y="17145"/>
                  </a:lnTo>
                  <a:lnTo>
                    <a:pt x="95726" y="0"/>
                  </a:lnTo>
                  <a:lnTo>
                    <a:pt x="102870" y="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507" name="Freeform: Shape 506">
            <a:extLst>
              <a:ext uri="{FF2B5EF4-FFF2-40B4-BE49-F238E27FC236}">
                <a16:creationId xmlns:a16="http://schemas.microsoft.com/office/drawing/2014/main" id="{F8824978-3D88-4C83-8A26-2154F6C6A62F}"/>
              </a:ext>
            </a:extLst>
          </p:cNvPr>
          <p:cNvSpPr/>
          <p:nvPr/>
        </p:nvSpPr>
        <p:spPr>
          <a:xfrm>
            <a:off x="5495910" y="2210909"/>
            <a:ext cx="228695" cy="228696"/>
          </a:xfrm>
          <a:custGeom>
            <a:avLst/>
            <a:gdLst>
              <a:gd name="connsiteX0" fmla="*/ 38290 w 228695"/>
              <a:gd name="connsiteY0" fmla="*/ 200121 h 228696"/>
              <a:gd name="connsiteX1" fmla="*/ 45434 w 228695"/>
              <a:gd name="connsiteY1" fmla="*/ 200121 h 228696"/>
              <a:gd name="connsiteX2" fmla="*/ 45434 w 228695"/>
              <a:gd name="connsiteY2" fmla="*/ 228696 h 228696"/>
              <a:gd name="connsiteX3" fmla="*/ 38290 w 228695"/>
              <a:gd name="connsiteY3" fmla="*/ 228696 h 228696"/>
              <a:gd name="connsiteX4" fmla="*/ 200120 w 228695"/>
              <a:gd name="connsiteY4" fmla="*/ 183166 h 228696"/>
              <a:gd name="connsiteX5" fmla="*/ 228695 w 228695"/>
              <a:gd name="connsiteY5" fmla="*/ 183166 h 228696"/>
              <a:gd name="connsiteX6" fmla="*/ 228695 w 228695"/>
              <a:gd name="connsiteY6" fmla="*/ 190310 h 228696"/>
              <a:gd name="connsiteX7" fmla="*/ 200120 w 228695"/>
              <a:gd name="connsiteY7" fmla="*/ 190310 h 228696"/>
              <a:gd name="connsiteX8" fmla="*/ 164115 w 228695"/>
              <a:gd name="connsiteY8" fmla="*/ 164116 h 228696"/>
              <a:gd name="connsiteX9" fmla="*/ 180784 w 228695"/>
              <a:gd name="connsiteY9" fmla="*/ 164116 h 228696"/>
              <a:gd name="connsiteX10" fmla="*/ 180784 w 228695"/>
              <a:gd name="connsiteY10" fmla="*/ 180785 h 228696"/>
              <a:gd name="connsiteX11" fmla="*/ 164115 w 228695"/>
              <a:gd name="connsiteY11" fmla="*/ 180785 h 228696"/>
              <a:gd name="connsiteX12" fmla="*/ 135064 w 228695"/>
              <a:gd name="connsiteY12" fmla="*/ 164116 h 228696"/>
              <a:gd name="connsiteX13" fmla="*/ 151733 w 228695"/>
              <a:gd name="connsiteY13" fmla="*/ 164116 h 228696"/>
              <a:gd name="connsiteX14" fmla="*/ 151733 w 228695"/>
              <a:gd name="connsiteY14" fmla="*/ 180785 h 228696"/>
              <a:gd name="connsiteX15" fmla="*/ 135064 w 228695"/>
              <a:gd name="connsiteY15" fmla="*/ 180785 h 228696"/>
              <a:gd name="connsiteX16" fmla="*/ 106013 w 228695"/>
              <a:gd name="connsiteY16" fmla="*/ 164116 h 228696"/>
              <a:gd name="connsiteX17" fmla="*/ 122682 w 228695"/>
              <a:gd name="connsiteY17" fmla="*/ 164116 h 228696"/>
              <a:gd name="connsiteX18" fmla="*/ 122682 w 228695"/>
              <a:gd name="connsiteY18" fmla="*/ 180785 h 228696"/>
              <a:gd name="connsiteX19" fmla="*/ 106013 w 228695"/>
              <a:gd name="connsiteY19" fmla="*/ 180785 h 228696"/>
              <a:gd name="connsiteX20" fmla="*/ 76962 w 228695"/>
              <a:gd name="connsiteY20" fmla="*/ 164116 h 228696"/>
              <a:gd name="connsiteX21" fmla="*/ 93631 w 228695"/>
              <a:gd name="connsiteY21" fmla="*/ 164116 h 228696"/>
              <a:gd name="connsiteX22" fmla="*/ 93631 w 228695"/>
              <a:gd name="connsiteY22" fmla="*/ 180785 h 228696"/>
              <a:gd name="connsiteX23" fmla="*/ 76962 w 228695"/>
              <a:gd name="connsiteY23" fmla="*/ 180785 h 228696"/>
              <a:gd name="connsiteX24" fmla="*/ 47910 w 228695"/>
              <a:gd name="connsiteY24" fmla="*/ 164116 h 228696"/>
              <a:gd name="connsiteX25" fmla="*/ 64579 w 228695"/>
              <a:gd name="connsiteY25" fmla="*/ 164116 h 228696"/>
              <a:gd name="connsiteX26" fmla="*/ 64579 w 228695"/>
              <a:gd name="connsiteY26" fmla="*/ 180785 h 228696"/>
              <a:gd name="connsiteX27" fmla="*/ 47910 w 228695"/>
              <a:gd name="connsiteY27" fmla="*/ 180785 h 228696"/>
              <a:gd name="connsiteX28" fmla="*/ 164115 w 228695"/>
              <a:gd name="connsiteY28" fmla="*/ 135065 h 228696"/>
              <a:gd name="connsiteX29" fmla="*/ 180784 w 228695"/>
              <a:gd name="connsiteY29" fmla="*/ 135065 h 228696"/>
              <a:gd name="connsiteX30" fmla="*/ 180784 w 228695"/>
              <a:gd name="connsiteY30" fmla="*/ 151734 h 228696"/>
              <a:gd name="connsiteX31" fmla="*/ 164115 w 228695"/>
              <a:gd name="connsiteY31" fmla="*/ 151734 h 228696"/>
              <a:gd name="connsiteX32" fmla="*/ 47910 w 228695"/>
              <a:gd name="connsiteY32" fmla="*/ 135065 h 228696"/>
              <a:gd name="connsiteX33" fmla="*/ 64579 w 228695"/>
              <a:gd name="connsiteY33" fmla="*/ 135065 h 228696"/>
              <a:gd name="connsiteX34" fmla="*/ 64579 w 228695"/>
              <a:gd name="connsiteY34" fmla="*/ 151734 h 228696"/>
              <a:gd name="connsiteX35" fmla="*/ 47910 w 228695"/>
              <a:gd name="connsiteY35" fmla="*/ 151734 h 228696"/>
              <a:gd name="connsiteX36" fmla="*/ 200120 w 228695"/>
              <a:gd name="connsiteY36" fmla="*/ 125254 h 228696"/>
              <a:gd name="connsiteX37" fmla="*/ 228695 w 228695"/>
              <a:gd name="connsiteY37" fmla="*/ 125254 h 228696"/>
              <a:gd name="connsiteX38" fmla="*/ 228695 w 228695"/>
              <a:gd name="connsiteY38" fmla="*/ 132398 h 228696"/>
              <a:gd name="connsiteX39" fmla="*/ 200120 w 228695"/>
              <a:gd name="connsiteY39" fmla="*/ 132398 h 228696"/>
              <a:gd name="connsiteX40" fmla="*/ 164115 w 228695"/>
              <a:gd name="connsiteY40" fmla="*/ 106014 h 228696"/>
              <a:gd name="connsiteX41" fmla="*/ 180784 w 228695"/>
              <a:gd name="connsiteY41" fmla="*/ 106014 h 228696"/>
              <a:gd name="connsiteX42" fmla="*/ 180784 w 228695"/>
              <a:gd name="connsiteY42" fmla="*/ 122683 h 228696"/>
              <a:gd name="connsiteX43" fmla="*/ 164115 w 228695"/>
              <a:gd name="connsiteY43" fmla="*/ 122683 h 228696"/>
              <a:gd name="connsiteX44" fmla="*/ 47910 w 228695"/>
              <a:gd name="connsiteY44" fmla="*/ 106014 h 228696"/>
              <a:gd name="connsiteX45" fmla="*/ 64579 w 228695"/>
              <a:gd name="connsiteY45" fmla="*/ 106014 h 228696"/>
              <a:gd name="connsiteX46" fmla="*/ 64579 w 228695"/>
              <a:gd name="connsiteY46" fmla="*/ 122683 h 228696"/>
              <a:gd name="connsiteX47" fmla="*/ 47910 w 228695"/>
              <a:gd name="connsiteY47" fmla="*/ 122683 h 228696"/>
              <a:gd name="connsiteX48" fmla="*/ 200120 w 228695"/>
              <a:gd name="connsiteY48" fmla="*/ 96298 h 228696"/>
              <a:gd name="connsiteX49" fmla="*/ 228695 w 228695"/>
              <a:gd name="connsiteY49" fmla="*/ 96298 h 228696"/>
              <a:gd name="connsiteX50" fmla="*/ 228695 w 228695"/>
              <a:gd name="connsiteY50" fmla="*/ 103442 h 228696"/>
              <a:gd name="connsiteX51" fmla="*/ 200120 w 228695"/>
              <a:gd name="connsiteY51" fmla="*/ 103442 h 228696"/>
              <a:gd name="connsiteX52" fmla="*/ 164115 w 228695"/>
              <a:gd name="connsiteY52" fmla="*/ 76962 h 228696"/>
              <a:gd name="connsiteX53" fmla="*/ 180784 w 228695"/>
              <a:gd name="connsiteY53" fmla="*/ 76962 h 228696"/>
              <a:gd name="connsiteX54" fmla="*/ 180784 w 228695"/>
              <a:gd name="connsiteY54" fmla="*/ 93631 h 228696"/>
              <a:gd name="connsiteX55" fmla="*/ 164115 w 228695"/>
              <a:gd name="connsiteY55" fmla="*/ 93631 h 228696"/>
              <a:gd name="connsiteX56" fmla="*/ 47910 w 228695"/>
              <a:gd name="connsiteY56" fmla="*/ 76962 h 228696"/>
              <a:gd name="connsiteX57" fmla="*/ 64579 w 228695"/>
              <a:gd name="connsiteY57" fmla="*/ 76962 h 228696"/>
              <a:gd name="connsiteX58" fmla="*/ 64579 w 228695"/>
              <a:gd name="connsiteY58" fmla="*/ 93631 h 228696"/>
              <a:gd name="connsiteX59" fmla="*/ 47910 w 228695"/>
              <a:gd name="connsiteY59" fmla="*/ 93631 h 228696"/>
              <a:gd name="connsiteX60" fmla="*/ 200120 w 228695"/>
              <a:gd name="connsiteY60" fmla="*/ 67437 h 228696"/>
              <a:gd name="connsiteX61" fmla="*/ 228695 w 228695"/>
              <a:gd name="connsiteY61" fmla="*/ 67437 h 228696"/>
              <a:gd name="connsiteX62" fmla="*/ 228695 w 228695"/>
              <a:gd name="connsiteY62" fmla="*/ 74581 h 228696"/>
              <a:gd name="connsiteX63" fmla="*/ 200120 w 228695"/>
              <a:gd name="connsiteY63" fmla="*/ 74581 h 228696"/>
              <a:gd name="connsiteX64" fmla="*/ 164115 w 228695"/>
              <a:gd name="connsiteY64" fmla="*/ 47911 h 228696"/>
              <a:gd name="connsiteX65" fmla="*/ 180784 w 228695"/>
              <a:gd name="connsiteY65" fmla="*/ 47911 h 228696"/>
              <a:gd name="connsiteX66" fmla="*/ 180784 w 228695"/>
              <a:gd name="connsiteY66" fmla="*/ 64580 h 228696"/>
              <a:gd name="connsiteX67" fmla="*/ 164115 w 228695"/>
              <a:gd name="connsiteY67" fmla="*/ 64580 h 228696"/>
              <a:gd name="connsiteX68" fmla="*/ 135064 w 228695"/>
              <a:gd name="connsiteY68" fmla="*/ 47911 h 228696"/>
              <a:gd name="connsiteX69" fmla="*/ 151733 w 228695"/>
              <a:gd name="connsiteY69" fmla="*/ 47911 h 228696"/>
              <a:gd name="connsiteX70" fmla="*/ 151733 w 228695"/>
              <a:gd name="connsiteY70" fmla="*/ 64580 h 228696"/>
              <a:gd name="connsiteX71" fmla="*/ 135064 w 228695"/>
              <a:gd name="connsiteY71" fmla="*/ 64580 h 228696"/>
              <a:gd name="connsiteX72" fmla="*/ 106013 w 228695"/>
              <a:gd name="connsiteY72" fmla="*/ 47911 h 228696"/>
              <a:gd name="connsiteX73" fmla="*/ 122682 w 228695"/>
              <a:gd name="connsiteY73" fmla="*/ 47911 h 228696"/>
              <a:gd name="connsiteX74" fmla="*/ 122682 w 228695"/>
              <a:gd name="connsiteY74" fmla="*/ 64580 h 228696"/>
              <a:gd name="connsiteX75" fmla="*/ 106013 w 228695"/>
              <a:gd name="connsiteY75" fmla="*/ 64580 h 228696"/>
              <a:gd name="connsiteX76" fmla="*/ 76962 w 228695"/>
              <a:gd name="connsiteY76" fmla="*/ 47911 h 228696"/>
              <a:gd name="connsiteX77" fmla="*/ 93631 w 228695"/>
              <a:gd name="connsiteY77" fmla="*/ 47911 h 228696"/>
              <a:gd name="connsiteX78" fmla="*/ 93631 w 228695"/>
              <a:gd name="connsiteY78" fmla="*/ 64580 h 228696"/>
              <a:gd name="connsiteX79" fmla="*/ 76962 w 228695"/>
              <a:gd name="connsiteY79" fmla="*/ 64580 h 228696"/>
              <a:gd name="connsiteX80" fmla="*/ 47910 w 228695"/>
              <a:gd name="connsiteY80" fmla="*/ 47911 h 228696"/>
              <a:gd name="connsiteX81" fmla="*/ 64579 w 228695"/>
              <a:gd name="connsiteY81" fmla="*/ 47911 h 228696"/>
              <a:gd name="connsiteX82" fmla="*/ 64579 w 228695"/>
              <a:gd name="connsiteY82" fmla="*/ 64580 h 228696"/>
              <a:gd name="connsiteX83" fmla="*/ 47910 w 228695"/>
              <a:gd name="connsiteY83" fmla="*/ 64580 h 228696"/>
              <a:gd name="connsiteX84" fmla="*/ 200120 w 228695"/>
              <a:gd name="connsiteY84" fmla="*/ 38481 h 228696"/>
              <a:gd name="connsiteX85" fmla="*/ 228695 w 228695"/>
              <a:gd name="connsiteY85" fmla="*/ 38481 h 228696"/>
              <a:gd name="connsiteX86" fmla="*/ 228695 w 228695"/>
              <a:gd name="connsiteY86" fmla="*/ 45625 h 228696"/>
              <a:gd name="connsiteX87" fmla="*/ 200120 w 228695"/>
              <a:gd name="connsiteY87" fmla="*/ 45625 h 228696"/>
              <a:gd name="connsiteX88" fmla="*/ 38100 w 228695"/>
              <a:gd name="connsiteY88" fmla="*/ 38100 h 228696"/>
              <a:gd name="connsiteX89" fmla="*/ 38100 w 228695"/>
              <a:gd name="connsiteY89" fmla="*/ 190500 h 228696"/>
              <a:gd name="connsiteX90" fmla="*/ 190500 w 228695"/>
              <a:gd name="connsiteY90" fmla="*/ 190500 h 228696"/>
              <a:gd name="connsiteX91" fmla="*/ 190500 w 228695"/>
              <a:gd name="connsiteY91" fmla="*/ 38100 h 228696"/>
              <a:gd name="connsiteX92" fmla="*/ 38290 w 228695"/>
              <a:gd name="connsiteY92" fmla="*/ 0 h 228696"/>
              <a:gd name="connsiteX93" fmla="*/ 45434 w 228695"/>
              <a:gd name="connsiteY93" fmla="*/ 0 h 228696"/>
              <a:gd name="connsiteX94" fmla="*/ 45434 w 228695"/>
              <a:gd name="connsiteY94" fmla="*/ 28575 h 228696"/>
              <a:gd name="connsiteX95" fmla="*/ 67341 w 228695"/>
              <a:gd name="connsiteY95" fmla="*/ 28575 h 228696"/>
              <a:gd name="connsiteX96" fmla="*/ 67341 w 228695"/>
              <a:gd name="connsiteY96" fmla="*/ 0 h 228696"/>
              <a:gd name="connsiteX97" fmla="*/ 74485 w 228695"/>
              <a:gd name="connsiteY97" fmla="*/ 0 h 228696"/>
              <a:gd name="connsiteX98" fmla="*/ 74485 w 228695"/>
              <a:gd name="connsiteY98" fmla="*/ 28575 h 228696"/>
              <a:gd name="connsiteX99" fmla="*/ 96297 w 228695"/>
              <a:gd name="connsiteY99" fmla="*/ 28575 h 228696"/>
              <a:gd name="connsiteX100" fmla="*/ 96297 w 228695"/>
              <a:gd name="connsiteY100" fmla="*/ 0 h 228696"/>
              <a:gd name="connsiteX101" fmla="*/ 103441 w 228695"/>
              <a:gd name="connsiteY101" fmla="*/ 0 h 228696"/>
              <a:gd name="connsiteX102" fmla="*/ 103441 w 228695"/>
              <a:gd name="connsiteY102" fmla="*/ 28575 h 228696"/>
              <a:gd name="connsiteX103" fmla="*/ 125253 w 228695"/>
              <a:gd name="connsiteY103" fmla="*/ 28575 h 228696"/>
              <a:gd name="connsiteX104" fmla="*/ 125253 w 228695"/>
              <a:gd name="connsiteY104" fmla="*/ 0 h 228696"/>
              <a:gd name="connsiteX105" fmla="*/ 132397 w 228695"/>
              <a:gd name="connsiteY105" fmla="*/ 0 h 228696"/>
              <a:gd name="connsiteX106" fmla="*/ 132397 w 228695"/>
              <a:gd name="connsiteY106" fmla="*/ 28575 h 228696"/>
              <a:gd name="connsiteX107" fmla="*/ 154209 w 228695"/>
              <a:gd name="connsiteY107" fmla="*/ 28575 h 228696"/>
              <a:gd name="connsiteX108" fmla="*/ 154209 w 228695"/>
              <a:gd name="connsiteY108" fmla="*/ 0 h 228696"/>
              <a:gd name="connsiteX109" fmla="*/ 161353 w 228695"/>
              <a:gd name="connsiteY109" fmla="*/ 0 h 228696"/>
              <a:gd name="connsiteX110" fmla="*/ 161353 w 228695"/>
              <a:gd name="connsiteY110" fmla="*/ 28575 h 228696"/>
              <a:gd name="connsiteX111" fmla="*/ 183165 w 228695"/>
              <a:gd name="connsiteY111" fmla="*/ 28575 h 228696"/>
              <a:gd name="connsiteX112" fmla="*/ 183165 w 228695"/>
              <a:gd name="connsiteY112" fmla="*/ 0 h 228696"/>
              <a:gd name="connsiteX113" fmla="*/ 190309 w 228695"/>
              <a:gd name="connsiteY113" fmla="*/ 0 h 228696"/>
              <a:gd name="connsiteX114" fmla="*/ 190309 w 228695"/>
              <a:gd name="connsiteY114" fmla="*/ 28575 h 228696"/>
              <a:gd name="connsiteX115" fmla="*/ 200025 w 228695"/>
              <a:gd name="connsiteY115" fmla="*/ 28575 h 228696"/>
              <a:gd name="connsiteX116" fmla="*/ 200025 w 228695"/>
              <a:gd name="connsiteY116" fmla="*/ 154210 h 228696"/>
              <a:gd name="connsiteX117" fmla="*/ 228600 w 228695"/>
              <a:gd name="connsiteY117" fmla="*/ 154210 h 228696"/>
              <a:gd name="connsiteX118" fmla="*/ 228600 w 228695"/>
              <a:gd name="connsiteY118" fmla="*/ 161354 h 228696"/>
              <a:gd name="connsiteX119" fmla="*/ 200025 w 228695"/>
              <a:gd name="connsiteY119" fmla="*/ 161354 h 228696"/>
              <a:gd name="connsiteX120" fmla="*/ 200025 w 228695"/>
              <a:gd name="connsiteY120" fmla="*/ 200025 h 228696"/>
              <a:gd name="connsiteX121" fmla="*/ 190309 w 228695"/>
              <a:gd name="connsiteY121" fmla="*/ 200025 h 228696"/>
              <a:gd name="connsiteX122" fmla="*/ 190309 w 228695"/>
              <a:gd name="connsiteY122" fmla="*/ 228600 h 228696"/>
              <a:gd name="connsiteX123" fmla="*/ 183165 w 228695"/>
              <a:gd name="connsiteY123" fmla="*/ 228600 h 228696"/>
              <a:gd name="connsiteX124" fmla="*/ 183165 w 228695"/>
              <a:gd name="connsiteY124" fmla="*/ 200025 h 228696"/>
              <a:gd name="connsiteX125" fmla="*/ 161353 w 228695"/>
              <a:gd name="connsiteY125" fmla="*/ 200025 h 228696"/>
              <a:gd name="connsiteX126" fmla="*/ 161353 w 228695"/>
              <a:gd name="connsiteY126" fmla="*/ 228600 h 228696"/>
              <a:gd name="connsiteX127" fmla="*/ 154209 w 228695"/>
              <a:gd name="connsiteY127" fmla="*/ 228600 h 228696"/>
              <a:gd name="connsiteX128" fmla="*/ 154209 w 228695"/>
              <a:gd name="connsiteY128" fmla="*/ 200025 h 228696"/>
              <a:gd name="connsiteX129" fmla="*/ 132397 w 228695"/>
              <a:gd name="connsiteY129" fmla="*/ 200025 h 228696"/>
              <a:gd name="connsiteX130" fmla="*/ 132397 w 228695"/>
              <a:gd name="connsiteY130" fmla="*/ 228600 h 228696"/>
              <a:gd name="connsiteX131" fmla="*/ 125253 w 228695"/>
              <a:gd name="connsiteY131" fmla="*/ 228600 h 228696"/>
              <a:gd name="connsiteX132" fmla="*/ 125253 w 228695"/>
              <a:gd name="connsiteY132" fmla="*/ 200025 h 228696"/>
              <a:gd name="connsiteX133" fmla="*/ 103441 w 228695"/>
              <a:gd name="connsiteY133" fmla="*/ 200025 h 228696"/>
              <a:gd name="connsiteX134" fmla="*/ 103441 w 228695"/>
              <a:gd name="connsiteY134" fmla="*/ 228600 h 228696"/>
              <a:gd name="connsiteX135" fmla="*/ 96297 w 228695"/>
              <a:gd name="connsiteY135" fmla="*/ 228600 h 228696"/>
              <a:gd name="connsiteX136" fmla="*/ 96297 w 228695"/>
              <a:gd name="connsiteY136" fmla="*/ 200025 h 228696"/>
              <a:gd name="connsiteX137" fmla="*/ 74485 w 228695"/>
              <a:gd name="connsiteY137" fmla="*/ 200025 h 228696"/>
              <a:gd name="connsiteX138" fmla="*/ 74485 w 228695"/>
              <a:gd name="connsiteY138" fmla="*/ 228600 h 228696"/>
              <a:gd name="connsiteX139" fmla="*/ 67341 w 228695"/>
              <a:gd name="connsiteY139" fmla="*/ 228600 h 228696"/>
              <a:gd name="connsiteX140" fmla="*/ 67341 w 228695"/>
              <a:gd name="connsiteY140" fmla="*/ 200025 h 228696"/>
              <a:gd name="connsiteX141" fmla="*/ 28575 w 228695"/>
              <a:gd name="connsiteY141" fmla="*/ 200025 h 228696"/>
              <a:gd name="connsiteX142" fmla="*/ 28575 w 228695"/>
              <a:gd name="connsiteY142" fmla="*/ 190310 h 228696"/>
              <a:gd name="connsiteX143" fmla="*/ 0 w 228695"/>
              <a:gd name="connsiteY143" fmla="*/ 190310 h 228696"/>
              <a:gd name="connsiteX144" fmla="*/ 0 w 228695"/>
              <a:gd name="connsiteY144" fmla="*/ 183166 h 228696"/>
              <a:gd name="connsiteX145" fmla="*/ 28575 w 228695"/>
              <a:gd name="connsiteY145" fmla="*/ 183166 h 228696"/>
              <a:gd name="connsiteX146" fmla="*/ 28575 w 228695"/>
              <a:gd name="connsiteY146" fmla="*/ 161354 h 228696"/>
              <a:gd name="connsiteX147" fmla="*/ 0 w 228695"/>
              <a:gd name="connsiteY147" fmla="*/ 161354 h 228696"/>
              <a:gd name="connsiteX148" fmla="*/ 0 w 228695"/>
              <a:gd name="connsiteY148" fmla="*/ 154210 h 228696"/>
              <a:gd name="connsiteX149" fmla="*/ 28575 w 228695"/>
              <a:gd name="connsiteY149" fmla="*/ 154210 h 228696"/>
              <a:gd name="connsiteX150" fmla="*/ 28575 w 228695"/>
              <a:gd name="connsiteY150" fmla="*/ 132398 h 228696"/>
              <a:gd name="connsiteX151" fmla="*/ 0 w 228695"/>
              <a:gd name="connsiteY151" fmla="*/ 132398 h 228696"/>
              <a:gd name="connsiteX152" fmla="*/ 0 w 228695"/>
              <a:gd name="connsiteY152" fmla="*/ 125254 h 228696"/>
              <a:gd name="connsiteX153" fmla="*/ 28575 w 228695"/>
              <a:gd name="connsiteY153" fmla="*/ 125254 h 228696"/>
              <a:gd name="connsiteX154" fmla="*/ 28575 w 228695"/>
              <a:gd name="connsiteY154" fmla="*/ 103442 h 228696"/>
              <a:gd name="connsiteX155" fmla="*/ 0 w 228695"/>
              <a:gd name="connsiteY155" fmla="*/ 103442 h 228696"/>
              <a:gd name="connsiteX156" fmla="*/ 0 w 228695"/>
              <a:gd name="connsiteY156" fmla="*/ 96298 h 228696"/>
              <a:gd name="connsiteX157" fmla="*/ 28575 w 228695"/>
              <a:gd name="connsiteY157" fmla="*/ 96298 h 228696"/>
              <a:gd name="connsiteX158" fmla="*/ 28575 w 228695"/>
              <a:gd name="connsiteY158" fmla="*/ 74581 h 228696"/>
              <a:gd name="connsiteX159" fmla="*/ 0 w 228695"/>
              <a:gd name="connsiteY159" fmla="*/ 74581 h 228696"/>
              <a:gd name="connsiteX160" fmla="*/ 0 w 228695"/>
              <a:gd name="connsiteY160" fmla="*/ 67437 h 228696"/>
              <a:gd name="connsiteX161" fmla="*/ 28575 w 228695"/>
              <a:gd name="connsiteY161" fmla="*/ 67437 h 228696"/>
              <a:gd name="connsiteX162" fmla="*/ 28575 w 228695"/>
              <a:gd name="connsiteY162" fmla="*/ 45625 h 228696"/>
              <a:gd name="connsiteX163" fmla="*/ 0 w 228695"/>
              <a:gd name="connsiteY163" fmla="*/ 45625 h 228696"/>
              <a:gd name="connsiteX164" fmla="*/ 0 w 228695"/>
              <a:gd name="connsiteY164" fmla="*/ 38481 h 228696"/>
              <a:gd name="connsiteX165" fmla="*/ 28575 w 228695"/>
              <a:gd name="connsiteY165" fmla="*/ 38481 h 228696"/>
              <a:gd name="connsiteX166" fmla="*/ 28575 w 228695"/>
              <a:gd name="connsiteY166" fmla="*/ 28575 h 228696"/>
              <a:gd name="connsiteX167" fmla="*/ 38290 w 228695"/>
              <a:gd name="connsiteY167" fmla="*/ 28575 h 228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</a:cxnLst>
            <a:rect l="l" t="t" r="r" b="b"/>
            <a:pathLst>
              <a:path w="228695" h="228696">
                <a:moveTo>
                  <a:pt x="38290" y="200121"/>
                </a:moveTo>
                <a:lnTo>
                  <a:pt x="45434" y="200121"/>
                </a:lnTo>
                <a:lnTo>
                  <a:pt x="45434" y="228696"/>
                </a:lnTo>
                <a:lnTo>
                  <a:pt x="38290" y="228696"/>
                </a:lnTo>
                <a:close/>
                <a:moveTo>
                  <a:pt x="200120" y="183166"/>
                </a:moveTo>
                <a:lnTo>
                  <a:pt x="228695" y="183166"/>
                </a:lnTo>
                <a:lnTo>
                  <a:pt x="228695" y="190310"/>
                </a:lnTo>
                <a:lnTo>
                  <a:pt x="200120" y="190310"/>
                </a:lnTo>
                <a:close/>
                <a:moveTo>
                  <a:pt x="164115" y="164116"/>
                </a:moveTo>
                <a:lnTo>
                  <a:pt x="180784" y="164116"/>
                </a:lnTo>
                <a:lnTo>
                  <a:pt x="180784" y="180785"/>
                </a:lnTo>
                <a:lnTo>
                  <a:pt x="164115" y="180785"/>
                </a:lnTo>
                <a:close/>
                <a:moveTo>
                  <a:pt x="135064" y="164116"/>
                </a:moveTo>
                <a:lnTo>
                  <a:pt x="151733" y="164116"/>
                </a:lnTo>
                <a:lnTo>
                  <a:pt x="151733" y="180785"/>
                </a:lnTo>
                <a:lnTo>
                  <a:pt x="135064" y="180785"/>
                </a:lnTo>
                <a:close/>
                <a:moveTo>
                  <a:pt x="106013" y="164116"/>
                </a:moveTo>
                <a:lnTo>
                  <a:pt x="122682" y="164116"/>
                </a:lnTo>
                <a:lnTo>
                  <a:pt x="122682" y="180785"/>
                </a:lnTo>
                <a:lnTo>
                  <a:pt x="106013" y="180785"/>
                </a:lnTo>
                <a:close/>
                <a:moveTo>
                  <a:pt x="76962" y="164116"/>
                </a:moveTo>
                <a:lnTo>
                  <a:pt x="93631" y="164116"/>
                </a:lnTo>
                <a:lnTo>
                  <a:pt x="93631" y="180785"/>
                </a:lnTo>
                <a:lnTo>
                  <a:pt x="76962" y="180785"/>
                </a:lnTo>
                <a:close/>
                <a:moveTo>
                  <a:pt x="47910" y="164116"/>
                </a:moveTo>
                <a:lnTo>
                  <a:pt x="64579" y="164116"/>
                </a:lnTo>
                <a:lnTo>
                  <a:pt x="64579" y="180785"/>
                </a:lnTo>
                <a:lnTo>
                  <a:pt x="47910" y="180785"/>
                </a:lnTo>
                <a:close/>
                <a:moveTo>
                  <a:pt x="164115" y="135065"/>
                </a:moveTo>
                <a:lnTo>
                  <a:pt x="180784" y="135065"/>
                </a:lnTo>
                <a:lnTo>
                  <a:pt x="180784" y="151734"/>
                </a:lnTo>
                <a:lnTo>
                  <a:pt x="164115" y="151734"/>
                </a:lnTo>
                <a:close/>
                <a:moveTo>
                  <a:pt x="47910" y="135065"/>
                </a:moveTo>
                <a:lnTo>
                  <a:pt x="64579" y="135065"/>
                </a:lnTo>
                <a:lnTo>
                  <a:pt x="64579" y="151734"/>
                </a:lnTo>
                <a:lnTo>
                  <a:pt x="47910" y="151734"/>
                </a:lnTo>
                <a:close/>
                <a:moveTo>
                  <a:pt x="200120" y="125254"/>
                </a:moveTo>
                <a:lnTo>
                  <a:pt x="228695" y="125254"/>
                </a:lnTo>
                <a:lnTo>
                  <a:pt x="228695" y="132398"/>
                </a:lnTo>
                <a:lnTo>
                  <a:pt x="200120" y="132398"/>
                </a:lnTo>
                <a:close/>
                <a:moveTo>
                  <a:pt x="164115" y="106014"/>
                </a:moveTo>
                <a:lnTo>
                  <a:pt x="180784" y="106014"/>
                </a:lnTo>
                <a:lnTo>
                  <a:pt x="180784" y="122683"/>
                </a:lnTo>
                <a:lnTo>
                  <a:pt x="164115" y="122683"/>
                </a:lnTo>
                <a:close/>
                <a:moveTo>
                  <a:pt x="47910" y="106014"/>
                </a:moveTo>
                <a:lnTo>
                  <a:pt x="64579" y="106014"/>
                </a:lnTo>
                <a:lnTo>
                  <a:pt x="64579" y="122683"/>
                </a:lnTo>
                <a:lnTo>
                  <a:pt x="47910" y="122683"/>
                </a:lnTo>
                <a:close/>
                <a:moveTo>
                  <a:pt x="200120" y="96298"/>
                </a:moveTo>
                <a:lnTo>
                  <a:pt x="228695" y="96298"/>
                </a:lnTo>
                <a:lnTo>
                  <a:pt x="228695" y="103442"/>
                </a:lnTo>
                <a:lnTo>
                  <a:pt x="200120" y="103442"/>
                </a:lnTo>
                <a:close/>
                <a:moveTo>
                  <a:pt x="164115" y="76962"/>
                </a:moveTo>
                <a:lnTo>
                  <a:pt x="180784" y="76962"/>
                </a:lnTo>
                <a:lnTo>
                  <a:pt x="180784" y="93631"/>
                </a:lnTo>
                <a:lnTo>
                  <a:pt x="164115" y="93631"/>
                </a:lnTo>
                <a:close/>
                <a:moveTo>
                  <a:pt x="47910" y="76962"/>
                </a:moveTo>
                <a:lnTo>
                  <a:pt x="64579" y="76962"/>
                </a:lnTo>
                <a:lnTo>
                  <a:pt x="64579" y="93631"/>
                </a:lnTo>
                <a:lnTo>
                  <a:pt x="47910" y="93631"/>
                </a:lnTo>
                <a:close/>
                <a:moveTo>
                  <a:pt x="200120" y="67437"/>
                </a:moveTo>
                <a:lnTo>
                  <a:pt x="228695" y="67437"/>
                </a:lnTo>
                <a:lnTo>
                  <a:pt x="228695" y="74581"/>
                </a:lnTo>
                <a:lnTo>
                  <a:pt x="200120" y="74581"/>
                </a:lnTo>
                <a:close/>
                <a:moveTo>
                  <a:pt x="164115" y="47911"/>
                </a:moveTo>
                <a:lnTo>
                  <a:pt x="180784" y="47911"/>
                </a:lnTo>
                <a:lnTo>
                  <a:pt x="180784" y="64580"/>
                </a:lnTo>
                <a:lnTo>
                  <a:pt x="164115" y="64580"/>
                </a:lnTo>
                <a:close/>
                <a:moveTo>
                  <a:pt x="135064" y="47911"/>
                </a:moveTo>
                <a:lnTo>
                  <a:pt x="151733" y="47911"/>
                </a:lnTo>
                <a:lnTo>
                  <a:pt x="151733" y="64580"/>
                </a:lnTo>
                <a:lnTo>
                  <a:pt x="135064" y="64580"/>
                </a:lnTo>
                <a:close/>
                <a:moveTo>
                  <a:pt x="106013" y="47911"/>
                </a:moveTo>
                <a:lnTo>
                  <a:pt x="122682" y="47911"/>
                </a:lnTo>
                <a:lnTo>
                  <a:pt x="122682" y="64580"/>
                </a:lnTo>
                <a:lnTo>
                  <a:pt x="106013" y="64580"/>
                </a:lnTo>
                <a:close/>
                <a:moveTo>
                  <a:pt x="76962" y="47911"/>
                </a:moveTo>
                <a:lnTo>
                  <a:pt x="93631" y="47911"/>
                </a:lnTo>
                <a:lnTo>
                  <a:pt x="93631" y="64580"/>
                </a:lnTo>
                <a:lnTo>
                  <a:pt x="76962" y="64580"/>
                </a:lnTo>
                <a:close/>
                <a:moveTo>
                  <a:pt x="47910" y="47911"/>
                </a:moveTo>
                <a:lnTo>
                  <a:pt x="64579" y="47911"/>
                </a:lnTo>
                <a:lnTo>
                  <a:pt x="64579" y="64580"/>
                </a:lnTo>
                <a:lnTo>
                  <a:pt x="47910" y="64580"/>
                </a:lnTo>
                <a:close/>
                <a:moveTo>
                  <a:pt x="200120" y="38481"/>
                </a:moveTo>
                <a:lnTo>
                  <a:pt x="228695" y="38481"/>
                </a:lnTo>
                <a:lnTo>
                  <a:pt x="228695" y="45625"/>
                </a:lnTo>
                <a:lnTo>
                  <a:pt x="200120" y="45625"/>
                </a:lnTo>
                <a:close/>
                <a:moveTo>
                  <a:pt x="38100" y="38100"/>
                </a:moveTo>
                <a:lnTo>
                  <a:pt x="38100" y="190500"/>
                </a:lnTo>
                <a:lnTo>
                  <a:pt x="190500" y="190500"/>
                </a:lnTo>
                <a:lnTo>
                  <a:pt x="190500" y="38100"/>
                </a:lnTo>
                <a:close/>
                <a:moveTo>
                  <a:pt x="38290" y="0"/>
                </a:moveTo>
                <a:lnTo>
                  <a:pt x="45434" y="0"/>
                </a:lnTo>
                <a:lnTo>
                  <a:pt x="45434" y="28575"/>
                </a:lnTo>
                <a:lnTo>
                  <a:pt x="67341" y="28575"/>
                </a:lnTo>
                <a:lnTo>
                  <a:pt x="67341" y="0"/>
                </a:lnTo>
                <a:lnTo>
                  <a:pt x="74485" y="0"/>
                </a:lnTo>
                <a:lnTo>
                  <a:pt x="74485" y="28575"/>
                </a:lnTo>
                <a:lnTo>
                  <a:pt x="96297" y="28575"/>
                </a:lnTo>
                <a:lnTo>
                  <a:pt x="96297" y="0"/>
                </a:lnTo>
                <a:lnTo>
                  <a:pt x="103441" y="0"/>
                </a:lnTo>
                <a:lnTo>
                  <a:pt x="103441" y="28575"/>
                </a:lnTo>
                <a:lnTo>
                  <a:pt x="125253" y="28575"/>
                </a:lnTo>
                <a:lnTo>
                  <a:pt x="125253" y="0"/>
                </a:lnTo>
                <a:lnTo>
                  <a:pt x="132397" y="0"/>
                </a:lnTo>
                <a:lnTo>
                  <a:pt x="132397" y="28575"/>
                </a:lnTo>
                <a:lnTo>
                  <a:pt x="154209" y="28575"/>
                </a:lnTo>
                <a:lnTo>
                  <a:pt x="154209" y="0"/>
                </a:lnTo>
                <a:lnTo>
                  <a:pt x="161353" y="0"/>
                </a:lnTo>
                <a:lnTo>
                  <a:pt x="161353" y="28575"/>
                </a:lnTo>
                <a:lnTo>
                  <a:pt x="183165" y="28575"/>
                </a:lnTo>
                <a:lnTo>
                  <a:pt x="183165" y="0"/>
                </a:lnTo>
                <a:lnTo>
                  <a:pt x="190309" y="0"/>
                </a:lnTo>
                <a:lnTo>
                  <a:pt x="190309" y="28575"/>
                </a:lnTo>
                <a:lnTo>
                  <a:pt x="200025" y="28575"/>
                </a:lnTo>
                <a:lnTo>
                  <a:pt x="200025" y="154210"/>
                </a:lnTo>
                <a:lnTo>
                  <a:pt x="228600" y="154210"/>
                </a:lnTo>
                <a:lnTo>
                  <a:pt x="228600" y="161354"/>
                </a:lnTo>
                <a:lnTo>
                  <a:pt x="200025" y="161354"/>
                </a:lnTo>
                <a:lnTo>
                  <a:pt x="200025" y="200025"/>
                </a:lnTo>
                <a:lnTo>
                  <a:pt x="190309" y="200025"/>
                </a:lnTo>
                <a:lnTo>
                  <a:pt x="190309" y="228600"/>
                </a:lnTo>
                <a:lnTo>
                  <a:pt x="183165" y="228600"/>
                </a:lnTo>
                <a:lnTo>
                  <a:pt x="183165" y="200025"/>
                </a:lnTo>
                <a:lnTo>
                  <a:pt x="161353" y="200025"/>
                </a:lnTo>
                <a:lnTo>
                  <a:pt x="161353" y="228600"/>
                </a:lnTo>
                <a:lnTo>
                  <a:pt x="154209" y="228600"/>
                </a:lnTo>
                <a:lnTo>
                  <a:pt x="154209" y="200025"/>
                </a:lnTo>
                <a:lnTo>
                  <a:pt x="132397" y="200025"/>
                </a:lnTo>
                <a:lnTo>
                  <a:pt x="132397" y="228600"/>
                </a:lnTo>
                <a:lnTo>
                  <a:pt x="125253" y="228600"/>
                </a:lnTo>
                <a:lnTo>
                  <a:pt x="125253" y="200025"/>
                </a:lnTo>
                <a:lnTo>
                  <a:pt x="103441" y="200025"/>
                </a:lnTo>
                <a:lnTo>
                  <a:pt x="103441" y="228600"/>
                </a:lnTo>
                <a:lnTo>
                  <a:pt x="96297" y="228600"/>
                </a:lnTo>
                <a:lnTo>
                  <a:pt x="96297" y="200025"/>
                </a:lnTo>
                <a:lnTo>
                  <a:pt x="74485" y="200025"/>
                </a:lnTo>
                <a:lnTo>
                  <a:pt x="74485" y="228600"/>
                </a:lnTo>
                <a:lnTo>
                  <a:pt x="67341" y="228600"/>
                </a:lnTo>
                <a:lnTo>
                  <a:pt x="67341" y="200025"/>
                </a:lnTo>
                <a:lnTo>
                  <a:pt x="28575" y="200025"/>
                </a:lnTo>
                <a:lnTo>
                  <a:pt x="28575" y="190310"/>
                </a:lnTo>
                <a:lnTo>
                  <a:pt x="0" y="190310"/>
                </a:lnTo>
                <a:lnTo>
                  <a:pt x="0" y="183166"/>
                </a:lnTo>
                <a:lnTo>
                  <a:pt x="28575" y="183166"/>
                </a:lnTo>
                <a:lnTo>
                  <a:pt x="28575" y="161354"/>
                </a:lnTo>
                <a:lnTo>
                  <a:pt x="0" y="161354"/>
                </a:lnTo>
                <a:lnTo>
                  <a:pt x="0" y="154210"/>
                </a:lnTo>
                <a:lnTo>
                  <a:pt x="28575" y="154210"/>
                </a:lnTo>
                <a:lnTo>
                  <a:pt x="28575" y="132398"/>
                </a:lnTo>
                <a:lnTo>
                  <a:pt x="0" y="132398"/>
                </a:lnTo>
                <a:lnTo>
                  <a:pt x="0" y="125254"/>
                </a:lnTo>
                <a:lnTo>
                  <a:pt x="28575" y="125254"/>
                </a:lnTo>
                <a:lnTo>
                  <a:pt x="28575" y="103442"/>
                </a:lnTo>
                <a:lnTo>
                  <a:pt x="0" y="103442"/>
                </a:lnTo>
                <a:lnTo>
                  <a:pt x="0" y="96298"/>
                </a:lnTo>
                <a:lnTo>
                  <a:pt x="28575" y="96298"/>
                </a:lnTo>
                <a:lnTo>
                  <a:pt x="28575" y="74581"/>
                </a:lnTo>
                <a:lnTo>
                  <a:pt x="0" y="74581"/>
                </a:lnTo>
                <a:lnTo>
                  <a:pt x="0" y="67437"/>
                </a:lnTo>
                <a:lnTo>
                  <a:pt x="28575" y="67437"/>
                </a:lnTo>
                <a:lnTo>
                  <a:pt x="28575" y="45625"/>
                </a:lnTo>
                <a:lnTo>
                  <a:pt x="0" y="45625"/>
                </a:lnTo>
                <a:lnTo>
                  <a:pt x="0" y="38481"/>
                </a:lnTo>
                <a:lnTo>
                  <a:pt x="28575" y="38481"/>
                </a:lnTo>
                <a:lnTo>
                  <a:pt x="28575" y="28575"/>
                </a:lnTo>
                <a:lnTo>
                  <a:pt x="38290" y="28575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grpSp>
        <p:nvGrpSpPr>
          <p:cNvPr id="272" name="Graphic 2">
            <a:extLst>
              <a:ext uri="{FF2B5EF4-FFF2-40B4-BE49-F238E27FC236}">
                <a16:creationId xmlns:a16="http://schemas.microsoft.com/office/drawing/2014/main" id="{89980954-E44E-4233-96AB-F5E4ED36C171}"/>
              </a:ext>
            </a:extLst>
          </p:cNvPr>
          <p:cNvGrpSpPr/>
          <p:nvPr/>
        </p:nvGrpSpPr>
        <p:grpSpPr>
          <a:xfrm>
            <a:off x="6685071" y="2210339"/>
            <a:ext cx="228600" cy="228600"/>
            <a:chOff x="6603332" y="2142077"/>
            <a:chExt cx="228600" cy="228600"/>
          </a:xfrm>
          <a:solidFill>
            <a:srgbClr val="000000"/>
          </a:solidFill>
        </p:grpSpPr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A762EAFB-FF98-49F9-878B-B248217CB09C}"/>
                </a:ext>
              </a:extLst>
            </p:cNvPr>
            <p:cNvSpPr/>
            <p:nvPr/>
          </p:nvSpPr>
          <p:spPr>
            <a:xfrm>
              <a:off x="6603332" y="2142077"/>
              <a:ext cx="228600" cy="228600"/>
            </a:xfrm>
            <a:custGeom>
              <a:avLst/>
              <a:gdLst>
                <a:gd name="connsiteX0" fmla="*/ 0 w 228600"/>
                <a:gd name="connsiteY0" fmla="*/ 0 h 228600"/>
                <a:gd name="connsiteX1" fmla="*/ 0 w 228600"/>
                <a:gd name="connsiteY1" fmla="*/ 228600 h 228600"/>
                <a:gd name="connsiteX2" fmla="*/ 228600 w 228600"/>
                <a:gd name="connsiteY2" fmla="*/ 228600 h 228600"/>
                <a:gd name="connsiteX3" fmla="*/ 228600 w 228600"/>
                <a:gd name="connsiteY3" fmla="*/ 0 h 228600"/>
                <a:gd name="connsiteX4" fmla="*/ 0 w 228600"/>
                <a:gd name="connsiteY4" fmla="*/ 0 h 228600"/>
                <a:gd name="connsiteX5" fmla="*/ 219075 w 228600"/>
                <a:gd name="connsiteY5" fmla="*/ 219075 h 228600"/>
                <a:gd name="connsiteX6" fmla="*/ 9525 w 228600"/>
                <a:gd name="connsiteY6" fmla="*/ 219075 h 228600"/>
                <a:gd name="connsiteX7" fmla="*/ 9525 w 228600"/>
                <a:gd name="connsiteY7" fmla="*/ 9525 h 228600"/>
                <a:gd name="connsiteX8" fmla="*/ 219075 w 228600"/>
                <a:gd name="connsiteY8" fmla="*/ 9525 h 228600"/>
                <a:gd name="connsiteX9" fmla="*/ 219075 w 228600"/>
                <a:gd name="connsiteY9" fmla="*/ 219075 h 228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8600" h="228600">
                  <a:moveTo>
                    <a:pt x="0" y="0"/>
                  </a:moveTo>
                  <a:lnTo>
                    <a:pt x="0" y="228600"/>
                  </a:ln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close/>
                  <a:moveTo>
                    <a:pt x="219075" y="219075"/>
                  </a:moveTo>
                  <a:lnTo>
                    <a:pt x="9525" y="219075"/>
                  </a:lnTo>
                  <a:lnTo>
                    <a:pt x="9525" y="9525"/>
                  </a:lnTo>
                  <a:lnTo>
                    <a:pt x="219075" y="9525"/>
                  </a:lnTo>
                  <a:lnTo>
                    <a:pt x="219075" y="219075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27DF3A3B-A8C7-4E47-AE1A-78BC2DADBFFC}"/>
                </a:ext>
              </a:extLst>
            </p:cNvPr>
            <p:cNvSpPr/>
            <p:nvPr/>
          </p:nvSpPr>
          <p:spPr>
            <a:xfrm>
              <a:off x="6632764" y="2173223"/>
              <a:ext cx="167354" cy="167449"/>
            </a:xfrm>
            <a:custGeom>
              <a:avLst/>
              <a:gdLst>
                <a:gd name="connsiteX0" fmla="*/ 157829 w 167354"/>
                <a:gd name="connsiteY0" fmla="*/ 9525 h 167449"/>
                <a:gd name="connsiteX1" fmla="*/ 157829 w 167354"/>
                <a:gd name="connsiteY1" fmla="*/ 106489 h 167449"/>
                <a:gd name="connsiteX2" fmla="*/ 148685 w 167354"/>
                <a:gd name="connsiteY2" fmla="*/ 106489 h 167449"/>
                <a:gd name="connsiteX3" fmla="*/ 139160 w 167354"/>
                <a:gd name="connsiteY3" fmla="*/ 106489 h 167449"/>
                <a:gd name="connsiteX4" fmla="*/ 139160 w 167354"/>
                <a:gd name="connsiteY4" fmla="*/ 116014 h 167449"/>
                <a:gd name="connsiteX5" fmla="*/ 139160 w 167354"/>
                <a:gd name="connsiteY5" fmla="*/ 130397 h 167449"/>
                <a:gd name="connsiteX6" fmla="*/ 123349 w 167354"/>
                <a:gd name="connsiteY6" fmla="*/ 130397 h 167449"/>
                <a:gd name="connsiteX7" fmla="*/ 114110 w 167354"/>
                <a:gd name="connsiteY7" fmla="*/ 130397 h 167449"/>
                <a:gd name="connsiteX8" fmla="*/ 113824 w 167354"/>
                <a:gd name="connsiteY8" fmla="*/ 139637 h 167449"/>
                <a:gd name="connsiteX9" fmla="*/ 113252 w 167354"/>
                <a:gd name="connsiteY9" fmla="*/ 157924 h 167449"/>
                <a:gd name="connsiteX10" fmla="*/ 53626 w 167354"/>
                <a:gd name="connsiteY10" fmla="*/ 157924 h 167449"/>
                <a:gd name="connsiteX11" fmla="*/ 53626 w 167354"/>
                <a:gd name="connsiteY11" fmla="*/ 139922 h 167449"/>
                <a:gd name="connsiteX12" fmla="*/ 53626 w 167354"/>
                <a:gd name="connsiteY12" fmla="*/ 130397 h 167449"/>
                <a:gd name="connsiteX13" fmla="*/ 44101 w 167354"/>
                <a:gd name="connsiteY13" fmla="*/ 130397 h 167449"/>
                <a:gd name="connsiteX14" fmla="*/ 30385 w 167354"/>
                <a:gd name="connsiteY14" fmla="*/ 130397 h 167449"/>
                <a:gd name="connsiteX15" fmla="*/ 30385 w 167354"/>
                <a:gd name="connsiteY15" fmla="*/ 116014 h 167449"/>
                <a:gd name="connsiteX16" fmla="*/ 30385 w 167354"/>
                <a:gd name="connsiteY16" fmla="*/ 106489 h 167449"/>
                <a:gd name="connsiteX17" fmla="*/ 20860 w 167354"/>
                <a:gd name="connsiteY17" fmla="*/ 106489 h 167449"/>
                <a:gd name="connsiteX18" fmla="*/ 9525 w 167354"/>
                <a:gd name="connsiteY18" fmla="*/ 106489 h 167449"/>
                <a:gd name="connsiteX19" fmla="*/ 9525 w 167354"/>
                <a:gd name="connsiteY19" fmla="*/ 9525 h 167449"/>
                <a:gd name="connsiteX20" fmla="*/ 157829 w 167354"/>
                <a:gd name="connsiteY20" fmla="*/ 9525 h 167449"/>
                <a:gd name="connsiteX21" fmla="*/ 167354 w 167354"/>
                <a:gd name="connsiteY21" fmla="*/ 0 h 167449"/>
                <a:gd name="connsiteX22" fmla="*/ 0 w 167354"/>
                <a:gd name="connsiteY22" fmla="*/ 0 h 167449"/>
                <a:gd name="connsiteX23" fmla="*/ 0 w 167354"/>
                <a:gd name="connsiteY23" fmla="*/ 116014 h 167449"/>
                <a:gd name="connsiteX24" fmla="*/ 20860 w 167354"/>
                <a:gd name="connsiteY24" fmla="*/ 116014 h 167449"/>
                <a:gd name="connsiteX25" fmla="*/ 20860 w 167354"/>
                <a:gd name="connsiteY25" fmla="*/ 139922 h 167449"/>
                <a:gd name="connsiteX26" fmla="*/ 44101 w 167354"/>
                <a:gd name="connsiteY26" fmla="*/ 139922 h 167449"/>
                <a:gd name="connsiteX27" fmla="*/ 44101 w 167354"/>
                <a:gd name="connsiteY27" fmla="*/ 167449 h 167449"/>
                <a:gd name="connsiteX28" fmla="*/ 122492 w 167354"/>
                <a:gd name="connsiteY28" fmla="*/ 167449 h 167449"/>
                <a:gd name="connsiteX29" fmla="*/ 123349 w 167354"/>
                <a:gd name="connsiteY29" fmla="*/ 139922 h 167449"/>
                <a:gd name="connsiteX30" fmla="*/ 148685 w 167354"/>
                <a:gd name="connsiteY30" fmla="*/ 139922 h 167449"/>
                <a:gd name="connsiteX31" fmla="*/ 148685 w 167354"/>
                <a:gd name="connsiteY31" fmla="*/ 116014 h 167449"/>
                <a:gd name="connsiteX32" fmla="*/ 167354 w 167354"/>
                <a:gd name="connsiteY32" fmla="*/ 116014 h 167449"/>
                <a:gd name="connsiteX33" fmla="*/ 167354 w 167354"/>
                <a:gd name="connsiteY33" fmla="*/ 0 h 167449"/>
                <a:gd name="connsiteX34" fmla="*/ 167354 w 167354"/>
                <a:gd name="connsiteY34" fmla="*/ 0 h 167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7354" h="167449">
                  <a:moveTo>
                    <a:pt x="157829" y="9525"/>
                  </a:moveTo>
                  <a:lnTo>
                    <a:pt x="157829" y="106489"/>
                  </a:lnTo>
                  <a:lnTo>
                    <a:pt x="148685" y="106489"/>
                  </a:lnTo>
                  <a:lnTo>
                    <a:pt x="139160" y="106489"/>
                  </a:lnTo>
                  <a:lnTo>
                    <a:pt x="139160" y="116014"/>
                  </a:lnTo>
                  <a:lnTo>
                    <a:pt x="139160" y="130397"/>
                  </a:lnTo>
                  <a:lnTo>
                    <a:pt x="123349" y="130397"/>
                  </a:lnTo>
                  <a:lnTo>
                    <a:pt x="114110" y="130397"/>
                  </a:lnTo>
                  <a:lnTo>
                    <a:pt x="113824" y="139637"/>
                  </a:lnTo>
                  <a:lnTo>
                    <a:pt x="113252" y="157924"/>
                  </a:lnTo>
                  <a:lnTo>
                    <a:pt x="53626" y="157924"/>
                  </a:lnTo>
                  <a:lnTo>
                    <a:pt x="53626" y="139922"/>
                  </a:lnTo>
                  <a:lnTo>
                    <a:pt x="53626" y="130397"/>
                  </a:lnTo>
                  <a:lnTo>
                    <a:pt x="44101" y="130397"/>
                  </a:lnTo>
                  <a:lnTo>
                    <a:pt x="30385" y="130397"/>
                  </a:lnTo>
                  <a:lnTo>
                    <a:pt x="30385" y="116014"/>
                  </a:lnTo>
                  <a:lnTo>
                    <a:pt x="30385" y="106489"/>
                  </a:lnTo>
                  <a:lnTo>
                    <a:pt x="20860" y="106489"/>
                  </a:lnTo>
                  <a:lnTo>
                    <a:pt x="9525" y="106489"/>
                  </a:lnTo>
                  <a:lnTo>
                    <a:pt x="9525" y="9525"/>
                  </a:lnTo>
                  <a:lnTo>
                    <a:pt x="157829" y="9525"/>
                  </a:lnTo>
                  <a:moveTo>
                    <a:pt x="167354" y="0"/>
                  </a:moveTo>
                  <a:lnTo>
                    <a:pt x="0" y="0"/>
                  </a:lnTo>
                  <a:lnTo>
                    <a:pt x="0" y="116014"/>
                  </a:lnTo>
                  <a:lnTo>
                    <a:pt x="20860" y="116014"/>
                  </a:lnTo>
                  <a:lnTo>
                    <a:pt x="20860" y="139922"/>
                  </a:lnTo>
                  <a:lnTo>
                    <a:pt x="44101" y="139922"/>
                  </a:lnTo>
                  <a:lnTo>
                    <a:pt x="44101" y="167449"/>
                  </a:lnTo>
                  <a:lnTo>
                    <a:pt x="122492" y="167449"/>
                  </a:lnTo>
                  <a:lnTo>
                    <a:pt x="123349" y="139922"/>
                  </a:lnTo>
                  <a:lnTo>
                    <a:pt x="148685" y="139922"/>
                  </a:lnTo>
                  <a:lnTo>
                    <a:pt x="148685" y="116014"/>
                  </a:lnTo>
                  <a:lnTo>
                    <a:pt x="167354" y="116014"/>
                  </a:lnTo>
                  <a:lnTo>
                    <a:pt x="167354" y="0"/>
                  </a:lnTo>
                  <a:lnTo>
                    <a:pt x="167354" y="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CA83A8C4-C053-4EB2-8768-1900D57915B5}"/>
                </a:ext>
              </a:extLst>
            </p:cNvPr>
            <p:cNvSpPr/>
            <p:nvPr/>
          </p:nvSpPr>
          <p:spPr>
            <a:xfrm>
              <a:off x="6655243" y="2195893"/>
              <a:ext cx="9525" cy="23907"/>
            </a:xfrm>
            <a:custGeom>
              <a:avLst/>
              <a:gdLst>
                <a:gd name="connsiteX0" fmla="*/ 0 w 9525"/>
                <a:gd name="connsiteY0" fmla="*/ 0 h 23907"/>
                <a:gd name="connsiteX1" fmla="*/ 9525 w 9525"/>
                <a:gd name="connsiteY1" fmla="*/ 0 h 23907"/>
                <a:gd name="connsiteX2" fmla="*/ 9525 w 9525"/>
                <a:gd name="connsiteY2" fmla="*/ 23908 h 23907"/>
                <a:gd name="connsiteX3" fmla="*/ 0 w 9525"/>
                <a:gd name="connsiteY3" fmla="*/ 23908 h 23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5" h="23907">
                  <a:moveTo>
                    <a:pt x="0" y="0"/>
                  </a:moveTo>
                  <a:lnTo>
                    <a:pt x="9525" y="0"/>
                  </a:lnTo>
                  <a:lnTo>
                    <a:pt x="9525" y="23908"/>
                  </a:lnTo>
                  <a:lnTo>
                    <a:pt x="0" y="23908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9B3B85AF-E03C-49DA-93E2-04704A989CEE}"/>
                </a:ext>
              </a:extLst>
            </p:cNvPr>
            <p:cNvSpPr/>
            <p:nvPr/>
          </p:nvSpPr>
          <p:spPr>
            <a:xfrm>
              <a:off x="6677817" y="2195893"/>
              <a:ext cx="9525" cy="23907"/>
            </a:xfrm>
            <a:custGeom>
              <a:avLst/>
              <a:gdLst>
                <a:gd name="connsiteX0" fmla="*/ 0 w 9525"/>
                <a:gd name="connsiteY0" fmla="*/ 0 h 23907"/>
                <a:gd name="connsiteX1" fmla="*/ 9525 w 9525"/>
                <a:gd name="connsiteY1" fmla="*/ 0 h 23907"/>
                <a:gd name="connsiteX2" fmla="*/ 9525 w 9525"/>
                <a:gd name="connsiteY2" fmla="*/ 23908 h 23907"/>
                <a:gd name="connsiteX3" fmla="*/ 0 w 9525"/>
                <a:gd name="connsiteY3" fmla="*/ 23908 h 23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5" h="23907">
                  <a:moveTo>
                    <a:pt x="0" y="0"/>
                  </a:moveTo>
                  <a:lnTo>
                    <a:pt x="9525" y="0"/>
                  </a:lnTo>
                  <a:lnTo>
                    <a:pt x="9525" y="23908"/>
                  </a:lnTo>
                  <a:lnTo>
                    <a:pt x="0" y="23908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AD4B3DFC-B264-413F-8C1A-C9CBC070B328}"/>
                </a:ext>
              </a:extLst>
            </p:cNvPr>
            <p:cNvSpPr/>
            <p:nvPr/>
          </p:nvSpPr>
          <p:spPr>
            <a:xfrm>
              <a:off x="6700392" y="2195893"/>
              <a:ext cx="9525" cy="23907"/>
            </a:xfrm>
            <a:custGeom>
              <a:avLst/>
              <a:gdLst>
                <a:gd name="connsiteX0" fmla="*/ 0 w 9525"/>
                <a:gd name="connsiteY0" fmla="*/ 0 h 23907"/>
                <a:gd name="connsiteX1" fmla="*/ 9525 w 9525"/>
                <a:gd name="connsiteY1" fmla="*/ 0 h 23907"/>
                <a:gd name="connsiteX2" fmla="*/ 9525 w 9525"/>
                <a:gd name="connsiteY2" fmla="*/ 23908 h 23907"/>
                <a:gd name="connsiteX3" fmla="*/ 0 w 9525"/>
                <a:gd name="connsiteY3" fmla="*/ 23908 h 23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5" h="23907">
                  <a:moveTo>
                    <a:pt x="0" y="0"/>
                  </a:moveTo>
                  <a:lnTo>
                    <a:pt x="9525" y="0"/>
                  </a:lnTo>
                  <a:lnTo>
                    <a:pt x="9525" y="23908"/>
                  </a:lnTo>
                  <a:lnTo>
                    <a:pt x="0" y="23908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043181E9-57D6-4C05-9811-0E450DA0A919}"/>
                </a:ext>
              </a:extLst>
            </p:cNvPr>
            <p:cNvSpPr/>
            <p:nvPr/>
          </p:nvSpPr>
          <p:spPr>
            <a:xfrm>
              <a:off x="6722966" y="2195893"/>
              <a:ext cx="9525" cy="23907"/>
            </a:xfrm>
            <a:custGeom>
              <a:avLst/>
              <a:gdLst>
                <a:gd name="connsiteX0" fmla="*/ 0 w 9525"/>
                <a:gd name="connsiteY0" fmla="*/ 0 h 23907"/>
                <a:gd name="connsiteX1" fmla="*/ 9525 w 9525"/>
                <a:gd name="connsiteY1" fmla="*/ 0 h 23907"/>
                <a:gd name="connsiteX2" fmla="*/ 9525 w 9525"/>
                <a:gd name="connsiteY2" fmla="*/ 23908 h 23907"/>
                <a:gd name="connsiteX3" fmla="*/ 0 w 9525"/>
                <a:gd name="connsiteY3" fmla="*/ 23908 h 23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5" h="23907">
                  <a:moveTo>
                    <a:pt x="0" y="0"/>
                  </a:moveTo>
                  <a:lnTo>
                    <a:pt x="9525" y="0"/>
                  </a:lnTo>
                  <a:lnTo>
                    <a:pt x="9525" y="23908"/>
                  </a:lnTo>
                  <a:lnTo>
                    <a:pt x="0" y="23908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43AA3956-3B9D-4964-A24C-0447648FEF1D}"/>
                </a:ext>
              </a:extLst>
            </p:cNvPr>
            <p:cNvSpPr/>
            <p:nvPr/>
          </p:nvSpPr>
          <p:spPr>
            <a:xfrm>
              <a:off x="6745445" y="2195893"/>
              <a:ext cx="9525" cy="23907"/>
            </a:xfrm>
            <a:custGeom>
              <a:avLst/>
              <a:gdLst>
                <a:gd name="connsiteX0" fmla="*/ 0 w 9525"/>
                <a:gd name="connsiteY0" fmla="*/ 0 h 23907"/>
                <a:gd name="connsiteX1" fmla="*/ 9525 w 9525"/>
                <a:gd name="connsiteY1" fmla="*/ 0 h 23907"/>
                <a:gd name="connsiteX2" fmla="*/ 9525 w 9525"/>
                <a:gd name="connsiteY2" fmla="*/ 23908 h 23907"/>
                <a:gd name="connsiteX3" fmla="*/ 0 w 9525"/>
                <a:gd name="connsiteY3" fmla="*/ 23908 h 23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5" h="23907">
                  <a:moveTo>
                    <a:pt x="0" y="0"/>
                  </a:moveTo>
                  <a:lnTo>
                    <a:pt x="9525" y="0"/>
                  </a:lnTo>
                  <a:lnTo>
                    <a:pt x="9525" y="23908"/>
                  </a:lnTo>
                  <a:lnTo>
                    <a:pt x="0" y="23908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CBD9CF71-9C3F-425A-B319-56851FB74704}"/>
                </a:ext>
              </a:extLst>
            </p:cNvPr>
            <p:cNvSpPr/>
            <p:nvPr/>
          </p:nvSpPr>
          <p:spPr>
            <a:xfrm>
              <a:off x="6768019" y="2195893"/>
              <a:ext cx="9525" cy="23907"/>
            </a:xfrm>
            <a:custGeom>
              <a:avLst/>
              <a:gdLst>
                <a:gd name="connsiteX0" fmla="*/ 0 w 9525"/>
                <a:gd name="connsiteY0" fmla="*/ 0 h 23907"/>
                <a:gd name="connsiteX1" fmla="*/ 9525 w 9525"/>
                <a:gd name="connsiteY1" fmla="*/ 0 h 23907"/>
                <a:gd name="connsiteX2" fmla="*/ 9525 w 9525"/>
                <a:gd name="connsiteY2" fmla="*/ 23908 h 23907"/>
                <a:gd name="connsiteX3" fmla="*/ 0 w 9525"/>
                <a:gd name="connsiteY3" fmla="*/ 23908 h 23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5" h="23907">
                  <a:moveTo>
                    <a:pt x="0" y="0"/>
                  </a:moveTo>
                  <a:lnTo>
                    <a:pt x="9525" y="0"/>
                  </a:lnTo>
                  <a:lnTo>
                    <a:pt x="9525" y="23908"/>
                  </a:lnTo>
                  <a:lnTo>
                    <a:pt x="0" y="23908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281" name="Freeform: Shape 280">
            <a:extLst>
              <a:ext uri="{FF2B5EF4-FFF2-40B4-BE49-F238E27FC236}">
                <a16:creationId xmlns:a16="http://schemas.microsoft.com/office/drawing/2014/main" id="{D0AFF5A3-C629-409D-A19A-676BF5E8F5E4}"/>
              </a:ext>
            </a:extLst>
          </p:cNvPr>
          <p:cNvSpPr/>
          <p:nvPr/>
        </p:nvSpPr>
        <p:spPr>
          <a:xfrm>
            <a:off x="7888714" y="2237485"/>
            <a:ext cx="280416" cy="177164"/>
          </a:xfrm>
          <a:custGeom>
            <a:avLst/>
            <a:gdLst>
              <a:gd name="connsiteX0" fmla="*/ 280416 w 280416"/>
              <a:gd name="connsiteY0" fmla="*/ 67342 h 177164"/>
              <a:gd name="connsiteX1" fmla="*/ 280416 w 280416"/>
              <a:gd name="connsiteY1" fmla="*/ 0 h 177164"/>
              <a:gd name="connsiteX2" fmla="*/ 189071 w 280416"/>
              <a:gd name="connsiteY2" fmla="*/ 0 h 177164"/>
              <a:gd name="connsiteX3" fmla="*/ 189071 w 280416"/>
              <a:gd name="connsiteY3" fmla="*/ 0 h 177164"/>
              <a:gd name="connsiteX4" fmla="*/ 179546 w 280416"/>
              <a:gd name="connsiteY4" fmla="*/ 0 h 177164"/>
              <a:gd name="connsiteX5" fmla="*/ 179546 w 280416"/>
              <a:gd name="connsiteY5" fmla="*/ 0 h 177164"/>
              <a:gd name="connsiteX6" fmla="*/ 77438 w 280416"/>
              <a:gd name="connsiteY6" fmla="*/ 0 h 177164"/>
              <a:gd name="connsiteX7" fmla="*/ 77438 w 280416"/>
              <a:gd name="connsiteY7" fmla="*/ 0 h 177164"/>
              <a:gd name="connsiteX8" fmla="*/ 67913 w 280416"/>
              <a:gd name="connsiteY8" fmla="*/ 0 h 177164"/>
              <a:gd name="connsiteX9" fmla="*/ 67913 w 280416"/>
              <a:gd name="connsiteY9" fmla="*/ 0 h 177164"/>
              <a:gd name="connsiteX10" fmla="*/ 0 w 280416"/>
              <a:gd name="connsiteY10" fmla="*/ 0 h 177164"/>
              <a:gd name="connsiteX11" fmla="*/ 0 w 280416"/>
              <a:gd name="connsiteY11" fmla="*/ 177165 h 177164"/>
              <a:gd name="connsiteX12" fmla="*/ 67913 w 280416"/>
              <a:gd name="connsiteY12" fmla="*/ 177165 h 177164"/>
              <a:gd name="connsiteX13" fmla="*/ 67913 w 280416"/>
              <a:gd name="connsiteY13" fmla="*/ 177165 h 177164"/>
              <a:gd name="connsiteX14" fmla="*/ 77438 w 280416"/>
              <a:gd name="connsiteY14" fmla="*/ 177165 h 177164"/>
              <a:gd name="connsiteX15" fmla="*/ 77438 w 280416"/>
              <a:gd name="connsiteY15" fmla="*/ 177165 h 177164"/>
              <a:gd name="connsiteX16" fmla="*/ 179546 w 280416"/>
              <a:gd name="connsiteY16" fmla="*/ 177165 h 177164"/>
              <a:gd name="connsiteX17" fmla="*/ 179546 w 280416"/>
              <a:gd name="connsiteY17" fmla="*/ 177165 h 177164"/>
              <a:gd name="connsiteX18" fmla="*/ 189071 w 280416"/>
              <a:gd name="connsiteY18" fmla="*/ 177165 h 177164"/>
              <a:gd name="connsiteX19" fmla="*/ 189071 w 280416"/>
              <a:gd name="connsiteY19" fmla="*/ 177165 h 177164"/>
              <a:gd name="connsiteX20" fmla="*/ 280416 w 280416"/>
              <a:gd name="connsiteY20" fmla="*/ 177165 h 177164"/>
              <a:gd name="connsiteX21" fmla="*/ 280416 w 280416"/>
              <a:gd name="connsiteY21" fmla="*/ 84582 h 177164"/>
              <a:gd name="connsiteX22" fmla="*/ 259366 w 280416"/>
              <a:gd name="connsiteY22" fmla="*/ 84582 h 177164"/>
              <a:gd name="connsiteX23" fmla="*/ 259366 w 280416"/>
              <a:gd name="connsiteY23" fmla="*/ 67246 h 177164"/>
              <a:gd name="connsiteX24" fmla="*/ 280416 w 280416"/>
              <a:gd name="connsiteY24" fmla="*/ 67246 h 177164"/>
              <a:gd name="connsiteX25" fmla="*/ 270891 w 280416"/>
              <a:gd name="connsiteY25" fmla="*/ 94202 h 177164"/>
              <a:gd name="connsiteX26" fmla="*/ 270891 w 280416"/>
              <a:gd name="connsiteY26" fmla="*/ 167735 h 177164"/>
              <a:gd name="connsiteX27" fmla="*/ 189071 w 280416"/>
              <a:gd name="connsiteY27" fmla="*/ 167735 h 177164"/>
              <a:gd name="connsiteX28" fmla="*/ 189071 w 280416"/>
              <a:gd name="connsiteY28" fmla="*/ 154114 h 177164"/>
              <a:gd name="connsiteX29" fmla="*/ 179546 w 280416"/>
              <a:gd name="connsiteY29" fmla="*/ 154114 h 177164"/>
              <a:gd name="connsiteX30" fmla="*/ 179546 w 280416"/>
              <a:gd name="connsiteY30" fmla="*/ 167735 h 177164"/>
              <a:gd name="connsiteX31" fmla="*/ 77438 w 280416"/>
              <a:gd name="connsiteY31" fmla="*/ 167735 h 177164"/>
              <a:gd name="connsiteX32" fmla="*/ 77438 w 280416"/>
              <a:gd name="connsiteY32" fmla="*/ 154114 h 177164"/>
              <a:gd name="connsiteX33" fmla="*/ 67913 w 280416"/>
              <a:gd name="connsiteY33" fmla="*/ 154114 h 177164"/>
              <a:gd name="connsiteX34" fmla="*/ 67913 w 280416"/>
              <a:gd name="connsiteY34" fmla="*/ 167735 h 177164"/>
              <a:gd name="connsiteX35" fmla="*/ 9525 w 280416"/>
              <a:gd name="connsiteY35" fmla="*/ 167735 h 177164"/>
              <a:gd name="connsiteX36" fmla="*/ 9525 w 280416"/>
              <a:gd name="connsiteY36" fmla="*/ 9620 h 177164"/>
              <a:gd name="connsiteX37" fmla="*/ 67913 w 280416"/>
              <a:gd name="connsiteY37" fmla="*/ 9620 h 177164"/>
              <a:gd name="connsiteX38" fmla="*/ 67913 w 280416"/>
              <a:gd name="connsiteY38" fmla="*/ 23241 h 177164"/>
              <a:gd name="connsiteX39" fmla="*/ 77438 w 280416"/>
              <a:gd name="connsiteY39" fmla="*/ 23241 h 177164"/>
              <a:gd name="connsiteX40" fmla="*/ 77438 w 280416"/>
              <a:gd name="connsiteY40" fmla="*/ 9620 h 177164"/>
              <a:gd name="connsiteX41" fmla="*/ 179546 w 280416"/>
              <a:gd name="connsiteY41" fmla="*/ 9620 h 177164"/>
              <a:gd name="connsiteX42" fmla="*/ 179546 w 280416"/>
              <a:gd name="connsiteY42" fmla="*/ 23241 h 177164"/>
              <a:gd name="connsiteX43" fmla="*/ 189071 w 280416"/>
              <a:gd name="connsiteY43" fmla="*/ 23241 h 177164"/>
              <a:gd name="connsiteX44" fmla="*/ 189071 w 280416"/>
              <a:gd name="connsiteY44" fmla="*/ 9620 h 177164"/>
              <a:gd name="connsiteX45" fmla="*/ 270891 w 280416"/>
              <a:gd name="connsiteY45" fmla="*/ 9620 h 177164"/>
              <a:gd name="connsiteX46" fmla="*/ 270891 w 280416"/>
              <a:gd name="connsiteY46" fmla="*/ 57912 h 177164"/>
              <a:gd name="connsiteX47" fmla="*/ 249841 w 280416"/>
              <a:gd name="connsiteY47" fmla="*/ 57912 h 177164"/>
              <a:gd name="connsiteX48" fmla="*/ 249841 w 280416"/>
              <a:gd name="connsiteY48" fmla="*/ 94297 h 177164"/>
              <a:gd name="connsiteX49" fmla="*/ 270891 w 280416"/>
              <a:gd name="connsiteY49" fmla="*/ 94297 h 177164"/>
              <a:gd name="connsiteX50" fmla="*/ 267462 w 280416"/>
              <a:gd name="connsiteY50" fmla="*/ 18383 h 177164"/>
              <a:gd name="connsiteX51" fmla="*/ 244316 w 280416"/>
              <a:gd name="connsiteY51" fmla="*/ 18383 h 177164"/>
              <a:gd name="connsiteX52" fmla="*/ 244316 w 280416"/>
              <a:gd name="connsiteY52" fmla="*/ 27908 h 177164"/>
              <a:gd name="connsiteX53" fmla="*/ 267462 w 280416"/>
              <a:gd name="connsiteY53" fmla="*/ 27908 h 177164"/>
              <a:gd name="connsiteX54" fmla="*/ 267462 w 280416"/>
              <a:gd name="connsiteY54" fmla="*/ 18383 h 177164"/>
              <a:gd name="connsiteX55" fmla="*/ 267462 w 280416"/>
              <a:gd name="connsiteY55" fmla="*/ 35338 h 177164"/>
              <a:gd name="connsiteX56" fmla="*/ 244316 w 280416"/>
              <a:gd name="connsiteY56" fmla="*/ 35338 h 177164"/>
              <a:gd name="connsiteX57" fmla="*/ 244316 w 280416"/>
              <a:gd name="connsiteY57" fmla="*/ 44863 h 177164"/>
              <a:gd name="connsiteX58" fmla="*/ 267462 w 280416"/>
              <a:gd name="connsiteY58" fmla="*/ 44863 h 177164"/>
              <a:gd name="connsiteX59" fmla="*/ 267462 w 280416"/>
              <a:gd name="connsiteY59" fmla="*/ 35338 h 177164"/>
              <a:gd name="connsiteX60" fmla="*/ 244316 w 280416"/>
              <a:gd name="connsiteY60" fmla="*/ 112300 h 177164"/>
              <a:gd name="connsiteX61" fmla="*/ 267462 w 280416"/>
              <a:gd name="connsiteY61" fmla="*/ 112300 h 177164"/>
              <a:gd name="connsiteX62" fmla="*/ 267462 w 280416"/>
              <a:gd name="connsiteY62" fmla="*/ 102775 h 177164"/>
              <a:gd name="connsiteX63" fmla="*/ 244316 w 280416"/>
              <a:gd name="connsiteY63" fmla="*/ 102775 h 177164"/>
              <a:gd name="connsiteX64" fmla="*/ 244316 w 280416"/>
              <a:gd name="connsiteY64" fmla="*/ 112300 h 177164"/>
              <a:gd name="connsiteX65" fmla="*/ 244316 w 280416"/>
              <a:gd name="connsiteY65" fmla="*/ 128492 h 177164"/>
              <a:gd name="connsiteX66" fmla="*/ 267462 w 280416"/>
              <a:gd name="connsiteY66" fmla="*/ 128492 h 177164"/>
              <a:gd name="connsiteX67" fmla="*/ 267462 w 280416"/>
              <a:gd name="connsiteY67" fmla="*/ 118967 h 177164"/>
              <a:gd name="connsiteX68" fmla="*/ 244316 w 280416"/>
              <a:gd name="connsiteY68" fmla="*/ 118967 h 177164"/>
              <a:gd name="connsiteX69" fmla="*/ 244316 w 280416"/>
              <a:gd name="connsiteY69" fmla="*/ 128492 h 177164"/>
              <a:gd name="connsiteX70" fmla="*/ 244316 w 280416"/>
              <a:gd name="connsiteY70" fmla="*/ 144780 h 177164"/>
              <a:gd name="connsiteX71" fmla="*/ 267462 w 280416"/>
              <a:gd name="connsiteY71" fmla="*/ 144780 h 177164"/>
              <a:gd name="connsiteX72" fmla="*/ 267462 w 280416"/>
              <a:gd name="connsiteY72" fmla="*/ 135255 h 177164"/>
              <a:gd name="connsiteX73" fmla="*/ 244316 w 280416"/>
              <a:gd name="connsiteY73" fmla="*/ 135255 h 177164"/>
              <a:gd name="connsiteX74" fmla="*/ 244316 w 280416"/>
              <a:gd name="connsiteY74" fmla="*/ 144780 h 177164"/>
              <a:gd name="connsiteX75" fmla="*/ 244316 w 280416"/>
              <a:gd name="connsiteY75" fmla="*/ 160972 h 177164"/>
              <a:gd name="connsiteX76" fmla="*/ 267462 w 280416"/>
              <a:gd name="connsiteY76" fmla="*/ 160972 h 177164"/>
              <a:gd name="connsiteX77" fmla="*/ 267462 w 280416"/>
              <a:gd name="connsiteY77" fmla="*/ 151447 h 177164"/>
              <a:gd name="connsiteX78" fmla="*/ 244316 w 280416"/>
              <a:gd name="connsiteY78" fmla="*/ 151447 h 177164"/>
              <a:gd name="connsiteX79" fmla="*/ 244316 w 280416"/>
              <a:gd name="connsiteY79" fmla="*/ 160972 h 177164"/>
              <a:gd name="connsiteX80" fmla="*/ 97631 w 280416"/>
              <a:gd name="connsiteY80" fmla="*/ 86677 h 177164"/>
              <a:gd name="connsiteX81" fmla="*/ 89345 w 280416"/>
              <a:gd name="connsiteY81" fmla="*/ 84106 h 177164"/>
              <a:gd name="connsiteX82" fmla="*/ 83915 w 280416"/>
              <a:gd name="connsiteY82" fmla="*/ 82677 h 177164"/>
              <a:gd name="connsiteX83" fmla="*/ 81153 w 280416"/>
              <a:gd name="connsiteY83" fmla="*/ 81058 h 177164"/>
              <a:gd name="connsiteX84" fmla="*/ 80296 w 280416"/>
              <a:gd name="connsiteY84" fmla="*/ 78581 h 177164"/>
              <a:gd name="connsiteX85" fmla="*/ 82010 w 280416"/>
              <a:gd name="connsiteY85" fmla="*/ 75343 h 177164"/>
              <a:gd name="connsiteX86" fmla="*/ 86487 w 280416"/>
              <a:gd name="connsiteY86" fmla="*/ 74009 h 177164"/>
              <a:gd name="connsiteX87" fmla="*/ 92583 w 280416"/>
              <a:gd name="connsiteY87" fmla="*/ 75247 h 177164"/>
              <a:gd name="connsiteX88" fmla="*/ 98488 w 280416"/>
              <a:gd name="connsiteY88" fmla="*/ 78676 h 177164"/>
              <a:gd name="connsiteX89" fmla="*/ 103251 w 280416"/>
              <a:gd name="connsiteY89" fmla="*/ 72199 h 177164"/>
              <a:gd name="connsiteX90" fmla="*/ 86678 w 280416"/>
              <a:gd name="connsiteY90" fmla="*/ 66389 h 177164"/>
              <a:gd name="connsiteX91" fmla="*/ 78581 w 280416"/>
              <a:gd name="connsiteY91" fmla="*/ 68008 h 177164"/>
              <a:gd name="connsiteX92" fmla="*/ 73057 w 280416"/>
              <a:gd name="connsiteY92" fmla="*/ 72676 h 177164"/>
              <a:gd name="connsiteX93" fmla="*/ 71056 w 280416"/>
              <a:gd name="connsiteY93" fmla="*/ 79534 h 177164"/>
              <a:gd name="connsiteX94" fmla="*/ 72962 w 280416"/>
              <a:gd name="connsiteY94" fmla="*/ 85915 h 177164"/>
              <a:gd name="connsiteX95" fmla="*/ 78105 w 280416"/>
              <a:gd name="connsiteY95" fmla="*/ 89725 h 177164"/>
              <a:gd name="connsiteX96" fmla="*/ 86392 w 280416"/>
              <a:gd name="connsiteY96" fmla="*/ 92297 h 177164"/>
              <a:gd name="connsiteX97" fmla="*/ 91821 w 280416"/>
              <a:gd name="connsiteY97" fmla="*/ 93726 h 177164"/>
              <a:gd name="connsiteX98" fmla="*/ 94488 w 280416"/>
              <a:gd name="connsiteY98" fmla="*/ 95250 h 177164"/>
              <a:gd name="connsiteX99" fmla="*/ 95345 w 280416"/>
              <a:gd name="connsiteY99" fmla="*/ 97631 h 177164"/>
              <a:gd name="connsiteX100" fmla="*/ 93536 w 280416"/>
              <a:gd name="connsiteY100" fmla="*/ 101060 h 177164"/>
              <a:gd name="connsiteX101" fmla="*/ 88392 w 280416"/>
              <a:gd name="connsiteY101" fmla="*/ 102394 h 177164"/>
              <a:gd name="connsiteX102" fmla="*/ 74486 w 280416"/>
              <a:gd name="connsiteY102" fmla="*/ 96869 h 177164"/>
              <a:gd name="connsiteX103" fmla="*/ 69247 w 280416"/>
              <a:gd name="connsiteY103" fmla="*/ 103061 h 177164"/>
              <a:gd name="connsiteX104" fmla="*/ 77724 w 280416"/>
              <a:gd name="connsiteY104" fmla="*/ 108299 h 177164"/>
              <a:gd name="connsiteX105" fmla="*/ 88011 w 280416"/>
              <a:gd name="connsiteY105" fmla="*/ 110109 h 177164"/>
              <a:gd name="connsiteX106" fmla="*/ 96774 w 280416"/>
              <a:gd name="connsiteY106" fmla="*/ 108490 h 177164"/>
              <a:gd name="connsiteX107" fmla="*/ 102394 w 280416"/>
              <a:gd name="connsiteY107" fmla="*/ 103822 h 177164"/>
              <a:gd name="connsiteX108" fmla="*/ 104394 w 280416"/>
              <a:gd name="connsiteY108" fmla="*/ 96774 h 177164"/>
              <a:gd name="connsiteX109" fmla="*/ 102584 w 280416"/>
              <a:gd name="connsiteY109" fmla="*/ 90583 h 177164"/>
              <a:gd name="connsiteX110" fmla="*/ 97631 w 280416"/>
              <a:gd name="connsiteY110" fmla="*/ 86677 h 177164"/>
              <a:gd name="connsiteX111" fmla="*/ 136493 w 280416"/>
              <a:gd name="connsiteY111" fmla="*/ 86677 h 177164"/>
              <a:gd name="connsiteX112" fmla="*/ 128206 w 280416"/>
              <a:gd name="connsiteY112" fmla="*/ 84106 h 177164"/>
              <a:gd name="connsiteX113" fmla="*/ 122777 w 280416"/>
              <a:gd name="connsiteY113" fmla="*/ 82677 h 177164"/>
              <a:gd name="connsiteX114" fmla="*/ 120015 w 280416"/>
              <a:gd name="connsiteY114" fmla="*/ 81058 h 177164"/>
              <a:gd name="connsiteX115" fmla="*/ 119158 w 280416"/>
              <a:gd name="connsiteY115" fmla="*/ 78581 h 177164"/>
              <a:gd name="connsiteX116" fmla="*/ 120872 w 280416"/>
              <a:gd name="connsiteY116" fmla="*/ 75343 h 177164"/>
              <a:gd name="connsiteX117" fmla="*/ 125349 w 280416"/>
              <a:gd name="connsiteY117" fmla="*/ 74009 h 177164"/>
              <a:gd name="connsiteX118" fmla="*/ 131445 w 280416"/>
              <a:gd name="connsiteY118" fmla="*/ 75247 h 177164"/>
              <a:gd name="connsiteX119" fmla="*/ 137350 w 280416"/>
              <a:gd name="connsiteY119" fmla="*/ 78676 h 177164"/>
              <a:gd name="connsiteX120" fmla="*/ 142113 w 280416"/>
              <a:gd name="connsiteY120" fmla="*/ 72199 h 177164"/>
              <a:gd name="connsiteX121" fmla="*/ 125539 w 280416"/>
              <a:gd name="connsiteY121" fmla="*/ 66389 h 177164"/>
              <a:gd name="connsiteX122" fmla="*/ 117443 w 280416"/>
              <a:gd name="connsiteY122" fmla="*/ 68008 h 177164"/>
              <a:gd name="connsiteX123" fmla="*/ 111919 w 280416"/>
              <a:gd name="connsiteY123" fmla="*/ 72676 h 177164"/>
              <a:gd name="connsiteX124" fmla="*/ 109919 w 280416"/>
              <a:gd name="connsiteY124" fmla="*/ 79534 h 177164"/>
              <a:gd name="connsiteX125" fmla="*/ 111823 w 280416"/>
              <a:gd name="connsiteY125" fmla="*/ 85915 h 177164"/>
              <a:gd name="connsiteX126" fmla="*/ 116967 w 280416"/>
              <a:gd name="connsiteY126" fmla="*/ 89725 h 177164"/>
              <a:gd name="connsiteX127" fmla="*/ 125254 w 280416"/>
              <a:gd name="connsiteY127" fmla="*/ 92297 h 177164"/>
              <a:gd name="connsiteX128" fmla="*/ 130683 w 280416"/>
              <a:gd name="connsiteY128" fmla="*/ 93726 h 177164"/>
              <a:gd name="connsiteX129" fmla="*/ 133350 w 280416"/>
              <a:gd name="connsiteY129" fmla="*/ 95250 h 177164"/>
              <a:gd name="connsiteX130" fmla="*/ 134207 w 280416"/>
              <a:gd name="connsiteY130" fmla="*/ 97631 h 177164"/>
              <a:gd name="connsiteX131" fmla="*/ 132397 w 280416"/>
              <a:gd name="connsiteY131" fmla="*/ 101060 h 177164"/>
              <a:gd name="connsiteX132" fmla="*/ 127254 w 280416"/>
              <a:gd name="connsiteY132" fmla="*/ 102394 h 177164"/>
              <a:gd name="connsiteX133" fmla="*/ 113347 w 280416"/>
              <a:gd name="connsiteY133" fmla="*/ 96869 h 177164"/>
              <a:gd name="connsiteX134" fmla="*/ 108109 w 280416"/>
              <a:gd name="connsiteY134" fmla="*/ 103061 h 177164"/>
              <a:gd name="connsiteX135" fmla="*/ 116586 w 280416"/>
              <a:gd name="connsiteY135" fmla="*/ 108299 h 177164"/>
              <a:gd name="connsiteX136" fmla="*/ 126873 w 280416"/>
              <a:gd name="connsiteY136" fmla="*/ 110109 h 177164"/>
              <a:gd name="connsiteX137" fmla="*/ 135636 w 280416"/>
              <a:gd name="connsiteY137" fmla="*/ 108490 h 177164"/>
              <a:gd name="connsiteX138" fmla="*/ 141256 w 280416"/>
              <a:gd name="connsiteY138" fmla="*/ 103822 h 177164"/>
              <a:gd name="connsiteX139" fmla="*/ 143256 w 280416"/>
              <a:gd name="connsiteY139" fmla="*/ 96774 h 177164"/>
              <a:gd name="connsiteX140" fmla="*/ 141446 w 280416"/>
              <a:gd name="connsiteY140" fmla="*/ 90583 h 177164"/>
              <a:gd name="connsiteX141" fmla="*/ 136493 w 280416"/>
              <a:gd name="connsiteY141" fmla="*/ 86677 h 177164"/>
              <a:gd name="connsiteX142" fmla="*/ 177927 w 280416"/>
              <a:gd name="connsiteY142" fmla="*/ 69818 h 177164"/>
              <a:gd name="connsiteX143" fmla="*/ 165354 w 280416"/>
              <a:gd name="connsiteY143" fmla="*/ 67151 h 177164"/>
              <a:gd name="connsiteX144" fmla="*/ 150209 w 280416"/>
              <a:gd name="connsiteY144" fmla="*/ 67151 h 177164"/>
              <a:gd name="connsiteX145" fmla="*/ 150209 w 280416"/>
              <a:gd name="connsiteY145" fmla="*/ 109347 h 177164"/>
              <a:gd name="connsiteX146" fmla="*/ 165354 w 280416"/>
              <a:gd name="connsiteY146" fmla="*/ 109347 h 177164"/>
              <a:gd name="connsiteX147" fmla="*/ 177927 w 280416"/>
              <a:gd name="connsiteY147" fmla="*/ 106680 h 177164"/>
              <a:gd name="connsiteX148" fmla="*/ 186595 w 280416"/>
              <a:gd name="connsiteY148" fmla="*/ 99155 h 177164"/>
              <a:gd name="connsiteX149" fmla="*/ 189738 w 280416"/>
              <a:gd name="connsiteY149" fmla="*/ 88201 h 177164"/>
              <a:gd name="connsiteX150" fmla="*/ 186595 w 280416"/>
              <a:gd name="connsiteY150" fmla="*/ 77343 h 177164"/>
              <a:gd name="connsiteX151" fmla="*/ 177927 w 280416"/>
              <a:gd name="connsiteY151" fmla="*/ 69818 h 177164"/>
              <a:gd name="connsiteX152" fmla="*/ 178594 w 280416"/>
              <a:gd name="connsiteY152" fmla="*/ 94869 h 177164"/>
              <a:gd name="connsiteX153" fmla="*/ 173736 w 280416"/>
              <a:gd name="connsiteY153" fmla="*/ 99441 h 177164"/>
              <a:gd name="connsiteX154" fmla="*/ 166592 w 280416"/>
              <a:gd name="connsiteY154" fmla="*/ 101060 h 177164"/>
              <a:gd name="connsiteX155" fmla="*/ 159353 w 280416"/>
              <a:gd name="connsiteY155" fmla="*/ 101060 h 177164"/>
              <a:gd name="connsiteX156" fmla="*/ 159353 w 280416"/>
              <a:gd name="connsiteY156" fmla="*/ 75343 h 177164"/>
              <a:gd name="connsiteX157" fmla="*/ 166592 w 280416"/>
              <a:gd name="connsiteY157" fmla="*/ 75343 h 177164"/>
              <a:gd name="connsiteX158" fmla="*/ 173736 w 280416"/>
              <a:gd name="connsiteY158" fmla="*/ 76962 h 177164"/>
              <a:gd name="connsiteX159" fmla="*/ 178594 w 280416"/>
              <a:gd name="connsiteY159" fmla="*/ 81534 h 177164"/>
              <a:gd name="connsiteX160" fmla="*/ 180308 w 280416"/>
              <a:gd name="connsiteY160" fmla="*/ 88106 h 177164"/>
              <a:gd name="connsiteX161" fmla="*/ 178594 w 280416"/>
              <a:gd name="connsiteY161" fmla="*/ 94869 h 177164"/>
              <a:gd name="connsiteX162" fmla="*/ 37147 w 280416"/>
              <a:gd name="connsiteY162" fmla="*/ 129730 h 177164"/>
              <a:gd name="connsiteX163" fmla="*/ 217456 w 280416"/>
              <a:gd name="connsiteY163" fmla="*/ 129730 h 177164"/>
              <a:gd name="connsiteX164" fmla="*/ 217456 w 280416"/>
              <a:gd name="connsiteY164" fmla="*/ 47625 h 177164"/>
              <a:gd name="connsiteX165" fmla="*/ 37147 w 280416"/>
              <a:gd name="connsiteY165" fmla="*/ 47625 h 177164"/>
              <a:gd name="connsiteX166" fmla="*/ 37147 w 280416"/>
              <a:gd name="connsiteY166" fmla="*/ 129730 h 177164"/>
              <a:gd name="connsiteX167" fmla="*/ 46672 w 280416"/>
              <a:gd name="connsiteY167" fmla="*/ 57150 h 177164"/>
              <a:gd name="connsiteX168" fmla="*/ 207931 w 280416"/>
              <a:gd name="connsiteY168" fmla="*/ 57150 h 177164"/>
              <a:gd name="connsiteX169" fmla="*/ 207931 w 280416"/>
              <a:gd name="connsiteY169" fmla="*/ 120205 h 177164"/>
              <a:gd name="connsiteX170" fmla="*/ 46672 w 280416"/>
              <a:gd name="connsiteY170" fmla="*/ 120205 h 177164"/>
              <a:gd name="connsiteX171" fmla="*/ 46672 w 280416"/>
              <a:gd name="connsiteY171" fmla="*/ 57150 h 177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</a:cxnLst>
            <a:rect l="l" t="t" r="r" b="b"/>
            <a:pathLst>
              <a:path w="280416" h="177164">
                <a:moveTo>
                  <a:pt x="280416" y="67342"/>
                </a:moveTo>
                <a:lnTo>
                  <a:pt x="280416" y="0"/>
                </a:lnTo>
                <a:lnTo>
                  <a:pt x="189071" y="0"/>
                </a:lnTo>
                <a:lnTo>
                  <a:pt x="189071" y="0"/>
                </a:lnTo>
                <a:lnTo>
                  <a:pt x="179546" y="0"/>
                </a:lnTo>
                <a:lnTo>
                  <a:pt x="179546" y="0"/>
                </a:lnTo>
                <a:lnTo>
                  <a:pt x="77438" y="0"/>
                </a:lnTo>
                <a:lnTo>
                  <a:pt x="77438" y="0"/>
                </a:lnTo>
                <a:lnTo>
                  <a:pt x="67913" y="0"/>
                </a:lnTo>
                <a:lnTo>
                  <a:pt x="67913" y="0"/>
                </a:lnTo>
                <a:lnTo>
                  <a:pt x="0" y="0"/>
                </a:lnTo>
                <a:lnTo>
                  <a:pt x="0" y="177165"/>
                </a:lnTo>
                <a:lnTo>
                  <a:pt x="67913" y="177165"/>
                </a:lnTo>
                <a:lnTo>
                  <a:pt x="67913" y="177165"/>
                </a:lnTo>
                <a:lnTo>
                  <a:pt x="77438" y="177165"/>
                </a:lnTo>
                <a:lnTo>
                  <a:pt x="77438" y="177165"/>
                </a:lnTo>
                <a:lnTo>
                  <a:pt x="179546" y="177165"/>
                </a:lnTo>
                <a:lnTo>
                  <a:pt x="179546" y="177165"/>
                </a:lnTo>
                <a:lnTo>
                  <a:pt x="189071" y="177165"/>
                </a:lnTo>
                <a:lnTo>
                  <a:pt x="189071" y="177165"/>
                </a:lnTo>
                <a:lnTo>
                  <a:pt x="280416" y="177165"/>
                </a:lnTo>
                <a:lnTo>
                  <a:pt x="280416" y="84582"/>
                </a:lnTo>
                <a:lnTo>
                  <a:pt x="259366" y="84582"/>
                </a:lnTo>
                <a:lnTo>
                  <a:pt x="259366" y="67246"/>
                </a:lnTo>
                <a:lnTo>
                  <a:pt x="280416" y="67246"/>
                </a:lnTo>
                <a:close/>
                <a:moveTo>
                  <a:pt x="270891" y="94202"/>
                </a:moveTo>
                <a:lnTo>
                  <a:pt x="270891" y="167735"/>
                </a:lnTo>
                <a:lnTo>
                  <a:pt x="189071" y="167735"/>
                </a:lnTo>
                <a:lnTo>
                  <a:pt x="189071" y="154114"/>
                </a:lnTo>
                <a:lnTo>
                  <a:pt x="179546" y="154114"/>
                </a:lnTo>
                <a:lnTo>
                  <a:pt x="179546" y="167735"/>
                </a:lnTo>
                <a:lnTo>
                  <a:pt x="77438" y="167735"/>
                </a:lnTo>
                <a:lnTo>
                  <a:pt x="77438" y="154114"/>
                </a:lnTo>
                <a:lnTo>
                  <a:pt x="67913" y="154114"/>
                </a:lnTo>
                <a:lnTo>
                  <a:pt x="67913" y="167735"/>
                </a:lnTo>
                <a:lnTo>
                  <a:pt x="9525" y="167735"/>
                </a:lnTo>
                <a:lnTo>
                  <a:pt x="9525" y="9620"/>
                </a:lnTo>
                <a:lnTo>
                  <a:pt x="67913" y="9620"/>
                </a:lnTo>
                <a:lnTo>
                  <a:pt x="67913" y="23241"/>
                </a:lnTo>
                <a:lnTo>
                  <a:pt x="77438" y="23241"/>
                </a:lnTo>
                <a:lnTo>
                  <a:pt x="77438" y="9620"/>
                </a:lnTo>
                <a:lnTo>
                  <a:pt x="179546" y="9620"/>
                </a:lnTo>
                <a:lnTo>
                  <a:pt x="179546" y="23241"/>
                </a:lnTo>
                <a:lnTo>
                  <a:pt x="189071" y="23241"/>
                </a:lnTo>
                <a:lnTo>
                  <a:pt x="189071" y="9620"/>
                </a:lnTo>
                <a:lnTo>
                  <a:pt x="270891" y="9620"/>
                </a:lnTo>
                <a:lnTo>
                  <a:pt x="270891" y="57912"/>
                </a:lnTo>
                <a:lnTo>
                  <a:pt x="249841" y="57912"/>
                </a:lnTo>
                <a:lnTo>
                  <a:pt x="249841" y="94297"/>
                </a:lnTo>
                <a:lnTo>
                  <a:pt x="270891" y="94297"/>
                </a:lnTo>
                <a:close/>
                <a:moveTo>
                  <a:pt x="267462" y="18383"/>
                </a:moveTo>
                <a:lnTo>
                  <a:pt x="244316" y="18383"/>
                </a:lnTo>
                <a:lnTo>
                  <a:pt x="244316" y="27908"/>
                </a:lnTo>
                <a:lnTo>
                  <a:pt x="267462" y="27908"/>
                </a:lnTo>
                <a:lnTo>
                  <a:pt x="267462" y="18383"/>
                </a:lnTo>
                <a:close/>
                <a:moveTo>
                  <a:pt x="267462" y="35338"/>
                </a:moveTo>
                <a:lnTo>
                  <a:pt x="244316" y="35338"/>
                </a:lnTo>
                <a:lnTo>
                  <a:pt x="244316" y="44863"/>
                </a:lnTo>
                <a:lnTo>
                  <a:pt x="267462" y="44863"/>
                </a:lnTo>
                <a:lnTo>
                  <a:pt x="267462" y="35338"/>
                </a:lnTo>
                <a:close/>
                <a:moveTo>
                  <a:pt x="244316" y="112300"/>
                </a:moveTo>
                <a:lnTo>
                  <a:pt x="267462" y="112300"/>
                </a:lnTo>
                <a:lnTo>
                  <a:pt x="267462" y="102775"/>
                </a:lnTo>
                <a:lnTo>
                  <a:pt x="244316" y="102775"/>
                </a:lnTo>
                <a:lnTo>
                  <a:pt x="244316" y="112300"/>
                </a:lnTo>
                <a:close/>
                <a:moveTo>
                  <a:pt x="244316" y="128492"/>
                </a:moveTo>
                <a:lnTo>
                  <a:pt x="267462" y="128492"/>
                </a:lnTo>
                <a:lnTo>
                  <a:pt x="267462" y="118967"/>
                </a:lnTo>
                <a:lnTo>
                  <a:pt x="244316" y="118967"/>
                </a:lnTo>
                <a:lnTo>
                  <a:pt x="244316" y="128492"/>
                </a:lnTo>
                <a:close/>
                <a:moveTo>
                  <a:pt x="244316" y="144780"/>
                </a:moveTo>
                <a:lnTo>
                  <a:pt x="267462" y="144780"/>
                </a:lnTo>
                <a:lnTo>
                  <a:pt x="267462" y="135255"/>
                </a:lnTo>
                <a:lnTo>
                  <a:pt x="244316" y="135255"/>
                </a:lnTo>
                <a:lnTo>
                  <a:pt x="244316" y="144780"/>
                </a:lnTo>
                <a:close/>
                <a:moveTo>
                  <a:pt x="244316" y="160972"/>
                </a:moveTo>
                <a:lnTo>
                  <a:pt x="267462" y="160972"/>
                </a:lnTo>
                <a:lnTo>
                  <a:pt x="267462" y="151447"/>
                </a:lnTo>
                <a:lnTo>
                  <a:pt x="244316" y="151447"/>
                </a:lnTo>
                <a:lnTo>
                  <a:pt x="244316" y="160972"/>
                </a:lnTo>
                <a:close/>
                <a:moveTo>
                  <a:pt x="97631" y="86677"/>
                </a:moveTo>
                <a:cubicBezTo>
                  <a:pt x="95440" y="85725"/>
                  <a:pt x="92773" y="84868"/>
                  <a:pt x="89345" y="84106"/>
                </a:cubicBezTo>
                <a:cubicBezTo>
                  <a:pt x="86963" y="83534"/>
                  <a:pt x="85154" y="83058"/>
                  <a:pt x="83915" y="82677"/>
                </a:cubicBezTo>
                <a:cubicBezTo>
                  <a:pt x="82677" y="82296"/>
                  <a:pt x="81820" y="81724"/>
                  <a:pt x="81153" y="81058"/>
                </a:cubicBezTo>
                <a:cubicBezTo>
                  <a:pt x="80486" y="80391"/>
                  <a:pt x="80296" y="79629"/>
                  <a:pt x="80296" y="78581"/>
                </a:cubicBezTo>
                <a:cubicBezTo>
                  <a:pt x="80296" y="77248"/>
                  <a:pt x="80867" y="76200"/>
                  <a:pt x="82010" y="75343"/>
                </a:cubicBezTo>
                <a:cubicBezTo>
                  <a:pt x="83153" y="74486"/>
                  <a:pt x="84677" y="74009"/>
                  <a:pt x="86487" y="74009"/>
                </a:cubicBezTo>
                <a:cubicBezTo>
                  <a:pt x="88487" y="74009"/>
                  <a:pt x="90583" y="74390"/>
                  <a:pt x="92583" y="75247"/>
                </a:cubicBezTo>
                <a:cubicBezTo>
                  <a:pt x="94583" y="76105"/>
                  <a:pt x="96583" y="77248"/>
                  <a:pt x="98488" y="78676"/>
                </a:cubicBezTo>
                <a:lnTo>
                  <a:pt x="103251" y="72199"/>
                </a:lnTo>
                <a:cubicBezTo>
                  <a:pt x="98679" y="68294"/>
                  <a:pt x="93154" y="66389"/>
                  <a:pt x="86678" y="66389"/>
                </a:cubicBezTo>
                <a:cubicBezTo>
                  <a:pt x="83629" y="66389"/>
                  <a:pt x="80963" y="66961"/>
                  <a:pt x="78581" y="68008"/>
                </a:cubicBezTo>
                <a:cubicBezTo>
                  <a:pt x="76200" y="69151"/>
                  <a:pt x="74390" y="70675"/>
                  <a:pt x="73057" y="72676"/>
                </a:cubicBezTo>
                <a:cubicBezTo>
                  <a:pt x="71723" y="74676"/>
                  <a:pt x="71056" y="76962"/>
                  <a:pt x="71056" y="79534"/>
                </a:cubicBezTo>
                <a:cubicBezTo>
                  <a:pt x="71056" y="82105"/>
                  <a:pt x="71723" y="84201"/>
                  <a:pt x="72962" y="85915"/>
                </a:cubicBezTo>
                <a:cubicBezTo>
                  <a:pt x="74200" y="87535"/>
                  <a:pt x="75914" y="88868"/>
                  <a:pt x="78105" y="89725"/>
                </a:cubicBezTo>
                <a:cubicBezTo>
                  <a:pt x="80296" y="90678"/>
                  <a:pt x="83058" y="91535"/>
                  <a:pt x="86392" y="92297"/>
                </a:cubicBezTo>
                <a:cubicBezTo>
                  <a:pt x="88773" y="92869"/>
                  <a:pt x="90583" y="93345"/>
                  <a:pt x="91821" y="93726"/>
                </a:cubicBezTo>
                <a:cubicBezTo>
                  <a:pt x="93059" y="94202"/>
                  <a:pt x="93916" y="94678"/>
                  <a:pt x="94488" y="95250"/>
                </a:cubicBezTo>
                <a:cubicBezTo>
                  <a:pt x="95060" y="95821"/>
                  <a:pt x="95345" y="96679"/>
                  <a:pt x="95345" y="97631"/>
                </a:cubicBezTo>
                <a:cubicBezTo>
                  <a:pt x="95345" y="99060"/>
                  <a:pt x="94774" y="100203"/>
                  <a:pt x="93536" y="101060"/>
                </a:cubicBezTo>
                <a:cubicBezTo>
                  <a:pt x="92297" y="101917"/>
                  <a:pt x="90678" y="102394"/>
                  <a:pt x="88392" y="102394"/>
                </a:cubicBezTo>
                <a:cubicBezTo>
                  <a:pt x="83439" y="102394"/>
                  <a:pt x="78772" y="100584"/>
                  <a:pt x="74486" y="96869"/>
                </a:cubicBezTo>
                <a:lnTo>
                  <a:pt x="69247" y="103061"/>
                </a:lnTo>
                <a:cubicBezTo>
                  <a:pt x="71723" y="105346"/>
                  <a:pt x="74486" y="107061"/>
                  <a:pt x="77724" y="108299"/>
                </a:cubicBezTo>
                <a:cubicBezTo>
                  <a:pt x="80963" y="109537"/>
                  <a:pt x="84391" y="110109"/>
                  <a:pt x="88011" y="110109"/>
                </a:cubicBezTo>
                <a:cubicBezTo>
                  <a:pt x="91440" y="110109"/>
                  <a:pt x="94297" y="109537"/>
                  <a:pt x="96774" y="108490"/>
                </a:cubicBezTo>
                <a:cubicBezTo>
                  <a:pt x="99250" y="107347"/>
                  <a:pt x="101155" y="105823"/>
                  <a:pt x="102394" y="103822"/>
                </a:cubicBezTo>
                <a:cubicBezTo>
                  <a:pt x="103727" y="101822"/>
                  <a:pt x="104394" y="99441"/>
                  <a:pt x="104394" y="96774"/>
                </a:cubicBezTo>
                <a:cubicBezTo>
                  <a:pt x="104394" y="94297"/>
                  <a:pt x="103822" y="92202"/>
                  <a:pt x="102584" y="90583"/>
                </a:cubicBezTo>
                <a:cubicBezTo>
                  <a:pt x="101441" y="88964"/>
                  <a:pt x="99727" y="87630"/>
                  <a:pt x="97631" y="86677"/>
                </a:cubicBezTo>
                <a:close/>
                <a:moveTo>
                  <a:pt x="136493" y="86677"/>
                </a:moveTo>
                <a:cubicBezTo>
                  <a:pt x="134303" y="85725"/>
                  <a:pt x="131636" y="84868"/>
                  <a:pt x="128206" y="84106"/>
                </a:cubicBezTo>
                <a:cubicBezTo>
                  <a:pt x="125825" y="83534"/>
                  <a:pt x="124015" y="83058"/>
                  <a:pt x="122777" y="82677"/>
                </a:cubicBezTo>
                <a:cubicBezTo>
                  <a:pt x="121539" y="82296"/>
                  <a:pt x="120682" y="81724"/>
                  <a:pt x="120015" y="81058"/>
                </a:cubicBezTo>
                <a:cubicBezTo>
                  <a:pt x="119348" y="80391"/>
                  <a:pt x="119158" y="79629"/>
                  <a:pt x="119158" y="78581"/>
                </a:cubicBezTo>
                <a:cubicBezTo>
                  <a:pt x="119158" y="77248"/>
                  <a:pt x="119729" y="76200"/>
                  <a:pt x="120872" y="75343"/>
                </a:cubicBezTo>
                <a:cubicBezTo>
                  <a:pt x="122015" y="74486"/>
                  <a:pt x="123539" y="74009"/>
                  <a:pt x="125349" y="74009"/>
                </a:cubicBezTo>
                <a:cubicBezTo>
                  <a:pt x="127349" y="74009"/>
                  <a:pt x="129445" y="74390"/>
                  <a:pt x="131445" y="75247"/>
                </a:cubicBezTo>
                <a:cubicBezTo>
                  <a:pt x="133445" y="76105"/>
                  <a:pt x="135446" y="77248"/>
                  <a:pt x="137350" y="78676"/>
                </a:cubicBezTo>
                <a:lnTo>
                  <a:pt x="142113" y="72199"/>
                </a:lnTo>
                <a:cubicBezTo>
                  <a:pt x="137541" y="68294"/>
                  <a:pt x="132016" y="66389"/>
                  <a:pt x="125539" y="66389"/>
                </a:cubicBezTo>
                <a:cubicBezTo>
                  <a:pt x="122491" y="66389"/>
                  <a:pt x="119824" y="66961"/>
                  <a:pt x="117443" y="68008"/>
                </a:cubicBezTo>
                <a:cubicBezTo>
                  <a:pt x="115062" y="69151"/>
                  <a:pt x="113252" y="70675"/>
                  <a:pt x="111919" y="72676"/>
                </a:cubicBezTo>
                <a:cubicBezTo>
                  <a:pt x="110585" y="74676"/>
                  <a:pt x="109919" y="76962"/>
                  <a:pt x="109919" y="79534"/>
                </a:cubicBezTo>
                <a:cubicBezTo>
                  <a:pt x="109919" y="82105"/>
                  <a:pt x="110585" y="84201"/>
                  <a:pt x="111823" y="85915"/>
                </a:cubicBezTo>
                <a:cubicBezTo>
                  <a:pt x="113062" y="87535"/>
                  <a:pt x="114776" y="88868"/>
                  <a:pt x="116967" y="89725"/>
                </a:cubicBezTo>
                <a:cubicBezTo>
                  <a:pt x="119158" y="90678"/>
                  <a:pt x="121920" y="91535"/>
                  <a:pt x="125254" y="92297"/>
                </a:cubicBezTo>
                <a:cubicBezTo>
                  <a:pt x="127635" y="92869"/>
                  <a:pt x="129445" y="93345"/>
                  <a:pt x="130683" y="93726"/>
                </a:cubicBezTo>
                <a:cubicBezTo>
                  <a:pt x="131921" y="94202"/>
                  <a:pt x="132779" y="94678"/>
                  <a:pt x="133350" y="95250"/>
                </a:cubicBezTo>
                <a:cubicBezTo>
                  <a:pt x="133921" y="95821"/>
                  <a:pt x="134207" y="96679"/>
                  <a:pt x="134207" y="97631"/>
                </a:cubicBezTo>
                <a:cubicBezTo>
                  <a:pt x="134207" y="99060"/>
                  <a:pt x="133636" y="100203"/>
                  <a:pt x="132397" y="101060"/>
                </a:cubicBezTo>
                <a:cubicBezTo>
                  <a:pt x="131159" y="101917"/>
                  <a:pt x="129540" y="102394"/>
                  <a:pt x="127254" y="102394"/>
                </a:cubicBezTo>
                <a:cubicBezTo>
                  <a:pt x="122301" y="102394"/>
                  <a:pt x="117634" y="100584"/>
                  <a:pt x="113347" y="96869"/>
                </a:cubicBezTo>
                <a:lnTo>
                  <a:pt x="108109" y="103061"/>
                </a:lnTo>
                <a:cubicBezTo>
                  <a:pt x="110585" y="105346"/>
                  <a:pt x="113347" y="107061"/>
                  <a:pt x="116586" y="108299"/>
                </a:cubicBezTo>
                <a:cubicBezTo>
                  <a:pt x="119824" y="109537"/>
                  <a:pt x="123254" y="110109"/>
                  <a:pt x="126873" y="110109"/>
                </a:cubicBezTo>
                <a:cubicBezTo>
                  <a:pt x="130302" y="110109"/>
                  <a:pt x="133160" y="109537"/>
                  <a:pt x="135636" y="108490"/>
                </a:cubicBezTo>
                <a:cubicBezTo>
                  <a:pt x="138113" y="107347"/>
                  <a:pt x="140018" y="105823"/>
                  <a:pt x="141256" y="103822"/>
                </a:cubicBezTo>
                <a:cubicBezTo>
                  <a:pt x="142589" y="101822"/>
                  <a:pt x="143256" y="99441"/>
                  <a:pt x="143256" y="96774"/>
                </a:cubicBezTo>
                <a:cubicBezTo>
                  <a:pt x="143256" y="94297"/>
                  <a:pt x="142685" y="92202"/>
                  <a:pt x="141446" y="90583"/>
                </a:cubicBezTo>
                <a:cubicBezTo>
                  <a:pt x="140303" y="88964"/>
                  <a:pt x="138684" y="87630"/>
                  <a:pt x="136493" y="86677"/>
                </a:cubicBezTo>
                <a:close/>
                <a:moveTo>
                  <a:pt x="177927" y="69818"/>
                </a:moveTo>
                <a:cubicBezTo>
                  <a:pt x="174212" y="68008"/>
                  <a:pt x="170021" y="67151"/>
                  <a:pt x="165354" y="67151"/>
                </a:cubicBezTo>
                <a:lnTo>
                  <a:pt x="150209" y="67151"/>
                </a:lnTo>
                <a:lnTo>
                  <a:pt x="150209" y="109347"/>
                </a:lnTo>
                <a:lnTo>
                  <a:pt x="165354" y="109347"/>
                </a:lnTo>
                <a:cubicBezTo>
                  <a:pt x="170021" y="109347"/>
                  <a:pt x="174212" y="108490"/>
                  <a:pt x="177927" y="106680"/>
                </a:cubicBezTo>
                <a:cubicBezTo>
                  <a:pt x="181642" y="104870"/>
                  <a:pt x="184499" y="102394"/>
                  <a:pt x="186595" y="99155"/>
                </a:cubicBezTo>
                <a:cubicBezTo>
                  <a:pt x="188690" y="95917"/>
                  <a:pt x="189738" y="92297"/>
                  <a:pt x="189738" y="88201"/>
                </a:cubicBezTo>
                <a:cubicBezTo>
                  <a:pt x="189738" y="84106"/>
                  <a:pt x="188690" y="80486"/>
                  <a:pt x="186595" y="77343"/>
                </a:cubicBezTo>
                <a:cubicBezTo>
                  <a:pt x="184499" y="74104"/>
                  <a:pt x="181642" y="71628"/>
                  <a:pt x="177927" y="69818"/>
                </a:cubicBezTo>
                <a:close/>
                <a:moveTo>
                  <a:pt x="178594" y="94869"/>
                </a:moveTo>
                <a:cubicBezTo>
                  <a:pt x="177451" y="96774"/>
                  <a:pt x="175831" y="98298"/>
                  <a:pt x="173736" y="99441"/>
                </a:cubicBezTo>
                <a:cubicBezTo>
                  <a:pt x="171640" y="100584"/>
                  <a:pt x="169259" y="101060"/>
                  <a:pt x="166592" y="101060"/>
                </a:cubicBezTo>
                <a:lnTo>
                  <a:pt x="159353" y="101060"/>
                </a:lnTo>
                <a:lnTo>
                  <a:pt x="159353" y="75343"/>
                </a:lnTo>
                <a:lnTo>
                  <a:pt x="166592" y="75343"/>
                </a:lnTo>
                <a:cubicBezTo>
                  <a:pt x="169259" y="75343"/>
                  <a:pt x="171640" y="75914"/>
                  <a:pt x="173736" y="76962"/>
                </a:cubicBezTo>
                <a:cubicBezTo>
                  <a:pt x="175831" y="78105"/>
                  <a:pt x="177451" y="79629"/>
                  <a:pt x="178594" y="81534"/>
                </a:cubicBezTo>
                <a:cubicBezTo>
                  <a:pt x="179737" y="83439"/>
                  <a:pt x="180308" y="85725"/>
                  <a:pt x="180308" y="88106"/>
                </a:cubicBezTo>
                <a:cubicBezTo>
                  <a:pt x="180308" y="90678"/>
                  <a:pt x="179737" y="92964"/>
                  <a:pt x="178594" y="94869"/>
                </a:cubicBezTo>
                <a:close/>
                <a:moveTo>
                  <a:pt x="37147" y="129730"/>
                </a:moveTo>
                <a:lnTo>
                  <a:pt x="217456" y="129730"/>
                </a:lnTo>
                <a:lnTo>
                  <a:pt x="217456" y="47625"/>
                </a:lnTo>
                <a:lnTo>
                  <a:pt x="37147" y="47625"/>
                </a:lnTo>
                <a:lnTo>
                  <a:pt x="37147" y="129730"/>
                </a:lnTo>
                <a:close/>
                <a:moveTo>
                  <a:pt x="46672" y="57150"/>
                </a:moveTo>
                <a:lnTo>
                  <a:pt x="207931" y="57150"/>
                </a:lnTo>
                <a:lnTo>
                  <a:pt x="207931" y="120205"/>
                </a:lnTo>
                <a:lnTo>
                  <a:pt x="46672" y="120205"/>
                </a:lnTo>
                <a:lnTo>
                  <a:pt x="46672" y="57150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422" name="Freeform: Shape 421">
            <a:extLst>
              <a:ext uri="{FF2B5EF4-FFF2-40B4-BE49-F238E27FC236}">
                <a16:creationId xmlns:a16="http://schemas.microsoft.com/office/drawing/2014/main" id="{411B9C1B-8058-4289-97EC-78EFC1B0CBAF}"/>
              </a:ext>
            </a:extLst>
          </p:cNvPr>
          <p:cNvSpPr/>
          <p:nvPr/>
        </p:nvSpPr>
        <p:spPr>
          <a:xfrm>
            <a:off x="9065576" y="2261774"/>
            <a:ext cx="281273" cy="129254"/>
          </a:xfrm>
          <a:custGeom>
            <a:avLst/>
            <a:gdLst>
              <a:gd name="connsiteX0" fmla="*/ 254413 w 281273"/>
              <a:gd name="connsiteY0" fmla="*/ 103251 h 129254"/>
              <a:gd name="connsiteX1" fmla="*/ 263938 w 281273"/>
              <a:gd name="connsiteY1" fmla="*/ 103251 h 129254"/>
              <a:gd name="connsiteX2" fmla="*/ 263938 w 281273"/>
              <a:gd name="connsiteY2" fmla="*/ 116395 h 129254"/>
              <a:gd name="connsiteX3" fmla="*/ 254413 w 281273"/>
              <a:gd name="connsiteY3" fmla="*/ 116395 h 129254"/>
              <a:gd name="connsiteX4" fmla="*/ 237077 w 281273"/>
              <a:gd name="connsiteY4" fmla="*/ 103251 h 129254"/>
              <a:gd name="connsiteX5" fmla="*/ 246602 w 281273"/>
              <a:gd name="connsiteY5" fmla="*/ 103251 h 129254"/>
              <a:gd name="connsiteX6" fmla="*/ 246602 w 281273"/>
              <a:gd name="connsiteY6" fmla="*/ 116395 h 129254"/>
              <a:gd name="connsiteX7" fmla="*/ 237077 w 281273"/>
              <a:gd name="connsiteY7" fmla="*/ 116395 h 129254"/>
              <a:gd name="connsiteX8" fmla="*/ 164020 w 281273"/>
              <a:gd name="connsiteY8" fmla="*/ 103251 h 129254"/>
              <a:gd name="connsiteX9" fmla="*/ 173545 w 281273"/>
              <a:gd name="connsiteY9" fmla="*/ 103251 h 129254"/>
              <a:gd name="connsiteX10" fmla="*/ 173545 w 281273"/>
              <a:gd name="connsiteY10" fmla="*/ 116395 h 129254"/>
              <a:gd name="connsiteX11" fmla="*/ 164020 w 281273"/>
              <a:gd name="connsiteY11" fmla="*/ 116395 h 129254"/>
              <a:gd name="connsiteX12" fmla="*/ 146780 w 281273"/>
              <a:gd name="connsiteY12" fmla="*/ 103251 h 129254"/>
              <a:gd name="connsiteX13" fmla="*/ 156305 w 281273"/>
              <a:gd name="connsiteY13" fmla="*/ 103251 h 129254"/>
              <a:gd name="connsiteX14" fmla="*/ 156305 w 281273"/>
              <a:gd name="connsiteY14" fmla="*/ 116395 h 129254"/>
              <a:gd name="connsiteX15" fmla="*/ 146780 w 281273"/>
              <a:gd name="connsiteY15" fmla="*/ 116395 h 129254"/>
              <a:gd name="connsiteX16" fmla="*/ 129445 w 281273"/>
              <a:gd name="connsiteY16" fmla="*/ 103251 h 129254"/>
              <a:gd name="connsiteX17" fmla="*/ 138970 w 281273"/>
              <a:gd name="connsiteY17" fmla="*/ 103251 h 129254"/>
              <a:gd name="connsiteX18" fmla="*/ 138970 w 281273"/>
              <a:gd name="connsiteY18" fmla="*/ 116395 h 129254"/>
              <a:gd name="connsiteX19" fmla="*/ 129445 w 281273"/>
              <a:gd name="connsiteY19" fmla="*/ 116395 h 129254"/>
              <a:gd name="connsiteX20" fmla="*/ 56388 w 281273"/>
              <a:gd name="connsiteY20" fmla="*/ 103251 h 129254"/>
              <a:gd name="connsiteX21" fmla="*/ 65913 w 281273"/>
              <a:gd name="connsiteY21" fmla="*/ 103251 h 129254"/>
              <a:gd name="connsiteX22" fmla="*/ 65913 w 281273"/>
              <a:gd name="connsiteY22" fmla="*/ 116395 h 129254"/>
              <a:gd name="connsiteX23" fmla="*/ 56388 w 281273"/>
              <a:gd name="connsiteY23" fmla="*/ 116395 h 129254"/>
              <a:gd name="connsiteX24" fmla="*/ 38576 w 281273"/>
              <a:gd name="connsiteY24" fmla="*/ 103251 h 129254"/>
              <a:gd name="connsiteX25" fmla="*/ 48101 w 281273"/>
              <a:gd name="connsiteY25" fmla="*/ 103251 h 129254"/>
              <a:gd name="connsiteX26" fmla="*/ 48101 w 281273"/>
              <a:gd name="connsiteY26" fmla="*/ 116395 h 129254"/>
              <a:gd name="connsiteX27" fmla="*/ 38576 w 281273"/>
              <a:gd name="connsiteY27" fmla="*/ 116395 h 129254"/>
              <a:gd name="connsiteX28" fmla="*/ 172879 w 281273"/>
              <a:gd name="connsiteY28" fmla="*/ 84296 h 129254"/>
              <a:gd name="connsiteX29" fmla="*/ 181070 w 281273"/>
              <a:gd name="connsiteY29" fmla="*/ 84296 h 129254"/>
              <a:gd name="connsiteX30" fmla="*/ 181070 w 281273"/>
              <a:gd name="connsiteY30" fmla="*/ 91440 h 129254"/>
              <a:gd name="connsiteX31" fmla="*/ 172879 w 281273"/>
              <a:gd name="connsiteY31" fmla="*/ 91440 h 129254"/>
              <a:gd name="connsiteX32" fmla="*/ 119062 w 281273"/>
              <a:gd name="connsiteY32" fmla="*/ 84296 h 129254"/>
              <a:gd name="connsiteX33" fmla="*/ 127253 w 281273"/>
              <a:gd name="connsiteY33" fmla="*/ 84296 h 129254"/>
              <a:gd name="connsiteX34" fmla="*/ 127253 w 281273"/>
              <a:gd name="connsiteY34" fmla="*/ 91440 h 129254"/>
              <a:gd name="connsiteX35" fmla="*/ 119062 w 281273"/>
              <a:gd name="connsiteY35" fmla="*/ 91440 h 129254"/>
              <a:gd name="connsiteX36" fmla="*/ 172879 w 281273"/>
              <a:gd name="connsiteY36" fmla="*/ 71437 h 129254"/>
              <a:gd name="connsiteX37" fmla="*/ 181070 w 281273"/>
              <a:gd name="connsiteY37" fmla="*/ 71437 h 129254"/>
              <a:gd name="connsiteX38" fmla="*/ 181070 w 281273"/>
              <a:gd name="connsiteY38" fmla="*/ 78581 h 129254"/>
              <a:gd name="connsiteX39" fmla="*/ 172879 w 281273"/>
              <a:gd name="connsiteY39" fmla="*/ 78581 h 129254"/>
              <a:gd name="connsiteX40" fmla="*/ 119062 w 281273"/>
              <a:gd name="connsiteY40" fmla="*/ 71437 h 129254"/>
              <a:gd name="connsiteX41" fmla="*/ 127253 w 281273"/>
              <a:gd name="connsiteY41" fmla="*/ 71437 h 129254"/>
              <a:gd name="connsiteX42" fmla="*/ 127253 w 281273"/>
              <a:gd name="connsiteY42" fmla="*/ 78581 h 129254"/>
              <a:gd name="connsiteX43" fmla="*/ 119062 w 281273"/>
              <a:gd name="connsiteY43" fmla="*/ 78581 h 129254"/>
              <a:gd name="connsiteX44" fmla="*/ 172879 w 281273"/>
              <a:gd name="connsiteY44" fmla="*/ 58579 h 129254"/>
              <a:gd name="connsiteX45" fmla="*/ 181070 w 281273"/>
              <a:gd name="connsiteY45" fmla="*/ 58579 h 129254"/>
              <a:gd name="connsiteX46" fmla="*/ 181070 w 281273"/>
              <a:gd name="connsiteY46" fmla="*/ 65723 h 129254"/>
              <a:gd name="connsiteX47" fmla="*/ 172879 w 281273"/>
              <a:gd name="connsiteY47" fmla="*/ 65723 h 129254"/>
              <a:gd name="connsiteX48" fmla="*/ 119062 w 281273"/>
              <a:gd name="connsiteY48" fmla="*/ 58579 h 129254"/>
              <a:gd name="connsiteX49" fmla="*/ 127253 w 281273"/>
              <a:gd name="connsiteY49" fmla="*/ 58579 h 129254"/>
              <a:gd name="connsiteX50" fmla="*/ 127253 w 281273"/>
              <a:gd name="connsiteY50" fmla="*/ 65723 h 129254"/>
              <a:gd name="connsiteX51" fmla="*/ 119062 w 281273"/>
              <a:gd name="connsiteY51" fmla="*/ 65723 h 129254"/>
              <a:gd name="connsiteX52" fmla="*/ 172879 w 281273"/>
              <a:gd name="connsiteY52" fmla="*/ 45720 h 129254"/>
              <a:gd name="connsiteX53" fmla="*/ 181070 w 281273"/>
              <a:gd name="connsiteY53" fmla="*/ 45720 h 129254"/>
              <a:gd name="connsiteX54" fmla="*/ 181070 w 281273"/>
              <a:gd name="connsiteY54" fmla="*/ 52864 h 129254"/>
              <a:gd name="connsiteX55" fmla="*/ 172879 w 281273"/>
              <a:gd name="connsiteY55" fmla="*/ 52864 h 129254"/>
              <a:gd name="connsiteX56" fmla="*/ 119062 w 281273"/>
              <a:gd name="connsiteY56" fmla="*/ 45720 h 129254"/>
              <a:gd name="connsiteX57" fmla="*/ 127253 w 281273"/>
              <a:gd name="connsiteY57" fmla="*/ 45720 h 129254"/>
              <a:gd name="connsiteX58" fmla="*/ 127253 w 281273"/>
              <a:gd name="connsiteY58" fmla="*/ 52864 h 129254"/>
              <a:gd name="connsiteX59" fmla="*/ 119062 w 281273"/>
              <a:gd name="connsiteY59" fmla="*/ 52864 h 129254"/>
              <a:gd name="connsiteX60" fmla="*/ 172879 w 281273"/>
              <a:gd name="connsiteY60" fmla="*/ 32861 h 129254"/>
              <a:gd name="connsiteX61" fmla="*/ 181070 w 281273"/>
              <a:gd name="connsiteY61" fmla="*/ 32861 h 129254"/>
              <a:gd name="connsiteX62" fmla="*/ 181070 w 281273"/>
              <a:gd name="connsiteY62" fmla="*/ 40005 h 129254"/>
              <a:gd name="connsiteX63" fmla="*/ 172879 w 281273"/>
              <a:gd name="connsiteY63" fmla="*/ 40005 h 129254"/>
              <a:gd name="connsiteX64" fmla="*/ 119062 w 281273"/>
              <a:gd name="connsiteY64" fmla="*/ 32861 h 129254"/>
              <a:gd name="connsiteX65" fmla="*/ 127253 w 281273"/>
              <a:gd name="connsiteY65" fmla="*/ 32861 h 129254"/>
              <a:gd name="connsiteX66" fmla="*/ 127253 w 281273"/>
              <a:gd name="connsiteY66" fmla="*/ 40005 h 129254"/>
              <a:gd name="connsiteX67" fmla="*/ 119062 w 281273"/>
              <a:gd name="connsiteY67" fmla="*/ 40005 h 129254"/>
              <a:gd name="connsiteX68" fmla="*/ 130111 w 281273"/>
              <a:gd name="connsiteY68" fmla="*/ 31718 h 129254"/>
              <a:gd name="connsiteX69" fmla="*/ 170021 w 281273"/>
              <a:gd name="connsiteY69" fmla="*/ 31718 h 129254"/>
              <a:gd name="connsiteX70" fmla="*/ 169830 w 281273"/>
              <a:gd name="connsiteY70" fmla="*/ 92773 h 129254"/>
              <a:gd name="connsiteX71" fmla="*/ 130111 w 281273"/>
              <a:gd name="connsiteY71" fmla="*/ 93059 h 129254"/>
              <a:gd name="connsiteX72" fmla="*/ 35242 w 281273"/>
              <a:gd name="connsiteY72" fmla="*/ 31718 h 129254"/>
              <a:gd name="connsiteX73" fmla="*/ 75152 w 281273"/>
              <a:gd name="connsiteY73" fmla="*/ 31718 h 129254"/>
              <a:gd name="connsiteX74" fmla="*/ 74866 w 281273"/>
              <a:gd name="connsiteY74" fmla="*/ 92773 h 129254"/>
              <a:gd name="connsiteX75" fmla="*/ 35242 w 281273"/>
              <a:gd name="connsiteY75" fmla="*/ 93059 h 129254"/>
              <a:gd name="connsiteX76" fmla="*/ 239458 w 281273"/>
              <a:gd name="connsiteY76" fmla="*/ 22765 h 129254"/>
              <a:gd name="connsiteX77" fmla="*/ 261080 w 281273"/>
              <a:gd name="connsiteY77" fmla="*/ 22765 h 129254"/>
              <a:gd name="connsiteX78" fmla="*/ 260985 w 281273"/>
              <a:gd name="connsiteY78" fmla="*/ 41148 h 129254"/>
              <a:gd name="connsiteX79" fmla="*/ 239458 w 281273"/>
              <a:gd name="connsiteY79" fmla="*/ 41243 h 129254"/>
              <a:gd name="connsiteX80" fmla="*/ 206216 w 281273"/>
              <a:gd name="connsiteY80" fmla="*/ 22765 h 129254"/>
              <a:gd name="connsiteX81" fmla="*/ 227838 w 281273"/>
              <a:gd name="connsiteY81" fmla="*/ 22765 h 129254"/>
              <a:gd name="connsiteX82" fmla="*/ 227743 w 281273"/>
              <a:gd name="connsiteY82" fmla="*/ 41148 h 129254"/>
              <a:gd name="connsiteX83" fmla="*/ 206216 w 281273"/>
              <a:gd name="connsiteY83" fmla="*/ 41243 h 129254"/>
              <a:gd name="connsiteX84" fmla="*/ 9430 w 281273"/>
              <a:gd name="connsiteY84" fmla="*/ 9525 h 129254"/>
              <a:gd name="connsiteX85" fmla="*/ 9430 w 281273"/>
              <a:gd name="connsiteY85" fmla="*/ 103727 h 129254"/>
              <a:gd name="connsiteX86" fmla="*/ 20669 w 281273"/>
              <a:gd name="connsiteY86" fmla="*/ 103727 h 129254"/>
              <a:gd name="connsiteX87" fmla="*/ 30194 w 281273"/>
              <a:gd name="connsiteY87" fmla="*/ 103727 h 129254"/>
              <a:gd name="connsiteX88" fmla="*/ 30194 w 281273"/>
              <a:gd name="connsiteY88" fmla="*/ 113252 h 129254"/>
              <a:gd name="connsiteX89" fmla="*/ 30194 w 281273"/>
              <a:gd name="connsiteY89" fmla="*/ 119634 h 129254"/>
              <a:gd name="connsiteX90" fmla="*/ 77153 w 281273"/>
              <a:gd name="connsiteY90" fmla="*/ 119634 h 129254"/>
              <a:gd name="connsiteX91" fmla="*/ 77153 w 281273"/>
              <a:gd name="connsiteY91" fmla="*/ 113729 h 129254"/>
              <a:gd name="connsiteX92" fmla="*/ 77153 w 281273"/>
              <a:gd name="connsiteY92" fmla="*/ 104204 h 129254"/>
              <a:gd name="connsiteX93" fmla="*/ 86678 w 281273"/>
              <a:gd name="connsiteY93" fmla="*/ 104204 h 129254"/>
              <a:gd name="connsiteX94" fmla="*/ 110490 w 281273"/>
              <a:gd name="connsiteY94" fmla="*/ 104204 h 129254"/>
              <a:gd name="connsiteX95" fmla="*/ 120015 w 281273"/>
              <a:gd name="connsiteY95" fmla="*/ 104204 h 129254"/>
              <a:gd name="connsiteX96" fmla="*/ 120015 w 281273"/>
              <a:gd name="connsiteY96" fmla="*/ 113729 h 129254"/>
              <a:gd name="connsiteX97" fmla="*/ 120015 w 281273"/>
              <a:gd name="connsiteY97" fmla="*/ 119634 h 129254"/>
              <a:gd name="connsiteX98" fmla="*/ 184595 w 281273"/>
              <a:gd name="connsiteY98" fmla="*/ 119634 h 129254"/>
              <a:gd name="connsiteX99" fmla="*/ 184595 w 281273"/>
              <a:gd name="connsiteY99" fmla="*/ 114014 h 129254"/>
              <a:gd name="connsiteX100" fmla="*/ 184595 w 281273"/>
              <a:gd name="connsiteY100" fmla="*/ 104489 h 129254"/>
              <a:gd name="connsiteX101" fmla="*/ 194120 w 281273"/>
              <a:gd name="connsiteY101" fmla="*/ 104489 h 129254"/>
              <a:gd name="connsiteX102" fmla="*/ 219456 w 281273"/>
              <a:gd name="connsiteY102" fmla="*/ 104489 h 129254"/>
              <a:gd name="connsiteX103" fmla="*/ 228981 w 281273"/>
              <a:gd name="connsiteY103" fmla="*/ 104489 h 129254"/>
              <a:gd name="connsiteX104" fmla="*/ 228981 w 281273"/>
              <a:gd name="connsiteY104" fmla="*/ 114014 h 129254"/>
              <a:gd name="connsiteX105" fmla="*/ 228981 w 281273"/>
              <a:gd name="connsiteY105" fmla="*/ 119253 h 129254"/>
              <a:gd name="connsiteX106" fmla="*/ 271653 w 281273"/>
              <a:gd name="connsiteY106" fmla="*/ 119158 h 129254"/>
              <a:gd name="connsiteX107" fmla="*/ 271558 w 281273"/>
              <a:gd name="connsiteY107" fmla="*/ 9716 h 129254"/>
              <a:gd name="connsiteX108" fmla="*/ 126206 w 281273"/>
              <a:gd name="connsiteY108" fmla="*/ 9620 h 129254"/>
              <a:gd name="connsiteX109" fmla="*/ 126206 w 281273"/>
              <a:gd name="connsiteY109" fmla="*/ 11906 h 129254"/>
              <a:gd name="connsiteX110" fmla="*/ 126206 w 281273"/>
              <a:gd name="connsiteY110" fmla="*/ 21431 h 129254"/>
              <a:gd name="connsiteX111" fmla="*/ 116681 w 281273"/>
              <a:gd name="connsiteY111" fmla="*/ 21431 h 129254"/>
              <a:gd name="connsiteX112" fmla="*/ 38290 w 281273"/>
              <a:gd name="connsiteY112" fmla="*/ 21431 h 129254"/>
              <a:gd name="connsiteX113" fmla="*/ 28765 w 281273"/>
              <a:gd name="connsiteY113" fmla="*/ 21431 h 129254"/>
              <a:gd name="connsiteX114" fmla="*/ 28765 w 281273"/>
              <a:gd name="connsiteY114" fmla="*/ 11906 h 129254"/>
              <a:gd name="connsiteX115" fmla="*/ 28765 w 281273"/>
              <a:gd name="connsiteY115" fmla="*/ 9525 h 129254"/>
              <a:gd name="connsiteX116" fmla="*/ 9525 w 281273"/>
              <a:gd name="connsiteY116" fmla="*/ 9525 h 129254"/>
              <a:gd name="connsiteX117" fmla="*/ 0 w 281273"/>
              <a:gd name="connsiteY117" fmla="*/ 0 h 129254"/>
              <a:gd name="connsiteX118" fmla="*/ 38290 w 281273"/>
              <a:gd name="connsiteY118" fmla="*/ 95 h 129254"/>
              <a:gd name="connsiteX119" fmla="*/ 38290 w 281273"/>
              <a:gd name="connsiteY119" fmla="*/ 12001 h 129254"/>
              <a:gd name="connsiteX120" fmla="*/ 116681 w 281273"/>
              <a:gd name="connsiteY120" fmla="*/ 12001 h 129254"/>
              <a:gd name="connsiteX121" fmla="*/ 116681 w 281273"/>
              <a:gd name="connsiteY121" fmla="*/ 95 h 129254"/>
              <a:gd name="connsiteX122" fmla="*/ 281083 w 281273"/>
              <a:gd name="connsiteY122" fmla="*/ 191 h 129254"/>
              <a:gd name="connsiteX123" fmla="*/ 281273 w 281273"/>
              <a:gd name="connsiteY123" fmla="*/ 128683 h 129254"/>
              <a:gd name="connsiteX124" fmla="*/ 280606 w 281273"/>
              <a:gd name="connsiteY124" fmla="*/ 128683 h 129254"/>
              <a:gd name="connsiteX125" fmla="*/ 219646 w 281273"/>
              <a:gd name="connsiteY125" fmla="*/ 128873 h 129254"/>
              <a:gd name="connsiteX126" fmla="*/ 219551 w 281273"/>
              <a:gd name="connsiteY126" fmla="*/ 114109 h 129254"/>
              <a:gd name="connsiteX127" fmla="*/ 194215 w 281273"/>
              <a:gd name="connsiteY127" fmla="*/ 114109 h 129254"/>
              <a:gd name="connsiteX128" fmla="*/ 194310 w 281273"/>
              <a:gd name="connsiteY128" fmla="*/ 129254 h 129254"/>
              <a:gd name="connsiteX129" fmla="*/ 110585 w 281273"/>
              <a:gd name="connsiteY129" fmla="*/ 129254 h 129254"/>
              <a:gd name="connsiteX130" fmla="*/ 110585 w 281273"/>
              <a:gd name="connsiteY130" fmla="*/ 113824 h 129254"/>
              <a:gd name="connsiteX131" fmla="*/ 86773 w 281273"/>
              <a:gd name="connsiteY131" fmla="*/ 113824 h 129254"/>
              <a:gd name="connsiteX132" fmla="*/ 86773 w 281273"/>
              <a:gd name="connsiteY132" fmla="*/ 129254 h 129254"/>
              <a:gd name="connsiteX133" fmla="*/ 20764 w 281273"/>
              <a:gd name="connsiteY133" fmla="*/ 129254 h 129254"/>
              <a:gd name="connsiteX134" fmla="*/ 20764 w 281273"/>
              <a:gd name="connsiteY134" fmla="*/ 113348 h 129254"/>
              <a:gd name="connsiteX135" fmla="*/ 0 w 281273"/>
              <a:gd name="connsiteY135" fmla="*/ 113348 h 129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</a:cxnLst>
            <a:rect l="l" t="t" r="r" b="b"/>
            <a:pathLst>
              <a:path w="281273" h="129254">
                <a:moveTo>
                  <a:pt x="254413" y="103251"/>
                </a:moveTo>
                <a:lnTo>
                  <a:pt x="263938" y="103251"/>
                </a:lnTo>
                <a:lnTo>
                  <a:pt x="263938" y="116395"/>
                </a:lnTo>
                <a:lnTo>
                  <a:pt x="254413" y="116395"/>
                </a:lnTo>
                <a:close/>
                <a:moveTo>
                  <a:pt x="237077" y="103251"/>
                </a:moveTo>
                <a:lnTo>
                  <a:pt x="246602" y="103251"/>
                </a:lnTo>
                <a:lnTo>
                  <a:pt x="246602" y="116395"/>
                </a:lnTo>
                <a:lnTo>
                  <a:pt x="237077" y="116395"/>
                </a:lnTo>
                <a:close/>
                <a:moveTo>
                  <a:pt x="164020" y="103251"/>
                </a:moveTo>
                <a:lnTo>
                  <a:pt x="173545" y="103251"/>
                </a:lnTo>
                <a:lnTo>
                  <a:pt x="173545" y="116395"/>
                </a:lnTo>
                <a:lnTo>
                  <a:pt x="164020" y="116395"/>
                </a:lnTo>
                <a:close/>
                <a:moveTo>
                  <a:pt x="146780" y="103251"/>
                </a:moveTo>
                <a:lnTo>
                  <a:pt x="156305" y="103251"/>
                </a:lnTo>
                <a:lnTo>
                  <a:pt x="156305" y="116395"/>
                </a:lnTo>
                <a:lnTo>
                  <a:pt x="146780" y="116395"/>
                </a:lnTo>
                <a:close/>
                <a:moveTo>
                  <a:pt x="129445" y="103251"/>
                </a:moveTo>
                <a:lnTo>
                  <a:pt x="138970" y="103251"/>
                </a:lnTo>
                <a:lnTo>
                  <a:pt x="138970" y="116395"/>
                </a:lnTo>
                <a:lnTo>
                  <a:pt x="129445" y="116395"/>
                </a:lnTo>
                <a:close/>
                <a:moveTo>
                  <a:pt x="56388" y="103251"/>
                </a:moveTo>
                <a:lnTo>
                  <a:pt x="65913" y="103251"/>
                </a:lnTo>
                <a:lnTo>
                  <a:pt x="65913" y="116395"/>
                </a:lnTo>
                <a:lnTo>
                  <a:pt x="56388" y="116395"/>
                </a:lnTo>
                <a:close/>
                <a:moveTo>
                  <a:pt x="38576" y="103251"/>
                </a:moveTo>
                <a:lnTo>
                  <a:pt x="48101" y="103251"/>
                </a:lnTo>
                <a:lnTo>
                  <a:pt x="48101" y="116395"/>
                </a:lnTo>
                <a:lnTo>
                  <a:pt x="38576" y="116395"/>
                </a:lnTo>
                <a:close/>
                <a:moveTo>
                  <a:pt x="172879" y="84296"/>
                </a:moveTo>
                <a:lnTo>
                  <a:pt x="181070" y="84296"/>
                </a:lnTo>
                <a:lnTo>
                  <a:pt x="181070" y="91440"/>
                </a:lnTo>
                <a:lnTo>
                  <a:pt x="172879" y="91440"/>
                </a:lnTo>
                <a:close/>
                <a:moveTo>
                  <a:pt x="119062" y="84296"/>
                </a:moveTo>
                <a:lnTo>
                  <a:pt x="127253" y="84296"/>
                </a:lnTo>
                <a:lnTo>
                  <a:pt x="127253" y="91440"/>
                </a:lnTo>
                <a:lnTo>
                  <a:pt x="119062" y="91440"/>
                </a:lnTo>
                <a:close/>
                <a:moveTo>
                  <a:pt x="172879" y="71437"/>
                </a:moveTo>
                <a:lnTo>
                  <a:pt x="181070" y="71437"/>
                </a:lnTo>
                <a:lnTo>
                  <a:pt x="181070" y="78581"/>
                </a:lnTo>
                <a:lnTo>
                  <a:pt x="172879" y="78581"/>
                </a:lnTo>
                <a:close/>
                <a:moveTo>
                  <a:pt x="119062" y="71437"/>
                </a:moveTo>
                <a:lnTo>
                  <a:pt x="127253" y="71437"/>
                </a:lnTo>
                <a:lnTo>
                  <a:pt x="127253" y="78581"/>
                </a:lnTo>
                <a:lnTo>
                  <a:pt x="119062" y="78581"/>
                </a:lnTo>
                <a:close/>
                <a:moveTo>
                  <a:pt x="172879" y="58579"/>
                </a:moveTo>
                <a:lnTo>
                  <a:pt x="181070" y="58579"/>
                </a:lnTo>
                <a:lnTo>
                  <a:pt x="181070" y="65723"/>
                </a:lnTo>
                <a:lnTo>
                  <a:pt x="172879" y="65723"/>
                </a:lnTo>
                <a:close/>
                <a:moveTo>
                  <a:pt x="119062" y="58579"/>
                </a:moveTo>
                <a:lnTo>
                  <a:pt x="127253" y="58579"/>
                </a:lnTo>
                <a:lnTo>
                  <a:pt x="127253" y="65723"/>
                </a:lnTo>
                <a:lnTo>
                  <a:pt x="119062" y="65723"/>
                </a:lnTo>
                <a:close/>
                <a:moveTo>
                  <a:pt x="172879" y="45720"/>
                </a:moveTo>
                <a:lnTo>
                  <a:pt x="181070" y="45720"/>
                </a:lnTo>
                <a:lnTo>
                  <a:pt x="181070" y="52864"/>
                </a:lnTo>
                <a:lnTo>
                  <a:pt x="172879" y="52864"/>
                </a:lnTo>
                <a:close/>
                <a:moveTo>
                  <a:pt x="119062" y="45720"/>
                </a:moveTo>
                <a:lnTo>
                  <a:pt x="127253" y="45720"/>
                </a:lnTo>
                <a:lnTo>
                  <a:pt x="127253" y="52864"/>
                </a:lnTo>
                <a:lnTo>
                  <a:pt x="119062" y="52864"/>
                </a:lnTo>
                <a:close/>
                <a:moveTo>
                  <a:pt x="172879" y="32861"/>
                </a:moveTo>
                <a:lnTo>
                  <a:pt x="181070" y="32861"/>
                </a:lnTo>
                <a:lnTo>
                  <a:pt x="181070" y="40005"/>
                </a:lnTo>
                <a:lnTo>
                  <a:pt x="172879" y="40005"/>
                </a:lnTo>
                <a:close/>
                <a:moveTo>
                  <a:pt x="119062" y="32861"/>
                </a:moveTo>
                <a:lnTo>
                  <a:pt x="127253" y="32861"/>
                </a:lnTo>
                <a:lnTo>
                  <a:pt x="127253" y="40005"/>
                </a:lnTo>
                <a:lnTo>
                  <a:pt x="119062" y="40005"/>
                </a:lnTo>
                <a:close/>
                <a:moveTo>
                  <a:pt x="130111" y="31718"/>
                </a:moveTo>
                <a:lnTo>
                  <a:pt x="170021" y="31718"/>
                </a:lnTo>
                <a:lnTo>
                  <a:pt x="169830" y="92773"/>
                </a:lnTo>
                <a:lnTo>
                  <a:pt x="130111" y="93059"/>
                </a:lnTo>
                <a:close/>
                <a:moveTo>
                  <a:pt x="35242" y="31718"/>
                </a:moveTo>
                <a:lnTo>
                  <a:pt x="75152" y="31718"/>
                </a:lnTo>
                <a:lnTo>
                  <a:pt x="74866" y="92773"/>
                </a:lnTo>
                <a:lnTo>
                  <a:pt x="35242" y="93059"/>
                </a:lnTo>
                <a:close/>
                <a:moveTo>
                  <a:pt x="239458" y="22765"/>
                </a:moveTo>
                <a:lnTo>
                  <a:pt x="261080" y="22765"/>
                </a:lnTo>
                <a:lnTo>
                  <a:pt x="260985" y="41148"/>
                </a:lnTo>
                <a:lnTo>
                  <a:pt x="239458" y="41243"/>
                </a:lnTo>
                <a:close/>
                <a:moveTo>
                  <a:pt x="206216" y="22765"/>
                </a:moveTo>
                <a:lnTo>
                  <a:pt x="227838" y="22765"/>
                </a:lnTo>
                <a:lnTo>
                  <a:pt x="227743" y="41148"/>
                </a:lnTo>
                <a:lnTo>
                  <a:pt x="206216" y="41243"/>
                </a:lnTo>
                <a:close/>
                <a:moveTo>
                  <a:pt x="9430" y="9525"/>
                </a:moveTo>
                <a:lnTo>
                  <a:pt x="9430" y="103727"/>
                </a:lnTo>
                <a:lnTo>
                  <a:pt x="20669" y="103727"/>
                </a:lnTo>
                <a:lnTo>
                  <a:pt x="30194" y="103727"/>
                </a:lnTo>
                <a:lnTo>
                  <a:pt x="30194" y="113252"/>
                </a:lnTo>
                <a:lnTo>
                  <a:pt x="30194" y="119634"/>
                </a:lnTo>
                <a:lnTo>
                  <a:pt x="77153" y="119634"/>
                </a:lnTo>
                <a:lnTo>
                  <a:pt x="77153" y="113729"/>
                </a:lnTo>
                <a:lnTo>
                  <a:pt x="77153" y="104204"/>
                </a:lnTo>
                <a:lnTo>
                  <a:pt x="86678" y="104204"/>
                </a:lnTo>
                <a:lnTo>
                  <a:pt x="110490" y="104204"/>
                </a:lnTo>
                <a:lnTo>
                  <a:pt x="120015" y="104204"/>
                </a:lnTo>
                <a:lnTo>
                  <a:pt x="120015" y="113729"/>
                </a:lnTo>
                <a:lnTo>
                  <a:pt x="120015" y="119634"/>
                </a:lnTo>
                <a:lnTo>
                  <a:pt x="184595" y="119634"/>
                </a:lnTo>
                <a:lnTo>
                  <a:pt x="184595" y="114014"/>
                </a:lnTo>
                <a:lnTo>
                  <a:pt x="184595" y="104489"/>
                </a:lnTo>
                <a:lnTo>
                  <a:pt x="194120" y="104489"/>
                </a:lnTo>
                <a:lnTo>
                  <a:pt x="219456" y="104489"/>
                </a:lnTo>
                <a:lnTo>
                  <a:pt x="228981" y="104489"/>
                </a:lnTo>
                <a:lnTo>
                  <a:pt x="228981" y="114014"/>
                </a:lnTo>
                <a:lnTo>
                  <a:pt x="228981" y="119253"/>
                </a:lnTo>
                <a:cubicBezTo>
                  <a:pt x="240506" y="119253"/>
                  <a:pt x="259747" y="119158"/>
                  <a:pt x="271653" y="119158"/>
                </a:cubicBezTo>
                <a:lnTo>
                  <a:pt x="271558" y="9716"/>
                </a:lnTo>
                <a:lnTo>
                  <a:pt x="126206" y="9620"/>
                </a:lnTo>
                <a:lnTo>
                  <a:pt x="126206" y="11906"/>
                </a:lnTo>
                <a:lnTo>
                  <a:pt x="126206" y="21431"/>
                </a:lnTo>
                <a:lnTo>
                  <a:pt x="116681" y="21431"/>
                </a:lnTo>
                <a:lnTo>
                  <a:pt x="38290" y="21431"/>
                </a:lnTo>
                <a:lnTo>
                  <a:pt x="28765" y="21431"/>
                </a:lnTo>
                <a:lnTo>
                  <a:pt x="28765" y="11906"/>
                </a:lnTo>
                <a:lnTo>
                  <a:pt x="28765" y="9525"/>
                </a:lnTo>
                <a:lnTo>
                  <a:pt x="9525" y="9525"/>
                </a:lnTo>
                <a:close/>
                <a:moveTo>
                  <a:pt x="0" y="0"/>
                </a:moveTo>
                <a:lnTo>
                  <a:pt x="38290" y="95"/>
                </a:lnTo>
                <a:lnTo>
                  <a:pt x="38290" y="12001"/>
                </a:lnTo>
                <a:lnTo>
                  <a:pt x="116681" y="12001"/>
                </a:lnTo>
                <a:lnTo>
                  <a:pt x="116681" y="95"/>
                </a:lnTo>
                <a:lnTo>
                  <a:pt x="281083" y="191"/>
                </a:lnTo>
                <a:cubicBezTo>
                  <a:pt x="281083" y="3619"/>
                  <a:pt x="281273" y="128683"/>
                  <a:pt x="281273" y="128683"/>
                </a:cubicBezTo>
                <a:cubicBezTo>
                  <a:pt x="281083" y="128683"/>
                  <a:pt x="280892" y="128683"/>
                  <a:pt x="280606" y="128683"/>
                </a:cubicBezTo>
                <a:cubicBezTo>
                  <a:pt x="270605" y="128683"/>
                  <a:pt x="219646" y="128873"/>
                  <a:pt x="219646" y="128873"/>
                </a:cubicBezTo>
                <a:lnTo>
                  <a:pt x="219551" y="114109"/>
                </a:lnTo>
                <a:lnTo>
                  <a:pt x="194215" y="114109"/>
                </a:lnTo>
                <a:lnTo>
                  <a:pt x="194310" y="129254"/>
                </a:lnTo>
                <a:lnTo>
                  <a:pt x="110585" y="129254"/>
                </a:lnTo>
                <a:lnTo>
                  <a:pt x="110585" y="113824"/>
                </a:lnTo>
                <a:lnTo>
                  <a:pt x="86773" y="113824"/>
                </a:lnTo>
                <a:lnTo>
                  <a:pt x="86773" y="129254"/>
                </a:lnTo>
                <a:lnTo>
                  <a:pt x="20764" y="129254"/>
                </a:lnTo>
                <a:lnTo>
                  <a:pt x="20764" y="113348"/>
                </a:lnTo>
                <a:lnTo>
                  <a:pt x="0" y="113348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IN"/>
          </a:p>
        </p:txBody>
      </p:sp>
      <p:grpSp>
        <p:nvGrpSpPr>
          <p:cNvPr id="308" name="Graphic 2">
            <a:extLst>
              <a:ext uri="{FF2B5EF4-FFF2-40B4-BE49-F238E27FC236}">
                <a16:creationId xmlns:a16="http://schemas.microsoft.com/office/drawing/2014/main" id="{89980954-E44E-4233-96AB-F5E4ED36C171}"/>
              </a:ext>
            </a:extLst>
          </p:cNvPr>
          <p:cNvGrpSpPr/>
          <p:nvPr/>
        </p:nvGrpSpPr>
        <p:grpSpPr>
          <a:xfrm>
            <a:off x="10296138" y="2185383"/>
            <a:ext cx="280796" cy="253079"/>
            <a:chOff x="7813769" y="2117121"/>
            <a:chExt cx="280796" cy="253079"/>
          </a:xfrm>
          <a:solidFill>
            <a:srgbClr val="000000"/>
          </a:solidFill>
        </p:grpSpPr>
        <p:grpSp>
          <p:nvGrpSpPr>
            <p:cNvPr id="309" name="Graphic 2">
              <a:extLst>
                <a:ext uri="{FF2B5EF4-FFF2-40B4-BE49-F238E27FC236}">
                  <a16:creationId xmlns:a16="http://schemas.microsoft.com/office/drawing/2014/main" id="{89980954-E44E-4233-96AB-F5E4ED36C171}"/>
                </a:ext>
              </a:extLst>
            </p:cNvPr>
            <p:cNvGrpSpPr/>
            <p:nvPr/>
          </p:nvGrpSpPr>
          <p:grpSpPr>
            <a:xfrm>
              <a:off x="7813769" y="2117121"/>
              <a:ext cx="280796" cy="253079"/>
              <a:chOff x="7813769" y="2117121"/>
              <a:chExt cx="280796" cy="253079"/>
            </a:xfrm>
            <a:solidFill>
              <a:srgbClr val="000000"/>
            </a:solidFill>
          </p:grpSpPr>
          <p:sp>
            <p:nvSpPr>
              <p:cNvPr id="310" name="Freeform: Shape 309">
                <a:extLst>
                  <a:ext uri="{FF2B5EF4-FFF2-40B4-BE49-F238E27FC236}">
                    <a16:creationId xmlns:a16="http://schemas.microsoft.com/office/drawing/2014/main" id="{9C61798C-714A-4221-A98B-D50E7BCD307D}"/>
                  </a:ext>
                </a:extLst>
              </p:cNvPr>
              <p:cNvSpPr/>
              <p:nvPr/>
            </p:nvSpPr>
            <p:spPr>
              <a:xfrm>
                <a:off x="7897852" y="2314384"/>
                <a:ext cx="112550" cy="55816"/>
              </a:xfrm>
              <a:custGeom>
                <a:avLst/>
                <a:gdLst>
                  <a:gd name="connsiteX0" fmla="*/ 101940 w 112550"/>
                  <a:gd name="connsiteY0" fmla="*/ 55816 h 55816"/>
                  <a:gd name="connsiteX1" fmla="*/ 10691 w 112550"/>
                  <a:gd name="connsiteY1" fmla="*/ 55816 h 55816"/>
                  <a:gd name="connsiteX2" fmla="*/ 499 w 112550"/>
                  <a:gd name="connsiteY2" fmla="*/ 48292 h 55816"/>
                  <a:gd name="connsiteX3" fmla="*/ 4690 w 112550"/>
                  <a:gd name="connsiteY3" fmla="*/ 36195 h 55816"/>
                  <a:gd name="connsiteX4" fmla="*/ 24788 w 112550"/>
                  <a:gd name="connsiteY4" fmla="*/ 26765 h 55816"/>
                  <a:gd name="connsiteX5" fmla="*/ 29264 w 112550"/>
                  <a:gd name="connsiteY5" fmla="*/ 0 h 55816"/>
                  <a:gd name="connsiteX6" fmla="*/ 38694 w 112550"/>
                  <a:gd name="connsiteY6" fmla="*/ 1524 h 55816"/>
                  <a:gd name="connsiteX7" fmla="*/ 33360 w 112550"/>
                  <a:gd name="connsiteY7" fmla="*/ 33623 h 55816"/>
                  <a:gd name="connsiteX8" fmla="*/ 30788 w 112550"/>
                  <a:gd name="connsiteY8" fmla="*/ 34576 h 55816"/>
                  <a:gd name="connsiteX9" fmla="*/ 10119 w 112550"/>
                  <a:gd name="connsiteY9" fmla="*/ 44005 h 55816"/>
                  <a:gd name="connsiteX10" fmla="*/ 9643 w 112550"/>
                  <a:gd name="connsiteY10" fmla="*/ 45434 h 55816"/>
                  <a:gd name="connsiteX11" fmla="*/ 10691 w 112550"/>
                  <a:gd name="connsiteY11" fmla="*/ 46291 h 55816"/>
                  <a:gd name="connsiteX12" fmla="*/ 101940 w 112550"/>
                  <a:gd name="connsiteY12" fmla="*/ 46291 h 55816"/>
                  <a:gd name="connsiteX13" fmla="*/ 102988 w 112550"/>
                  <a:gd name="connsiteY13" fmla="*/ 45434 h 55816"/>
                  <a:gd name="connsiteX14" fmla="*/ 102607 w 112550"/>
                  <a:gd name="connsiteY14" fmla="*/ 44101 h 55816"/>
                  <a:gd name="connsiteX15" fmla="*/ 81938 w 112550"/>
                  <a:gd name="connsiteY15" fmla="*/ 34671 h 55816"/>
                  <a:gd name="connsiteX16" fmla="*/ 79271 w 112550"/>
                  <a:gd name="connsiteY16" fmla="*/ 33623 h 55816"/>
                  <a:gd name="connsiteX17" fmla="*/ 75365 w 112550"/>
                  <a:gd name="connsiteY17" fmla="*/ 1333 h 55816"/>
                  <a:gd name="connsiteX18" fmla="*/ 84795 w 112550"/>
                  <a:gd name="connsiteY18" fmla="*/ 190 h 55816"/>
                  <a:gd name="connsiteX19" fmla="*/ 88033 w 112550"/>
                  <a:gd name="connsiteY19" fmla="*/ 26860 h 55816"/>
                  <a:gd name="connsiteX20" fmla="*/ 108036 w 112550"/>
                  <a:gd name="connsiteY20" fmla="*/ 36385 h 55816"/>
                  <a:gd name="connsiteX21" fmla="*/ 112037 w 112550"/>
                  <a:gd name="connsiteY21" fmla="*/ 48387 h 55816"/>
                  <a:gd name="connsiteX22" fmla="*/ 101940 w 112550"/>
                  <a:gd name="connsiteY22" fmla="*/ 55816 h 558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12550" h="55816">
                    <a:moveTo>
                      <a:pt x="101940" y="55816"/>
                    </a:moveTo>
                    <a:lnTo>
                      <a:pt x="10691" y="55816"/>
                    </a:lnTo>
                    <a:cubicBezTo>
                      <a:pt x="6023" y="55816"/>
                      <a:pt x="1928" y="52768"/>
                      <a:pt x="499" y="48292"/>
                    </a:cubicBezTo>
                    <a:cubicBezTo>
                      <a:pt x="-930" y="43720"/>
                      <a:pt x="785" y="38862"/>
                      <a:pt x="4690" y="36195"/>
                    </a:cubicBezTo>
                    <a:cubicBezTo>
                      <a:pt x="9071" y="33242"/>
                      <a:pt x="18311" y="29337"/>
                      <a:pt x="24788" y="26765"/>
                    </a:cubicBezTo>
                    <a:lnTo>
                      <a:pt x="29264" y="0"/>
                    </a:lnTo>
                    <a:lnTo>
                      <a:pt x="38694" y="1524"/>
                    </a:lnTo>
                    <a:lnTo>
                      <a:pt x="33360" y="33623"/>
                    </a:lnTo>
                    <a:lnTo>
                      <a:pt x="30788" y="34576"/>
                    </a:lnTo>
                    <a:cubicBezTo>
                      <a:pt x="23073" y="37528"/>
                      <a:pt x="13643" y="41624"/>
                      <a:pt x="10119" y="44005"/>
                    </a:cubicBezTo>
                    <a:cubicBezTo>
                      <a:pt x="9643" y="44291"/>
                      <a:pt x="9452" y="44863"/>
                      <a:pt x="9643" y="45434"/>
                    </a:cubicBezTo>
                    <a:cubicBezTo>
                      <a:pt x="9833" y="45910"/>
                      <a:pt x="10214" y="46291"/>
                      <a:pt x="10691" y="46291"/>
                    </a:cubicBezTo>
                    <a:lnTo>
                      <a:pt x="101940" y="46291"/>
                    </a:lnTo>
                    <a:cubicBezTo>
                      <a:pt x="102416" y="46291"/>
                      <a:pt x="102797" y="46006"/>
                      <a:pt x="102988" y="45434"/>
                    </a:cubicBezTo>
                    <a:cubicBezTo>
                      <a:pt x="103178" y="44958"/>
                      <a:pt x="102988" y="44386"/>
                      <a:pt x="102607" y="44101"/>
                    </a:cubicBezTo>
                    <a:cubicBezTo>
                      <a:pt x="99749" y="42100"/>
                      <a:pt x="92034" y="38576"/>
                      <a:pt x="81938" y="34671"/>
                    </a:cubicBezTo>
                    <a:lnTo>
                      <a:pt x="79271" y="33623"/>
                    </a:lnTo>
                    <a:lnTo>
                      <a:pt x="75365" y="1333"/>
                    </a:lnTo>
                    <a:lnTo>
                      <a:pt x="84795" y="190"/>
                    </a:lnTo>
                    <a:lnTo>
                      <a:pt x="88033" y="26860"/>
                    </a:lnTo>
                    <a:cubicBezTo>
                      <a:pt x="94606" y="29432"/>
                      <a:pt x="103845" y="33433"/>
                      <a:pt x="108036" y="36385"/>
                    </a:cubicBezTo>
                    <a:cubicBezTo>
                      <a:pt x="111846" y="39052"/>
                      <a:pt x="113465" y="43910"/>
                      <a:pt x="112037" y="48387"/>
                    </a:cubicBezTo>
                    <a:cubicBezTo>
                      <a:pt x="110608" y="52864"/>
                      <a:pt x="106607" y="55816"/>
                      <a:pt x="101940" y="55816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11" name="Freeform: Shape 310">
                <a:extLst>
                  <a:ext uri="{FF2B5EF4-FFF2-40B4-BE49-F238E27FC236}">
                    <a16:creationId xmlns:a16="http://schemas.microsoft.com/office/drawing/2014/main" id="{1635C29E-6C7C-4CF4-93D6-95EB9B31AB70}"/>
                  </a:ext>
                </a:extLst>
              </p:cNvPr>
              <p:cNvSpPr/>
              <p:nvPr/>
            </p:nvSpPr>
            <p:spPr>
              <a:xfrm>
                <a:off x="7813769" y="2117121"/>
                <a:ext cx="280796" cy="188404"/>
              </a:xfrm>
              <a:custGeom>
                <a:avLst/>
                <a:gdLst>
                  <a:gd name="connsiteX0" fmla="*/ 265557 w 280796"/>
                  <a:gd name="connsiteY0" fmla="*/ 9525 h 188404"/>
                  <a:gd name="connsiteX1" fmla="*/ 271272 w 280796"/>
                  <a:gd name="connsiteY1" fmla="*/ 15335 h 188404"/>
                  <a:gd name="connsiteX2" fmla="*/ 271272 w 280796"/>
                  <a:gd name="connsiteY2" fmla="*/ 173736 h 188404"/>
                  <a:gd name="connsiteX3" fmla="*/ 266224 w 280796"/>
                  <a:gd name="connsiteY3" fmla="*/ 178880 h 188404"/>
                  <a:gd name="connsiteX4" fmla="*/ 14097 w 280796"/>
                  <a:gd name="connsiteY4" fmla="*/ 178880 h 188404"/>
                  <a:gd name="connsiteX5" fmla="*/ 9525 w 280796"/>
                  <a:gd name="connsiteY5" fmla="*/ 174212 h 188404"/>
                  <a:gd name="connsiteX6" fmla="*/ 9525 w 280796"/>
                  <a:gd name="connsiteY6" fmla="*/ 14097 h 188404"/>
                  <a:gd name="connsiteX7" fmla="*/ 14002 w 280796"/>
                  <a:gd name="connsiteY7" fmla="*/ 9525 h 188404"/>
                  <a:gd name="connsiteX8" fmla="*/ 265557 w 280796"/>
                  <a:gd name="connsiteY8" fmla="*/ 9525 h 188404"/>
                  <a:gd name="connsiteX9" fmla="*/ 265557 w 280796"/>
                  <a:gd name="connsiteY9" fmla="*/ 0 h 188404"/>
                  <a:gd name="connsiteX10" fmla="*/ 14002 w 280796"/>
                  <a:gd name="connsiteY10" fmla="*/ 0 h 188404"/>
                  <a:gd name="connsiteX11" fmla="*/ 0 w 280796"/>
                  <a:gd name="connsiteY11" fmla="*/ 14097 h 188404"/>
                  <a:gd name="connsiteX12" fmla="*/ 0 w 280796"/>
                  <a:gd name="connsiteY12" fmla="*/ 174212 h 188404"/>
                  <a:gd name="connsiteX13" fmla="*/ 14097 w 280796"/>
                  <a:gd name="connsiteY13" fmla="*/ 188405 h 188404"/>
                  <a:gd name="connsiteX14" fmla="*/ 266224 w 280796"/>
                  <a:gd name="connsiteY14" fmla="*/ 188405 h 188404"/>
                  <a:gd name="connsiteX15" fmla="*/ 280797 w 280796"/>
                  <a:gd name="connsiteY15" fmla="*/ 173736 h 188404"/>
                  <a:gd name="connsiteX16" fmla="*/ 280797 w 280796"/>
                  <a:gd name="connsiteY16" fmla="*/ 15335 h 188404"/>
                  <a:gd name="connsiteX17" fmla="*/ 265557 w 280796"/>
                  <a:gd name="connsiteY17" fmla="*/ 0 h 188404"/>
                  <a:gd name="connsiteX18" fmla="*/ 265557 w 280796"/>
                  <a:gd name="connsiteY18" fmla="*/ 0 h 1884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280796" h="188404">
                    <a:moveTo>
                      <a:pt x="265557" y="9525"/>
                    </a:moveTo>
                    <a:cubicBezTo>
                      <a:pt x="268700" y="9525"/>
                      <a:pt x="271272" y="12097"/>
                      <a:pt x="271272" y="15335"/>
                    </a:cubicBezTo>
                    <a:lnTo>
                      <a:pt x="271272" y="173736"/>
                    </a:lnTo>
                    <a:cubicBezTo>
                      <a:pt x="271272" y="176593"/>
                      <a:pt x="268986" y="178880"/>
                      <a:pt x="266224" y="178880"/>
                    </a:cubicBezTo>
                    <a:lnTo>
                      <a:pt x="14097" y="178880"/>
                    </a:lnTo>
                    <a:cubicBezTo>
                      <a:pt x="11621" y="178880"/>
                      <a:pt x="9525" y="176784"/>
                      <a:pt x="9525" y="174212"/>
                    </a:cubicBezTo>
                    <a:lnTo>
                      <a:pt x="9525" y="14097"/>
                    </a:lnTo>
                    <a:cubicBezTo>
                      <a:pt x="9525" y="11525"/>
                      <a:pt x="11525" y="9525"/>
                      <a:pt x="14002" y="9525"/>
                    </a:cubicBezTo>
                    <a:lnTo>
                      <a:pt x="265557" y="9525"/>
                    </a:lnTo>
                    <a:moveTo>
                      <a:pt x="265557" y="0"/>
                    </a:moveTo>
                    <a:lnTo>
                      <a:pt x="14002" y="0"/>
                    </a:lnTo>
                    <a:cubicBezTo>
                      <a:pt x="6287" y="0"/>
                      <a:pt x="0" y="6286"/>
                      <a:pt x="0" y="14097"/>
                    </a:cubicBezTo>
                    <a:lnTo>
                      <a:pt x="0" y="174212"/>
                    </a:lnTo>
                    <a:cubicBezTo>
                      <a:pt x="0" y="182023"/>
                      <a:pt x="6287" y="188405"/>
                      <a:pt x="14097" y="188405"/>
                    </a:cubicBezTo>
                    <a:lnTo>
                      <a:pt x="266224" y="188405"/>
                    </a:lnTo>
                    <a:cubicBezTo>
                      <a:pt x="274320" y="188405"/>
                      <a:pt x="280797" y="181832"/>
                      <a:pt x="280797" y="173736"/>
                    </a:cubicBezTo>
                    <a:lnTo>
                      <a:pt x="280797" y="15335"/>
                    </a:lnTo>
                    <a:cubicBezTo>
                      <a:pt x="280797" y="6858"/>
                      <a:pt x="274034" y="0"/>
                      <a:pt x="265557" y="0"/>
                    </a:cubicBezTo>
                    <a:lnTo>
                      <a:pt x="265557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grpSp>
          <p:nvGrpSpPr>
            <p:cNvPr id="312" name="Graphic 2">
              <a:extLst>
                <a:ext uri="{FF2B5EF4-FFF2-40B4-BE49-F238E27FC236}">
                  <a16:creationId xmlns:a16="http://schemas.microsoft.com/office/drawing/2014/main" id="{89980954-E44E-4233-96AB-F5E4ED36C171}"/>
                </a:ext>
              </a:extLst>
            </p:cNvPr>
            <p:cNvGrpSpPr/>
            <p:nvPr/>
          </p:nvGrpSpPr>
          <p:grpSpPr>
            <a:xfrm>
              <a:off x="7864918" y="2164175"/>
              <a:ext cx="178593" cy="107442"/>
              <a:chOff x="7864918" y="2164175"/>
              <a:chExt cx="178593" cy="107442"/>
            </a:xfrm>
            <a:solidFill>
              <a:srgbClr val="000000"/>
            </a:solidFill>
          </p:grpSpPr>
          <p:sp>
            <p:nvSpPr>
              <p:cNvPr id="313" name="Freeform: Shape 312">
                <a:extLst>
                  <a:ext uri="{FF2B5EF4-FFF2-40B4-BE49-F238E27FC236}">
                    <a16:creationId xmlns:a16="http://schemas.microsoft.com/office/drawing/2014/main" id="{8AC919C4-E981-4F14-930A-B65DB6190992}"/>
                  </a:ext>
                </a:extLst>
              </p:cNvPr>
              <p:cNvSpPr/>
              <p:nvPr/>
            </p:nvSpPr>
            <p:spPr>
              <a:xfrm>
                <a:off x="7932260" y="2164175"/>
                <a:ext cx="43910" cy="23431"/>
              </a:xfrm>
              <a:custGeom>
                <a:avLst/>
                <a:gdLst>
                  <a:gd name="connsiteX0" fmla="*/ 0 w 43910"/>
                  <a:gd name="connsiteY0" fmla="*/ 0 h 23431"/>
                  <a:gd name="connsiteX1" fmla="*/ 43910 w 43910"/>
                  <a:gd name="connsiteY1" fmla="*/ 0 h 23431"/>
                  <a:gd name="connsiteX2" fmla="*/ 43910 w 43910"/>
                  <a:gd name="connsiteY2" fmla="*/ 23431 h 23431"/>
                  <a:gd name="connsiteX3" fmla="*/ 0 w 43910"/>
                  <a:gd name="connsiteY3" fmla="*/ 23431 h 23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3910" h="23431">
                    <a:moveTo>
                      <a:pt x="0" y="0"/>
                    </a:moveTo>
                    <a:lnTo>
                      <a:pt x="43910" y="0"/>
                    </a:lnTo>
                    <a:lnTo>
                      <a:pt x="43910" y="23431"/>
                    </a:lnTo>
                    <a:lnTo>
                      <a:pt x="0" y="23431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grpSp>
            <p:nvGrpSpPr>
              <p:cNvPr id="314" name="Graphic 2">
                <a:extLst>
                  <a:ext uri="{FF2B5EF4-FFF2-40B4-BE49-F238E27FC236}">
                    <a16:creationId xmlns:a16="http://schemas.microsoft.com/office/drawing/2014/main" id="{89980954-E44E-4233-96AB-F5E4ED36C171}"/>
                  </a:ext>
                </a:extLst>
              </p:cNvPr>
              <p:cNvGrpSpPr/>
              <p:nvPr/>
            </p:nvGrpSpPr>
            <p:grpSpPr>
              <a:xfrm>
                <a:off x="7864918" y="2248185"/>
                <a:ext cx="178593" cy="23431"/>
                <a:chOff x="7864918" y="2248185"/>
                <a:chExt cx="178593" cy="23431"/>
              </a:xfrm>
              <a:solidFill>
                <a:srgbClr val="000000"/>
              </a:solidFill>
            </p:grpSpPr>
            <p:sp>
              <p:nvSpPr>
                <p:cNvPr id="315" name="Freeform: Shape 314">
                  <a:extLst>
                    <a:ext uri="{FF2B5EF4-FFF2-40B4-BE49-F238E27FC236}">
                      <a16:creationId xmlns:a16="http://schemas.microsoft.com/office/drawing/2014/main" id="{04624FA8-7B86-490E-9192-44E99541FA78}"/>
                    </a:ext>
                  </a:extLst>
                </p:cNvPr>
                <p:cNvSpPr/>
                <p:nvPr/>
              </p:nvSpPr>
              <p:spPr>
                <a:xfrm>
                  <a:off x="7864918" y="2248185"/>
                  <a:ext cx="43910" cy="23431"/>
                </a:xfrm>
                <a:custGeom>
                  <a:avLst/>
                  <a:gdLst>
                    <a:gd name="connsiteX0" fmla="*/ 0 w 43910"/>
                    <a:gd name="connsiteY0" fmla="*/ 0 h 23431"/>
                    <a:gd name="connsiteX1" fmla="*/ 43910 w 43910"/>
                    <a:gd name="connsiteY1" fmla="*/ 0 h 23431"/>
                    <a:gd name="connsiteX2" fmla="*/ 43910 w 43910"/>
                    <a:gd name="connsiteY2" fmla="*/ 23431 h 23431"/>
                    <a:gd name="connsiteX3" fmla="*/ 0 w 43910"/>
                    <a:gd name="connsiteY3" fmla="*/ 23431 h 234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3910" h="23431">
                      <a:moveTo>
                        <a:pt x="0" y="0"/>
                      </a:moveTo>
                      <a:lnTo>
                        <a:pt x="43910" y="0"/>
                      </a:lnTo>
                      <a:lnTo>
                        <a:pt x="43910" y="23431"/>
                      </a:lnTo>
                      <a:lnTo>
                        <a:pt x="0" y="2343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316" name="Freeform: Shape 315">
                  <a:extLst>
                    <a:ext uri="{FF2B5EF4-FFF2-40B4-BE49-F238E27FC236}">
                      <a16:creationId xmlns:a16="http://schemas.microsoft.com/office/drawing/2014/main" id="{56CF0BDC-38F2-4058-80ED-AC690B1716ED}"/>
                    </a:ext>
                  </a:extLst>
                </p:cNvPr>
                <p:cNvSpPr/>
                <p:nvPr/>
              </p:nvSpPr>
              <p:spPr>
                <a:xfrm>
                  <a:off x="7932260" y="2248185"/>
                  <a:ext cx="43910" cy="23431"/>
                </a:xfrm>
                <a:custGeom>
                  <a:avLst/>
                  <a:gdLst>
                    <a:gd name="connsiteX0" fmla="*/ 0 w 43910"/>
                    <a:gd name="connsiteY0" fmla="*/ 0 h 23431"/>
                    <a:gd name="connsiteX1" fmla="*/ 43910 w 43910"/>
                    <a:gd name="connsiteY1" fmla="*/ 0 h 23431"/>
                    <a:gd name="connsiteX2" fmla="*/ 43910 w 43910"/>
                    <a:gd name="connsiteY2" fmla="*/ 23431 h 23431"/>
                    <a:gd name="connsiteX3" fmla="*/ 0 w 43910"/>
                    <a:gd name="connsiteY3" fmla="*/ 23431 h 234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3910" h="23431">
                      <a:moveTo>
                        <a:pt x="0" y="0"/>
                      </a:moveTo>
                      <a:lnTo>
                        <a:pt x="43910" y="0"/>
                      </a:lnTo>
                      <a:lnTo>
                        <a:pt x="43910" y="23431"/>
                      </a:lnTo>
                      <a:lnTo>
                        <a:pt x="0" y="2343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317" name="Freeform: Shape 316">
                  <a:extLst>
                    <a:ext uri="{FF2B5EF4-FFF2-40B4-BE49-F238E27FC236}">
                      <a16:creationId xmlns:a16="http://schemas.microsoft.com/office/drawing/2014/main" id="{CAACC26B-CE65-4BE9-9C8C-A76536171095}"/>
                    </a:ext>
                  </a:extLst>
                </p:cNvPr>
                <p:cNvSpPr/>
                <p:nvPr/>
              </p:nvSpPr>
              <p:spPr>
                <a:xfrm>
                  <a:off x="7999602" y="2248185"/>
                  <a:ext cx="43910" cy="23431"/>
                </a:xfrm>
                <a:custGeom>
                  <a:avLst/>
                  <a:gdLst>
                    <a:gd name="connsiteX0" fmla="*/ 0 w 43910"/>
                    <a:gd name="connsiteY0" fmla="*/ 0 h 23431"/>
                    <a:gd name="connsiteX1" fmla="*/ 43910 w 43910"/>
                    <a:gd name="connsiteY1" fmla="*/ 0 h 23431"/>
                    <a:gd name="connsiteX2" fmla="*/ 43910 w 43910"/>
                    <a:gd name="connsiteY2" fmla="*/ 23431 h 23431"/>
                    <a:gd name="connsiteX3" fmla="*/ 0 w 43910"/>
                    <a:gd name="connsiteY3" fmla="*/ 23431 h 234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3910" h="23431">
                      <a:moveTo>
                        <a:pt x="0" y="0"/>
                      </a:moveTo>
                      <a:lnTo>
                        <a:pt x="43910" y="0"/>
                      </a:lnTo>
                      <a:lnTo>
                        <a:pt x="43910" y="23431"/>
                      </a:lnTo>
                      <a:lnTo>
                        <a:pt x="0" y="2343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</p:grpSp>
          <p:grpSp>
            <p:nvGrpSpPr>
              <p:cNvPr id="318" name="Graphic 2">
                <a:extLst>
                  <a:ext uri="{FF2B5EF4-FFF2-40B4-BE49-F238E27FC236}">
                    <a16:creationId xmlns:a16="http://schemas.microsoft.com/office/drawing/2014/main" id="{89980954-E44E-4233-96AB-F5E4ED36C171}"/>
                  </a:ext>
                </a:extLst>
              </p:cNvPr>
              <p:cNvGrpSpPr/>
              <p:nvPr/>
            </p:nvGrpSpPr>
            <p:grpSpPr>
              <a:xfrm>
                <a:off x="7898541" y="2206180"/>
                <a:ext cx="111252" cy="23431"/>
                <a:chOff x="7898541" y="2206180"/>
                <a:chExt cx="111252" cy="23431"/>
              </a:xfrm>
              <a:solidFill>
                <a:srgbClr val="000000"/>
              </a:solidFill>
            </p:grpSpPr>
            <p:sp>
              <p:nvSpPr>
                <p:cNvPr id="319" name="Freeform: Shape 318">
                  <a:extLst>
                    <a:ext uri="{FF2B5EF4-FFF2-40B4-BE49-F238E27FC236}">
                      <a16:creationId xmlns:a16="http://schemas.microsoft.com/office/drawing/2014/main" id="{AB989237-1FD4-4EB2-A105-3BA980077E3D}"/>
                    </a:ext>
                  </a:extLst>
                </p:cNvPr>
                <p:cNvSpPr/>
                <p:nvPr/>
              </p:nvSpPr>
              <p:spPr>
                <a:xfrm>
                  <a:off x="7898541" y="2206180"/>
                  <a:ext cx="43910" cy="23431"/>
                </a:xfrm>
                <a:custGeom>
                  <a:avLst/>
                  <a:gdLst>
                    <a:gd name="connsiteX0" fmla="*/ 0 w 43910"/>
                    <a:gd name="connsiteY0" fmla="*/ 0 h 23431"/>
                    <a:gd name="connsiteX1" fmla="*/ 43910 w 43910"/>
                    <a:gd name="connsiteY1" fmla="*/ 0 h 23431"/>
                    <a:gd name="connsiteX2" fmla="*/ 43910 w 43910"/>
                    <a:gd name="connsiteY2" fmla="*/ 23431 h 23431"/>
                    <a:gd name="connsiteX3" fmla="*/ 0 w 43910"/>
                    <a:gd name="connsiteY3" fmla="*/ 23431 h 234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3910" h="23431">
                      <a:moveTo>
                        <a:pt x="0" y="0"/>
                      </a:moveTo>
                      <a:lnTo>
                        <a:pt x="43910" y="0"/>
                      </a:lnTo>
                      <a:lnTo>
                        <a:pt x="43910" y="23431"/>
                      </a:lnTo>
                      <a:lnTo>
                        <a:pt x="0" y="2343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320" name="Freeform: Shape 319">
                  <a:extLst>
                    <a:ext uri="{FF2B5EF4-FFF2-40B4-BE49-F238E27FC236}">
                      <a16:creationId xmlns:a16="http://schemas.microsoft.com/office/drawing/2014/main" id="{1C14DDB6-92AE-4D7F-96E7-558C1283BADD}"/>
                    </a:ext>
                  </a:extLst>
                </p:cNvPr>
                <p:cNvSpPr/>
                <p:nvPr/>
              </p:nvSpPr>
              <p:spPr>
                <a:xfrm>
                  <a:off x="7965883" y="2206180"/>
                  <a:ext cx="43910" cy="23431"/>
                </a:xfrm>
                <a:custGeom>
                  <a:avLst/>
                  <a:gdLst>
                    <a:gd name="connsiteX0" fmla="*/ 0 w 43910"/>
                    <a:gd name="connsiteY0" fmla="*/ 0 h 23431"/>
                    <a:gd name="connsiteX1" fmla="*/ 43910 w 43910"/>
                    <a:gd name="connsiteY1" fmla="*/ 0 h 23431"/>
                    <a:gd name="connsiteX2" fmla="*/ 43910 w 43910"/>
                    <a:gd name="connsiteY2" fmla="*/ 23431 h 23431"/>
                    <a:gd name="connsiteX3" fmla="*/ 0 w 43910"/>
                    <a:gd name="connsiteY3" fmla="*/ 23431 h 234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3910" h="23431">
                      <a:moveTo>
                        <a:pt x="0" y="0"/>
                      </a:moveTo>
                      <a:lnTo>
                        <a:pt x="43910" y="0"/>
                      </a:lnTo>
                      <a:lnTo>
                        <a:pt x="43910" y="23431"/>
                      </a:lnTo>
                      <a:lnTo>
                        <a:pt x="0" y="2343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</p:grpSp>
        </p:grpSp>
      </p:grpSp>
      <p:sp>
        <p:nvSpPr>
          <p:cNvPr id="321" name="Freeform: Shape 320">
            <a:extLst>
              <a:ext uri="{FF2B5EF4-FFF2-40B4-BE49-F238E27FC236}">
                <a16:creationId xmlns:a16="http://schemas.microsoft.com/office/drawing/2014/main" id="{D7E25E98-EAAD-47E2-9AD2-FDE99E10C035}"/>
              </a:ext>
            </a:extLst>
          </p:cNvPr>
          <p:cNvSpPr/>
          <p:nvPr/>
        </p:nvSpPr>
        <p:spPr>
          <a:xfrm>
            <a:off x="6685071" y="2831341"/>
            <a:ext cx="228600" cy="228600"/>
          </a:xfrm>
          <a:custGeom>
            <a:avLst/>
            <a:gdLst>
              <a:gd name="connsiteX0" fmla="*/ 0 w 228600"/>
              <a:gd name="connsiteY0" fmla="*/ 0 h 228600"/>
              <a:gd name="connsiteX1" fmla="*/ 228600 w 228600"/>
              <a:gd name="connsiteY1" fmla="*/ 0 h 228600"/>
              <a:gd name="connsiteX2" fmla="*/ 228600 w 228600"/>
              <a:gd name="connsiteY2" fmla="*/ 228600 h 228600"/>
              <a:gd name="connsiteX3" fmla="*/ 0 w 228600"/>
              <a:gd name="connsiteY3" fmla="*/ 228600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0" h="228600">
                <a:moveTo>
                  <a:pt x="0" y="0"/>
                </a:moveTo>
                <a:lnTo>
                  <a:pt x="228600" y="0"/>
                </a:lnTo>
                <a:lnTo>
                  <a:pt x="228600" y="228600"/>
                </a:lnTo>
                <a:lnTo>
                  <a:pt x="0" y="228600"/>
                </a:lnTo>
                <a:close/>
              </a:path>
            </a:pathLst>
          </a:custGeom>
          <a:noFill/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322" name="Freeform: Shape 321">
            <a:extLst>
              <a:ext uri="{FF2B5EF4-FFF2-40B4-BE49-F238E27FC236}">
                <a16:creationId xmlns:a16="http://schemas.microsoft.com/office/drawing/2014/main" id="{4E97AD7F-505C-4148-AE2B-ECC744BE56BC}"/>
              </a:ext>
            </a:extLst>
          </p:cNvPr>
          <p:cNvSpPr/>
          <p:nvPr/>
        </p:nvSpPr>
        <p:spPr>
          <a:xfrm>
            <a:off x="6685071" y="2831340"/>
            <a:ext cx="228600" cy="228504"/>
          </a:xfrm>
          <a:custGeom>
            <a:avLst/>
            <a:gdLst>
              <a:gd name="connsiteX0" fmla="*/ 114300 w 228600"/>
              <a:gd name="connsiteY0" fmla="*/ 0 h 228504"/>
              <a:gd name="connsiteX1" fmla="*/ 8858 w 228600"/>
              <a:gd name="connsiteY1" fmla="*/ 70104 h 228504"/>
              <a:gd name="connsiteX2" fmla="*/ 8668 w 228600"/>
              <a:gd name="connsiteY2" fmla="*/ 70104 h 228504"/>
              <a:gd name="connsiteX3" fmla="*/ 8763 w 228600"/>
              <a:gd name="connsiteY3" fmla="*/ 70295 h 228504"/>
              <a:gd name="connsiteX4" fmla="*/ 0 w 228600"/>
              <a:gd name="connsiteY4" fmla="*/ 114205 h 228504"/>
              <a:gd name="connsiteX5" fmla="*/ 114300 w 228600"/>
              <a:gd name="connsiteY5" fmla="*/ 228505 h 228504"/>
              <a:gd name="connsiteX6" fmla="*/ 228600 w 228600"/>
              <a:gd name="connsiteY6" fmla="*/ 114205 h 228504"/>
              <a:gd name="connsiteX7" fmla="*/ 114300 w 228600"/>
              <a:gd name="connsiteY7" fmla="*/ 0 h 228504"/>
              <a:gd name="connsiteX8" fmla="*/ 114300 w 228600"/>
              <a:gd name="connsiteY8" fmla="*/ 9525 h 228504"/>
              <a:gd name="connsiteX9" fmla="*/ 219075 w 228600"/>
              <a:gd name="connsiteY9" fmla="*/ 114300 h 228504"/>
              <a:gd name="connsiteX10" fmla="*/ 217456 w 228600"/>
              <a:gd name="connsiteY10" fmla="*/ 132302 h 228504"/>
              <a:gd name="connsiteX11" fmla="*/ 201930 w 228600"/>
              <a:gd name="connsiteY11" fmla="*/ 82963 h 228504"/>
              <a:gd name="connsiteX12" fmla="*/ 193453 w 228600"/>
              <a:gd name="connsiteY12" fmla="*/ 75152 h 228504"/>
              <a:gd name="connsiteX13" fmla="*/ 182404 w 228600"/>
              <a:gd name="connsiteY13" fmla="*/ 82772 h 228504"/>
              <a:gd name="connsiteX14" fmla="*/ 168878 w 228600"/>
              <a:gd name="connsiteY14" fmla="*/ 142494 h 228504"/>
              <a:gd name="connsiteX15" fmla="*/ 157353 w 228600"/>
              <a:gd name="connsiteY15" fmla="*/ 82868 h 228504"/>
              <a:gd name="connsiteX16" fmla="*/ 148590 w 228600"/>
              <a:gd name="connsiteY16" fmla="*/ 75629 h 228504"/>
              <a:gd name="connsiteX17" fmla="*/ 138017 w 228600"/>
              <a:gd name="connsiteY17" fmla="*/ 82963 h 228504"/>
              <a:gd name="connsiteX18" fmla="*/ 123825 w 228600"/>
              <a:gd name="connsiteY18" fmla="*/ 142685 h 228504"/>
              <a:gd name="connsiteX19" fmla="*/ 112014 w 228600"/>
              <a:gd name="connsiteY19" fmla="*/ 83153 h 228504"/>
              <a:gd name="connsiteX20" fmla="*/ 102870 w 228600"/>
              <a:gd name="connsiteY20" fmla="*/ 75248 h 228504"/>
              <a:gd name="connsiteX21" fmla="*/ 92393 w 228600"/>
              <a:gd name="connsiteY21" fmla="*/ 82963 h 228504"/>
              <a:gd name="connsiteX22" fmla="*/ 77724 w 228600"/>
              <a:gd name="connsiteY22" fmla="*/ 142970 h 228504"/>
              <a:gd name="connsiteX23" fmla="*/ 65532 w 228600"/>
              <a:gd name="connsiteY23" fmla="*/ 82963 h 228504"/>
              <a:gd name="connsiteX24" fmla="*/ 55912 w 228600"/>
              <a:gd name="connsiteY24" fmla="*/ 75152 h 228504"/>
              <a:gd name="connsiteX25" fmla="*/ 45911 w 228600"/>
              <a:gd name="connsiteY25" fmla="*/ 83058 h 228504"/>
              <a:gd name="connsiteX26" fmla="*/ 34195 w 228600"/>
              <a:gd name="connsiteY26" fmla="*/ 140875 h 228504"/>
              <a:gd name="connsiteX27" fmla="*/ 18860 w 228600"/>
              <a:gd name="connsiteY27" fmla="*/ 71533 h 228504"/>
              <a:gd name="connsiteX28" fmla="*/ 114300 w 228600"/>
              <a:gd name="connsiteY28" fmla="*/ 9525 h 228504"/>
              <a:gd name="connsiteX29" fmla="*/ 114300 w 228600"/>
              <a:gd name="connsiteY29" fmla="*/ 219075 h 228504"/>
              <a:gd name="connsiteX30" fmla="*/ 9525 w 228600"/>
              <a:gd name="connsiteY30" fmla="*/ 114300 h 228504"/>
              <a:gd name="connsiteX31" fmla="*/ 12859 w 228600"/>
              <a:gd name="connsiteY31" fmla="*/ 88678 h 228504"/>
              <a:gd name="connsiteX32" fmla="*/ 25622 w 228600"/>
              <a:gd name="connsiteY32" fmla="*/ 146209 h 228504"/>
              <a:gd name="connsiteX33" fmla="*/ 34290 w 228600"/>
              <a:gd name="connsiteY33" fmla="*/ 154686 h 228504"/>
              <a:gd name="connsiteX34" fmla="*/ 42386 w 228600"/>
              <a:gd name="connsiteY34" fmla="*/ 147923 h 228504"/>
              <a:gd name="connsiteX35" fmla="*/ 55150 w 228600"/>
              <a:gd name="connsiteY35" fmla="*/ 84868 h 228504"/>
              <a:gd name="connsiteX36" fmla="*/ 50482 w 228600"/>
              <a:gd name="connsiteY36" fmla="*/ 83915 h 228504"/>
              <a:gd name="connsiteX37" fmla="*/ 56102 w 228600"/>
              <a:gd name="connsiteY37" fmla="*/ 84868 h 228504"/>
              <a:gd name="connsiteX38" fmla="*/ 69247 w 228600"/>
              <a:gd name="connsiteY38" fmla="*/ 149162 h 228504"/>
              <a:gd name="connsiteX39" fmla="*/ 77343 w 228600"/>
              <a:gd name="connsiteY39" fmla="*/ 156210 h 228504"/>
              <a:gd name="connsiteX40" fmla="*/ 77534 w 228600"/>
              <a:gd name="connsiteY40" fmla="*/ 156210 h 228504"/>
              <a:gd name="connsiteX41" fmla="*/ 85820 w 228600"/>
              <a:gd name="connsiteY41" fmla="*/ 149543 h 228504"/>
              <a:gd name="connsiteX42" fmla="*/ 101632 w 228600"/>
              <a:gd name="connsiteY42" fmla="*/ 85058 h 228504"/>
              <a:gd name="connsiteX43" fmla="*/ 96964 w 228600"/>
              <a:gd name="connsiteY43" fmla="*/ 83915 h 228504"/>
              <a:gd name="connsiteX44" fmla="*/ 102584 w 228600"/>
              <a:gd name="connsiteY44" fmla="*/ 84868 h 228504"/>
              <a:gd name="connsiteX45" fmla="*/ 115348 w 228600"/>
              <a:gd name="connsiteY45" fmla="*/ 149066 h 228504"/>
              <a:gd name="connsiteX46" fmla="*/ 122682 w 228600"/>
              <a:gd name="connsiteY46" fmla="*/ 156020 h 228504"/>
              <a:gd name="connsiteX47" fmla="*/ 131921 w 228600"/>
              <a:gd name="connsiteY47" fmla="*/ 149447 h 228504"/>
              <a:gd name="connsiteX48" fmla="*/ 148019 w 228600"/>
              <a:gd name="connsiteY48" fmla="*/ 84773 h 228504"/>
              <a:gd name="connsiteX49" fmla="*/ 160401 w 228600"/>
              <a:gd name="connsiteY49" fmla="*/ 149257 h 228504"/>
              <a:gd name="connsiteX50" fmla="*/ 168307 w 228600"/>
              <a:gd name="connsiteY50" fmla="*/ 156020 h 228504"/>
              <a:gd name="connsiteX51" fmla="*/ 176974 w 228600"/>
              <a:gd name="connsiteY51" fmla="*/ 149447 h 228504"/>
              <a:gd name="connsiteX52" fmla="*/ 191453 w 228600"/>
              <a:gd name="connsiteY52" fmla="*/ 85439 h 228504"/>
              <a:gd name="connsiteX53" fmla="*/ 192691 w 228600"/>
              <a:gd name="connsiteY53" fmla="*/ 85249 h 228504"/>
              <a:gd name="connsiteX54" fmla="*/ 212979 w 228600"/>
              <a:gd name="connsiteY54" fmla="*/ 149543 h 228504"/>
              <a:gd name="connsiteX55" fmla="*/ 114300 w 228600"/>
              <a:gd name="connsiteY55" fmla="*/ 219075 h 228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228600" h="228504">
                <a:moveTo>
                  <a:pt x="114300" y="0"/>
                </a:moveTo>
                <a:cubicBezTo>
                  <a:pt x="66865" y="0"/>
                  <a:pt x="26098" y="28956"/>
                  <a:pt x="8858" y="70104"/>
                </a:cubicBezTo>
                <a:lnTo>
                  <a:pt x="8668" y="70104"/>
                </a:lnTo>
                <a:lnTo>
                  <a:pt x="8763" y="70295"/>
                </a:lnTo>
                <a:cubicBezTo>
                  <a:pt x="3143" y="83820"/>
                  <a:pt x="0" y="98679"/>
                  <a:pt x="0" y="114205"/>
                </a:cubicBezTo>
                <a:cubicBezTo>
                  <a:pt x="0" y="177356"/>
                  <a:pt x="51149" y="228505"/>
                  <a:pt x="114300" y="228505"/>
                </a:cubicBezTo>
                <a:cubicBezTo>
                  <a:pt x="177451" y="228505"/>
                  <a:pt x="228600" y="177356"/>
                  <a:pt x="228600" y="114205"/>
                </a:cubicBezTo>
                <a:cubicBezTo>
                  <a:pt x="228600" y="51149"/>
                  <a:pt x="177451" y="0"/>
                  <a:pt x="114300" y="0"/>
                </a:cubicBezTo>
                <a:close/>
                <a:moveTo>
                  <a:pt x="114300" y="9525"/>
                </a:moveTo>
                <a:cubicBezTo>
                  <a:pt x="172117" y="9525"/>
                  <a:pt x="219075" y="56483"/>
                  <a:pt x="219075" y="114300"/>
                </a:cubicBezTo>
                <a:cubicBezTo>
                  <a:pt x="219075" y="120396"/>
                  <a:pt x="218408" y="126397"/>
                  <a:pt x="217456" y="132302"/>
                </a:cubicBezTo>
                <a:lnTo>
                  <a:pt x="201930" y="82963"/>
                </a:lnTo>
                <a:cubicBezTo>
                  <a:pt x="201168" y="78581"/>
                  <a:pt x="197834" y="75533"/>
                  <a:pt x="193453" y="75152"/>
                </a:cubicBezTo>
                <a:cubicBezTo>
                  <a:pt x="188690" y="74676"/>
                  <a:pt x="184213" y="77629"/>
                  <a:pt x="182404" y="82772"/>
                </a:cubicBezTo>
                <a:lnTo>
                  <a:pt x="168878" y="142494"/>
                </a:lnTo>
                <a:lnTo>
                  <a:pt x="157353" y="82868"/>
                </a:lnTo>
                <a:cubicBezTo>
                  <a:pt x="156305" y="78677"/>
                  <a:pt x="152876" y="75819"/>
                  <a:pt x="148590" y="75629"/>
                </a:cubicBezTo>
                <a:cubicBezTo>
                  <a:pt x="144018" y="75248"/>
                  <a:pt x="139827" y="78105"/>
                  <a:pt x="138017" y="82963"/>
                </a:cubicBezTo>
                <a:lnTo>
                  <a:pt x="123825" y="142685"/>
                </a:lnTo>
                <a:lnTo>
                  <a:pt x="112014" y="83153"/>
                </a:lnTo>
                <a:cubicBezTo>
                  <a:pt x="111157" y="78581"/>
                  <a:pt x="107442" y="75438"/>
                  <a:pt x="102870" y="75248"/>
                </a:cubicBezTo>
                <a:cubicBezTo>
                  <a:pt x="98203" y="75057"/>
                  <a:pt x="93726" y="78105"/>
                  <a:pt x="92393" y="82963"/>
                </a:cubicBezTo>
                <a:lnTo>
                  <a:pt x="77724" y="142970"/>
                </a:lnTo>
                <a:lnTo>
                  <a:pt x="65532" y="82963"/>
                </a:lnTo>
                <a:cubicBezTo>
                  <a:pt x="64484" y="78391"/>
                  <a:pt x="60579" y="75248"/>
                  <a:pt x="55912" y="75152"/>
                </a:cubicBezTo>
                <a:cubicBezTo>
                  <a:pt x="51530" y="75152"/>
                  <a:pt x="47149" y="78200"/>
                  <a:pt x="45911" y="83058"/>
                </a:cubicBezTo>
                <a:lnTo>
                  <a:pt x="34195" y="140875"/>
                </a:lnTo>
                <a:lnTo>
                  <a:pt x="18860" y="71533"/>
                </a:lnTo>
                <a:cubicBezTo>
                  <a:pt x="35147" y="35052"/>
                  <a:pt x="71819" y="9525"/>
                  <a:pt x="114300" y="9525"/>
                </a:cubicBezTo>
                <a:close/>
                <a:moveTo>
                  <a:pt x="114300" y="219075"/>
                </a:moveTo>
                <a:cubicBezTo>
                  <a:pt x="56483" y="219075"/>
                  <a:pt x="9525" y="172117"/>
                  <a:pt x="9525" y="114300"/>
                </a:cubicBezTo>
                <a:cubicBezTo>
                  <a:pt x="9525" y="105442"/>
                  <a:pt x="10763" y="96869"/>
                  <a:pt x="12859" y="88678"/>
                </a:cubicBezTo>
                <a:lnTo>
                  <a:pt x="25622" y="146209"/>
                </a:lnTo>
                <a:cubicBezTo>
                  <a:pt x="26289" y="151162"/>
                  <a:pt x="29909" y="154591"/>
                  <a:pt x="34290" y="154686"/>
                </a:cubicBezTo>
                <a:cubicBezTo>
                  <a:pt x="38767" y="154781"/>
                  <a:pt x="41720" y="151924"/>
                  <a:pt x="42386" y="147923"/>
                </a:cubicBezTo>
                <a:lnTo>
                  <a:pt x="55150" y="84868"/>
                </a:lnTo>
                <a:lnTo>
                  <a:pt x="50482" y="83915"/>
                </a:lnTo>
                <a:lnTo>
                  <a:pt x="56102" y="84868"/>
                </a:lnTo>
                <a:lnTo>
                  <a:pt x="69247" y="149162"/>
                </a:lnTo>
                <a:cubicBezTo>
                  <a:pt x="69913" y="153257"/>
                  <a:pt x="73247" y="156115"/>
                  <a:pt x="77343" y="156210"/>
                </a:cubicBezTo>
                <a:cubicBezTo>
                  <a:pt x="77438" y="156210"/>
                  <a:pt x="77438" y="156210"/>
                  <a:pt x="77534" y="156210"/>
                </a:cubicBezTo>
                <a:cubicBezTo>
                  <a:pt x="81629" y="156210"/>
                  <a:pt x="85058" y="153448"/>
                  <a:pt x="85820" y="149543"/>
                </a:cubicBezTo>
                <a:lnTo>
                  <a:pt x="101632" y="85058"/>
                </a:lnTo>
                <a:lnTo>
                  <a:pt x="96964" y="83915"/>
                </a:lnTo>
                <a:lnTo>
                  <a:pt x="102584" y="84868"/>
                </a:lnTo>
                <a:lnTo>
                  <a:pt x="115348" y="149066"/>
                </a:lnTo>
                <a:cubicBezTo>
                  <a:pt x="115919" y="152972"/>
                  <a:pt x="118872" y="155734"/>
                  <a:pt x="122682" y="156020"/>
                </a:cubicBezTo>
                <a:cubicBezTo>
                  <a:pt x="126968" y="156401"/>
                  <a:pt x="130588" y="153829"/>
                  <a:pt x="131921" y="149447"/>
                </a:cubicBezTo>
                <a:lnTo>
                  <a:pt x="148019" y="84773"/>
                </a:lnTo>
                <a:lnTo>
                  <a:pt x="160401" y="149257"/>
                </a:lnTo>
                <a:cubicBezTo>
                  <a:pt x="161163" y="153162"/>
                  <a:pt x="164306" y="155829"/>
                  <a:pt x="168307" y="156020"/>
                </a:cubicBezTo>
                <a:cubicBezTo>
                  <a:pt x="172498" y="156210"/>
                  <a:pt x="175927" y="153543"/>
                  <a:pt x="176974" y="149447"/>
                </a:cubicBezTo>
                <a:lnTo>
                  <a:pt x="191453" y="85439"/>
                </a:lnTo>
                <a:cubicBezTo>
                  <a:pt x="191738" y="84677"/>
                  <a:pt x="192500" y="84582"/>
                  <a:pt x="192691" y="85249"/>
                </a:cubicBezTo>
                <a:lnTo>
                  <a:pt x="212979" y="149543"/>
                </a:lnTo>
                <a:cubicBezTo>
                  <a:pt x="198406" y="189929"/>
                  <a:pt x="159734" y="219075"/>
                  <a:pt x="114300" y="219075"/>
                </a:cubicBez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grpSp>
        <p:nvGrpSpPr>
          <p:cNvPr id="323" name="Graphic 2">
            <a:extLst>
              <a:ext uri="{FF2B5EF4-FFF2-40B4-BE49-F238E27FC236}">
                <a16:creationId xmlns:a16="http://schemas.microsoft.com/office/drawing/2014/main" id="{89980954-E44E-4233-96AB-F5E4ED36C171}"/>
              </a:ext>
            </a:extLst>
          </p:cNvPr>
          <p:cNvGrpSpPr/>
          <p:nvPr/>
        </p:nvGrpSpPr>
        <p:grpSpPr>
          <a:xfrm>
            <a:off x="682666" y="2830959"/>
            <a:ext cx="228600" cy="228600"/>
            <a:chOff x="4173600" y="2589275"/>
            <a:chExt cx="228600" cy="228600"/>
          </a:xfrm>
          <a:solidFill>
            <a:srgbClr val="000000"/>
          </a:solidFill>
        </p:grpSpPr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1D442068-64A6-4508-9ED5-686028252FFC}"/>
                </a:ext>
              </a:extLst>
            </p:cNvPr>
            <p:cNvSpPr/>
            <p:nvPr/>
          </p:nvSpPr>
          <p:spPr>
            <a:xfrm>
              <a:off x="4173600" y="2589275"/>
              <a:ext cx="228600" cy="228600"/>
            </a:xfrm>
            <a:custGeom>
              <a:avLst/>
              <a:gdLst>
                <a:gd name="connsiteX0" fmla="*/ 0 w 228600"/>
                <a:gd name="connsiteY0" fmla="*/ 0 h 228600"/>
                <a:gd name="connsiteX1" fmla="*/ 0 w 228600"/>
                <a:gd name="connsiteY1" fmla="*/ 228600 h 228600"/>
                <a:gd name="connsiteX2" fmla="*/ 228600 w 228600"/>
                <a:gd name="connsiteY2" fmla="*/ 228600 h 228600"/>
                <a:gd name="connsiteX3" fmla="*/ 228600 w 228600"/>
                <a:gd name="connsiteY3" fmla="*/ 0 h 228600"/>
                <a:gd name="connsiteX4" fmla="*/ 0 w 228600"/>
                <a:gd name="connsiteY4" fmla="*/ 0 h 228600"/>
                <a:gd name="connsiteX5" fmla="*/ 219075 w 228600"/>
                <a:gd name="connsiteY5" fmla="*/ 219075 h 228600"/>
                <a:gd name="connsiteX6" fmla="*/ 9525 w 228600"/>
                <a:gd name="connsiteY6" fmla="*/ 219075 h 228600"/>
                <a:gd name="connsiteX7" fmla="*/ 9525 w 228600"/>
                <a:gd name="connsiteY7" fmla="*/ 9525 h 228600"/>
                <a:gd name="connsiteX8" fmla="*/ 219075 w 228600"/>
                <a:gd name="connsiteY8" fmla="*/ 9525 h 228600"/>
                <a:gd name="connsiteX9" fmla="*/ 219075 w 228600"/>
                <a:gd name="connsiteY9" fmla="*/ 219075 h 228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8600" h="228600">
                  <a:moveTo>
                    <a:pt x="0" y="0"/>
                  </a:moveTo>
                  <a:lnTo>
                    <a:pt x="0" y="228600"/>
                  </a:ln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close/>
                  <a:moveTo>
                    <a:pt x="219075" y="219075"/>
                  </a:moveTo>
                  <a:lnTo>
                    <a:pt x="9525" y="219075"/>
                  </a:lnTo>
                  <a:lnTo>
                    <a:pt x="9525" y="9525"/>
                  </a:lnTo>
                  <a:lnTo>
                    <a:pt x="219075" y="9525"/>
                  </a:lnTo>
                  <a:lnTo>
                    <a:pt x="219075" y="219075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82B8A3DC-D6CD-4672-8B17-2F7D5CA0A542}"/>
                </a:ext>
              </a:extLst>
            </p:cNvPr>
            <p:cNvSpPr/>
            <p:nvPr/>
          </p:nvSpPr>
          <p:spPr>
            <a:xfrm rot="-2718961">
              <a:off x="4226971" y="2750382"/>
              <a:ext cx="24098" cy="6000"/>
            </a:xfrm>
            <a:custGeom>
              <a:avLst/>
              <a:gdLst>
                <a:gd name="connsiteX0" fmla="*/ 0 w 24098"/>
                <a:gd name="connsiteY0" fmla="*/ 0 h 6000"/>
                <a:gd name="connsiteX1" fmla="*/ 24098 w 24098"/>
                <a:gd name="connsiteY1" fmla="*/ 0 h 6000"/>
                <a:gd name="connsiteX2" fmla="*/ 24098 w 24098"/>
                <a:gd name="connsiteY2" fmla="*/ 6001 h 6000"/>
                <a:gd name="connsiteX3" fmla="*/ 0 w 24098"/>
                <a:gd name="connsiteY3" fmla="*/ 6001 h 6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98" h="6000">
                  <a:moveTo>
                    <a:pt x="0" y="0"/>
                  </a:moveTo>
                  <a:lnTo>
                    <a:pt x="24098" y="0"/>
                  </a:lnTo>
                  <a:lnTo>
                    <a:pt x="24098" y="6001"/>
                  </a:lnTo>
                  <a:lnTo>
                    <a:pt x="0" y="6001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9CEF7D7D-F418-437D-9A87-9BC387B72DDC}"/>
                </a:ext>
              </a:extLst>
            </p:cNvPr>
            <p:cNvSpPr/>
            <p:nvPr/>
          </p:nvSpPr>
          <p:spPr>
            <a:xfrm rot="-2718961">
              <a:off x="4252280" y="2724715"/>
              <a:ext cx="24098" cy="6000"/>
            </a:xfrm>
            <a:custGeom>
              <a:avLst/>
              <a:gdLst>
                <a:gd name="connsiteX0" fmla="*/ 0 w 24098"/>
                <a:gd name="connsiteY0" fmla="*/ 0 h 6000"/>
                <a:gd name="connsiteX1" fmla="*/ 24098 w 24098"/>
                <a:gd name="connsiteY1" fmla="*/ 0 h 6000"/>
                <a:gd name="connsiteX2" fmla="*/ 24098 w 24098"/>
                <a:gd name="connsiteY2" fmla="*/ 6001 h 6000"/>
                <a:gd name="connsiteX3" fmla="*/ 0 w 24098"/>
                <a:gd name="connsiteY3" fmla="*/ 6001 h 6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98" h="6000">
                  <a:moveTo>
                    <a:pt x="0" y="0"/>
                  </a:moveTo>
                  <a:lnTo>
                    <a:pt x="24098" y="0"/>
                  </a:lnTo>
                  <a:lnTo>
                    <a:pt x="24098" y="6001"/>
                  </a:lnTo>
                  <a:lnTo>
                    <a:pt x="0" y="6001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27FBC4D9-C5C2-439A-A80A-CDE60BF12317}"/>
                </a:ext>
              </a:extLst>
            </p:cNvPr>
            <p:cNvSpPr/>
            <p:nvPr/>
          </p:nvSpPr>
          <p:spPr>
            <a:xfrm rot="-2719447">
              <a:off x="4201531" y="2776046"/>
              <a:ext cx="24098" cy="6000"/>
            </a:xfrm>
            <a:custGeom>
              <a:avLst/>
              <a:gdLst>
                <a:gd name="connsiteX0" fmla="*/ 0 w 24098"/>
                <a:gd name="connsiteY0" fmla="*/ 0 h 6000"/>
                <a:gd name="connsiteX1" fmla="*/ 24098 w 24098"/>
                <a:gd name="connsiteY1" fmla="*/ 0 h 6000"/>
                <a:gd name="connsiteX2" fmla="*/ 24098 w 24098"/>
                <a:gd name="connsiteY2" fmla="*/ 6001 h 6000"/>
                <a:gd name="connsiteX3" fmla="*/ 0 w 24098"/>
                <a:gd name="connsiteY3" fmla="*/ 6001 h 6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98" h="6000">
                  <a:moveTo>
                    <a:pt x="0" y="0"/>
                  </a:moveTo>
                  <a:lnTo>
                    <a:pt x="24098" y="0"/>
                  </a:lnTo>
                  <a:lnTo>
                    <a:pt x="24098" y="6001"/>
                  </a:lnTo>
                  <a:lnTo>
                    <a:pt x="0" y="6001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F37413BF-172D-4F57-9C1D-C60AF92C384A}"/>
                </a:ext>
              </a:extLst>
            </p:cNvPr>
            <p:cNvSpPr/>
            <p:nvPr/>
          </p:nvSpPr>
          <p:spPr>
            <a:xfrm rot="-2718961">
              <a:off x="4328476" y="2647710"/>
              <a:ext cx="24098" cy="6000"/>
            </a:xfrm>
            <a:custGeom>
              <a:avLst/>
              <a:gdLst>
                <a:gd name="connsiteX0" fmla="*/ 0 w 24098"/>
                <a:gd name="connsiteY0" fmla="*/ 0 h 6000"/>
                <a:gd name="connsiteX1" fmla="*/ 24098 w 24098"/>
                <a:gd name="connsiteY1" fmla="*/ 0 h 6000"/>
                <a:gd name="connsiteX2" fmla="*/ 24098 w 24098"/>
                <a:gd name="connsiteY2" fmla="*/ 6001 h 6000"/>
                <a:gd name="connsiteX3" fmla="*/ 0 w 24098"/>
                <a:gd name="connsiteY3" fmla="*/ 6001 h 6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98" h="6000">
                  <a:moveTo>
                    <a:pt x="0" y="0"/>
                  </a:moveTo>
                  <a:lnTo>
                    <a:pt x="24098" y="0"/>
                  </a:lnTo>
                  <a:lnTo>
                    <a:pt x="24098" y="6001"/>
                  </a:lnTo>
                  <a:lnTo>
                    <a:pt x="0" y="6001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868EFB1A-7B02-4140-BA14-0B27BCDDB39A}"/>
                </a:ext>
              </a:extLst>
            </p:cNvPr>
            <p:cNvSpPr/>
            <p:nvPr/>
          </p:nvSpPr>
          <p:spPr>
            <a:xfrm rot="-2718961">
              <a:off x="4303100" y="2673444"/>
              <a:ext cx="24098" cy="6000"/>
            </a:xfrm>
            <a:custGeom>
              <a:avLst/>
              <a:gdLst>
                <a:gd name="connsiteX0" fmla="*/ 0 w 24098"/>
                <a:gd name="connsiteY0" fmla="*/ 0 h 6000"/>
                <a:gd name="connsiteX1" fmla="*/ 24098 w 24098"/>
                <a:gd name="connsiteY1" fmla="*/ 0 h 6000"/>
                <a:gd name="connsiteX2" fmla="*/ 24098 w 24098"/>
                <a:gd name="connsiteY2" fmla="*/ 6001 h 6000"/>
                <a:gd name="connsiteX3" fmla="*/ 0 w 24098"/>
                <a:gd name="connsiteY3" fmla="*/ 6001 h 6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98" h="6000">
                  <a:moveTo>
                    <a:pt x="0" y="0"/>
                  </a:moveTo>
                  <a:lnTo>
                    <a:pt x="24098" y="0"/>
                  </a:lnTo>
                  <a:lnTo>
                    <a:pt x="24098" y="6001"/>
                  </a:lnTo>
                  <a:lnTo>
                    <a:pt x="0" y="6001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75DDB628-4B3F-4D17-8751-E00335B814B7}"/>
                </a:ext>
              </a:extLst>
            </p:cNvPr>
            <p:cNvSpPr/>
            <p:nvPr/>
          </p:nvSpPr>
          <p:spPr>
            <a:xfrm rot="-2719447">
              <a:off x="4353824" y="2622165"/>
              <a:ext cx="24098" cy="6000"/>
            </a:xfrm>
            <a:custGeom>
              <a:avLst/>
              <a:gdLst>
                <a:gd name="connsiteX0" fmla="*/ 0 w 24098"/>
                <a:gd name="connsiteY0" fmla="*/ 0 h 6000"/>
                <a:gd name="connsiteX1" fmla="*/ 24098 w 24098"/>
                <a:gd name="connsiteY1" fmla="*/ 0 h 6000"/>
                <a:gd name="connsiteX2" fmla="*/ 24098 w 24098"/>
                <a:gd name="connsiteY2" fmla="*/ 6001 h 6000"/>
                <a:gd name="connsiteX3" fmla="*/ 0 w 24098"/>
                <a:gd name="connsiteY3" fmla="*/ 6001 h 6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98" h="6000">
                  <a:moveTo>
                    <a:pt x="0" y="0"/>
                  </a:moveTo>
                  <a:lnTo>
                    <a:pt x="24098" y="0"/>
                  </a:lnTo>
                  <a:lnTo>
                    <a:pt x="24098" y="6001"/>
                  </a:lnTo>
                  <a:lnTo>
                    <a:pt x="0" y="6001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1BA4EB13-1F62-4AD7-BF83-382B45E69E47}"/>
                </a:ext>
              </a:extLst>
            </p:cNvPr>
            <p:cNvSpPr/>
            <p:nvPr/>
          </p:nvSpPr>
          <p:spPr>
            <a:xfrm>
              <a:off x="4200365" y="2618803"/>
              <a:ext cx="164972" cy="164877"/>
            </a:xfrm>
            <a:custGeom>
              <a:avLst/>
              <a:gdLst>
                <a:gd name="connsiteX0" fmla="*/ 16383 w 164972"/>
                <a:gd name="connsiteY0" fmla="*/ 24765 h 164877"/>
                <a:gd name="connsiteX1" fmla="*/ 140113 w 164972"/>
                <a:gd name="connsiteY1" fmla="*/ 148590 h 164877"/>
                <a:gd name="connsiteX2" fmla="*/ 132493 w 164972"/>
                <a:gd name="connsiteY2" fmla="*/ 156210 h 164877"/>
                <a:gd name="connsiteX3" fmla="*/ 164973 w 164972"/>
                <a:gd name="connsiteY3" fmla="*/ 164878 h 164877"/>
                <a:gd name="connsiteX4" fmla="*/ 156305 w 164972"/>
                <a:gd name="connsiteY4" fmla="*/ 132493 h 164877"/>
                <a:gd name="connsiteX5" fmla="*/ 148685 w 164972"/>
                <a:gd name="connsiteY5" fmla="*/ 140113 h 164877"/>
                <a:gd name="connsiteX6" fmla="*/ 24860 w 164972"/>
                <a:gd name="connsiteY6" fmla="*/ 16288 h 164877"/>
                <a:gd name="connsiteX7" fmla="*/ 32480 w 164972"/>
                <a:gd name="connsiteY7" fmla="*/ 8668 h 164877"/>
                <a:gd name="connsiteX8" fmla="*/ 0 w 164972"/>
                <a:gd name="connsiteY8" fmla="*/ 0 h 164877"/>
                <a:gd name="connsiteX9" fmla="*/ 8763 w 164972"/>
                <a:gd name="connsiteY9" fmla="*/ 32480 h 164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4972" h="164877">
                  <a:moveTo>
                    <a:pt x="16383" y="24765"/>
                  </a:moveTo>
                  <a:lnTo>
                    <a:pt x="140113" y="148590"/>
                  </a:lnTo>
                  <a:lnTo>
                    <a:pt x="132493" y="156210"/>
                  </a:lnTo>
                  <a:lnTo>
                    <a:pt x="164973" y="164878"/>
                  </a:lnTo>
                  <a:lnTo>
                    <a:pt x="156305" y="132493"/>
                  </a:lnTo>
                  <a:lnTo>
                    <a:pt x="148685" y="140113"/>
                  </a:lnTo>
                  <a:lnTo>
                    <a:pt x="24860" y="16288"/>
                  </a:lnTo>
                  <a:lnTo>
                    <a:pt x="32480" y="8668"/>
                  </a:lnTo>
                  <a:lnTo>
                    <a:pt x="0" y="0"/>
                  </a:lnTo>
                  <a:lnTo>
                    <a:pt x="8763" y="3248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BD848406-4BCB-4C29-B78C-F94315C8E704}"/>
                </a:ext>
              </a:extLst>
            </p:cNvPr>
            <p:cNvSpPr/>
            <p:nvPr/>
          </p:nvSpPr>
          <p:spPr>
            <a:xfrm>
              <a:off x="4200270" y="2691669"/>
              <a:ext cx="32480" cy="39243"/>
            </a:xfrm>
            <a:custGeom>
              <a:avLst/>
              <a:gdLst>
                <a:gd name="connsiteX0" fmla="*/ 8382 w 32480"/>
                <a:gd name="connsiteY0" fmla="*/ 26480 h 39243"/>
                <a:gd name="connsiteX1" fmla="*/ 17621 w 32480"/>
                <a:gd name="connsiteY1" fmla="*/ 26480 h 39243"/>
                <a:gd name="connsiteX2" fmla="*/ 25241 w 32480"/>
                <a:gd name="connsiteY2" fmla="*/ 24765 h 39243"/>
                <a:gd name="connsiteX3" fmla="*/ 30575 w 32480"/>
                <a:gd name="connsiteY3" fmla="*/ 20098 h 39243"/>
                <a:gd name="connsiteX4" fmla="*/ 32480 w 32480"/>
                <a:gd name="connsiteY4" fmla="*/ 13240 h 39243"/>
                <a:gd name="connsiteX5" fmla="*/ 30575 w 32480"/>
                <a:gd name="connsiteY5" fmla="*/ 6382 h 39243"/>
                <a:gd name="connsiteX6" fmla="*/ 25241 w 32480"/>
                <a:gd name="connsiteY6" fmla="*/ 1715 h 39243"/>
                <a:gd name="connsiteX7" fmla="*/ 17621 w 32480"/>
                <a:gd name="connsiteY7" fmla="*/ 0 h 39243"/>
                <a:gd name="connsiteX8" fmla="*/ 0 w 32480"/>
                <a:gd name="connsiteY8" fmla="*/ 0 h 39243"/>
                <a:gd name="connsiteX9" fmla="*/ 0 w 32480"/>
                <a:gd name="connsiteY9" fmla="*/ 39243 h 39243"/>
                <a:gd name="connsiteX10" fmla="*/ 8382 w 32480"/>
                <a:gd name="connsiteY10" fmla="*/ 39243 h 39243"/>
                <a:gd name="connsiteX11" fmla="*/ 8382 w 32480"/>
                <a:gd name="connsiteY11" fmla="*/ 26480 h 39243"/>
                <a:gd name="connsiteX12" fmla="*/ 8382 w 32480"/>
                <a:gd name="connsiteY12" fmla="*/ 7715 h 39243"/>
                <a:gd name="connsiteX13" fmla="*/ 16764 w 32480"/>
                <a:gd name="connsiteY13" fmla="*/ 7715 h 39243"/>
                <a:gd name="connsiteX14" fmla="*/ 21812 w 32480"/>
                <a:gd name="connsiteY14" fmla="*/ 9239 h 39243"/>
                <a:gd name="connsiteX15" fmla="*/ 23717 w 32480"/>
                <a:gd name="connsiteY15" fmla="*/ 13240 h 39243"/>
                <a:gd name="connsiteX16" fmla="*/ 21812 w 32480"/>
                <a:gd name="connsiteY16" fmla="*/ 17240 h 39243"/>
                <a:gd name="connsiteX17" fmla="*/ 16764 w 32480"/>
                <a:gd name="connsiteY17" fmla="*/ 18764 h 39243"/>
                <a:gd name="connsiteX18" fmla="*/ 8382 w 32480"/>
                <a:gd name="connsiteY18" fmla="*/ 18764 h 39243"/>
                <a:gd name="connsiteX19" fmla="*/ 8382 w 32480"/>
                <a:gd name="connsiteY19" fmla="*/ 7715 h 39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2480" h="39243">
                  <a:moveTo>
                    <a:pt x="8382" y="26480"/>
                  </a:moveTo>
                  <a:lnTo>
                    <a:pt x="17621" y="26480"/>
                  </a:lnTo>
                  <a:cubicBezTo>
                    <a:pt x="20479" y="26480"/>
                    <a:pt x="22955" y="25908"/>
                    <a:pt x="25241" y="24765"/>
                  </a:cubicBezTo>
                  <a:cubicBezTo>
                    <a:pt x="27527" y="23622"/>
                    <a:pt x="29242" y="22098"/>
                    <a:pt x="30575" y="20098"/>
                  </a:cubicBezTo>
                  <a:cubicBezTo>
                    <a:pt x="31813" y="18098"/>
                    <a:pt x="32480" y="15812"/>
                    <a:pt x="32480" y="13240"/>
                  </a:cubicBezTo>
                  <a:cubicBezTo>
                    <a:pt x="32480" y="10668"/>
                    <a:pt x="31813" y="8382"/>
                    <a:pt x="30575" y="6382"/>
                  </a:cubicBezTo>
                  <a:cubicBezTo>
                    <a:pt x="29337" y="4382"/>
                    <a:pt x="27527" y="2762"/>
                    <a:pt x="25241" y="1715"/>
                  </a:cubicBezTo>
                  <a:cubicBezTo>
                    <a:pt x="22955" y="572"/>
                    <a:pt x="20479" y="0"/>
                    <a:pt x="17621" y="0"/>
                  </a:cubicBezTo>
                  <a:lnTo>
                    <a:pt x="0" y="0"/>
                  </a:lnTo>
                  <a:lnTo>
                    <a:pt x="0" y="39243"/>
                  </a:lnTo>
                  <a:lnTo>
                    <a:pt x="8382" y="39243"/>
                  </a:lnTo>
                  <a:lnTo>
                    <a:pt x="8382" y="26480"/>
                  </a:lnTo>
                  <a:close/>
                  <a:moveTo>
                    <a:pt x="8382" y="7715"/>
                  </a:moveTo>
                  <a:lnTo>
                    <a:pt x="16764" y="7715"/>
                  </a:lnTo>
                  <a:cubicBezTo>
                    <a:pt x="18859" y="7715"/>
                    <a:pt x="20574" y="8192"/>
                    <a:pt x="21812" y="9239"/>
                  </a:cubicBezTo>
                  <a:cubicBezTo>
                    <a:pt x="23051" y="10287"/>
                    <a:pt x="23717" y="11621"/>
                    <a:pt x="23717" y="13240"/>
                  </a:cubicBezTo>
                  <a:cubicBezTo>
                    <a:pt x="23717" y="14954"/>
                    <a:pt x="23051" y="16288"/>
                    <a:pt x="21812" y="17240"/>
                  </a:cubicBezTo>
                  <a:cubicBezTo>
                    <a:pt x="20574" y="18193"/>
                    <a:pt x="18859" y="18764"/>
                    <a:pt x="16764" y="18764"/>
                  </a:cubicBezTo>
                  <a:lnTo>
                    <a:pt x="8382" y="18764"/>
                  </a:lnTo>
                  <a:lnTo>
                    <a:pt x="8382" y="7715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2D19EBD1-BB72-423E-83AD-B8E0EBE66360}"/>
                </a:ext>
              </a:extLst>
            </p:cNvPr>
            <p:cNvSpPr/>
            <p:nvPr/>
          </p:nvSpPr>
          <p:spPr>
            <a:xfrm>
              <a:off x="4341240" y="2691669"/>
              <a:ext cx="41433" cy="39243"/>
            </a:xfrm>
            <a:custGeom>
              <a:avLst/>
              <a:gdLst>
                <a:gd name="connsiteX0" fmla="*/ 20765 w 41433"/>
                <a:gd name="connsiteY0" fmla="*/ 27623 h 39243"/>
                <a:gd name="connsiteX1" fmla="*/ 9525 w 41433"/>
                <a:gd name="connsiteY1" fmla="*/ 0 h 39243"/>
                <a:gd name="connsiteX2" fmla="*/ 0 w 41433"/>
                <a:gd name="connsiteY2" fmla="*/ 0 h 39243"/>
                <a:gd name="connsiteX3" fmla="*/ 16002 w 41433"/>
                <a:gd name="connsiteY3" fmla="*/ 39243 h 39243"/>
                <a:gd name="connsiteX4" fmla="*/ 25432 w 41433"/>
                <a:gd name="connsiteY4" fmla="*/ 39243 h 39243"/>
                <a:gd name="connsiteX5" fmla="*/ 41434 w 41433"/>
                <a:gd name="connsiteY5" fmla="*/ 0 h 39243"/>
                <a:gd name="connsiteX6" fmla="*/ 32004 w 41433"/>
                <a:gd name="connsiteY6" fmla="*/ 0 h 39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1433" h="39243">
                  <a:moveTo>
                    <a:pt x="20765" y="27623"/>
                  </a:moveTo>
                  <a:lnTo>
                    <a:pt x="9525" y="0"/>
                  </a:lnTo>
                  <a:lnTo>
                    <a:pt x="0" y="0"/>
                  </a:lnTo>
                  <a:lnTo>
                    <a:pt x="16002" y="39243"/>
                  </a:lnTo>
                  <a:lnTo>
                    <a:pt x="25432" y="39243"/>
                  </a:lnTo>
                  <a:lnTo>
                    <a:pt x="41434" y="0"/>
                  </a:lnTo>
                  <a:lnTo>
                    <a:pt x="32004" y="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grpSp>
        <p:nvGrpSpPr>
          <p:cNvPr id="334" name="Graphic 2">
            <a:extLst>
              <a:ext uri="{FF2B5EF4-FFF2-40B4-BE49-F238E27FC236}">
                <a16:creationId xmlns:a16="http://schemas.microsoft.com/office/drawing/2014/main" id="{89980954-E44E-4233-96AB-F5E4ED36C171}"/>
              </a:ext>
            </a:extLst>
          </p:cNvPr>
          <p:cNvGrpSpPr/>
          <p:nvPr/>
        </p:nvGrpSpPr>
        <p:grpSpPr>
          <a:xfrm>
            <a:off x="1806255" y="2833912"/>
            <a:ext cx="225552" cy="225456"/>
            <a:chOff x="4669185" y="2592228"/>
            <a:chExt cx="225552" cy="225456"/>
          </a:xfrm>
          <a:solidFill>
            <a:srgbClr val="000000"/>
          </a:solidFill>
        </p:grpSpPr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1447B8F0-7A48-4609-896E-615A58279CE4}"/>
                </a:ext>
              </a:extLst>
            </p:cNvPr>
            <p:cNvSpPr/>
            <p:nvPr/>
          </p:nvSpPr>
          <p:spPr>
            <a:xfrm>
              <a:off x="4669185" y="2592228"/>
              <a:ext cx="225552" cy="225456"/>
            </a:xfrm>
            <a:custGeom>
              <a:avLst/>
              <a:gdLst>
                <a:gd name="connsiteX0" fmla="*/ 70485 w 225552"/>
                <a:gd name="connsiteY0" fmla="*/ 0 h 225456"/>
                <a:gd name="connsiteX1" fmla="*/ 0 w 225552"/>
                <a:gd name="connsiteY1" fmla="*/ 77819 h 225456"/>
                <a:gd name="connsiteX2" fmla="*/ 0 w 225552"/>
                <a:gd name="connsiteY2" fmla="*/ 148685 h 225456"/>
                <a:gd name="connsiteX3" fmla="*/ 73152 w 225552"/>
                <a:gd name="connsiteY3" fmla="*/ 225457 h 225456"/>
                <a:gd name="connsiteX4" fmla="*/ 225552 w 225552"/>
                <a:gd name="connsiteY4" fmla="*/ 225457 h 225456"/>
                <a:gd name="connsiteX5" fmla="*/ 225552 w 225552"/>
                <a:gd name="connsiteY5" fmla="*/ 0 h 225456"/>
                <a:gd name="connsiteX6" fmla="*/ 70485 w 225552"/>
                <a:gd name="connsiteY6" fmla="*/ 0 h 225456"/>
                <a:gd name="connsiteX7" fmla="*/ 216027 w 225552"/>
                <a:gd name="connsiteY7" fmla="*/ 216027 h 225456"/>
                <a:gd name="connsiteX8" fmla="*/ 77248 w 225552"/>
                <a:gd name="connsiteY8" fmla="*/ 216027 h 225456"/>
                <a:gd name="connsiteX9" fmla="*/ 9525 w 225552"/>
                <a:gd name="connsiteY9" fmla="*/ 144971 h 225456"/>
                <a:gd name="connsiteX10" fmla="*/ 9525 w 225552"/>
                <a:gd name="connsiteY10" fmla="*/ 81534 h 225456"/>
                <a:gd name="connsiteX11" fmla="*/ 74676 w 225552"/>
                <a:gd name="connsiteY11" fmla="*/ 9525 h 225456"/>
                <a:gd name="connsiteX12" fmla="*/ 216027 w 225552"/>
                <a:gd name="connsiteY12" fmla="*/ 9525 h 225456"/>
                <a:gd name="connsiteX13" fmla="*/ 216027 w 225552"/>
                <a:gd name="connsiteY13" fmla="*/ 216027 h 225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5552" h="225456">
                  <a:moveTo>
                    <a:pt x="70485" y="0"/>
                  </a:moveTo>
                  <a:lnTo>
                    <a:pt x="0" y="77819"/>
                  </a:lnTo>
                  <a:lnTo>
                    <a:pt x="0" y="148685"/>
                  </a:lnTo>
                  <a:lnTo>
                    <a:pt x="73152" y="225457"/>
                  </a:lnTo>
                  <a:lnTo>
                    <a:pt x="225552" y="225457"/>
                  </a:lnTo>
                  <a:lnTo>
                    <a:pt x="225552" y="0"/>
                  </a:lnTo>
                  <a:lnTo>
                    <a:pt x="70485" y="0"/>
                  </a:lnTo>
                  <a:close/>
                  <a:moveTo>
                    <a:pt x="216027" y="216027"/>
                  </a:moveTo>
                  <a:lnTo>
                    <a:pt x="77248" y="216027"/>
                  </a:lnTo>
                  <a:lnTo>
                    <a:pt x="9525" y="144971"/>
                  </a:lnTo>
                  <a:lnTo>
                    <a:pt x="9525" y="81534"/>
                  </a:lnTo>
                  <a:lnTo>
                    <a:pt x="74676" y="9525"/>
                  </a:lnTo>
                  <a:lnTo>
                    <a:pt x="216027" y="9525"/>
                  </a:lnTo>
                  <a:lnTo>
                    <a:pt x="216027" y="216027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E2716D85-C9F3-4E5F-AA34-785A66EF03E0}"/>
                </a:ext>
              </a:extLst>
            </p:cNvPr>
            <p:cNvSpPr/>
            <p:nvPr/>
          </p:nvSpPr>
          <p:spPr>
            <a:xfrm>
              <a:off x="4759101" y="2620899"/>
              <a:ext cx="35623" cy="35623"/>
            </a:xfrm>
            <a:custGeom>
              <a:avLst/>
              <a:gdLst>
                <a:gd name="connsiteX0" fmla="*/ 35624 w 35623"/>
                <a:gd name="connsiteY0" fmla="*/ 17812 h 35623"/>
                <a:gd name="connsiteX1" fmla="*/ 17812 w 35623"/>
                <a:gd name="connsiteY1" fmla="*/ 35624 h 35623"/>
                <a:gd name="connsiteX2" fmla="*/ 0 w 35623"/>
                <a:gd name="connsiteY2" fmla="*/ 17812 h 35623"/>
                <a:gd name="connsiteX3" fmla="*/ 17812 w 35623"/>
                <a:gd name="connsiteY3" fmla="*/ 0 h 35623"/>
                <a:gd name="connsiteX4" fmla="*/ 35624 w 35623"/>
                <a:gd name="connsiteY4" fmla="*/ 17812 h 35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623" h="35623">
                  <a:moveTo>
                    <a:pt x="35624" y="17812"/>
                  </a:moveTo>
                  <a:cubicBezTo>
                    <a:pt x="35624" y="27649"/>
                    <a:pt x="27649" y="35624"/>
                    <a:pt x="17812" y="35624"/>
                  </a:cubicBezTo>
                  <a:cubicBezTo>
                    <a:pt x="7975" y="35624"/>
                    <a:pt x="0" y="27649"/>
                    <a:pt x="0" y="17812"/>
                  </a:cubicBezTo>
                  <a:cubicBezTo>
                    <a:pt x="0" y="7975"/>
                    <a:pt x="7975" y="0"/>
                    <a:pt x="17812" y="0"/>
                  </a:cubicBezTo>
                  <a:cubicBezTo>
                    <a:pt x="27649" y="0"/>
                    <a:pt x="35624" y="7975"/>
                    <a:pt x="35624" y="17812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86B2422E-C5B7-41F0-8A41-D637301F6F1A}"/>
                </a:ext>
              </a:extLst>
            </p:cNvPr>
            <p:cNvSpPr/>
            <p:nvPr/>
          </p:nvSpPr>
          <p:spPr>
            <a:xfrm>
              <a:off x="4759101" y="2690907"/>
              <a:ext cx="35623" cy="35623"/>
            </a:xfrm>
            <a:custGeom>
              <a:avLst/>
              <a:gdLst>
                <a:gd name="connsiteX0" fmla="*/ 35624 w 35623"/>
                <a:gd name="connsiteY0" fmla="*/ 17812 h 35623"/>
                <a:gd name="connsiteX1" fmla="*/ 17812 w 35623"/>
                <a:gd name="connsiteY1" fmla="*/ 35624 h 35623"/>
                <a:gd name="connsiteX2" fmla="*/ 0 w 35623"/>
                <a:gd name="connsiteY2" fmla="*/ 17812 h 35623"/>
                <a:gd name="connsiteX3" fmla="*/ 17812 w 35623"/>
                <a:gd name="connsiteY3" fmla="*/ 0 h 35623"/>
                <a:gd name="connsiteX4" fmla="*/ 35624 w 35623"/>
                <a:gd name="connsiteY4" fmla="*/ 17812 h 35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623" h="35623">
                  <a:moveTo>
                    <a:pt x="35624" y="17812"/>
                  </a:moveTo>
                  <a:cubicBezTo>
                    <a:pt x="35624" y="27649"/>
                    <a:pt x="27649" y="35624"/>
                    <a:pt x="17812" y="35624"/>
                  </a:cubicBezTo>
                  <a:cubicBezTo>
                    <a:pt x="7975" y="35624"/>
                    <a:pt x="0" y="27649"/>
                    <a:pt x="0" y="17812"/>
                  </a:cubicBezTo>
                  <a:cubicBezTo>
                    <a:pt x="0" y="7975"/>
                    <a:pt x="7975" y="0"/>
                    <a:pt x="17812" y="0"/>
                  </a:cubicBezTo>
                  <a:cubicBezTo>
                    <a:pt x="27649" y="0"/>
                    <a:pt x="35624" y="7975"/>
                    <a:pt x="35624" y="17812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A04F03B8-D292-41D5-85F1-4E98F37862EF}"/>
                </a:ext>
              </a:extLst>
            </p:cNvPr>
            <p:cNvSpPr/>
            <p:nvPr/>
          </p:nvSpPr>
          <p:spPr>
            <a:xfrm>
              <a:off x="4689593" y="2690931"/>
              <a:ext cx="35575" cy="35575"/>
            </a:xfrm>
            <a:custGeom>
              <a:avLst/>
              <a:gdLst>
                <a:gd name="connsiteX0" fmla="*/ 5215 w 35575"/>
                <a:gd name="connsiteY0" fmla="*/ 5215 h 35575"/>
                <a:gd name="connsiteX1" fmla="*/ 5215 w 35575"/>
                <a:gd name="connsiteY1" fmla="*/ 30361 h 35575"/>
                <a:gd name="connsiteX2" fmla="*/ 30361 w 35575"/>
                <a:gd name="connsiteY2" fmla="*/ 30361 h 35575"/>
                <a:gd name="connsiteX3" fmla="*/ 30361 w 35575"/>
                <a:gd name="connsiteY3" fmla="*/ 5215 h 35575"/>
                <a:gd name="connsiteX4" fmla="*/ 5215 w 35575"/>
                <a:gd name="connsiteY4" fmla="*/ 5215 h 3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575" h="35575">
                  <a:moveTo>
                    <a:pt x="5215" y="5215"/>
                  </a:moveTo>
                  <a:cubicBezTo>
                    <a:pt x="-1738" y="12168"/>
                    <a:pt x="-1738" y="23408"/>
                    <a:pt x="5215" y="30361"/>
                  </a:cubicBezTo>
                  <a:cubicBezTo>
                    <a:pt x="12168" y="37314"/>
                    <a:pt x="23408" y="37314"/>
                    <a:pt x="30361" y="30361"/>
                  </a:cubicBezTo>
                  <a:cubicBezTo>
                    <a:pt x="37314" y="23408"/>
                    <a:pt x="37314" y="12168"/>
                    <a:pt x="30361" y="5215"/>
                  </a:cubicBezTo>
                  <a:cubicBezTo>
                    <a:pt x="23408" y="-1738"/>
                    <a:pt x="12168" y="-1738"/>
                    <a:pt x="5215" y="521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24E8D67D-6709-4828-98E8-155C9AB694B1}"/>
                </a:ext>
              </a:extLst>
            </p:cNvPr>
            <p:cNvSpPr/>
            <p:nvPr/>
          </p:nvSpPr>
          <p:spPr>
            <a:xfrm>
              <a:off x="4759101" y="2760535"/>
              <a:ext cx="35623" cy="35623"/>
            </a:xfrm>
            <a:custGeom>
              <a:avLst/>
              <a:gdLst>
                <a:gd name="connsiteX0" fmla="*/ 35624 w 35623"/>
                <a:gd name="connsiteY0" fmla="*/ 17812 h 35623"/>
                <a:gd name="connsiteX1" fmla="*/ 17812 w 35623"/>
                <a:gd name="connsiteY1" fmla="*/ 35624 h 35623"/>
                <a:gd name="connsiteX2" fmla="*/ 0 w 35623"/>
                <a:gd name="connsiteY2" fmla="*/ 17812 h 35623"/>
                <a:gd name="connsiteX3" fmla="*/ 17812 w 35623"/>
                <a:gd name="connsiteY3" fmla="*/ 0 h 35623"/>
                <a:gd name="connsiteX4" fmla="*/ 35624 w 35623"/>
                <a:gd name="connsiteY4" fmla="*/ 17812 h 35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623" h="35623">
                  <a:moveTo>
                    <a:pt x="35624" y="17812"/>
                  </a:moveTo>
                  <a:cubicBezTo>
                    <a:pt x="35624" y="27649"/>
                    <a:pt x="27649" y="35624"/>
                    <a:pt x="17812" y="35624"/>
                  </a:cubicBezTo>
                  <a:cubicBezTo>
                    <a:pt x="7975" y="35624"/>
                    <a:pt x="0" y="27649"/>
                    <a:pt x="0" y="17812"/>
                  </a:cubicBezTo>
                  <a:cubicBezTo>
                    <a:pt x="0" y="7975"/>
                    <a:pt x="7975" y="0"/>
                    <a:pt x="17812" y="0"/>
                  </a:cubicBezTo>
                  <a:cubicBezTo>
                    <a:pt x="27649" y="0"/>
                    <a:pt x="35624" y="7975"/>
                    <a:pt x="35624" y="17812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61041DDF-C6EF-410C-B962-D35D9BD778D6}"/>
                </a:ext>
              </a:extLst>
            </p:cNvPr>
            <p:cNvSpPr/>
            <p:nvPr/>
          </p:nvSpPr>
          <p:spPr>
            <a:xfrm rot="-2700000">
              <a:off x="4725256" y="2671810"/>
              <a:ext cx="38480" cy="5905"/>
            </a:xfrm>
            <a:custGeom>
              <a:avLst/>
              <a:gdLst>
                <a:gd name="connsiteX0" fmla="*/ 0 w 38480"/>
                <a:gd name="connsiteY0" fmla="*/ 0 h 5905"/>
                <a:gd name="connsiteX1" fmla="*/ 38481 w 38480"/>
                <a:gd name="connsiteY1" fmla="*/ 0 h 5905"/>
                <a:gd name="connsiteX2" fmla="*/ 38481 w 38480"/>
                <a:gd name="connsiteY2" fmla="*/ 5905 h 5905"/>
                <a:gd name="connsiteX3" fmla="*/ 0 w 38480"/>
                <a:gd name="connsiteY3" fmla="*/ 5905 h 5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480" h="5905">
                  <a:moveTo>
                    <a:pt x="0" y="0"/>
                  </a:moveTo>
                  <a:lnTo>
                    <a:pt x="38481" y="0"/>
                  </a:lnTo>
                  <a:lnTo>
                    <a:pt x="38481" y="5905"/>
                  </a:lnTo>
                  <a:lnTo>
                    <a:pt x="0" y="5905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D09508DA-B66A-434C-AFEF-6A2AD0AF62A6}"/>
                </a:ext>
              </a:extLst>
            </p:cNvPr>
            <p:cNvSpPr/>
            <p:nvPr/>
          </p:nvSpPr>
          <p:spPr>
            <a:xfrm rot="-2700243">
              <a:off x="4741695" y="2725970"/>
              <a:ext cx="5905" cy="38483"/>
            </a:xfrm>
            <a:custGeom>
              <a:avLst/>
              <a:gdLst>
                <a:gd name="connsiteX0" fmla="*/ 0 w 5905"/>
                <a:gd name="connsiteY0" fmla="*/ 0 h 38483"/>
                <a:gd name="connsiteX1" fmla="*/ 5906 w 5905"/>
                <a:gd name="connsiteY1" fmla="*/ 0 h 38483"/>
                <a:gd name="connsiteX2" fmla="*/ 5906 w 5905"/>
                <a:gd name="connsiteY2" fmla="*/ 38483 h 38483"/>
                <a:gd name="connsiteX3" fmla="*/ 0 w 5905"/>
                <a:gd name="connsiteY3" fmla="*/ 38483 h 38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05" h="38483">
                  <a:moveTo>
                    <a:pt x="0" y="0"/>
                  </a:moveTo>
                  <a:lnTo>
                    <a:pt x="5906" y="0"/>
                  </a:lnTo>
                  <a:lnTo>
                    <a:pt x="5906" y="38483"/>
                  </a:lnTo>
                  <a:lnTo>
                    <a:pt x="0" y="38483"/>
                  </a:lnTo>
                  <a:close/>
                </a:path>
              </a:pathLst>
            </a:custGeom>
            <a:solidFill>
              <a:srgbClr val="000000"/>
            </a:solidFill>
            <a:ln w="95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0CDB954A-4939-4725-941B-58DDBF5BC72B}"/>
                </a:ext>
              </a:extLst>
            </p:cNvPr>
            <p:cNvSpPr/>
            <p:nvPr/>
          </p:nvSpPr>
          <p:spPr>
            <a:xfrm>
              <a:off x="4734813" y="2705766"/>
              <a:ext cx="21050" cy="5905"/>
            </a:xfrm>
            <a:custGeom>
              <a:avLst/>
              <a:gdLst>
                <a:gd name="connsiteX0" fmla="*/ 0 w 21050"/>
                <a:gd name="connsiteY0" fmla="*/ 0 h 5905"/>
                <a:gd name="connsiteX1" fmla="*/ 21050 w 21050"/>
                <a:gd name="connsiteY1" fmla="*/ 0 h 5905"/>
                <a:gd name="connsiteX2" fmla="*/ 21050 w 21050"/>
                <a:gd name="connsiteY2" fmla="*/ 5906 h 5905"/>
                <a:gd name="connsiteX3" fmla="*/ 0 w 21050"/>
                <a:gd name="connsiteY3" fmla="*/ 5906 h 5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050" h="5905">
                  <a:moveTo>
                    <a:pt x="0" y="0"/>
                  </a:moveTo>
                  <a:lnTo>
                    <a:pt x="21050" y="0"/>
                  </a:lnTo>
                  <a:lnTo>
                    <a:pt x="21050" y="5906"/>
                  </a:lnTo>
                  <a:lnTo>
                    <a:pt x="0" y="5906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DE3821EE-406F-4030-B183-CC0EDB126C12}"/>
                </a:ext>
              </a:extLst>
            </p:cNvPr>
            <p:cNvSpPr/>
            <p:nvPr/>
          </p:nvSpPr>
          <p:spPr>
            <a:xfrm>
              <a:off x="4803774" y="2622708"/>
              <a:ext cx="71247" cy="32004"/>
            </a:xfrm>
            <a:custGeom>
              <a:avLst/>
              <a:gdLst>
                <a:gd name="connsiteX0" fmla="*/ 43529 w 71247"/>
                <a:gd name="connsiteY0" fmla="*/ 32004 h 32004"/>
                <a:gd name="connsiteX1" fmla="*/ 71247 w 71247"/>
                <a:gd name="connsiteY1" fmla="*/ 16002 h 32004"/>
                <a:gd name="connsiteX2" fmla="*/ 43529 w 71247"/>
                <a:gd name="connsiteY2" fmla="*/ 0 h 32004"/>
                <a:gd name="connsiteX3" fmla="*/ 43529 w 71247"/>
                <a:gd name="connsiteY3" fmla="*/ 10001 h 32004"/>
                <a:gd name="connsiteX4" fmla="*/ 0 w 71247"/>
                <a:gd name="connsiteY4" fmla="*/ 10001 h 32004"/>
                <a:gd name="connsiteX5" fmla="*/ 0 w 71247"/>
                <a:gd name="connsiteY5" fmla="*/ 21908 h 32004"/>
                <a:gd name="connsiteX6" fmla="*/ 43529 w 71247"/>
                <a:gd name="connsiteY6" fmla="*/ 21908 h 32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1247" h="32004">
                  <a:moveTo>
                    <a:pt x="43529" y="32004"/>
                  </a:moveTo>
                  <a:lnTo>
                    <a:pt x="71247" y="16002"/>
                  </a:lnTo>
                  <a:lnTo>
                    <a:pt x="43529" y="0"/>
                  </a:lnTo>
                  <a:lnTo>
                    <a:pt x="43529" y="10001"/>
                  </a:lnTo>
                  <a:lnTo>
                    <a:pt x="0" y="10001"/>
                  </a:lnTo>
                  <a:lnTo>
                    <a:pt x="0" y="21908"/>
                  </a:lnTo>
                  <a:lnTo>
                    <a:pt x="43529" y="21908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72F5E55A-04AE-4E8C-AEFC-15811F505623}"/>
                </a:ext>
              </a:extLst>
            </p:cNvPr>
            <p:cNvSpPr/>
            <p:nvPr/>
          </p:nvSpPr>
          <p:spPr>
            <a:xfrm>
              <a:off x="4803774" y="2692717"/>
              <a:ext cx="71247" cy="32004"/>
            </a:xfrm>
            <a:custGeom>
              <a:avLst/>
              <a:gdLst>
                <a:gd name="connsiteX0" fmla="*/ 43529 w 71247"/>
                <a:gd name="connsiteY0" fmla="*/ 32004 h 32004"/>
                <a:gd name="connsiteX1" fmla="*/ 71247 w 71247"/>
                <a:gd name="connsiteY1" fmla="*/ 16002 h 32004"/>
                <a:gd name="connsiteX2" fmla="*/ 43529 w 71247"/>
                <a:gd name="connsiteY2" fmla="*/ 0 h 32004"/>
                <a:gd name="connsiteX3" fmla="*/ 43529 w 71247"/>
                <a:gd name="connsiteY3" fmla="*/ 10097 h 32004"/>
                <a:gd name="connsiteX4" fmla="*/ 0 w 71247"/>
                <a:gd name="connsiteY4" fmla="*/ 10097 h 32004"/>
                <a:gd name="connsiteX5" fmla="*/ 0 w 71247"/>
                <a:gd name="connsiteY5" fmla="*/ 22003 h 32004"/>
                <a:gd name="connsiteX6" fmla="*/ 43529 w 71247"/>
                <a:gd name="connsiteY6" fmla="*/ 22003 h 32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1247" h="32004">
                  <a:moveTo>
                    <a:pt x="43529" y="32004"/>
                  </a:moveTo>
                  <a:lnTo>
                    <a:pt x="71247" y="16002"/>
                  </a:lnTo>
                  <a:lnTo>
                    <a:pt x="43529" y="0"/>
                  </a:lnTo>
                  <a:lnTo>
                    <a:pt x="43529" y="10097"/>
                  </a:lnTo>
                  <a:lnTo>
                    <a:pt x="0" y="10097"/>
                  </a:lnTo>
                  <a:lnTo>
                    <a:pt x="0" y="22003"/>
                  </a:lnTo>
                  <a:lnTo>
                    <a:pt x="43529" y="22003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83B67D5D-493F-4081-84CC-7D1CC626F725}"/>
                </a:ext>
              </a:extLst>
            </p:cNvPr>
            <p:cNvSpPr/>
            <p:nvPr/>
          </p:nvSpPr>
          <p:spPr>
            <a:xfrm>
              <a:off x="4803774" y="2762345"/>
              <a:ext cx="71247" cy="32004"/>
            </a:xfrm>
            <a:custGeom>
              <a:avLst/>
              <a:gdLst>
                <a:gd name="connsiteX0" fmla="*/ 43529 w 71247"/>
                <a:gd name="connsiteY0" fmla="*/ 32004 h 32004"/>
                <a:gd name="connsiteX1" fmla="*/ 71247 w 71247"/>
                <a:gd name="connsiteY1" fmla="*/ 16002 h 32004"/>
                <a:gd name="connsiteX2" fmla="*/ 43529 w 71247"/>
                <a:gd name="connsiteY2" fmla="*/ 0 h 32004"/>
                <a:gd name="connsiteX3" fmla="*/ 43529 w 71247"/>
                <a:gd name="connsiteY3" fmla="*/ 10096 h 32004"/>
                <a:gd name="connsiteX4" fmla="*/ 0 w 71247"/>
                <a:gd name="connsiteY4" fmla="*/ 10096 h 32004"/>
                <a:gd name="connsiteX5" fmla="*/ 0 w 71247"/>
                <a:gd name="connsiteY5" fmla="*/ 21907 h 32004"/>
                <a:gd name="connsiteX6" fmla="*/ 43529 w 71247"/>
                <a:gd name="connsiteY6" fmla="*/ 21907 h 32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1247" h="32004">
                  <a:moveTo>
                    <a:pt x="43529" y="32004"/>
                  </a:moveTo>
                  <a:lnTo>
                    <a:pt x="71247" y="16002"/>
                  </a:lnTo>
                  <a:lnTo>
                    <a:pt x="43529" y="0"/>
                  </a:lnTo>
                  <a:lnTo>
                    <a:pt x="43529" y="10096"/>
                  </a:lnTo>
                  <a:lnTo>
                    <a:pt x="0" y="10096"/>
                  </a:lnTo>
                  <a:lnTo>
                    <a:pt x="0" y="21907"/>
                  </a:lnTo>
                  <a:lnTo>
                    <a:pt x="43529" y="21907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grpSp>
        <p:nvGrpSpPr>
          <p:cNvPr id="346" name="Graphic 2">
            <a:extLst>
              <a:ext uri="{FF2B5EF4-FFF2-40B4-BE49-F238E27FC236}">
                <a16:creationId xmlns:a16="http://schemas.microsoft.com/office/drawing/2014/main" id="{89980954-E44E-4233-96AB-F5E4ED36C171}"/>
              </a:ext>
            </a:extLst>
          </p:cNvPr>
          <p:cNvGrpSpPr/>
          <p:nvPr/>
        </p:nvGrpSpPr>
        <p:grpSpPr>
          <a:xfrm>
            <a:off x="2933611" y="2829912"/>
            <a:ext cx="228599" cy="228600"/>
            <a:chOff x="5164771" y="2588228"/>
            <a:chExt cx="228599" cy="228600"/>
          </a:xfrm>
          <a:solidFill>
            <a:srgbClr val="000000"/>
          </a:solidFill>
        </p:grpSpPr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D12923F0-0D20-4392-850C-0805F54AAB29}"/>
                </a:ext>
              </a:extLst>
            </p:cNvPr>
            <p:cNvSpPr/>
            <p:nvPr/>
          </p:nvSpPr>
          <p:spPr>
            <a:xfrm>
              <a:off x="5164771" y="2588228"/>
              <a:ext cx="228599" cy="228600"/>
            </a:xfrm>
            <a:custGeom>
              <a:avLst/>
              <a:gdLst>
                <a:gd name="connsiteX0" fmla="*/ 0 w 228599"/>
                <a:gd name="connsiteY0" fmla="*/ 0 h 228600"/>
                <a:gd name="connsiteX1" fmla="*/ 0 w 228599"/>
                <a:gd name="connsiteY1" fmla="*/ 228600 h 228600"/>
                <a:gd name="connsiteX2" fmla="*/ 228600 w 228599"/>
                <a:gd name="connsiteY2" fmla="*/ 228600 h 228600"/>
                <a:gd name="connsiteX3" fmla="*/ 228600 w 228599"/>
                <a:gd name="connsiteY3" fmla="*/ 0 h 228600"/>
                <a:gd name="connsiteX4" fmla="*/ 0 w 228599"/>
                <a:gd name="connsiteY4" fmla="*/ 0 h 228600"/>
                <a:gd name="connsiteX5" fmla="*/ 219075 w 228599"/>
                <a:gd name="connsiteY5" fmla="*/ 219075 h 228600"/>
                <a:gd name="connsiteX6" fmla="*/ 9525 w 228599"/>
                <a:gd name="connsiteY6" fmla="*/ 219075 h 228600"/>
                <a:gd name="connsiteX7" fmla="*/ 9525 w 228599"/>
                <a:gd name="connsiteY7" fmla="*/ 9525 h 228600"/>
                <a:gd name="connsiteX8" fmla="*/ 219075 w 228599"/>
                <a:gd name="connsiteY8" fmla="*/ 9525 h 228600"/>
                <a:gd name="connsiteX9" fmla="*/ 219075 w 228599"/>
                <a:gd name="connsiteY9" fmla="*/ 219075 h 228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8599" h="228600">
                  <a:moveTo>
                    <a:pt x="0" y="0"/>
                  </a:moveTo>
                  <a:lnTo>
                    <a:pt x="0" y="228600"/>
                  </a:ln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close/>
                  <a:moveTo>
                    <a:pt x="219075" y="219075"/>
                  </a:moveTo>
                  <a:lnTo>
                    <a:pt x="9525" y="219075"/>
                  </a:lnTo>
                  <a:lnTo>
                    <a:pt x="9525" y="9525"/>
                  </a:lnTo>
                  <a:lnTo>
                    <a:pt x="219075" y="9525"/>
                  </a:lnTo>
                  <a:lnTo>
                    <a:pt x="219075" y="219075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1562DE03-9901-4A92-B230-B9EA6BAE635D}"/>
                </a:ext>
              </a:extLst>
            </p:cNvPr>
            <p:cNvSpPr/>
            <p:nvPr/>
          </p:nvSpPr>
          <p:spPr>
            <a:xfrm>
              <a:off x="5201347" y="2645854"/>
              <a:ext cx="42195" cy="113347"/>
            </a:xfrm>
            <a:custGeom>
              <a:avLst/>
              <a:gdLst>
                <a:gd name="connsiteX0" fmla="*/ 16288 w 42195"/>
                <a:gd name="connsiteY0" fmla="*/ 113348 h 113347"/>
                <a:gd name="connsiteX1" fmla="*/ 25813 w 42195"/>
                <a:gd name="connsiteY1" fmla="*/ 113348 h 113347"/>
                <a:gd name="connsiteX2" fmla="*/ 25813 w 42195"/>
                <a:gd name="connsiteY2" fmla="*/ 32099 h 113347"/>
                <a:gd name="connsiteX3" fmla="*/ 42196 w 42195"/>
                <a:gd name="connsiteY3" fmla="*/ 32099 h 113347"/>
                <a:gd name="connsiteX4" fmla="*/ 42196 w 42195"/>
                <a:gd name="connsiteY4" fmla="*/ 22574 h 113347"/>
                <a:gd name="connsiteX5" fmla="*/ 25813 w 42195"/>
                <a:gd name="connsiteY5" fmla="*/ 22574 h 113347"/>
                <a:gd name="connsiteX6" fmla="*/ 25813 w 42195"/>
                <a:gd name="connsiteY6" fmla="*/ 0 h 113347"/>
                <a:gd name="connsiteX7" fmla="*/ 16288 w 42195"/>
                <a:gd name="connsiteY7" fmla="*/ 0 h 113347"/>
                <a:gd name="connsiteX8" fmla="*/ 16288 w 42195"/>
                <a:gd name="connsiteY8" fmla="*/ 22574 h 113347"/>
                <a:gd name="connsiteX9" fmla="*/ 0 w 42195"/>
                <a:gd name="connsiteY9" fmla="*/ 22574 h 113347"/>
                <a:gd name="connsiteX10" fmla="*/ 0 w 42195"/>
                <a:gd name="connsiteY10" fmla="*/ 32099 h 113347"/>
                <a:gd name="connsiteX11" fmla="*/ 16288 w 42195"/>
                <a:gd name="connsiteY11" fmla="*/ 32099 h 113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2195" h="113347">
                  <a:moveTo>
                    <a:pt x="16288" y="113348"/>
                  </a:moveTo>
                  <a:lnTo>
                    <a:pt x="25813" y="113348"/>
                  </a:lnTo>
                  <a:lnTo>
                    <a:pt x="25813" y="32099"/>
                  </a:lnTo>
                  <a:lnTo>
                    <a:pt x="42196" y="32099"/>
                  </a:lnTo>
                  <a:lnTo>
                    <a:pt x="42196" y="22574"/>
                  </a:lnTo>
                  <a:lnTo>
                    <a:pt x="25813" y="22574"/>
                  </a:lnTo>
                  <a:lnTo>
                    <a:pt x="25813" y="0"/>
                  </a:lnTo>
                  <a:lnTo>
                    <a:pt x="16288" y="0"/>
                  </a:lnTo>
                  <a:lnTo>
                    <a:pt x="16288" y="22574"/>
                  </a:lnTo>
                  <a:lnTo>
                    <a:pt x="0" y="22574"/>
                  </a:lnTo>
                  <a:lnTo>
                    <a:pt x="0" y="32099"/>
                  </a:lnTo>
                  <a:lnTo>
                    <a:pt x="16288" y="32099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531A21BD-2767-45B1-B827-982ADFA3BF08}"/>
                </a:ext>
              </a:extLst>
            </p:cNvPr>
            <p:cNvSpPr/>
            <p:nvPr/>
          </p:nvSpPr>
          <p:spPr>
            <a:xfrm>
              <a:off x="5257926" y="2645854"/>
              <a:ext cx="42195" cy="113347"/>
            </a:xfrm>
            <a:custGeom>
              <a:avLst/>
              <a:gdLst>
                <a:gd name="connsiteX0" fmla="*/ 16383 w 42195"/>
                <a:gd name="connsiteY0" fmla="*/ 113348 h 113347"/>
                <a:gd name="connsiteX1" fmla="*/ 25908 w 42195"/>
                <a:gd name="connsiteY1" fmla="*/ 113348 h 113347"/>
                <a:gd name="connsiteX2" fmla="*/ 25908 w 42195"/>
                <a:gd name="connsiteY2" fmla="*/ 85439 h 113347"/>
                <a:gd name="connsiteX3" fmla="*/ 42196 w 42195"/>
                <a:gd name="connsiteY3" fmla="*/ 85439 h 113347"/>
                <a:gd name="connsiteX4" fmla="*/ 42196 w 42195"/>
                <a:gd name="connsiteY4" fmla="*/ 75914 h 113347"/>
                <a:gd name="connsiteX5" fmla="*/ 25908 w 42195"/>
                <a:gd name="connsiteY5" fmla="*/ 75914 h 113347"/>
                <a:gd name="connsiteX6" fmla="*/ 25908 w 42195"/>
                <a:gd name="connsiteY6" fmla="*/ 0 h 113347"/>
                <a:gd name="connsiteX7" fmla="*/ 16383 w 42195"/>
                <a:gd name="connsiteY7" fmla="*/ 0 h 113347"/>
                <a:gd name="connsiteX8" fmla="*/ 16383 w 42195"/>
                <a:gd name="connsiteY8" fmla="*/ 75914 h 113347"/>
                <a:gd name="connsiteX9" fmla="*/ 0 w 42195"/>
                <a:gd name="connsiteY9" fmla="*/ 75914 h 113347"/>
                <a:gd name="connsiteX10" fmla="*/ 0 w 42195"/>
                <a:gd name="connsiteY10" fmla="*/ 85439 h 113347"/>
                <a:gd name="connsiteX11" fmla="*/ 16383 w 42195"/>
                <a:gd name="connsiteY11" fmla="*/ 85439 h 113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2195" h="113347">
                  <a:moveTo>
                    <a:pt x="16383" y="113348"/>
                  </a:moveTo>
                  <a:lnTo>
                    <a:pt x="25908" y="113348"/>
                  </a:lnTo>
                  <a:lnTo>
                    <a:pt x="25908" y="85439"/>
                  </a:lnTo>
                  <a:lnTo>
                    <a:pt x="42196" y="85439"/>
                  </a:lnTo>
                  <a:lnTo>
                    <a:pt x="42196" y="75914"/>
                  </a:lnTo>
                  <a:lnTo>
                    <a:pt x="25908" y="75914"/>
                  </a:lnTo>
                  <a:lnTo>
                    <a:pt x="25908" y="0"/>
                  </a:lnTo>
                  <a:lnTo>
                    <a:pt x="16383" y="0"/>
                  </a:lnTo>
                  <a:lnTo>
                    <a:pt x="16383" y="75914"/>
                  </a:lnTo>
                  <a:lnTo>
                    <a:pt x="0" y="75914"/>
                  </a:lnTo>
                  <a:lnTo>
                    <a:pt x="0" y="85439"/>
                  </a:lnTo>
                  <a:lnTo>
                    <a:pt x="16383" y="85439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D436120E-FBDE-40F5-A791-701439A4666E}"/>
                </a:ext>
              </a:extLst>
            </p:cNvPr>
            <p:cNvSpPr/>
            <p:nvPr/>
          </p:nvSpPr>
          <p:spPr>
            <a:xfrm>
              <a:off x="5314599" y="2645854"/>
              <a:ext cx="42100" cy="113347"/>
            </a:xfrm>
            <a:custGeom>
              <a:avLst/>
              <a:gdLst>
                <a:gd name="connsiteX0" fmla="*/ 16288 w 42100"/>
                <a:gd name="connsiteY0" fmla="*/ 113348 h 113347"/>
                <a:gd name="connsiteX1" fmla="*/ 25813 w 42100"/>
                <a:gd name="connsiteY1" fmla="*/ 113348 h 113347"/>
                <a:gd name="connsiteX2" fmla="*/ 25813 w 42100"/>
                <a:gd name="connsiteY2" fmla="*/ 49721 h 113347"/>
                <a:gd name="connsiteX3" fmla="*/ 42100 w 42100"/>
                <a:gd name="connsiteY3" fmla="*/ 49721 h 113347"/>
                <a:gd name="connsiteX4" fmla="*/ 42100 w 42100"/>
                <a:gd name="connsiteY4" fmla="*/ 40196 h 113347"/>
                <a:gd name="connsiteX5" fmla="*/ 25813 w 42100"/>
                <a:gd name="connsiteY5" fmla="*/ 40196 h 113347"/>
                <a:gd name="connsiteX6" fmla="*/ 25813 w 42100"/>
                <a:gd name="connsiteY6" fmla="*/ 0 h 113347"/>
                <a:gd name="connsiteX7" fmla="*/ 16288 w 42100"/>
                <a:gd name="connsiteY7" fmla="*/ 0 h 113347"/>
                <a:gd name="connsiteX8" fmla="*/ 16288 w 42100"/>
                <a:gd name="connsiteY8" fmla="*/ 40196 h 113347"/>
                <a:gd name="connsiteX9" fmla="*/ 0 w 42100"/>
                <a:gd name="connsiteY9" fmla="*/ 40196 h 113347"/>
                <a:gd name="connsiteX10" fmla="*/ 0 w 42100"/>
                <a:gd name="connsiteY10" fmla="*/ 49721 h 113347"/>
                <a:gd name="connsiteX11" fmla="*/ 16288 w 42100"/>
                <a:gd name="connsiteY11" fmla="*/ 49721 h 113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2100" h="113347">
                  <a:moveTo>
                    <a:pt x="16288" y="113348"/>
                  </a:moveTo>
                  <a:lnTo>
                    <a:pt x="25813" y="113348"/>
                  </a:lnTo>
                  <a:lnTo>
                    <a:pt x="25813" y="49721"/>
                  </a:lnTo>
                  <a:lnTo>
                    <a:pt x="42100" y="49721"/>
                  </a:lnTo>
                  <a:lnTo>
                    <a:pt x="42100" y="40196"/>
                  </a:lnTo>
                  <a:lnTo>
                    <a:pt x="25813" y="40196"/>
                  </a:lnTo>
                  <a:lnTo>
                    <a:pt x="25813" y="0"/>
                  </a:lnTo>
                  <a:lnTo>
                    <a:pt x="16288" y="0"/>
                  </a:lnTo>
                  <a:lnTo>
                    <a:pt x="16288" y="40196"/>
                  </a:lnTo>
                  <a:lnTo>
                    <a:pt x="0" y="40196"/>
                  </a:lnTo>
                  <a:lnTo>
                    <a:pt x="0" y="49721"/>
                  </a:lnTo>
                  <a:lnTo>
                    <a:pt x="16288" y="49721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351" name="Graphic 2">
            <a:extLst>
              <a:ext uri="{FF2B5EF4-FFF2-40B4-BE49-F238E27FC236}">
                <a16:creationId xmlns:a16="http://schemas.microsoft.com/office/drawing/2014/main" id="{89980954-E44E-4233-96AB-F5E4ED36C171}"/>
              </a:ext>
            </a:extLst>
          </p:cNvPr>
          <p:cNvGrpSpPr/>
          <p:nvPr/>
        </p:nvGrpSpPr>
        <p:grpSpPr>
          <a:xfrm>
            <a:off x="4373035" y="2831340"/>
            <a:ext cx="228600" cy="228600"/>
            <a:chOff x="5628543" y="2589656"/>
            <a:chExt cx="228600" cy="228600"/>
          </a:xfrm>
          <a:solidFill>
            <a:srgbClr val="000000"/>
          </a:solidFill>
        </p:grpSpPr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6862AEFC-F30C-457A-B777-BFF10504728A}"/>
                </a:ext>
              </a:extLst>
            </p:cNvPr>
            <p:cNvSpPr/>
            <p:nvPr/>
          </p:nvSpPr>
          <p:spPr>
            <a:xfrm>
              <a:off x="5628543" y="2589656"/>
              <a:ext cx="228600" cy="228600"/>
            </a:xfrm>
            <a:custGeom>
              <a:avLst/>
              <a:gdLst>
                <a:gd name="connsiteX0" fmla="*/ 0 w 228600"/>
                <a:gd name="connsiteY0" fmla="*/ 0 h 228600"/>
                <a:gd name="connsiteX1" fmla="*/ 0 w 228600"/>
                <a:gd name="connsiteY1" fmla="*/ 228600 h 228600"/>
                <a:gd name="connsiteX2" fmla="*/ 228600 w 228600"/>
                <a:gd name="connsiteY2" fmla="*/ 228600 h 228600"/>
                <a:gd name="connsiteX3" fmla="*/ 228600 w 228600"/>
                <a:gd name="connsiteY3" fmla="*/ 0 h 228600"/>
                <a:gd name="connsiteX4" fmla="*/ 0 w 228600"/>
                <a:gd name="connsiteY4" fmla="*/ 0 h 228600"/>
                <a:gd name="connsiteX5" fmla="*/ 219075 w 228600"/>
                <a:gd name="connsiteY5" fmla="*/ 219075 h 228600"/>
                <a:gd name="connsiteX6" fmla="*/ 9525 w 228600"/>
                <a:gd name="connsiteY6" fmla="*/ 219075 h 228600"/>
                <a:gd name="connsiteX7" fmla="*/ 9525 w 228600"/>
                <a:gd name="connsiteY7" fmla="*/ 9525 h 228600"/>
                <a:gd name="connsiteX8" fmla="*/ 219075 w 228600"/>
                <a:gd name="connsiteY8" fmla="*/ 9525 h 228600"/>
                <a:gd name="connsiteX9" fmla="*/ 219075 w 228600"/>
                <a:gd name="connsiteY9" fmla="*/ 219075 h 228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8600" h="228600">
                  <a:moveTo>
                    <a:pt x="0" y="0"/>
                  </a:moveTo>
                  <a:lnTo>
                    <a:pt x="0" y="228600"/>
                  </a:ln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close/>
                  <a:moveTo>
                    <a:pt x="219075" y="219075"/>
                  </a:moveTo>
                  <a:lnTo>
                    <a:pt x="9525" y="219075"/>
                  </a:lnTo>
                  <a:lnTo>
                    <a:pt x="9525" y="9525"/>
                  </a:lnTo>
                  <a:lnTo>
                    <a:pt x="219075" y="9525"/>
                  </a:lnTo>
                  <a:lnTo>
                    <a:pt x="219075" y="219075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6C05A62A-9A13-49A6-B25C-2D8329085056}"/>
                </a:ext>
              </a:extLst>
            </p:cNvPr>
            <p:cNvSpPr/>
            <p:nvPr/>
          </p:nvSpPr>
          <p:spPr>
            <a:xfrm>
              <a:off x="5721793" y="2731770"/>
              <a:ext cx="42195" cy="68389"/>
            </a:xfrm>
            <a:custGeom>
              <a:avLst/>
              <a:gdLst>
                <a:gd name="connsiteX0" fmla="*/ 25813 w 42195"/>
                <a:gd name="connsiteY0" fmla="*/ 0 h 68389"/>
                <a:gd name="connsiteX1" fmla="*/ 16288 w 42195"/>
                <a:gd name="connsiteY1" fmla="*/ 0 h 68389"/>
                <a:gd name="connsiteX2" fmla="*/ 16288 w 42195"/>
                <a:gd name="connsiteY2" fmla="*/ 45244 h 68389"/>
                <a:gd name="connsiteX3" fmla="*/ 0 w 42195"/>
                <a:gd name="connsiteY3" fmla="*/ 45244 h 68389"/>
                <a:gd name="connsiteX4" fmla="*/ 0 w 42195"/>
                <a:gd name="connsiteY4" fmla="*/ 54769 h 68389"/>
                <a:gd name="connsiteX5" fmla="*/ 16288 w 42195"/>
                <a:gd name="connsiteY5" fmla="*/ 54769 h 68389"/>
                <a:gd name="connsiteX6" fmla="*/ 16288 w 42195"/>
                <a:gd name="connsiteY6" fmla="*/ 68390 h 68389"/>
                <a:gd name="connsiteX7" fmla="*/ 25813 w 42195"/>
                <a:gd name="connsiteY7" fmla="*/ 68390 h 68389"/>
                <a:gd name="connsiteX8" fmla="*/ 25813 w 42195"/>
                <a:gd name="connsiteY8" fmla="*/ 54769 h 68389"/>
                <a:gd name="connsiteX9" fmla="*/ 42196 w 42195"/>
                <a:gd name="connsiteY9" fmla="*/ 54769 h 68389"/>
                <a:gd name="connsiteX10" fmla="*/ 42196 w 42195"/>
                <a:gd name="connsiteY10" fmla="*/ 45244 h 68389"/>
                <a:gd name="connsiteX11" fmla="*/ 25813 w 42195"/>
                <a:gd name="connsiteY11" fmla="*/ 45244 h 68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2195" h="68389">
                  <a:moveTo>
                    <a:pt x="25813" y="0"/>
                  </a:moveTo>
                  <a:lnTo>
                    <a:pt x="16288" y="0"/>
                  </a:lnTo>
                  <a:lnTo>
                    <a:pt x="16288" y="45244"/>
                  </a:lnTo>
                  <a:lnTo>
                    <a:pt x="0" y="45244"/>
                  </a:lnTo>
                  <a:lnTo>
                    <a:pt x="0" y="54769"/>
                  </a:lnTo>
                  <a:lnTo>
                    <a:pt x="16288" y="54769"/>
                  </a:lnTo>
                  <a:lnTo>
                    <a:pt x="16288" y="68390"/>
                  </a:lnTo>
                  <a:lnTo>
                    <a:pt x="25813" y="68390"/>
                  </a:lnTo>
                  <a:lnTo>
                    <a:pt x="25813" y="54769"/>
                  </a:lnTo>
                  <a:lnTo>
                    <a:pt x="42196" y="54769"/>
                  </a:lnTo>
                  <a:lnTo>
                    <a:pt x="42196" y="45244"/>
                  </a:lnTo>
                  <a:lnTo>
                    <a:pt x="25813" y="45244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7EC4464E-A0B1-46D4-AB3B-B8B7EA384E31}"/>
                </a:ext>
              </a:extLst>
            </p:cNvPr>
            <p:cNvSpPr/>
            <p:nvPr/>
          </p:nvSpPr>
          <p:spPr>
            <a:xfrm>
              <a:off x="5665119" y="2731770"/>
              <a:ext cx="42195" cy="68389"/>
            </a:xfrm>
            <a:custGeom>
              <a:avLst/>
              <a:gdLst>
                <a:gd name="connsiteX0" fmla="*/ 25813 w 42195"/>
                <a:gd name="connsiteY0" fmla="*/ 0 h 68389"/>
                <a:gd name="connsiteX1" fmla="*/ 16288 w 42195"/>
                <a:gd name="connsiteY1" fmla="*/ 0 h 68389"/>
                <a:gd name="connsiteX2" fmla="*/ 16288 w 42195"/>
                <a:gd name="connsiteY2" fmla="*/ 13621 h 68389"/>
                <a:gd name="connsiteX3" fmla="*/ 0 w 42195"/>
                <a:gd name="connsiteY3" fmla="*/ 13621 h 68389"/>
                <a:gd name="connsiteX4" fmla="*/ 0 w 42195"/>
                <a:gd name="connsiteY4" fmla="*/ 23146 h 68389"/>
                <a:gd name="connsiteX5" fmla="*/ 16288 w 42195"/>
                <a:gd name="connsiteY5" fmla="*/ 23146 h 68389"/>
                <a:gd name="connsiteX6" fmla="*/ 16288 w 42195"/>
                <a:gd name="connsiteY6" fmla="*/ 68390 h 68389"/>
                <a:gd name="connsiteX7" fmla="*/ 25813 w 42195"/>
                <a:gd name="connsiteY7" fmla="*/ 68390 h 68389"/>
                <a:gd name="connsiteX8" fmla="*/ 25813 w 42195"/>
                <a:gd name="connsiteY8" fmla="*/ 23146 h 68389"/>
                <a:gd name="connsiteX9" fmla="*/ 42196 w 42195"/>
                <a:gd name="connsiteY9" fmla="*/ 23146 h 68389"/>
                <a:gd name="connsiteX10" fmla="*/ 42196 w 42195"/>
                <a:gd name="connsiteY10" fmla="*/ 13621 h 68389"/>
                <a:gd name="connsiteX11" fmla="*/ 25813 w 42195"/>
                <a:gd name="connsiteY11" fmla="*/ 13621 h 68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2195" h="68389">
                  <a:moveTo>
                    <a:pt x="25813" y="0"/>
                  </a:moveTo>
                  <a:lnTo>
                    <a:pt x="16288" y="0"/>
                  </a:lnTo>
                  <a:lnTo>
                    <a:pt x="16288" y="13621"/>
                  </a:lnTo>
                  <a:lnTo>
                    <a:pt x="0" y="13621"/>
                  </a:lnTo>
                  <a:lnTo>
                    <a:pt x="0" y="23146"/>
                  </a:lnTo>
                  <a:lnTo>
                    <a:pt x="16288" y="23146"/>
                  </a:lnTo>
                  <a:lnTo>
                    <a:pt x="16288" y="68390"/>
                  </a:lnTo>
                  <a:lnTo>
                    <a:pt x="25813" y="68390"/>
                  </a:lnTo>
                  <a:lnTo>
                    <a:pt x="25813" y="23146"/>
                  </a:lnTo>
                  <a:lnTo>
                    <a:pt x="42196" y="23146"/>
                  </a:lnTo>
                  <a:lnTo>
                    <a:pt x="42196" y="13621"/>
                  </a:lnTo>
                  <a:lnTo>
                    <a:pt x="25813" y="13621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103DF9D4-8EE2-416B-91E7-E255E61265CF}"/>
                </a:ext>
              </a:extLst>
            </p:cNvPr>
            <p:cNvSpPr/>
            <p:nvPr/>
          </p:nvSpPr>
          <p:spPr>
            <a:xfrm>
              <a:off x="5778467" y="2731770"/>
              <a:ext cx="42195" cy="68389"/>
            </a:xfrm>
            <a:custGeom>
              <a:avLst/>
              <a:gdLst>
                <a:gd name="connsiteX0" fmla="*/ 25813 w 42195"/>
                <a:gd name="connsiteY0" fmla="*/ 0 h 68389"/>
                <a:gd name="connsiteX1" fmla="*/ 16288 w 42195"/>
                <a:gd name="connsiteY1" fmla="*/ 0 h 68389"/>
                <a:gd name="connsiteX2" fmla="*/ 16288 w 42195"/>
                <a:gd name="connsiteY2" fmla="*/ 13621 h 68389"/>
                <a:gd name="connsiteX3" fmla="*/ 0 w 42195"/>
                <a:gd name="connsiteY3" fmla="*/ 13621 h 68389"/>
                <a:gd name="connsiteX4" fmla="*/ 0 w 42195"/>
                <a:gd name="connsiteY4" fmla="*/ 23146 h 68389"/>
                <a:gd name="connsiteX5" fmla="*/ 16288 w 42195"/>
                <a:gd name="connsiteY5" fmla="*/ 23146 h 68389"/>
                <a:gd name="connsiteX6" fmla="*/ 16288 w 42195"/>
                <a:gd name="connsiteY6" fmla="*/ 68390 h 68389"/>
                <a:gd name="connsiteX7" fmla="*/ 25813 w 42195"/>
                <a:gd name="connsiteY7" fmla="*/ 68390 h 68389"/>
                <a:gd name="connsiteX8" fmla="*/ 25813 w 42195"/>
                <a:gd name="connsiteY8" fmla="*/ 23146 h 68389"/>
                <a:gd name="connsiteX9" fmla="*/ 42196 w 42195"/>
                <a:gd name="connsiteY9" fmla="*/ 23146 h 68389"/>
                <a:gd name="connsiteX10" fmla="*/ 42196 w 42195"/>
                <a:gd name="connsiteY10" fmla="*/ 13621 h 68389"/>
                <a:gd name="connsiteX11" fmla="*/ 25813 w 42195"/>
                <a:gd name="connsiteY11" fmla="*/ 13621 h 68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2195" h="68389">
                  <a:moveTo>
                    <a:pt x="25813" y="0"/>
                  </a:moveTo>
                  <a:lnTo>
                    <a:pt x="16288" y="0"/>
                  </a:lnTo>
                  <a:lnTo>
                    <a:pt x="16288" y="13621"/>
                  </a:lnTo>
                  <a:lnTo>
                    <a:pt x="0" y="13621"/>
                  </a:lnTo>
                  <a:lnTo>
                    <a:pt x="0" y="23146"/>
                  </a:lnTo>
                  <a:lnTo>
                    <a:pt x="16288" y="23146"/>
                  </a:lnTo>
                  <a:lnTo>
                    <a:pt x="16288" y="68390"/>
                  </a:lnTo>
                  <a:lnTo>
                    <a:pt x="25813" y="68390"/>
                  </a:lnTo>
                  <a:lnTo>
                    <a:pt x="25813" y="23146"/>
                  </a:lnTo>
                  <a:lnTo>
                    <a:pt x="42196" y="23146"/>
                  </a:lnTo>
                  <a:lnTo>
                    <a:pt x="42196" y="13621"/>
                  </a:lnTo>
                  <a:lnTo>
                    <a:pt x="25813" y="13621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3F1A02B2-091E-41E6-8C94-7ADE7D8A2BAC}"/>
                </a:ext>
              </a:extLst>
            </p:cNvPr>
            <p:cNvSpPr/>
            <p:nvPr/>
          </p:nvSpPr>
          <p:spPr>
            <a:xfrm>
              <a:off x="5650070" y="2604420"/>
              <a:ext cx="185451" cy="118776"/>
            </a:xfrm>
            <a:custGeom>
              <a:avLst/>
              <a:gdLst>
                <a:gd name="connsiteX0" fmla="*/ 28289 w 185451"/>
                <a:gd name="connsiteY0" fmla="*/ 118777 h 118776"/>
                <a:gd name="connsiteX1" fmla="*/ 143923 w 185451"/>
                <a:gd name="connsiteY1" fmla="*/ 118777 h 118776"/>
                <a:gd name="connsiteX2" fmla="*/ 185452 w 185451"/>
                <a:gd name="connsiteY2" fmla="*/ 77152 h 118776"/>
                <a:gd name="connsiteX3" fmla="*/ 155162 w 185451"/>
                <a:gd name="connsiteY3" fmla="*/ 37148 h 118776"/>
                <a:gd name="connsiteX4" fmla="*/ 155162 w 185451"/>
                <a:gd name="connsiteY4" fmla="*/ 36004 h 118776"/>
                <a:gd name="connsiteX5" fmla="*/ 116586 w 185451"/>
                <a:gd name="connsiteY5" fmla="*/ 0 h 118776"/>
                <a:gd name="connsiteX6" fmla="*/ 84296 w 185451"/>
                <a:gd name="connsiteY6" fmla="*/ 17526 h 118776"/>
                <a:gd name="connsiteX7" fmla="*/ 74581 w 185451"/>
                <a:gd name="connsiteY7" fmla="*/ 14764 h 118776"/>
                <a:gd name="connsiteX8" fmla="*/ 56388 w 185451"/>
                <a:gd name="connsiteY8" fmla="*/ 30004 h 118776"/>
                <a:gd name="connsiteX9" fmla="*/ 51149 w 185451"/>
                <a:gd name="connsiteY9" fmla="*/ 29527 h 118776"/>
                <a:gd name="connsiteX10" fmla="*/ 22574 w 185451"/>
                <a:gd name="connsiteY10" fmla="*/ 58102 h 118776"/>
                <a:gd name="connsiteX11" fmla="*/ 22955 w 185451"/>
                <a:gd name="connsiteY11" fmla="*/ 62960 h 118776"/>
                <a:gd name="connsiteX12" fmla="*/ 0 w 185451"/>
                <a:gd name="connsiteY12" fmla="*/ 90583 h 118776"/>
                <a:gd name="connsiteX13" fmla="*/ 28289 w 185451"/>
                <a:gd name="connsiteY13" fmla="*/ 118777 h 118776"/>
                <a:gd name="connsiteX14" fmla="*/ 24765 w 185451"/>
                <a:gd name="connsiteY14" fmla="*/ 72390 h 118776"/>
                <a:gd name="connsiteX15" fmla="*/ 34004 w 185451"/>
                <a:gd name="connsiteY15" fmla="*/ 70675 h 118776"/>
                <a:gd name="connsiteX16" fmla="*/ 32480 w 185451"/>
                <a:gd name="connsiteY16" fmla="*/ 61436 h 118776"/>
                <a:gd name="connsiteX17" fmla="*/ 32194 w 185451"/>
                <a:gd name="connsiteY17" fmla="*/ 58198 h 118776"/>
                <a:gd name="connsiteX18" fmla="*/ 51244 w 185451"/>
                <a:gd name="connsiteY18" fmla="*/ 39148 h 118776"/>
                <a:gd name="connsiteX19" fmla="*/ 54769 w 185451"/>
                <a:gd name="connsiteY19" fmla="*/ 39433 h 118776"/>
                <a:gd name="connsiteX20" fmla="*/ 65818 w 185451"/>
                <a:gd name="connsiteY20" fmla="*/ 41434 h 118776"/>
                <a:gd name="connsiteX21" fmla="*/ 66008 w 185451"/>
                <a:gd name="connsiteY21" fmla="*/ 30290 h 118776"/>
                <a:gd name="connsiteX22" fmla="*/ 74676 w 185451"/>
                <a:gd name="connsiteY22" fmla="*/ 24384 h 118776"/>
                <a:gd name="connsiteX23" fmla="*/ 79248 w 185451"/>
                <a:gd name="connsiteY23" fmla="*/ 25717 h 118776"/>
                <a:gd name="connsiteX24" fmla="*/ 87154 w 185451"/>
                <a:gd name="connsiteY24" fmla="*/ 30766 h 118776"/>
                <a:gd name="connsiteX25" fmla="*/ 92297 w 185451"/>
                <a:gd name="connsiteY25" fmla="*/ 22860 h 118776"/>
                <a:gd name="connsiteX26" fmla="*/ 116586 w 185451"/>
                <a:gd name="connsiteY26" fmla="*/ 9620 h 118776"/>
                <a:gd name="connsiteX27" fmla="*/ 145637 w 185451"/>
                <a:gd name="connsiteY27" fmla="*/ 36100 h 118776"/>
                <a:gd name="connsiteX28" fmla="*/ 145637 w 185451"/>
                <a:gd name="connsiteY28" fmla="*/ 36957 h 118776"/>
                <a:gd name="connsiteX29" fmla="*/ 145447 w 185451"/>
                <a:gd name="connsiteY29" fmla="*/ 44386 h 118776"/>
                <a:gd name="connsiteX30" fmla="*/ 152590 w 185451"/>
                <a:gd name="connsiteY30" fmla="*/ 46387 h 118776"/>
                <a:gd name="connsiteX31" fmla="*/ 175927 w 185451"/>
                <a:gd name="connsiteY31" fmla="*/ 77248 h 118776"/>
                <a:gd name="connsiteX32" fmla="*/ 143923 w 185451"/>
                <a:gd name="connsiteY32" fmla="*/ 109347 h 118776"/>
                <a:gd name="connsiteX33" fmla="*/ 28289 w 185451"/>
                <a:gd name="connsiteY33" fmla="*/ 109347 h 118776"/>
                <a:gd name="connsiteX34" fmla="*/ 9620 w 185451"/>
                <a:gd name="connsiteY34" fmla="*/ 90678 h 118776"/>
                <a:gd name="connsiteX35" fmla="*/ 24765 w 185451"/>
                <a:gd name="connsiteY35" fmla="*/ 72390 h 118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85451" h="118776">
                  <a:moveTo>
                    <a:pt x="28289" y="118777"/>
                  </a:moveTo>
                  <a:lnTo>
                    <a:pt x="143923" y="118777"/>
                  </a:lnTo>
                  <a:cubicBezTo>
                    <a:pt x="166878" y="118777"/>
                    <a:pt x="185452" y="100203"/>
                    <a:pt x="185452" y="77152"/>
                  </a:cubicBezTo>
                  <a:cubicBezTo>
                    <a:pt x="185452" y="58102"/>
                    <a:pt x="172593" y="42005"/>
                    <a:pt x="155162" y="37148"/>
                  </a:cubicBezTo>
                  <a:cubicBezTo>
                    <a:pt x="155162" y="36767"/>
                    <a:pt x="155162" y="36385"/>
                    <a:pt x="155162" y="36004"/>
                  </a:cubicBezTo>
                  <a:cubicBezTo>
                    <a:pt x="155162" y="14669"/>
                    <a:pt x="137922" y="0"/>
                    <a:pt x="116586" y="0"/>
                  </a:cubicBezTo>
                  <a:cubicBezTo>
                    <a:pt x="103060" y="0"/>
                    <a:pt x="91154" y="6953"/>
                    <a:pt x="84296" y="17526"/>
                  </a:cubicBezTo>
                  <a:cubicBezTo>
                    <a:pt x="81534" y="15716"/>
                    <a:pt x="78200" y="14764"/>
                    <a:pt x="74581" y="14764"/>
                  </a:cubicBezTo>
                  <a:cubicBezTo>
                    <a:pt x="64675" y="14764"/>
                    <a:pt x="56578" y="20193"/>
                    <a:pt x="56388" y="30004"/>
                  </a:cubicBezTo>
                  <a:cubicBezTo>
                    <a:pt x="54673" y="29718"/>
                    <a:pt x="52959" y="29527"/>
                    <a:pt x="51149" y="29527"/>
                  </a:cubicBezTo>
                  <a:cubicBezTo>
                    <a:pt x="35338" y="29527"/>
                    <a:pt x="22574" y="42291"/>
                    <a:pt x="22574" y="58102"/>
                  </a:cubicBezTo>
                  <a:cubicBezTo>
                    <a:pt x="22574" y="59722"/>
                    <a:pt x="22669" y="61341"/>
                    <a:pt x="22955" y="62960"/>
                  </a:cubicBezTo>
                  <a:cubicBezTo>
                    <a:pt x="9906" y="65437"/>
                    <a:pt x="0" y="76867"/>
                    <a:pt x="0" y="90583"/>
                  </a:cubicBezTo>
                  <a:cubicBezTo>
                    <a:pt x="95" y="106204"/>
                    <a:pt x="12763" y="118777"/>
                    <a:pt x="28289" y="118777"/>
                  </a:cubicBezTo>
                  <a:close/>
                  <a:moveTo>
                    <a:pt x="24765" y="72390"/>
                  </a:moveTo>
                  <a:lnTo>
                    <a:pt x="34004" y="70675"/>
                  </a:lnTo>
                  <a:lnTo>
                    <a:pt x="32480" y="61436"/>
                  </a:lnTo>
                  <a:cubicBezTo>
                    <a:pt x="32290" y="60388"/>
                    <a:pt x="32194" y="59246"/>
                    <a:pt x="32194" y="58198"/>
                  </a:cubicBezTo>
                  <a:cubicBezTo>
                    <a:pt x="32194" y="47720"/>
                    <a:pt x="40767" y="39148"/>
                    <a:pt x="51244" y="39148"/>
                  </a:cubicBezTo>
                  <a:cubicBezTo>
                    <a:pt x="52388" y="39148"/>
                    <a:pt x="53626" y="39243"/>
                    <a:pt x="54769" y="39433"/>
                  </a:cubicBezTo>
                  <a:lnTo>
                    <a:pt x="65818" y="41434"/>
                  </a:lnTo>
                  <a:lnTo>
                    <a:pt x="66008" y="30290"/>
                  </a:lnTo>
                  <a:cubicBezTo>
                    <a:pt x="66103" y="25146"/>
                    <a:pt x="71438" y="24384"/>
                    <a:pt x="74676" y="24384"/>
                  </a:cubicBezTo>
                  <a:cubicBezTo>
                    <a:pt x="76295" y="24384"/>
                    <a:pt x="77914" y="24860"/>
                    <a:pt x="79248" y="25717"/>
                  </a:cubicBezTo>
                  <a:lnTo>
                    <a:pt x="87154" y="30766"/>
                  </a:lnTo>
                  <a:lnTo>
                    <a:pt x="92297" y="22860"/>
                  </a:lnTo>
                  <a:cubicBezTo>
                    <a:pt x="97726" y="14573"/>
                    <a:pt x="106775" y="9620"/>
                    <a:pt x="116586" y="9620"/>
                  </a:cubicBezTo>
                  <a:cubicBezTo>
                    <a:pt x="133445" y="9620"/>
                    <a:pt x="145637" y="20765"/>
                    <a:pt x="145637" y="36100"/>
                  </a:cubicBezTo>
                  <a:lnTo>
                    <a:pt x="145637" y="36957"/>
                  </a:lnTo>
                  <a:lnTo>
                    <a:pt x="145447" y="44386"/>
                  </a:lnTo>
                  <a:lnTo>
                    <a:pt x="152590" y="46387"/>
                  </a:lnTo>
                  <a:cubicBezTo>
                    <a:pt x="166402" y="50292"/>
                    <a:pt x="175927" y="62960"/>
                    <a:pt x="175927" y="77248"/>
                  </a:cubicBezTo>
                  <a:cubicBezTo>
                    <a:pt x="175927" y="94964"/>
                    <a:pt x="161544" y="109347"/>
                    <a:pt x="143923" y="109347"/>
                  </a:cubicBezTo>
                  <a:lnTo>
                    <a:pt x="28289" y="109347"/>
                  </a:lnTo>
                  <a:cubicBezTo>
                    <a:pt x="18002" y="109347"/>
                    <a:pt x="9620" y="100965"/>
                    <a:pt x="9620" y="90678"/>
                  </a:cubicBezTo>
                  <a:cubicBezTo>
                    <a:pt x="9620" y="81725"/>
                    <a:pt x="16002" y="74009"/>
                    <a:pt x="24765" y="7239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109FD672-6BAA-414B-AB43-9C44AB67B193}"/>
                </a:ext>
              </a:extLst>
            </p:cNvPr>
            <p:cNvSpPr/>
            <p:nvPr/>
          </p:nvSpPr>
          <p:spPr>
            <a:xfrm>
              <a:off x="5692170" y="2666333"/>
              <a:ext cx="31908" cy="35814"/>
            </a:xfrm>
            <a:custGeom>
              <a:avLst/>
              <a:gdLst>
                <a:gd name="connsiteX0" fmla="*/ 9334 w 31908"/>
                <a:gd name="connsiteY0" fmla="*/ 33338 h 35814"/>
                <a:gd name="connsiteX1" fmla="*/ 18479 w 31908"/>
                <a:gd name="connsiteY1" fmla="*/ 35814 h 35814"/>
                <a:gd name="connsiteX2" fmla="*/ 25813 w 31908"/>
                <a:gd name="connsiteY2" fmla="*/ 34290 h 35814"/>
                <a:gd name="connsiteX3" fmla="*/ 31909 w 31908"/>
                <a:gd name="connsiteY3" fmla="*/ 30004 h 35814"/>
                <a:gd name="connsiteX4" fmla="*/ 26479 w 31908"/>
                <a:gd name="connsiteY4" fmla="*/ 25146 h 35814"/>
                <a:gd name="connsiteX5" fmla="*/ 22860 w 31908"/>
                <a:gd name="connsiteY5" fmla="*/ 28004 h 35814"/>
                <a:gd name="connsiteX6" fmla="*/ 18479 w 31908"/>
                <a:gd name="connsiteY6" fmla="*/ 29051 h 35814"/>
                <a:gd name="connsiteX7" fmla="*/ 13144 w 31908"/>
                <a:gd name="connsiteY7" fmla="*/ 27527 h 35814"/>
                <a:gd name="connsiteX8" fmla="*/ 9144 w 31908"/>
                <a:gd name="connsiteY8" fmla="*/ 23431 h 35814"/>
                <a:gd name="connsiteX9" fmla="*/ 7715 w 31908"/>
                <a:gd name="connsiteY9" fmla="*/ 17907 h 35814"/>
                <a:gd name="connsiteX10" fmla="*/ 9144 w 31908"/>
                <a:gd name="connsiteY10" fmla="*/ 12383 h 35814"/>
                <a:gd name="connsiteX11" fmla="*/ 13144 w 31908"/>
                <a:gd name="connsiteY11" fmla="*/ 8287 h 35814"/>
                <a:gd name="connsiteX12" fmla="*/ 18479 w 31908"/>
                <a:gd name="connsiteY12" fmla="*/ 6763 h 35814"/>
                <a:gd name="connsiteX13" fmla="*/ 22860 w 31908"/>
                <a:gd name="connsiteY13" fmla="*/ 7810 h 35814"/>
                <a:gd name="connsiteX14" fmla="*/ 26479 w 31908"/>
                <a:gd name="connsiteY14" fmla="*/ 10668 h 35814"/>
                <a:gd name="connsiteX15" fmla="*/ 31909 w 31908"/>
                <a:gd name="connsiteY15" fmla="*/ 5810 h 35814"/>
                <a:gd name="connsiteX16" fmla="*/ 25813 w 31908"/>
                <a:gd name="connsiteY16" fmla="*/ 1524 h 35814"/>
                <a:gd name="connsiteX17" fmla="*/ 18383 w 31908"/>
                <a:gd name="connsiteY17" fmla="*/ 0 h 35814"/>
                <a:gd name="connsiteX18" fmla="*/ 9239 w 31908"/>
                <a:gd name="connsiteY18" fmla="*/ 2477 h 35814"/>
                <a:gd name="connsiteX19" fmla="*/ 2476 w 31908"/>
                <a:gd name="connsiteY19" fmla="*/ 9049 h 35814"/>
                <a:gd name="connsiteX20" fmla="*/ 0 w 31908"/>
                <a:gd name="connsiteY20" fmla="*/ 18002 h 35814"/>
                <a:gd name="connsiteX21" fmla="*/ 2476 w 31908"/>
                <a:gd name="connsiteY21" fmla="*/ 26956 h 35814"/>
                <a:gd name="connsiteX22" fmla="*/ 9334 w 31908"/>
                <a:gd name="connsiteY22" fmla="*/ 33338 h 358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1908" h="35814">
                  <a:moveTo>
                    <a:pt x="9334" y="33338"/>
                  </a:moveTo>
                  <a:cubicBezTo>
                    <a:pt x="12192" y="34957"/>
                    <a:pt x="15240" y="35814"/>
                    <a:pt x="18479" y="35814"/>
                  </a:cubicBezTo>
                  <a:cubicBezTo>
                    <a:pt x="21050" y="35814"/>
                    <a:pt x="23527" y="35338"/>
                    <a:pt x="25813" y="34290"/>
                  </a:cubicBezTo>
                  <a:cubicBezTo>
                    <a:pt x="28194" y="33242"/>
                    <a:pt x="30194" y="31813"/>
                    <a:pt x="31909" y="30004"/>
                  </a:cubicBezTo>
                  <a:lnTo>
                    <a:pt x="26479" y="25146"/>
                  </a:lnTo>
                  <a:cubicBezTo>
                    <a:pt x="25432" y="26384"/>
                    <a:pt x="24193" y="27337"/>
                    <a:pt x="22860" y="28004"/>
                  </a:cubicBezTo>
                  <a:cubicBezTo>
                    <a:pt x="21526" y="28670"/>
                    <a:pt x="20002" y="29051"/>
                    <a:pt x="18479" y="29051"/>
                  </a:cubicBezTo>
                  <a:cubicBezTo>
                    <a:pt x="16573" y="29051"/>
                    <a:pt x="14859" y="28575"/>
                    <a:pt x="13144" y="27527"/>
                  </a:cubicBezTo>
                  <a:cubicBezTo>
                    <a:pt x="11525" y="26479"/>
                    <a:pt x="10192" y="25146"/>
                    <a:pt x="9144" y="23431"/>
                  </a:cubicBezTo>
                  <a:cubicBezTo>
                    <a:pt x="8192" y="21717"/>
                    <a:pt x="7715" y="19907"/>
                    <a:pt x="7715" y="17907"/>
                  </a:cubicBezTo>
                  <a:cubicBezTo>
                    <a:pt x="7715" y="16002"/>
                    <a:pt x="8192" y="14097"/>
                    <a:pt x="9144" y="12383"/>
                  </a:cubicBezTo>
                  <a:cubicBezTo>
                    <a:pt x="10096" y="10668"/>
                    <a:pt x="11430" y="9335"/>
                    <a:pt x="13144" y="8287"/>
                  </a:cubicBezTo>
                  <a:cubicBezTo>
                    <a:pt x="14859" y="7239"/>
                    <a:pt x="16573" y="6763"/>
                    <a:pt x="18479" y="6763"/>
                  </a:cubicBezTo>
                  <a:cubicBezTo>
                    <a:pt x="20002" y="6763"/>
                    <a:pt x="21526" y="7144"/>
                    <a:pt x="22860" y="7810"/>
                  </a:cubicBezTo>
                  <a:cubicBezTo>
                    <a:pt x="24193" y="8477"/>
                    <a:pt x="25432" y="9430"/>
                    <a:pt x="26479" y="10668"/>
                  </a:cubicBezTo>
                  <a:lnTo>
                    <a:pt x="31909" y="5810"/>
                  </a:lnTo>
                  <a:cubicBezTo>
                    <a:pt x="30194" y="4000"/>
                    <a:pt x="28194" y="2572"/>
                    <a:pt x="25813" y="1524"/>
                  </a:cubicBezTo>
                  <a:cubicBezTo>
                    <a:pt x="23431" y="476"/>
                    <a:pt x="21050" y="0"/>
                    <a:pt x="18383" y="0"/>
                  </a:cubicBezTo>
                  <a:cubicBezTo>
                    <a:pt x="15145" y="0"/>
                    <a:pt x="12097" y="857"/>
                    <a:pt x="9239" y="2477"/>
                  </a:cubicBezTo>
                  <a:cubicBezTo>
                    <a:pt x="6382" y="4096"/>
                    <a:pt x="4191" y="6286"/>
                    <a:pt x="2476" y="9049"/>
                  </a:cubicBezTo>
                  <a:cubicBezTo>
                    <a:pt x="762" y="11811"/>
                    <a:pt x="0" y="14764"/>
                    <a:pt x="0" y="18002"/>
                  </a:cubicBezTo>
                  <a:cubicBezTo>
                    <a:pt x="0" y="21241"/>
                    <a:pt x="857" y="24194"/>
                    <a:pt x="2476" y="26956"/>
                  </a:cubicBezTo>
                  <a:cubicBezTo>
                    <a:pt x="4286" y="29527"/>
                    <a:pt x="6572" y="31718"/>
                    <a:pt x="9334" y="33338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A929EE54-5DAE-474B-BF7A-8247A2F8DB66}"/>
                </a:ext>
              </a:extLst>
            </p:cNvPr>
            <p:cNvSpPr/>
            <p:nvPr/>
          </p:nvSpPr>
          <p:spPr>
            <a:xfrm>
              <a:off x="5729032" y="2666809"/>
              <a:ext cx="36385" cy="34670"/>
            </a:xfrm>
            <a:custGeom>
              <a:avLst/>
              <a:gdLst>
                <a:gd name="connsiteX0" fmla="*/ 7429 w 36385"/>
                <a:gd name="connsiteY0" fmla="*/ 13144 h 34670"/>
                <a:gd name="connsiteX1" fmla="*/ 18193 w 36385"/>
                <a:gd name="connsiteY1" fmla="*/ 32671 h 34670"/>
                <a:gd name="connsiteX2" fmla="*/ 28861 w 36385"/>
                <a:gd name="connsiteY2" fmla="*/ 13144 h 34670"/>
                <a:gd name="connsiteX3" fmla="*/ 28861 w 36385"/>
                <a:gd name="connsiteY3" fmla="*/ 34671 h 34670"/>
                <a:gd name="connsiteX4" fmla="*/ 36386 w 36385"/>
                <a:gd name="connsiteY4" fmla="*/ 34671 h 34670"/>
                <a:gd name="connsiteX5" fmla="*/ 36386 w 36385"/>
                <a:gd name="connsiteY5" fmla="*/ 0 h 34670"/>
                <a:gd name="connsiteX6" fmla="*/ 28861 w 36385"/>
                <a:gd name="connsiteY6" fmla="*/ 0 h 34670"/>
                <a:gd name="connsiteX7" fmla="*/ 18193 w 36385"/>
                <a:gd name="connsiteY7" fmla="*/ 19621 h 34670"/>
                <a:gd name="connsiteX8" fmla="*/ 7429 w 36385"/>
                <a:gd name="connsiteY8" fmla="*/ 0 h 34670"/>
                <a:gd name="connsiteX9" fmla="*/ 0 w 36385"/>
                <a:gd name="connsiteY9" fmla="*/ 0 h 34670"/>
                <a:gd name="connsiteX10" fmla="*/ 0 w 36385"/>
                <a:gd name="connsiteY10" fmla="*/ 34671 h 34670"/>
                <a:gd name="connsiteX11" fmla="*/ 7429 w 36385"/>
                <a:gd name="connsiteY11" fmla="*/ 34671 h 34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6385" h="34670">
                  <a:moveTo>
                    <a:pt x="7429" y="13144"/>
                  </a:moveTo>
                  <a:lnTo>
                    <a:pt x="18193" y="32671"/>
                  </a:lnTo>
                  <a:lnTo>
                    <a:pt x="28861" y="13144"/>
                  </a:lnTo>
                  <a:lnTo>
                    <a:pt x="28861" y="34671"/>
                  </a:lnTo>
                  <a:lnTo>
                    <a:pt x="36386" y="34671"/>
                  </a:lnTo>
                  <a:lnTo>
                    <a:pt x="36386" y="0"/>
                  </a:lnTo>
                  <a:lnTo>
                    <a:pt x="28861" y="0"/>
                  </a:lnTo>
                  <a:lnTo>
                    <a:pt x="18193" y="19621"/>
                  </a:lnTo>
                  <a:lnTo>
                    <a:pt x="7429" y="0"/>
                  </a:lnTo>
                  <a:lnTo>
                    <a:pt x="0" y="0"/>
                  </a:lnTo>
                  <a:lnTo>
                    <a:pt x="0" y="34671"/>
                  </a:lnTo>
                  <a:lnTo>
                    <a:pt x="7429" y="34671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1BFA3EBB-D574-4395-974F-B97FB06F3395}"/>
                </a:ext>
              </a:extLst>
            </p:cNvPr>
            <p:cNvSpPr/>
            <p:nvPr/>
          </p:nvSpPr>
          <p:spPr>
            <a:xfrm>
              <a:off x="5772466" y="2666618"/>
              <a:ext cx="28670" cy="34670"/>
            </a:xfrm>
            <a:custGeom>
              <a:avLst/>
              <a:gdLst>
                <a:gd name="connsiteX0" fmla="*/ 7429 w 28670"/>
                <a:gd name="connsiteY0" fmla="*/ 23622 h 34670"/>
                <a:gd name="connsiteX1" fmla="*/ 15621 w 28670"/>
                <a:gd name="connsiteY1" fmla="*/ 23622 h 34670"/>
                <a:gd name="connsiteX2" fmla="*/ 22288 w 28670"/>
                <a:gd name="connsiteY2" fmla="*/ 22098 h 34670"/>
                <a:gd name="connsiteX3" fmla="*/ 26956 w 28670"/>
                <a:gd name="connsiteY3" fmla="*/ 17907 h 34670"/>
                <a:gd name="connsiteX4" fmla="*/ 28670 w 28670"/>
                <a:gd name="connsiteY4" fmla="*/ 11811 h 34670"/>
                <a:gd name="connsiteX5" fmla="*/ 26956 w 28670"/>
                <a:gd name="connsiteY5" fmla="*/ 5715 h 34670"/>
                <a:gd name="connsiteX6" fmla="*/ 22288 w 28670"/>
                <a:gd name="connsiteY6" fmla="*/ 1524 h 34670"/>
                <a:gd name="connsiteX7" fmla="*/ 15621 w 28670"/>
                <a:gd name="connsiteY7" fmla="*/ 0 h 34670"/>
                <a:gd name="connsiteX8" fmla="*/ 0 w 28670"/>
                <a:gd name="connsiteY8" fmla="*/ 0 h 34670"/>
                <a:gd name="connsiteX9" fmla="*/ 0 w 28670"/>
                <a:gd name="connsiteY9" fmla="*/ 34671 h 34670"/>
                <a:gd name="connsiteX10" fmla="*/ 7429 w 28670"/>
                <a:gd name="connsiteY10" fmla="*/ 34671 h 34670"/>
                <a:gd name="connsiteX11" fmla="*/ 7429 w 28670"/>
                <a:gd name="connsiteY11" fmla="*/ 23622 h 34670"/>
                <a:gd name="connsiteX12" fmla="*/ 7429 w 28670"/>
                <a:gd name="connsiteY12" fmla="*/ 7048 h 34670"/>
                <a:gd name="connsiteX13" fmla="*/ 14764 w 28670"/>
                <a:gd name="connsiteY13" fmla="*/ 7048 h 34670"/>
                <a:gd name="connsiteX14" fmla="*/ 19241 w 28670"/>
                <a:gd name="connsiteY14" fmla="*/ 8382 h 34670"/>
                <a:gd name="connsiteX15" fmla="*/ 20955 w 28670"/>
                <a:gd name="connsiteY15" fmla="*/ 11906 h 34670"/>
                <a:gd name="connsiteX16" fmla="*/ 19241 w 28670"/>
                <a:gd name="connsiteY16" fmla="*/ 15431 h 34670"/>
                <a:gd name="connsiteX17" fmla="*/ 14764 w 28670"/>
                <a:gd name="connsiteY17" fmla="*/ 16764 h 34670"/>
                <a:gd name="connsiteX18" fmla="*/ 7429 w 28670"/>
                <a:gd name="connsiteY18" fmla="*/ 16764 h 34670"/>
                <a:gd name="connsiteX19" fmla="*/ 7429 w 28670"/>
                <a:gd name="connsiteY19" fmla="*/ 7048 h 34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8670" h="34670">
                  <a:moveTo>
                    <a:pt x="7429" y="23622"/>
                  </a:moveTo>
                  <a:lnTo>
                    <a:pt x="15621" y="23622"/>
                  </a:lnTo>
                  <a:cubicBezTo>
                    <a:pt x="18098" y="23622"/>
                    <a:pt x="20383" y="23146"/>
                    <a:pt x="22288" y="22098"/>
                  </a:cubicBezTo>
                  <a:cubicBezTo>
                    <a:pt x="24289" y="21146"/>
                    <a:pt x="25813" y="19717"/>
                    <a:pt x="26956" y="17907"/>
                  </a:cubicBezTo>
                  <a:cubicBezTo>
                    <a:pt x="28099" y="16097"/>
                    <a:pt x="28670" y="14097"/>
                    <a:pt x="28670" y="11811"/>
                  </a:cubicBezTo>
                  <a:cubicBezTo>
                    <a:pt x="28670" y="9525"/>
                    <a:pt x="28099" y="7525"/>
                    <a:pt x="26956" y="5715"/>
                  </a:cubicBezTo>
                  <a:cubicBezTo>
                    <a:pt x="25813" y="3905"/>
                    <a:pt x="24289" y="2572"/>
                    <a:pt x="22288" y="1524"/>
                  </a:cubicBezTo>
                  <a:cubicBezTo>
                    <a:pt x="20288" y="571"/>
                    <a:pt x="18098" y="0"/>
                    <a:pt x="15621" y="0"/>
                  </a:cubicBezTo>
                  <a:lnTo>
                    <a:pt x="0" y="0"/>
                  </a:lnTo>
                  <a:lnTo>
                    <a:pt x="0" y="34671"/>
                  </a:lnTo>
                  <a:lnTo>
                    <a:pt x="7429" y="34671"/>
                  </a:lnTo>
                  <a:lnTo>
                    <a:pt x="7429" y="23622"/>
                  </a:lnTo>
                  <a:close/>
                  <a:moveTo>
                    <a:pt x="7429" y="7048"/>
                  </a:moveTo>
                  <a:lnTo>
                    <a:pt x="14764" y="7048"/>
                  </a:lnTo>
                  <a:cubicBezTo>
                    <a:pt x="16574" y="7048"/>
                    <a:pt x="18098" y="7525"/>
                    <a:pt x="19241" y="8382"/>
                  </a:cubicBezTo>
                  <a:cubicBezTo>
                    <a:pt x="20383" y="9239"/>
                    <a:pt x="20955" y="10477"/>
                    <a:pt x="20955" y="11906"/>
                  </a:cubicBezTo>
                  <a:cubicBezTo>
                    <a:pt x="20955" y="13430"/>
                    <a:pt x="20383" y="14573"/>
                    <a:pt x="19241" y="15431"/>
                  </a:cubicBezTo>
                  <a:cubicBezTo>
                    <a:pt x="18098" y="16288"/>
                    <a:pt x="16574" y="16764"/>
                    <a:pt x="14764" y="16764"/>
                  </a:cubicBezTo>
                  <a:lnTo>
                    <a:pt x="7429" y="16764"/>
                  </a:lnTo>
                  <a:lnTo>
                    <a:pt x="7429" y="7048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grpSp>
        <p:nvGrpSpPr>
          <p:cNvPr id="360" name="Graphic 2">
            <a:extLst>
              <a:ext uri="{FF2B5EF4-FFF2-40B4-BE49-F238E27FC236}">
                <a16:creationId xmlns:a16="http://schemas.microsoft.com/office/drawing/2014/main" id="{89980954-E44E-4233-96AB-F5E4ED36C171}"/>
              </a:ext>
            </a:extLst>
          </p:cNvPr>
          <p:cNvGrpSpPr/>
          <p:nvPr/>
        </p:nvGrpSpPr>
        <p:grpSpPr>
          <a:xfrm>
            <a:off x="5495957" y="2831340"/>
            <a:ext cx="228600" cy="228600"/>
            <a:chOff x="6111937" y="2589656"/>
            <a:chExt cx="228600" cy="228600"/>
          </a:xfrm>
          <a:solidFill>
            <a:srgbClr val="000000"/>
          </a:solidFill>
        </p:grpSpPr>
        <p:sp>
          <p:nvSpPr>
            <p:cNvPr id="361" name="Freeform: Shape 360">
              <a:extLst>
                <a:ext uri="{FF2B5EF4-FFF2-40B4-BE49-F238E27FC236}">
                  <a16:creationId xmlns:a16="http://schemas.microsoft.com/office/drawing/2014/main" id="{D0D4FB9D-5BC1-419A-91A1-2EC4217EABA6}"/>
                </a:ext>
              </a:extLst>
            </p:cNvPr>
            <p:cNvSpPr/>
            <p:nvPr/>
          </p:nvSpPr>
          <p:spPr>
            <a:xfrm>
              <a:off x="6111937" y="2589656"/>
              <a:ext cx="228600" cy="228600"/>
            </a:xfrm>
            <a:custGeom>
              <a:avLst/>
              <a:gdLst>
                <a:gd name="connsiteX0" fmla="*/ 114300 w 228600"/>
                <a:gd name="connsiteY0" fmla="*/ 0 h 228600"/>
                <a:gd name="connsiteX1" fmla="*/ 0 w 228600"/>
                <a:gd name="connsiteY1" fmla="*/ 114300 h 228600"/>
                <a:gd name="connsiteX2" fmla="*/ 114300 w 228600"/>
                <a:gd name="connsiteY2" fmla="*/ 228600 h 228600"/>
                <a:gd name="connsiteX3" fmla="*/ 228600 w 228600"/>
                <a:gd name="connsiteY3" fmla="*/ 114300 h 228600"/>
                <a:gd name="connsiteX4" fmla="*/ 114300 w 228600"/>
                <a:gd name="connsiteY4" fmla="*/ 0 h 228600"/>
                <a:gd name="connsiteX5" fmla="*/ 114300 w 228600"/>
                <a:gd name="connsiteY5" fmla="*/ 219075 h 228600"/>
                <a:gd name="connsiteX6" fmla="*/ 9525 w 228600"/>
                <a:gd name="connsiteY6" fmla="*/ 114300 h 228600"/>
                <a:gd name="connsiteX7" fmla="*/ 114300 w 228600"/>
                <a:gd name="connsiteY7" fmla="*/ 9525 h 228600"/>
                <a:gd name="connsiteX8" fmla="*/ 219075 w 228600"/>
                <a:gd name="connsiteY8" fmla="*/ 114300 h 228600"/>
                <a:gd name="connsiteX9" fmla="*/ 114300 w 228600"/>
                <a:gd name="connsiteY9" fmla="*/ 219075 h 228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8600" h="228600">
                  <a:moveTo>
                    <a:pt x="114300" y="0"/>
                  </a:moveTo>
                  <a:cubicBezTo>
                    <a:pt x="51149" y="0"/>
                    <a:pt x="0" y="51149"/>
                    <a:pt x="0" y="114300"/>
                  </a:cubicBezTo>
                  <a:cubicBezTo>
                    <a:pt x="0" y="177451"/>
                    <a:pt x="51149" y="228600"/>
                    <a:pt x="114300" y="228600"/>
                  </a:cubicBezTo>
                  <a:cubicBezTo>
                    <a:pt x="177451" y="228600"/>
                    <a:pt x="228600" y="177451"/>
                    <a:pt x="228600" y="114300"/>
                  </a:cubicBezTo>
                  <a:cubicBezTo>
                    <a:pt x="228600" y="51149"/>
                    <a:pt x="177356" y="0"/>
                    <a:pt x="114300" y="0"/>
                  </a:cubicBezTo>
                  <a:close/>
                  <a:moveTo>
                    <a:pt x="114300" y="219075"/>
                  </a:moveTo>
                  <a:cubicBezTo>
                    <a:pt x="56483" y="219075"/>
                    <a:pt x="9525" y="172117"/>
                    <a:pt x="9525" y="114300"/>
                  </a:cubicBezTo>
                  <a:cubicBezTo>
                    <a:pt x="9525" y="56483"/>
                    <a:pt x="56483" y="9525"/>
                    <a:pt x="114300" y="9525"/>
                  </a:cubicBezTo>
                  <a:cubicBezTo>
                    <a:pt x="172117" y="9525"/>
                    <a:pt x="219075" y="56483"/>
                    <a:pt x="219075" y="114300"/>
                  </a:cubicBezTo>
                  <a:cubicBezTo>
                    <a:pt x="219075" y="172117"/>
                    <a:pt x="172021" y="219075"/>
                    <a:pt x="114300" y="21907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62" name="Freeform: Shape 361">
              <a:extLst>
                <a:ext uri="{FF2B5EF4-FFF2-40B4-BE49-F238E27FC236}">
                  <a16:creationId xmlns:a16="http://schemas.microsoft.com/office/drawing/2014/main" id="{A73597F7-ABE0-4110-922E-DD2E66737031}"/>
                </a:ext>
              </a:extLst>
            </p:cNvPr>
            <p:cNvSpPr/>
            <p:nvPr/>
          </p:nvSpPr>
          <p:spPr>
            <a:xfrm>
              <a:off x="6237857" y="2709386"/>
              <a:ext cx="36005" cy="36004"/>
            </a:xfrm>
            <a:custGeom>
              <a:avLst/>
              <a:gdLst>
                <a:gd name="connsiteX0" fmla="*/ 18002 w 36005"/>
                <a:gd name="connsiteY0" fmla="*/ 0 h 36004"/>
                <a:gd name="connsiteX1" fmla="*/ 0 w 36005"/>
                <a:gd name="connsiteY1" fmla="*/ 18002 h 36004"/>
                <a:gd name="connsiteX2" fmla="*/ 18002 w 36005"/>
                <a:gd name="connsiteY2" fmla="*/ 36005 h 36004"/>
                <a:gd name="connsiteX3" fmla="*/ 36004 w 36005"/>
                <a:gd name="connsiteY3" fmla="*/ 18002 h 36004"/>
                <a:gd name="connsiteX4" fmla="*/ 18002 w 36005"/>
                <a:gd name="connsiteY4" fmla="*/ 0 h 3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005" h="36004">
                  <a:moveTo>
                    <a:pt x="18002" y="0"/>
                  </a:moveTo>
                  <a:cubicBezTo>
                    <a:pt x="8001" y="0"/>
                    <a:pt x="0" y="8096"/>
                    <a:pt x="0" y="18002"/>
                  </a:cubicBezTo>
                  <a:cubicBezTo>
                    <a:pt x="0" y="28004"/>
                    <a:pt x="8096" y="36005"/>
                    <a:pt x="18002" y="36005"/>
                  </a:cubicBezTo>
                  <a:cubicBezTo>
                    <a:pt x="27908" y="36005"/>
                    <a:pt x="36004" y="27908"/>
                    <a:pt x="36004" y="18002"/>
                  </a:cubicBezTo>
                  <a:cubicBezTo>
                    <a:pt x="36100" y="8096"/>
                    <a:pt x="28004" y="0"/>
                    <a:pt x="18002" y="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63" name="Freeform: Shape 362">
              <a:extLst>
                <a:ext uri="{FF2B5EF4-FFF2-40B4-BE49-F238E27FC236}">
                  <a16:creationId xmlns:a16="http://schemas.microsoft.com/office/drawing/2014/main" id="{2E18EDCB-59A3-4B8D-9394-B597486C689B}"/>
                </a:ext>
              </a:extLst>
            </p:cNvPr>
            <p:cNvSpPr/>
            <p:nvPr/>
          </p:nvSpPr>
          <p:spPr>
            <a:xfrm>
              <a:off x="6172040" y="2735580"/>
              <a:ext cx="36004" cy="36004"/>
            </a:xfrm>
            <a:custGeom>
              <a:avLst/>
              <a:gdLst>
                <a:gd name="connsiteX0" fmla="*/ 36004 w 36004"/>
                <a:gd name="connsiteY0" fmla="*/ 18002 h 36004"/>
                <a:gd name="connsiteX1" fmla="*/ 18002 w 36004"/>
                <a:gd name="connsiteY1" fmla="*/ 36004 h 36004"/>
                <a:gd name="connsiteX2" fmla="*/ 0 w 36004"/>
                <a:gd name="connsiteY2" fmla="*/ 18002 h 36004"/>
                <a:gd name="connsiteX3" fmla="*/ 18002 w 36004"/>
                <a:gd name="connsiteY3" fmla="*/ 0 h 36004"/>
                <a:gd name="connsiteX4" fmla="*/ 36004 w 36004"/>
                <a:gd name="connsiteY4" fmla="*/ 18002 h 3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004" h="36004">
                  <a:moveTo>
                    <a:pt x="36004" y="18002"/>
                  </a:moveTo>
                  <a:cubicBezTo>
                    <a:pt x="36004" y="27945"/>
                    <a:pt x="27945" y="36004"/>
                    <a:pt x="18002" y="36004"/>
                  </a:cubicBezTo>
                  <a:cubicBezTo>
                    <a:pt x="8060" y="36004"/>
                    <a:pt x="0" y="27945"/>
                    <a:pt x="0" y="18002"/>
                  </a:cubicBezTo>
                  <a:cubicBezTo>
                    <a:pt x="0" y="8060"/>
                    <a:pt x="8060" y="0"/>
                    <a:pt x="18002" y="0"/>
                  </a:cubicBezTo>
                  <a:cubicBezTo>
                    <a:pt x="27945" y="0"/>
                    <a:pt x="36004" y="8060"/>
                    <a:pt x="36004" y="18002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64" name="Freeform: Shape 363">
              <a:extLst>
                <a:ext uri="{FF2B5EF4-FFF2-40B4-BE49-F238E27FC236}">
                  <a16:creationId xmlns:a16="http://schemas.microsoft.com/office/drawing/2014/main" id="{1997B374-383E-4284-B08B-A24FBB8DACA5}"/>
                </a:ext>
              </a:extLst>
            </p:cNvPr>
            <p:cNvSpPr/>
            <p:nvPr/>
          </p:nvSpPr>
          <p:spPr>
            <a:xfrm>
              <a:off x="6262241" y="2645664"/>
              <a:ext cx="36004" cy="36004"/>
            </a:xfrm>
            <a:custGeom>
              <a:avLst/>
              <a:gdLst>
                <a:gd name="connsiteX0" fmla="*/ 18002 w 36004"/>
                <a:gd name="connsiteY0" fmla="*/ 0 h 36004"/>
                <a:gd name="connsiteX1" fmla="*/ 0 w 36004"/>
                <a:gd name="connsiteY1" fmla="*/ 18002 h 36004"/>
                <a:gd name="connsiteX2" fmla="*/ 18002 w 36004"/>
                <a:gd name="connsiteY2" fmla="*/ 36004 h 36004"/>
                <a:gd name="connsiteX3" fmla="*/ 36004 w 36004"/>
                <a:gd name="connsiteY3" fmla="*/ 18002 h 36004"/>
                <a:gd name="connsiteX4" fmla="*/ 18002 w 36004"/>
                <a:gd name="connsiteY4" fmla="*/ 0 h 3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004" h="36004">
                  <a:moveTo>
                    <a:pt x="18002" y="0"/>
                  </a:moveTo>
                  <a:cubicBezTo>
                    <a:pt x="8001" y="0"/>
                    <a:pt x="0" y="8096"/>
                    <a:pt x="0" y="18002"/>
                  </a:cubicBezTo>
                  <a:cubicBezTo>
                    <a:pt x="0" y="28003"/>
                    <a:pt x="8096" y="36004"/>
                    <a:pt x="18002" y="36004"/>
                  </a:cubicBezTo>
                  <a:cubicBezTo>
                    <a:pt x="28004" y="36004"/>
                    <a:pt x="36004" y="27908"/>
                    <a:pt x="36004" y="18002"/>
                  </a:cubicBezTo>
                  <a:cubicBezTo>
                    <a:pt x="36004" y="8096"/>
                    <a:pt x="27908" y="0"/>
                    <a:pt x="18002" y="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65" name="Freeform: Shape 364">
              <a:extLst>
                <a:ext uri="{FF2B5EF4-FFF2-40B4-BE49-F238E27FC236}">
                  <a16:creationId xmlns:a16="http://schemas.microsoft.com/office/drawing/2014/main" id="{3458F9FB-8ADC-42D9-9CB4-A96E844C8AC4}"/>
                </a:ext>
              </a:extLst>
            </p:cNvPr>
            <p:cNvSpPr/>
            <p:nvPr/>
          </p:nvSpPr>
          <p:spPr>
            <a:xfrm>
              <a:off x="6168706" y="2642806"/>
              <a:ext cx="42100" cy="42100"/>
            </a:xfrm>
            <a:custGeom>
              <a:avLst/>
              <a:gdLst>
                <a:gd name="connsiteX0" fmla="*/ 21050 w 42100"/>
                <a:gd name="connsiteY0" fmla="*/ 42100 h 42100"/>
                <a:gd name="connsiteX1" fmla="*/ 42100 w 42100"/>
                <a:gd name="connsiteY1" fmla="*/ 21050 h 42100"/>
                <a:gd name="connsiteX2" fmla="*/ 21050 w 42100"/>
                <a:gd name="connsiteY2" fmla="*/ 0 h 42100"/>
                <a:gd name="connsiteX3" fmla="*/ 0 w 42100"/>
                <a:gd name="connsiteY3" fmla="*/ 21050 h 42100"/>
                <a:gd name="connsiteX4" fmla="*/ 21050 w 42100"/>
                <a:gd name="connsiteY4" fmla="*/ 42100 h 42100"/>
                <a:gd name="connsiteX5" fmla="*/ 21050 w 42100"/>
                <a:gd name="connsiteY5" fmla="*/ 6001 h 42100"/>
                <a:gd name="connsiteX6" fmla="*/ 36100 w 42100"/>
                <a:gd name="connsiteY6" fmla="*/ 21050 h 42100"/>
                <a:gd name="connsiteX7" fmla="*/ 21050 w 42100"/>
                <a:gd name="connsiteY7" fmla="*/ 36100 h 42100"/>
                <a:gd name="connsiteX8" fmla="*/ 6001 w 42100"/>
                <a:gd name="connsiteY8" fmla="*/ 21050 h 42100"/>
                <a:gd name="connsiteX9" fmla="*/ 21050 w 42100"/>
                <a:gd name="connsiteY9" fmla="*/ 6001 h 42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00" h="42100">
                  <a:moveTo>
                    <a:pt x="21050" y="42100"/>
                  </a:moveTo>
                  <a:cubicBezTo>
                    <a:pt x="32671" y="42100"/>
                    <a:pt x="42100" y="32671"/>
                    <a:pt x="42100" y="21050"/>
                  </a:cubicBezTo>
                  <a:cubicBezTo>
                    <a:pt x="42100" y="9430"/>
                    <a:pt x="32671" y="0"/>
                    <a:pt x="21050" y="0"/>
                  </a:cubicBezTo>
                  <a:cubicBezTo>
                    <a:pt x="9430" y="0"/>
                    <a:pt x="0" y="9430"/>
                    <a:pt x="0" y="21050"/>
                  </a:cubicBezTo>
                  <a:cubicBezTo>
                    <a:pt x="0" y="32671"/>
                    <a:pt x="9430" y="42100"/>
                    <a:pt x="21050" y="42100"/>
                  </a:cubicBezTo>
                  <a:close/>
                  <a:moveTo>
                    <a:pt x="21050" y="6001"/>
                  </a:moveTo>
                  <a:cubicBezTo>
                    <a:pt x="29337" y="6001"/>
                    <a:pt x="36100" y="12764"/>
                    <a:pt x="36100" y="21050"/>
                  </a:cubicBezTo>
                  <a:cubicBezTo>
                    <a:pt x="36100" y="29337"/>
                    <a:pt x="29337" y="36100"/>
                    <a:pt x="21050" y="36100"/>
                  </a:cubicBezTo>
                  <a:cubicBezTo>
                    <a:pt x="12763" y="36100"/>
                    <a:pt x="6001" y="29337"/>
                    <a:pt x="6001" y="21050"/>
                  </a:cubicBezTo>
                  <a:cubicBezTo>
                    <a:pt x="6096" y="12764"/>
                    <a:pt x="12763" y="6001"/>
                    <a:pt x="21050" y="6001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66" name="Freeform: Shape 365">
              <a:extLst>
                <a:ext uri="{FF2B5EF4-FFF2-40B4-BE49-F238E27FC236}">
                  <a16:creationId xmlns:a16="http://schemas.microsoft.com/office/drawing/2014/main" id="{6DD18474-AE27-48A3-8700-CEAD476AA218}"/>
                </a:ext>
              </a:extLst>
            </p:cNvPr>
            <p:cNvSpPr/>
            <p:nvPr/>
          </p:nvSpPr>
          <p:spPr>
            <a:xfrm>
              <a:off x="6187661" y="2691669"/>
              <a:ext cx="6000" cy="39052"/>
            </a:xfrm>
            <a:custGeom>
              <a:avLst/>
              <a:gdLst>
                <a:gd name="connsiteX0" fmla="*/ 0 w 6000"/>
                <a:gd name="connsiteY0" fmla="*/ 0 h 39052"/>
                <a:gd name="connsiteX1" fmla="*/ 6001 w 6000"/>
                <a:gd name="connsiteY1" fmla="*/ 0 h 39052"/>
                <a:gd name="connsiteX2" fmla="*/ 6001 w 6000"/>
                <a:gd name="connsiteY2" fmla="*/ 39052 h 39052"/>
                <a:gd name="connsiteX3" fmla="*/ 0 w 6000"/>
                <a:gd name="connsiteY3" fmla="*/ 39052 h 39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00" h="39052">
                  <a:moveTo>
                    <a:pt x="0" y="0"/>
                  </a:moveTo>
                  <a:lnTo>
                    <a:pt x="6001" y="0"/>
                  </a:lnTo>
                  <a:lnTo>
                    <a:pt x="6001" y="39052"/>
                  </a:lnTo>
                  <a:lnTo>
                    <a:pt x="0" y="39052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67" name="Freeform: Shape 366">
              <a:extLst>
                <a:ext uri="{FF2B5EF4-FFF2-40B4-BE49-F238E27FC236}">
                  <a16:creationId xmlns:a16="http://schemas.microsoft.com/office/drawing/2014/main" id="{9A2ECE20-3CA5-4DB7-ACD8-8E62A5F0D599}"/>
                </a:ext>
              </a:extLst>
            </p:cNvPr>
            <p:cNvSpPr/>
            <p:nvPr/>
          </p:nvSpPr>
          <p:spPr>
            <a:xfrm>
              <a:off x="6217474" y="2661380"/>
              <a:ext cx="39052" cy="6000"/>
            </a:xfrm>
            <a:custGeom>
              <a:avLst/>
              <a:gdLst>
                <a:gd name="connsiteX0" fmla="*/ 0 w 39052"/>
                <a:gd name="connsiteY0" fmla="*/ 0 h 6000"/>
                <a:gd name="connsiteX1" fmla="*/ 39053 w 39052"/>
                <a:gd name="connsiteY1" fmla="*/ 0 h 6000"/>
                <a:gd name="connsiteX2" fmla="*/ 39053 w 39052"/>
                <a:gd name="connsiteY2" fmla="*/ 6001 h 6000"/>
                <a:gd name="connsiteX3" fmla="*/ 0 w 39052"/>
                <a:gd name="connsiteY3" fmla="*/ 6001 h 6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052" h="6000">
                  <a:moveTo>
                    <a:pt x="0" y="0"/>
                  </a:moveTo>
                  <a:lnTo>
                    <a:pt x="39053" y="0"/>
                  </a:lnTo>
                  <a:lnTo>
                    <a:pt x="39053" y="6001"/>
                  </a:lnTo>
                  <a:lnTo>
                    <a:pt x="0" y="6001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68" name="Freeform: Shape 367">
              <a:extLst>
                <a:ext uri="{FF2B5EF4-FFF2-40B4-BE49-F238E27FC236}">
                  <a16:creationId xmlns:a16="http://schemas.microsoft.com/office/drawing/2014/main" id="{869BE788-ED5A-4B27-B38B-7116DD588608}"/>
                </a:ext>
              </a:extLst>
            </p:cNvPr>
            <p:cNvSpPr/>
            <p:nvPr/>
          </p:nvSpPr>
          <p:spPr>
            <a:xfrm rot="-2700000">
              <a:off x="6222292" y="2677277"/>
              <a:ext cx="6000" cy="39052"/>
            </a:xfrm>
            <a:custGeom>
              <a:avLst/>
              <a:gdLst>
                <a:gd name="connsiteX0" fmla="*/ 0 w 6000"/>
                <a:gd name="connsiteY0" fmla="*/ 0 h 39052"/>
                <a:gd name="connsiteX1" fmla="*/ 6001 w 6000"/>
                <a:gd name="connsiteY1" fmla="*/ 0 h 39052"/>
                <a:gd name="connsiteX2" fmla="*/ 6001 w 6000"/>
                <a:gd name="connsiteY2" fmla="*/ 39052 h 39052"/>
                <a:gd name="connsiteX3" fmla="*/ 0 w 6000"/>
                <a:gd name="connsiteY3" fmla="*/ 39052 h 39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00" h="39052">
                  <a:moveTo>
                    <a:pt x="0" y="0"/>
                  </a:moveTo>
                  <a:lnTo>
                    <a:pt x="6001" y="0"/>
                  </a:lnTo>
                  <a:lnTo>
                    <a:pt x="6001" y="39052"/>
                  </a:lnTo>
                  <a:lnTo>
                    <a:pt x="0" y="39052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369" name="Freeform: Shape 368">
            <a:extLst>
              <a:ext uri="{FF2B5EF4-FFF2-40B4-BE49-F238E27FC236}">
                <a16:creationId xmlns:a16="http://schemas.microsoft.com/office/drawing/2014/main" id="{E857982D-6864-4DA4-985A-688448B06408}"/>
              </a:ext>
            </a:extLst>
          </p:cNvPr>
          <p:cNvSpPr/>
          <p:nvPr/>
        </p:nvSpPr>
        <p:spPr>
          <a:xfrm>
            <a:off x="8023493" y="2896492"/>
            <a:ext cx="10858" cy="125253"/>
          </a:xfrm>
          <a:custGeom>
            <a:avLst/>
            <a:gdLst>
              <a:gd name="connsiteX0" fmla="*/ 0 w 10858"/>
              <a:gd name="connsiteY0" fmla="*/ 0 h 125253"/>
              <a:gd name="connsiteX1" fmla="*/ 10859 w 10858"/>
              <a:gd name="connsiteY1" fmla="*/ 0 h 125253"/>
              <a:gd name="connsiteX2" fmla="*/ 10859 w 10858"/>
              <a:gd name="connsiteY2" fmla="*/ 125254 h 125253"/>
              <a:gd name="connsiteX3" fmla="*/ 0 w 10858"/>
              <a:gd name="connsiteY3" fmla="*/ 125254 h 1252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858" h="125253">
                <a:moveTo>
                  <a:pt x="0" y="0"/>
                </a:moveTo>
                <a:lnTo>
                  <a:pt x="10859" y="0"/>
                </a:lnTo>
                <a:lnTo>
                  <a:pt x="10859" y="125254"/>
                </a:lnTo>
                <a:lnTo>
                  <a:pt x="0" y="125254"/>
                </a:lnTo>
                <a:close/>
              </a:path>
            </a:pathLst>
          </a:custGeom>
          <a:noFill/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grpSp>
        <p:nvGrpSpPr>
          <p:cNvPr id="370" name="Graphic 2">
            <a:extLst>
              <a:ext uri="{FF2B5EF4-FFF2-40B4-BE49-F238E27FC236}">
                <a16:creationId xmlns:a16="http://schemas.microsoft.com/office/drawing/2014/main" id="{89980954-E44E-4233-96AB-F5E4ED36C171}"/>
              </a:ext>
            </a:extLst>
          </p:cNvPr>
          <p:cNvGrpSpPr/>
          <p:nvPr/>
        </p:nvGrpSpPr>
        <p:grpSpPr>
          <a:xfrm>
            <a:off x="7917051" y="2865250"/>
            <a:ext cx="223742" cy="138969"/>
            <a:chOff x="7028909" y="2623566"/>
            <a:chExt cx="223742" cy="138969"/>
          </a:xfrm>
          <a:solidFill>
            <a:srgbClr val="000000"/>
          </a:solidFill>
        </p:grpSpPr>
        <p:sp>
          <p:nvSpPr>
            <p:cNvPr id="371" name="Freeform: Shape 370">
              <a:extLst>
                <a:ext uri="{FF2B5EF4-FFF2-40B4-BE49-F238E27FC236}">
                  <a16:creationId xmlns:a16="http://schemas.microsoft.com/office/drawing/2014/main" id="{D3ABAD46-AB5B-4369-B922-E8C220CEEAE8}"/>
                </a:ext>
              </a:extLst>
            </p:cNvPr>
            <p:cNvSpPr/>
            <p:nvPr/>
          </p:nvSpPr>
          <p:spPr>
            <a:xfrm>
              <a:off x="7067961" y="2658427"/>
              <a:ext cx="19526" cy="104108"/>
            </a:xfrm>
            <a:custGeom>
              <a:avLst/>
              <a:gdLst>
                <a:gd name="connsiteX0" fmla="*/ 0 w 19526"/>
                <a:gd name="connsiteY0" fmla="*/ 104108 h 104108"/>
                <a:gd name="connsiteX1" fmla="*/ 19526 w 19526"/>
                <a:gd name="connsiteY1" fmla="*/ 104108 h 104108"/>
                <a:gd name="connsiteX2" fmla="*/ 19526 w 19526"/>
                <a:gd name="connsiteY2" fmla="*/ 0 h 104108"/>
                <a:gd name="connsiteX3" fmla="*/ 0 w 19526"/>
                <a:gd name="connsiteY3" fmla="*/ 8096 h 104108"/>
                <a:gd name="connsiteX4" fmla="*/ 0 w 19526"/>
                <a:gd name="connsiteY4" fmla="*/ 104108 h 1041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526" h="104108">
                  <a:moveTo>
                    <a:pt x="0" y="104108"/>
                  </a:moveTo>
                  <a:lnTo>
                    <a:pt x="19526" y="104108"/>
                  </a:lnTo>
                  <a:lnTo>
                    <a:pt x="19526" y="0"/>
                  </a:lnTo>
                  <a:cubicBezTo>
                    <a:pt x="12097" y="667"/>
                    <a:pt x="5334" y="3524"/>
                    <a:pt x="0" y="8096"/>
                  </a:cubicBezTo>
                  <a:lnTo>
                    <a:pt x="0" y="104108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72" name="Freeform: Shape 371">
              <a:extLst>
                <a:ext uri="{FF2B5EF4-FFF2-40B4-BE49-F238E27FC236}">
                  <a16:creationId xmlns:a16="http://schemas.microsoft.com/office/drawing/2014/main" id="{70C95E6E-BAF8-461A-9334-D1CCE6A10877}"/>
                </a:ext>
              </a:extLst>
            </p:cNvPr>
            <p:cNvSpPr/>
            <p:nvPr/>
          </p:nvSpPr>
          <p:spPr>
            <a:xfrm>
              <a:off x="7107109" y="2640806"/>
              <a:ext cx="19526" cy="121729"/>
            </a:xfrm>
            <a:custGeom>
              <a:avLst/>
              <a:gdLst>
                <a:gd name="connsiteX0" fmla="*/ 0 w 19526"/>
                <a:gd name="connsiteY0" fmla="*/ 2477 h 121729"/>
                <a:gd name="connsiteX1" fmla="*/ 0 w 19526"/>
                <a:gd name="connsiteY1" fmla="*/ 121729 h 121729"/>
                <a:gd name="connsiteX2" fmla="*/ 19526 w 19526"/>
                <a:gd name="connsiteY2" fmla="*/ 121729 h 121729"/>
                <a:gd name="connsiteX3" fmla="*/ 19526 w 19526"/>
                <a:gd name="connsiteY3" fmla="*/ 1619 h 121729"/>
                <a:gd name="connsiteX4" fmla="*/ 11716 w 19526"/>
                <a:gd name="connsiteY4" fmla="*/ 0 h 121729"/>
                <a:gd name="connsiteX5" fmla="*/ 0 w 19526"/>
                <a:gd name="connsiteY5" fmla="*/ 2477 h 121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526" h="121729">
                  <a:moveTo>
                    <a:pt x="0" y="2477"/>
                  </a:moveTo>
                  <a:lnTo>
                    <a:pt x="0" y="121729"/>
                  </a:lnTo>
                  <a:lnTo>
                    <a:pt x="19526" y="121729"/>
                  </a:lnTo>
                  <a:lnTo>
                    <a:pt x="19526" y="1619"/>
                  </a:lnTo>
                  <a:cubicBezTo>
                    <a:pt x="17050" y="667"/>
                    <a:pt x="14478" y="0"/>
                    <a:pt x="11716" y="0"/>
                  </a:cubicBezTo>
                  <a:cubicBezTo>
                    <a:pt x="7334" y="0"/>
                    <a:pt x="3334" y="857"/>
                    <a:pt x="0" y="2477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73" name="Freeform: Shape 372">
              <a:extLst>
                <a:ext uri="{FF2B5EF4-FFF2-40B4-BE49-F238E27FC236}">
                  <a16:creationId xmlns:a16="http://schemas.microsoft.com/office/drawing/2014/main" id="{8C6ED095-2C78-4427-8042-DA8852C95FBE}"/>
                </a:ext>
              </a:extLst>
            </p:cNvPr>
            <p:cNvSpPr/>
            <p:nvPr/>
          </p:nvSpPr>
          <p:spPr>
            <a:xfrm>
              <a:off x="7145971" y="2623566"/>
              <a:ext cx="106680" cy="138969"/>
            </a:xfrm>
            <a:custGeom>
              <a:avLst/>
              <a:gdLst>
                <a:gd name="connsiteX0" fmla="*/ 70009 w 106680"/>
                <a:gd name="connsiteY0" fmla="*/ 43434 h 138969"/>
                <a:gd name="connsiteX1" fmla="*/ 70009 w 106680"/>
                <a:gd name="connsiteY1" fmla="*/ 42100 h 138969"/>
                <a:gd name="connsiteX2" fmla="*/ 23527 w 106680"/>
                <a:gd name="connsiteY2" fmla="*/ 0 h 138969"/>
                <a:gd name="connsiteX3" fmla="*/ 0 w 106680"/>
                <a:gd name="connsiteY3" fmla="*/ 6286 h 138969"/>
                <a:gd name="connsiteX4" fmla="*/ 286 w 106680"/>
                <a:gd name="connsiteY4" fmla="*/ 6286 h 138969"/>
                <a:gd name="connsiteX5" fmla="*/ 286 w 106680"/>
                <a:gd name="connsiteY5" fmla="*/ 138970 h 138969"/>
                <a:gd name="connsiteX6" fmla="*/ 56483 w 106680"/>
                <a:gd name="connsiteY6" fmla="*/ 138970 h 138969"/>
                <a:gd name="connsiteX7" fmla="*/ 106680 w 106680"/>
                <a:gd name="connsiteY7" fmla="*/ 90297 h 138969"/>
                <a:gd name="connsiteX8" fmla="*/ 70009 w 106680"/>
                <a:gd name="connsiteY8" fmla="*/ 43434 h 138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6680" h="138969">
                  <a:moveTo>
                    <a:pt x="70009" y="43434"/>
                  </a:moveTo>
                  <a:cubicBezTo>
                    <a:pt x="70009" y="42958"/>
                    <a:pt x="70009" y="42577"/>
                    <a:pt x="70009" y="42100"/>
                  </a:cubicBezTo>
                  <a:cubicBezTo>
                    <a:pt x="70009" y="17145"/>
                    <a:pt x="49149" y="0"/>
                    <a:pt x="23527" y="0"/>
                  </a:cubicBezTo>
                  <a:cubicBezTo>
                    <a:pt x="14954" y="0"/>
                    <a:pt x="6858" y="2286"/>
                    <a:pt x="0" y="6286"/>
                  </a:cubicBezTo>
                  <a:lnTo>
                    <a:pt x="286" y="6286"/>
                  </a:lnTo>
                  <a:lnTo>
                    <a:pt x="286" y="138970"/>
                  </a:lnTo>
                  <a:lnTo>
                    <a:pt x="56483" y="138970"/>
                  </a:lnTo>
                  <a:cubicBezTo>
                    <a:pt x="84201" y="138970"/>
                    <a:pt x="106680" y="117157"/>
                    <a:pt x="106680" y="90297"/>
                  </a:cubicBezTo>
                  <a:cubicBezTo>
                    <a:pt x="106585" y="68008"/>
                    <a:pt x="91059" y="49149"/>
                    <a:pt x="70009" y="43434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74" name="Freeform: Shape 373">
              <a:extLst>
                <a:ext uri="{FF2B5EF4-FFF2-40B4-BE49-F238E27FC236}">
                  <a16:creationId xmlns:a16="http://schemas.microsoft.com/office/drawing/2014/main" id="{08E5ABDA-892C-4327-BF2A-17877113C41E}"/>
                </a:ext>
              </a:extLst>
            </p:cNvPr>
            <p:cNvSpPr/>
            <p:nvPr/>
          </p:nvSpPr>
          <p:spPr>
            <a:xfrm>
              <a:off x="7028909" y="2699861"/>
              <a:ext cx="19526" cy="59436"/>
            </a:xfrm>
            <a:custGeom>
              <a:avLst/>
              <a:gdLst>
                <a:gd name="connsiteX0" fmla="*/ 0 w 19526"/>
                <a:gd name="connsiteY0" fmla="*/ 29718 h 59436"/>
                <a:gd name="connsiteX1" fmla="*/ 19526 w 19526"/>
                <a:gd name="connsiteY1" fmla="*/ 59436 h 59436"/>
                <a:gd name="connsiteX2" fmla="*/ 19526 w 19526"/>
                <a:gd name="connsiteY2" fmla="*/ 0 h 59436"/>
                <a:gd name="connsiteX3" fmla="*/ 0 w 19526"/>
                <a:gd name="connsiteY3" fmla="*/ 29718 h 5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526" h="59436">
                  <a:moveTo>
                    <a:pt x="0" y="29718"/>
                  </a:moveTo>
                  <a:cubicBezTo>
                    <a:pt x="0" y="42863"/>
                    <a:pt x="8001" y="54197"/>
                    <a:pt x="19526" y="59436"/>
                  </a:cubicBezTo>
                  <a:lnTo>
                    <a:pt x="19526" y="0"/>
                  </a:lnTo>
                  <a:cubicBezTo>
                    <a:pt x="8001" y="5239"/>
                    <a:pt x="0" y="16574"/>
                    <a:pt x="0" y="29718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grpSp>
        <p:nvGrpSpPr>
          <p:cNvPr id="375" name="Graphic 2">
            <a:extLst>
              <a:ext uri="{FF2B5EF4-FFF2-40B4-BE49-F238E27FC236}">
                <a16:creationId xmlns:a16="http://schemas.microsoft.com/office/drawing/2014/main" id="{89980954-E44E-4233-96AB-F5E4ED36C171}"/>
              </a:ext>
            </a:extLst>
          </p:cNvPr>
          <p:cNvGrpSpPr/>
          <p:nvPr/>
        </p:nvGrpSpPr>
        <p:grpSpPr>
          <a:xfrm>
            <a:off x="9058514" y="2887824"/>
            <a:ext cx="295396" cy="113061"/>
            <a:chOff x="7397828" y="2646140"/>
            <a:chExt cx="295396" cy="113061"/>
          </a:xfrm>
          <a:solidFill>
            <a:srgbClr val="000000"/>
          </a:solidFill>
        </p:grpSpPr>
        <p:sp>
          <p:nvSpPr>
            <p:cNvPr id="376" name="Freeform: Shape 375">
              <a:extLst>
                <a:ext uri="{FF2B5EF4-FFF2-40B4-BE49-F238E27FC236}">
                  <a16:creationId xmlns:a16="http://schemas.microsoft.com/office/drawing/2014/main" id="{04BF743A-52C0-412A-983E-4810DAC8E343}"/>
                </a:ext>
              </a:extLst>
            </p:cNvPr>
            <p:cNvSpPr/>
            <p:nvPr/>
          </p:nvSpPr>
          <p:spPr>
            <a:xfrm>
              <a:off x="7397828" y="2646140"/>
              <a:ext cx="295396" cy="112871"/>
            </a:xfrm>
            <a:custGeom>
              <a:avLst/>
              <a:gdLst>
                <a:gd name="connsiteX0" fmla="*/ 295164 w 295396"/>
                <a:gd name="connsiteY0" fmla="*/ 66866 h 112871"/>
                <a:gd name="connsiteX1" fmla="*/ 292878 w 295396"/>
                <a:gd name="connsiteY1" fmla="*/ 46101 h 112871"/>
                <a:gd name="connsiteX2" fmla="*/ 287829 w 295396"/>
                <a:gd name="connsiteY2" fmla="*/ 26956 h 112871"/>
                <a:gd name="connsiteX3" fmla="*/ 218773 w 295396"/>
                <a:gd name="connsiteY3" fmla="*/ 2191 h 112871"/>
                <a:gd name="connsiteX4" fmla="*/ 173529 w 295396"/>
                <a:gd name="connsiteY4" fmla="*/ 0 h 112871"/>
                <a:gd name="connsiteX5" fmla="*/ 155051 w 295396"/>
                <a:gd name="connsiteY5" fmla="*/ 667 h 112871"/>
                <a:gd name="connsiteX6" fmla="*/ 67230 w 295396"/>
                <a:gd name="connsiteY6" fmla="*/ 35147 h 112871"/>
                <a:gd name="connsiteX7" fmla="*/ 1698 w 295396"/>
                <a:gd name="connsiteY7" fmla="*/ 64484 h 112871"/>
                <a:gd name="connsiteX8" fmla="*/ 1317 w 295396"/>
                <a:gd name="connsiteY8" fmla="*/ 79724 h 112871"/>
                <a:gd name="connsiteX9" fmla="*/ 1698 w 295396"/>
                <a:gd name="connsiteY9" fmla="*/ 82487 h 112871"/>
                <a:gd name="connsiteX10" fmla="*/ 4270 w 295396"/>
                <a:gd name="connsiteY10" fmla="*/ 91916 h 112871"/>
                <a:gd name="connsiteX11" fmla="*/ 25130 w 295396"/>
                <a:gd name="connsiteY11" fmla="*/ 97631 h 112871"/>
                <a:gd name="connsiteX12" fmla="*/ 25225 w 295396"/>
                <a:gd name="connsiteY12" fmla="*/ 88106 h 112871"/>
                <a:gd name="connsiteX13" fmla="*/ 12462 w 295396"/>
                <a:gd name="connsiteY13" fmla="*/ 86868 h 112871"/>
                <a:gd name="connsiteX14" fmla="*/ 11319 w 295396"/>
                <a:gd name="connsiteY14" fmla="*/ 82010 h 112871"/>
                <a:gd name="connsiteX15" fmla="*/ 10557 w 295396"/>
                <a:gd name="connsiteY15" fmla="*/ 76772 h 112871"/>
                <a:gd name="connsiteX16" fmla="*/ 10176 w 295396"/>
                <a:gd name="connsiteY16" fmla="*/ 68961 h 112871"/>
                <a:gd name="connsiteX17" fmla="*/ 69326 w 295396"/>
                <a:gd name="connsiteY17" fmla="*/ 44482 h 112871"/>
                <a:gd name="connsiteX18" fmla="*/ 70659 w 295396"/>
                <a:gd name="connsiteY18" fmla="*/ 44387 h 112871"/>
                <a:gd name="connsiteX19" fmla="*/ 71802 w 295396"/>
                <a:gd name="connsiteY19" fmla="*/ 43625 h 112871"/>
                <a:gd name="connsiteX20" fmla="*/ 156194 w 295396"/>
                <a:gd name="connsiteY20" fmla="*/ 10001 h 112871"/>
                <a:gd name="connsiteX21" fmla="*/ 173625 w 295396"/>
                <a:gd name="connsiteY21" fmla="*/ 9430 h 112871"/>
                <a:gd name="connsiteX22" fmla="*/ 217725 w 295396"/>
                <a:gd name="connsiteY22" fmla="*/ 11525 h 112871"/>
                <a:gd name="connsiteX23" fmla="*/ 282019 w 295396"/>
                <a:gd name="connsiteY23" fmla="*/ 34385 h 112871"/>
                <a:gd name="connsiteX24" fmla="*/ 283353 w 295396"/>
                <a:gd name="connsiteY24" fmla="*/ 45149 h 112871"/>
                <a:gd name="connsiteX25" fmla="*/ 285734 w 295396"/>
                <a:gd name="connsiteY25" fmla="*/ 68199 h 112871"/>
                <a:gd name="connsiteX26" fmla="*/ 282400 w 295396"/>
                <a:gd name="connsiteY26" fmla="*/ 78486 h 112871"/>
                <a:gd name="connsiteX27" fmla="*/ 275161 w 295396"/>
                <a:gd name="connsiteY27" fmla="*/ 83249 h 112871"/>
                <a:gd name="connsiteX28" fmla="*/ 250015 w 295396"/>
                <a:gd name="connsiteY28" fmla="*/ 61817 h 112871"/>
                <a:gd name="connsiteX29" fmla="*/ 224488 w 295396"/>
                <a:gd name="connsiteY29" fmla="*/ 87344 h 112871"/>
                <a:gd name="connsiteX30" fmla="*/ 250015 w 295396"/>
                <a:gd name="connsiteY30" fmla="*/ 112871 h 112871"/>
                <a:gd name="connsiteX31" fmla="*/ 274876 w 295396"/>
                <a:gd name="connsiteY31" fmla="*/ 92869 h 112871"/>
                <a:gd name="connsiteX32" fmla="*/ 289830 w 295396"/>
                <a:gd name="connsiteY32" fmla="*/ 84296 h 112871"/>
                <a:gd name="connsiteX33" fmla="*/ 295164 w 295396"/>
                <a:gd name="connsiteY33" fmla="*/ 66866 h 112871"/>
                <a:gd name="connsiteX34" fmla="*/ 250110 w 295396"/>
                <a:gd name="connsiteY34" fmla="*/ 103632 h 112871"/>
                <a:gd name="connsiteX35" fmla="*/ 234109 w 295396"/>
                <a:gd name="connsiteY35" fmla="*/ 87630 h 112871"/>
                <a:gd name="connsiteX36" fmla="*/ 250110 w 295396"/>
                <a:gd name="connsiteY36" fmla="*/ 71628 h 112871"/>
                <a:gd name="connsiteX37" fmla="*/ 266112 w 295396"/>
                <a:gd name="connsiteY37" fmla="*/ 87630 h 112871"/>
                <a:gd name="connsiteX38" fmla="*/ 250110 w 295396"/>
                <a:gd name="connsiteY38" fmla="*/ 103632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295396" h="112871">
                  <a:moveTo>
                    <a:pt x="295164" y="66866"/>
                  </a:moveTo>
                  <a:cubicBezTo>
                    <a:pt x="294306" y="61722"/>
                    <a:pt x="292497" y="50959"/>
                    <a:pt x="292878" y="46101"/>
                  </a:cubicBezTo>
                  <a:cubicBezTo>
                    <a:pt x="293640" y="36576"/>
                    <a:pt x="291925" y="30099"/>
                    <a:pt x="287829" y="26956"/>
                  </a:cubicBezTo>
                  <a:cubicBezTo>
                    <a:pt x="283448" y="23622"/>
                    <a:pt x="237061" y="4286"/>
                    <a:pt x="218773" y="2191"/>
                  </a:cubicBezTo>
                  <a:cubicBezTo>
                    <a:pt x="205057" y="572"/>
                    <a:pt x="185912" y="0"/>
                    <a:pt x="173529" y="0"/>
                  </a:cubicBezTo>
                  <a:cubicBezTo>
                    <a:pt x="167814" y="0"/>
                    <a:pt x="159909" y="95"/>
                    <a:pt x="155051" y="667"/>
                  </a:cubicBezTo>
                  <a:cubicBezTo>
                    <a:pt x="117522" y="4763"/>
                    <a:pt x="78089" y="27813"/>
                    <a:pt x="67230" y="35147"/>
                  </a:cubicBezTo>
                  <a:cubicBezTo>
                    <a:pt x="32940" y="37624"/>
                    <a:pt x="10842" y="47435"/>
                    <a:pt x="1698" y="64484"/>
                  </a:cubicBezTo>
                  <a:cubicBezTo>
                    <a:pt x="-397" y="68485"/>
                    <a:pt x="-588" y="73914"/>
                    <a:pt x="1317" y="79724"/>
                  </a:cubicBezTo>
                  <a:cubicBezTo>
                    <a:pt x="1508" y="80486"/>
                    <a:pt x="1603" y="81344"/>
                    <a:pt x="1698" y="82487"/>
                  </a:cubicBezTo>
                  <a:cubicBezTo>
                    <a:pt x="1794" y="84868"/>
                    <a:pt x="1984" y="88202"/>
                    <a:pt x="4270" y="91916"/>
                  </a:cubicBezTo>
                  <a:cubicBezTo>
                    <a:pt x="6747" y="95917"/>
                    <a:pt x="12747" y="97536"/>
                    <a:pt x="25130" y="97631"/>
                  </a:cubicBezTo>
                  <a:lnTo>
                    <a:pt x="25225" y="88106"/>
                  </a:lnTo>
                  <a:cubicBezTo>
                    <a:pt x="14557" y="88011"/>
                    <a:pt x="12271" y="86678"/>
                    <a:pt x="12462" y="86868"/>
                  </a:cubicBezTo>
                  <a:cubicBezTo>
                    <a:pt x="11509" y="85249"/>
                    <a:pt x="11414" y="83915"/>
                    <a:pt x="11319" y="82010"/>
                  </a:cubicBezTo>
                  <a:cubicBezTo>
                    <a:pt x="11223" y="80486"/>
                    <a:pt x="11128" y="78677"/>
                    <a:pt x="10557" y="76772"/>
                  </a:cubicBezTo>
                  <a:cubicBezTo>
                    <a:pt x="9509" y="73533"/>
                    <a:pt x="9318" y="70485"/>
                    <a:pt x="10176" y="68961"/>
                  </a:cubicBezTo>
                  <a:cubicBezTo>
                    <a:pt x="17700" y="54959"/>
                    <a:pt x="38179" y="46482"/>
                    <a:pt x="69326" y="44482"/>
                  </a:cubicBezTo>
                  <a:lnTo>
                    <a:pt x="70659" y="44387"/>
                  </a:lnTo>
                  <a:lnTo>
                    <a:pt x="71802" y="43625"/>
                  </a:lnTo>
                  <a:cubicBezTo>
                    <a:pt x="79708" y="37910"/>
                    <a:pt x="119713" y="14002"/>
                    <a:pt x="156194" y="10001"/>
                  </a:cubicBezTo>
                  <a:cubicBezTo>
                    <a:pt x="159623" y="9620"/>
                    <a:pt x="165814" y="9430"/>
                    <a:pt x="173625" y="9430"/>
                  </a:cubicBezTo>
                  <a:cubicBezTo>
                    <a:pt x="189531" y="9430"/>
                    <a:pt x="206772" y="10287"/>
                    <a:pt x="217725" y="11525"/>
                  </a:cubicBezTo>
                  <a:cubicBezTo>
                    <a:pt x="234394" y="13430"/>
                    <a:pt x="278209" y="31814"/>
                    <a:pt x="282019" y="34385"/>
                  </a:cubicBezTo>
                  <a:cubicBezTo>
                    <a:pt x="282686" y="34862"/>
                    <a:pt x="283829" y="38195"/>
                    <a:pt x="283353" y="45149"/>
                  </a:cubicBezTo>
                  <a:cubicBezTo>
                    <a:pt x="282972" y="50102"/>
                    <a:pt x="284019" y="57912"/>
                    <a:pt x="285734" y="68199"/>
                  </a:cubicBezTo>
                  <a:cubicBezTo>
                    <a:pt x="286115" y="70580"/>
                    <a:pt x="285258" y="74867"/>
                    <a:pt x="282400" y="78486"/>
                  </a:cubicBezTo>
                  <a:cubicBezTo>
                    <a:pt x="280971" y="80296"/>
                    <a:pt x="278495" y="82391"/>
                    <a:pt x="275161" y="83249"/>
                  </a:cubicBezTo>
                  <a:cubicBezTo>
                    <a:pt x="273161" y="71152"/>
                    <a:pt x="262684" y="61817"/>
                    <a:pt x="250015" y="61817"/>
                  </a:cubicBezTo>
                  <a:cubicBezTo>
                    <a:pt x="235918" y="61817"/>
                    <a:pt x="224488" y="73247"/>
                    <a:pt x="224488" y="87344"/>
                  </a:cubicBezTo>
                  <a:cubicBezTo>
                    <a:pt x="224488" y="101441"/>
                    <a:pt x="235918" y="112871"/>
                    <a:pt x="250015" y="112871"/>
                  </a:cubicBezTo>
                  <a:cubicBezTo>
                    <a:pt x="262207" y="112871"/>
                    <a:pt x="272304" y="104299"/>
                    <a:pt x="274876" y="92869"/>
                  </a:cubicBezTo>
                  <a:cubicBezTo>
                    <a:pt x="280686" y="92202"/>
                    <a:pt x="285924" y="89249"/>
                    <a:pt x="289830" y="84296"/>
                  </a:cubicBezTo>
                  <a:cubicBezTo>
                    <a:pt x="294116" y="79248"/>
                    <a:pt x="296116" y="72485"/>
                    <a:pt x="295164" y="66866"/>
                  </a:cubicBezTo>
                  <a:close/>
                  <a:moveTo>
                    <a:pt x="250110" y="103632"/>
                  </a:moveTo>
                  <a:cubicBezTo>
                    <a:pt x="241252" y="103632"/>
                    <a:pt x="234109" y="96488"/>
                    <a:pt x="234109" y="87630"/>
                  </a:cubicBezTo>
                  <a:cubicBezTo>
                    <a:pt x="234109" y="78772"/>
                    <a:pt x="241252" y="71628"/>
                    <a:pt x="250110" y="71628"/>
                  </a:cubicBezTo>
                  <a:cubicBezTo>
                    <a:pt x="258969" y="71628"/>
                    <a:pt x="266112" y="78772"/>
                    <a:pt x="266112" y="87630"/>
                  </a:cubicBezTo>
                  <a:cubicBezTo>
                    <a:pt x="266112" y="96488"/>
                    <a:pt x="258873" y="103632"/>
                    <a:pt x="250110" y="103632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77" name="Freeform: Shape 376">
              <a:extLst>
                <a:ext uri="{FF2B5EF4-FFF2-40B4-BE49-F238E27FC236}">
                  <a16:creationId xmlns:a16="http://schemas.microsoft.com/office/drawing/2014/main" id="{6566550B-9E51-4507-A907-2BA46F29914F}"/>
                </a:ext>
              </a:extLst>
            </p:cNvPr>
            <p:cNvSpPr/>
            <p:nvPr/>
          </p:nvSpPr>
          <p:spPr>
            <a:xfrm>
              <a:off x="7429911" y="2708147"/>
              <a:ext cx="165544" cy="51054"/>
            </a:xfrm>
            <a:custGeom>
              <a:avLst/>
              <a:gdLst>
                <a:gd name="connsiteX0" fmla="*/ 25527 w 165544"/>
                <a:gd name="connsiteY0" fmla="*/ 0 h 51054"/>
                <a:gd name="connsiteX1" fmla="*/ 0 w 165544"/>
                <a:gd name="connsiteY1" fmla="*/ 25527 h 51054"/>
                <a:gd name="connsiteX2" fmla="*/ 25527 w 165544"/>
                <a:gd name="connsiteY2" fmla="*/ 51054 h 51054"/>
                <a:gd name="connsiteX3" fmla="*/ 50578 w 165544"/>
                <a:gd name="connsiteY3" fmla="*/ 30290 h 51054"/>
                <a:gd name="connsiteX4" fmla="*/ 165545 w 165544"/>
                <a:gd name="connsiteY4" fmla="*/ 30290 h 51054"/>
                <a:gd name="connsiteX5" fmla="*/ 165545 w 165544"/>
                <a:gd name="connsiteY5" fmla="*/ 20765 h 51054"/>
                <a:gd name="connsiteX6" fmla="*/ 50578 w 165544"/>
                <a:gd name="connsiteY6" fmla="*/ 20765 h 51054"/>
                <a:gd name="connsiteX7" fmla="*/ 25527 w 165544"/>
                <a:gd name="connsiteY7" fmla="*/ 0 h 51054"/>
                <a:gd name="connsiteX8" fmla="*/ 25527 w 165544"/>
                <a:gd name="connsiteY8" fmla="*/ 41624 h 51054"/>
                <a:gd name="connsiteX9" fmla="*/ 9525 w 165544"/>
                <a:gd name="connsiteY9" fmla="*/ 25622 h 51054"/>
                <a:gd name="connsiteX10" fmla="*/ 25527 w 165544"/>
                <a:gd name="connsiteY10" fmla="*/ 9620 h 51054"/>
                <a:gd name="connsiteX11" fmla="*/ 41529 w 165544"/>
                <a:gd name="connsiteY11" fmla="*/ 25622 h 51054"/>
                <a:gd name="connsiteX12" fmla="*/ 25527 w 165544"/>
                <a:gd name="connsiteY12" fmla="*/ 41624 h 51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5544" h="51054">
                  <a:moveTo>
                    <a:pt x="25527" y="0"/>
                  </a:moveTo>
                  <a:cubicBezTo>
                    <a:pt x="11430" y="0"/>
                    <a:pt x="0" y="11430"/>
                    <a:pt x="0" y="25527"/>
                  </a:cubicBezTo>
                  <a:cubicBezTo>
                    <a:pt x="0" y="39624"/>
                    <a:pt x="11430" y="51054"/>
                    <a:pt x="25527" y="51054"/>
                  </a:cubicBezTo>
                  <a:cubicBezTo>
                    <a:pt x="38005" y="51054"/>
                    <a:pt x="48387" y="42100"/>
                    <a:pt x="50578" y="30290"/>
                  </a:cubicBezTo>
                  <a:lnTo>
                    <a:pt x="165545" y="30290"/>
                  </a:lnTo>
                  <a:lnTo>
                    <a:pt x="165545" y="20765"/>
                  </a:lnTo>
                  <a:lnTo>
                    <a:pt x="50578" y="20765"/>
                  </a:lnTo>
                  <a:cubicBezTo>
                    <a:pt x="48387" y="8954"/>
                    <a:pt x="38005" y="0"/>
                    <a:pt x="25527" y="0"/>
                  </a:cubicBezTo>
                  <a:close/>
                  <a:moveTo>
                    <a:pt x="25527" y="41624"/>
                  </a:moveTo>
                  <a:cubicBezTo>
                    <a:pt x="16669" y="41624"/>
                    <a:pt x="9525" y="34481"/>
                    <a:pt x="9525" y="25622"/>
                  </a:cubicBezTo>
                  <a:cubicBezTo>
                    <a:pt x="9525" y="16764"/>
                    <a:pt x="16669" y="9620"/>
                    <a:pt x="25527" y="9620"/>
                  </a:cubicBezTo>
                  <a:cubicBezTo>
                    <a:pt x="34385" y="9620"/>
                    <a:pt x="41529" y="16764"/>
                    <a:pt x="41529" y="25622"/>
                  </a:cubicBezTo>
                  <a:cubicBezTo>
                    <a:pt x="41529" y="34481"/>
                    <a:pt x="34385" y="41624"/>
                    <a:pt x="25527" y="41624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378" name="Freeform: Shape 377">
            <a:extLst>
              <a:ext uri="{FF2B5EF4-FFF2-40B4-BE49-F238E27FC236}">
                <a16:creationId xmlns:a16="http://schemas.microsoft.com/office/drawing/2014/main" id="{56D2BFBC-B9B3-494D-8242-5C3AA56973CC}"/>
              </a:ext>
            </a:extLst>
          </p:cNvPr>
          <p:cNvSpPr/>
          <p:nvPr/>
        </p:nvSpPr>
        <p:spPr>
          <a:xfrm>
            <a:off x="10370862" y="2830388"/>
            <a:ext cx="131349" cy="228600"/>
          </a:xfrm>
          <a:custGeom>
            <a:avLst/>
            <a:gdLst>
              <a:gd name="connsiteX0" fmla="*/ 58579 w 131349"/>
              <a:gd name="connsiteY0" fmla="*/ 75057 h 228600"/>
              <a:gd name="connsiteX1" fmla="*/ 10668 w 131349"/>
              <a:gd name="connsiteY1" fmla="*/ 225647 h 228600"/>
              <a:gd name="connsiteX2" fmla="*/ 19526 w 131349"/>
              <a:gd name="connsiteY2" fmla="*/ 228600 h 228600"/>
              <a:gd name="connsiteX3" fmla="*/ 28956 w 131349"/>
              <a:gd name="connsiteY3" fmla="*/ 198215 h 228600"/>
              <a:gd name="connsiteX4" fmla="*/ 108871 w 131349"/>
              <a:gd name="connsiteY4" fmla="*/ 220218 h 228600"/>
              <a:gd name="connsiteX5" fmla="*/ 111824 w 131349"/>
              <a:gd name="connsiteY5" fmla="*/ 228600 h 228600"/>
              <a:gd name="connsiteX6" fmla="*/ 120682 w 131349"/>
              <a:gd name="connsiteY6" fmla="*/ 225647 h 228600"/>
              <a:gd name="connsiteX7" fmla="*/ 72771 w 131349"/>
              <a:gd name="connsiteY7" fmla="*/ 75057 h 228600"/>
              <a:gd name="connsiteX8" fmla="*/ 58579 w 131349"/>
              <a:gd name="connsiteY8" fmla="*/ 75057 h 228600"/>
              <a:gd name="connsiteX9" fmla="*/ 58579 w 131349"/>
              <a:gd name="connsiteY9" fmla="*/ 75057 h 228600"/>
              <a:gd name="connsiteX10" fmla="*/ 58579 w 131349"/>
              <a:gd name="connsiteY10" fmla="*/ 75057 h 228600"/>
              <a:gd name="connsiteX11" fmla="*/ 65151 w 131349"/>
              <a:gd name="connsiteY11" fmla="*/ 84582 h 228600"/>
              <a:gd name="connsiteX12" fmla="*/ 66294 w 131349"/>
              <a:gd name="connsiteY12" fmla="*/ 84582 h 228600"/>
              <a:gd name="connsiteX13" fmla="*/ 86392 w 131349"/>
              <a:gd name="connsiteY13" fmla="*/ 148304 h 228600"/>
              <a:gd name="connsiteX14" fmla="*/ 51435 w 131349"/>
              <a:gd name="connsiteY14" fmla="*/ 128683 h 228600"/>
              <a:gd name="connsiteX15" fmla="*/ 65151 w 131349"/>
              <a:gd name="connsiteY15" fmla="*/ 84582 h 228600"/>
              <a:gd name="connsiteX16" fmla="*/ 65151 w 131349"/>
              <a:gd name="connsiteY16" fmla="*/ 84582 h 228600"/>
              <a:gd name="connsiteX17" fmla="*/ 65151 w 131349"/>
              <a:gd name="connsiteY17" fmla="*/ 84582 h 228600"/>
              <a:gd name="connsiteX18" fmla="*/ 48578 w 131349"/>
              <a:gd name="connsiteY18" fmla="*/ 137541 h 228600"/>
              <a:gd name="connsiteX19" fmla="*/ 84106 w 131349"/>
              <a:gd name="connsiteY19" fmla="*/ 157829 h 228600"/>
              <a:gd name="connsiteX20" fmla="*/ 34385 w 131349"/>
              <a:gd name="connsiteY20" fmla="*/ 183452 h 228600"/>
              <a:gd name="connsiteX21" fmla="*/ 48578 w 131349"/>
              <a:gd name="connsiteY21" fmla="*/ 137541 h 228600"/>
              <a:gd name="connsiteX22" fmla="*/ 48578 w 131349"/>
              <a:gd name="connsiteY22" fmla="*/ 137541 h 228600"/>
              <a:gd name="connsiteX23" fmla="*/ 48578 w 131349"/>
              <a:gd name="connsiteY23" fmla="*/ 137541 h 228600"/>
              <a:gd name="connsiteX24" fmla="*/ 39053 w 131349"/>
              <a:gd name="connsiteY24" fmla="*/ 191167 h 228600"/>
              <a:gd name="connsiteX25" fmla="*/ 91726 w 131349"/>
              <a:gd name="connsiteY25" fmla="*/ 164973 h 228600"/>
              <a:gd name="connsiteX26" fmla="*/ 105346 w 131349"/>
              <a:gd name="connsiteY26" fmla="*/ 209645 h 228600"/>
              <a:gd name="connsiteX27" fmla="*/ 39053 w 131349"/>
              <a:gd name="connsiteY27" fmla="*/ 191167 h 228600"/>
              <a:gd name="connsiteX28" fmla="*/ 39053 w 131349"/>
              <a:gd name="connsiteY28" fmla="*/ 191167 h 228600"/>
              <a:gd name="connsiteX29" fmla="*/ 39053 w 131349"/>
              <a:gd name="connsiteY29" fmla="*/ 191167 h 228600"/>
              <a:gd name="connsiteX30" fmla="*/ 65723 w 131349"/>
              <a:gd name="connsiteY30" fmla="*/ 63151 h 228600"/>
              <a:gd name="connsiteX31" fmla="*/ 84106 w 131349"/>
              <a:gd name="connsiteY31" fmla="*/ 44672 h 228600"/>
              <a:gd name="connsiteX32" fmla="*/ 65723 w 131349"/>
              <a:gd name="connsiteY32" fmla="*/ 26194 h 228600"/>
              <a:gd name="connsiteX33" fmla="*/ 47339 w 131349"/>
              <a:gd name="connsiteY33" fmla="*/ 44672 h 228600"/>
              <a:gd name="connsiteX34" fmla="*/ 65723 w 131349"/>
              <a:gd name="connsiteY34" fmla="*/ 63151 h 228600"/>
              <a:gd name="connsiteX35" fmla="*/ 65723 w 131349"/>
              <a:gd name="connsiteY35" fmla="*/ 63151 h 228600"/>
              <a:gd name="connsiteX36" fmla="*/ 65723 w 131349"/>
              <a:gd name="connsiteY36" fmla="*/ 35719 h 228600"/>
              <a:gd name="connsiteX37" fmla="*/ 74581 w 131349"/>
              <a:gd name="connsiteY37" fmla="*/ 44672 h 228600"/>
              <a:gd name="connsiteX38" fmla="*/ 65723 w 131349"/>
              <a:gd name="connsiteY38" fmla="*/ 53626 h 228600"/>
              <a:gd name="connsiteX39" fmla="*/ 56864 w 131349"/>
              <a:gd name="connsiteY39" fmla="*/ 44672 h 228600"/>
              <a:gd name="connsiteX40" fmla="*/ 65723 w 131349"/>
              <a:gd name="connsiteY40" fmla="*/ 35719 h 228600"/>
              <a:gd name="connsiteX41" fmla="*/ 65723 w 131349"/>
              <a:gd name="connsiteY41" fmla="*/ 35719 h 228600"/>
              <a:gd name="connsiteX42" fmla="*/ 99441 w 131349"/>
              <a:gd name="connsiteY42" fmla="*/ 44672 h 228600"/>
              <a:gd name="connsiteX43" fmla="*/ 90583 w 131349"/>
              <a:gd name="connsiteY43" fmla="*/ 21431 h 228600"/>
              <a:gd name="connsiteX44" fmla="*/ 97060 w 131349"/>
              <a:gd name="connsiteY44" fmla="*/ 14859 h 228600"/>
              <a:gd name="connsiteX45" fmla="*/ 108871 w 131349"/>
              <a:gd name="connsiteY45" fmla="*/ 44672 h 228600"/>
              <a:gd name="connsiteX46" fmla="*/ 97631 w 131349"/>
              <a:gd name="connsiteY46" fmla="*/ 73819 h 228600"/>
              <a:gd name="connsiteX47" fmla="*/ 90488 w 131349"/>
              <a:gd name="connsiteY47" fmla="*/ 67246 h 228600"/>
              <a:gd name="connsiteX48" fmla="*/ 99441 w 131349"/>
              <a:gd name="connsiteY48" fmla="*/ 44672 h 228600"/>
              <a:gd name="connsiteX49" fmla="*/ 99441 w 131349"/>
              <a:gd name="connsiteY49" fmla="*/ 44672 h 228600"/>
              <a:gd name="connsiteX50" fmla="*/ 22479 w 131349"/>
              <a:gd name="connsiteY50" fmla="*/ 44672 h 228600"/>
              <a:gd name="connsiteX51" fmla="*/ 34290 w 131349"/>
              <a:gd name="connsiteY51" fmla="*/ 14859 h 228600"/>
              <a:gd name="connsiteX52" fmla="*/ 40767 w 131349"/>
              <a:gd name="connsiteY52" fmla="*/ 21431 h 228600"/>
              <a:gd name="connsiteX53" fmla="*/ 31909 w 131349"/>
              <a:gd name="connsiteY53" fmla="*/ 44672 h 228600"/>
              <a:gd name="connsiteX54" fmla="*/ 40767 w 131349"/>
              <a:gd name="connsiteY54" fmla="*/ 67342 h 228600"/>
              <a:gd name="connsiteX55" fmla="*/ 33623 w 131349"/>
              <a:gd name="connsiteY55" fmla="*/ 73914 h 228600"/>
              <a:gd name="connsiteX56" fmla="*/ 22479 w 131349"/>
              <a:gd name="connsiteY56" fmla="*/ 44672 h 228600"/>
              <a:gd name="connsiteX57" fmla="*/ 22479 w 131349"/>
              <a:gd name="connsiteY57" fmla="*/ 44672 h 228600"/>
              <a:gd name="connsiteX58" fmla="*/ 121920 w 131349"/>
              <a:gd name="connsiteY58" fmla="*/ 44672 h 228600"/>
              <a:gd name="connsiteX59" fmla="*/ 106490 w 131349"/>
              <a:gd name="connsiteY59" fmla="*/ 6572 h 228600"/>
              <a:gd name="connsiteX60" fmla="*/ 113633 w 131349"/>
              <a:gd name="connsiteY60" fmla="*/ 0 h 228600"/>
              <a:gd name="connsiteX61" fmla="*/ 131350 w 131349"/>
              <a:gd name="connsiteY61" fmla="*/ 44672 h 228600"/>
              <a:gd name="connsiteX62" fmla="*/ 114205 w 131349"/>
              <a:gd name="connsiteY62" fmla="*/ 88773 h 228600"/>
              <a:gd name="connsiteX63" fmla="*/ 107061 w 131349"/>
              <a:gd name="connsiteY63" fmla="*/ 82772 h 228600"/>
              <a:gd name="connsiteX64" fmla="*/ 121920 w 131349"/>
              <a:gd name="connsiteY64" fmla="*/ 44672 h 228600"/>
              <a:gd name="connsiteX65" fmla="*/ 121920 w 131349"/>
              <a:gd name="connsiteY65" fmla="*/ 44672 h 228600"/>
              <a:gd name="connsiteX66" fmla="*/ 17145 w 131349"/>
              <a:gd name="connsiteY66" fmla="*/ 88773 h 228600"/>
              <a:gd name="connsiteX67" fmla="*/ 0 w 131349"/>
              <a:gd name="connsiteY67" fmla="*/ 44672 h 228600"/>
              <a:gd name="connsiteX68" fmla="*/ 18383 w 131349"/>
              <a:gd name="connsiteY68" fmla="*/ 0 h 228600"/>
              <a:gd name="connsiteX69" fmla="*/ 24860 w 131349"/>
              <a:gd name="connsiteY69" fmla="*/ 6572 h 228600"/>
              <a:gd name="connsiteX70" fmla="*/ 9430 w 131349"/>
              <a:gd name="connsiteY70" fmla="*/ 44672 h 228600"/>
              <a:gd name="connsiteX71" fmla="*/ 24194 w 131349"/>
              <a:gd name="connsiteY71" fmla="*/ 82772 h 228600"/>
              <a:gd name="connsiteX72" fmla="*/ 17145 w 131349"/>
              <a:gd name="connsiteY72" fmla="*/ 88773 h 228600"/>
              <a:gd name="connsiteX73" fmla="*/ 17145 w 131349"/>
              <a:gd name="connsiteY73" fmla="*/ 88773 h 228600"/>
              <a:gd name="connsiteX74" fmla="*/ 17145 w 131349"/>
              <a:gd name="connsiteY74" fmla="*/ 88773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131349" h="228600">
                <a:moveTo>
                  <a:pt x="58579" y="75057"/>
                </a:moveTo>
                <a:cubicBezTo>
                  <a:pt x="10668" y="225647"/>
                  <a:pt x="10668" y="225647"/>
                  <a:pt x="10668" y="225647"/>
                </a:cubicBezTo>
                <a:cubicBezTo>
                  <a:pt x="19526" y="228600"/>
                  <a:pt x="19526" y="228600"/>
                  <a:pt x="19526" y="228600"/>
                </a:cubicBezTo>
                <a:cubicBezTo>
                  <a:pt x="28956" y="198215"/>
                  <a:pt x="28956" y="198215"/>
                  <a:pt x="28956" y="198215"/>
                </a:cubicBezTo>
                <a:cubicBezTo>
                  <a:pt x="108871" y="220218"/>
                  <a:pt x="108871" y="220218"/>
                  <a:pt x="108871" y="220218"/>
                </a:cubicBezTo>
                <a:cubicBezTo>
                  <a:pt x="111824" y="228600"/>
                  <a:pt x="111824" y="228600"/>
                  <a:pt x="111824" y="228600"/>
                </a:cubicBezTo>
                <a:cubicBezTo>
                  <a:pt x="120682" y="225647"/>
                  <a:pt x="120682" y="225647"/>
                  <a:pt x="120682" y="225647"/>
                </a:cubicBezTo>
                <a:cubicBezTo>
                  <a:pt x="72771" y="75057"/>
                  <a:pt x="72771" y="75057"/>
                  <a:pt x="72771" y="75057"/>
                </a:cubicBezTo>
                <a:lnTo>
                  <a:pt x="58579" y="75057"/>
                </a:lnTo>
                <a:lnTo>
                  <a:pt x="58579" y="75057"/>
                </a:lnTo>
                <a:lnTo>
                  <a:pt x="58579" y="75057"/>
                </a:lnTo>
                <a:close/>
                <a:moveTo>
                  <a:pt x="65151" y="84582"/>
                </a:moveTo>
                <a:cubicBezTo>
                  <a:pt x="66294" y="84582"/>
                  <a:pt x="66294" y="84582"/>
                  <a:pt x="66294" y="84582"/>
                </a:cubicBezTo>
                <a:cubicBezTo>
                  <a:pt x="86392" y="148304"/>
                  <a:pt x="86392" y="148304"/>
                  <a:pt x="86392" y="148304"/>
                </a:cubicBezTo>
                <a:cubicBezTo>
                  <a:pt x="51435" y="128683"/>
                  <a:pt x="51435" y="128683"/>
                  <a:pt x="51435" y="128683"/>
                </a:cubicBezTo>
                <a:lnTo>
                  <a:pt x="65151" y="84582"/>
                </a:lnTo>
                <a:lnTo>
                  <a:pt x="65151" y="84582"/>
                </a:lnTo>
                <a:lnTo>
                  <a:pt x="65151" y="84582"/>
                </a:lnTo>
                <a:close/>
                <a:moveTo>
                  <a:pt x="48578" y="137541"/>
                </a:moveTo>
                <a:cubicBezTo>
                  <a:pt x="84106" y="157829"/>
                  <a:pt x="84106" y="157829"/>
                  <a:pt x="84106" y="157829"/>
                </a:cubicBezTo>
                <a:cubicBezTo>
                  <a:pt x="34385" y="183452"/>
                  <a:pt x="34385" y="183452"/>
                  <a:pt x="34385" y="183452"/>
                </a:cubicBezTo>
                <a:lnTo>
                  <a:pt x="48578" y="137541"/>
                </a:lnTo>
                <a:lnTo>
                  <a:pt x="48578" y="137541"/>
                </a:lnTo>
                <a:lnTo>
                  <a:pt x="48578" y="137541"/>
                </a:lnTo>
                <a:close/>
                <a:moveTo>
                  <a:pt x="39053" y="191167"/>
                </a:moveTo>
                <a:cubicBezTo>
                  <a:pt x="91726" y="164973"/>
                  <a:pt x="91726" y="164973"/>
                  <a:pt x="91726" y="164973"/>
                </a:cubicBezTo>
                <a:cubicBezTo>
                  <a:pt x="105346" y="209645"/>
                  <a:pt x="105346" y="209645"/>
                  <a:pt x="105346" y="209645"/>
                </a:cubicBezTo>
                <a:lnTo>
                  <a:pt x="39053" y="191167"/>
                </a:lnTo>
                <a:lnTo>
                  <a:pt x="39053" y="191167"/>
                </a:lnTo>
                <a:lnTo>
                  <a:pt x="39053" y="191167"/>
                </a:lnTo>
                <a:close/>
                <a:moveTo>
                  <a:pt x="65723" y="63151"/>
                </a:moveTo>
                <a:cubicBezTo>
                  <a:pt x="75819" y="63151"/>
                  <a:pt x="84106" y="54769"/>
                  <a:pt x="84106" y="44672"/>
                </a:cubicBezTo>
                <a:cubicBezTo>
                  <a:pt x="84106" y="34576"/>
                  <a:pt x="75819" y="26194"/>
                  <a:pt x="65723" y="26194"/>
                </a:cubicBezTo>
                <a:cubicBezTo>
                  <a:pt x="55626" y="26194"/>
                  <a:pt x="47339" y="34576"/>
                  <a:pt x="47339" y="44672"/>
                </a:cubicBezTo>
                <a:cubicBezTo>
                  <a:pt x="47339" y="54769"/>
                  <a:pt x="55626" y="63151"/>
                  <a:pt x="65723" y="63151"/>
                </a:cubicBezTo>
                <a:lnTo>
                  <a:pt x="65723" y="63151"/>
                </a:lnTo>
                <a:close/>
                <a:moveTo>
                  <a:pt x="65723" y="35719"/>
                </a:moveTo>
                <a:cubicBezTo>
                  <a:pt x="70485" y="35719"/>
                  <a:pt x="74581" y="39910"/>
                  <a:pt x="74581" y="44672"/>
                </a:cubicBezTo>
                <a:cubicBezTo>
                  <a:pt x="74581" y="49435"/>
                  <a:pt x="70485" y="53626"/>
                  <a:pt x="65723" y="53626"/>
                </a:cubicBezTo>
                <a:cubicBezTo>
                  <a:pt x="60960" y="53626"/>
                  <a:pt x="56864" y="49435"/>
                  <a:pt x="56864" y="44672"/>
                </a:cubicBezTo>
                <a:cubicBezTo>
                  <a:pt x="56864" y="39910"/>
                  <a:pt x="60960" y="35719"/>
                  <a:pt x="65723" y="35719"/>
                </a:cubicBezTo>
                <a:lnTo>
                  <a:pt x="65723" y="35719"/>
                </a:lnTo>
                <a:close/>
                <a:moveTo>
                  <a:pt x="99441" y="44672"/>
                </a:moveTo>
                <a:cubicBezTo>
                  <a:pt x="99441" y="36290"/>
                  <a:pt x="96488" y="28004"/>
                  <a:pt x="90583" y="21431"/>
                </a:cubicBezTo>
                <a:cubicBezTo>
                  <a:pt x="97060" y="14859"/>
                  <a:pt x="97060" y="14859"/>
                  <a:pt x="97060" y="14859"/>
                </a:cubicBezTo>
                <a:cubicBezTo>
                  <a:pt x="104775" y="23241"/>
                  <a:pt x="108871" y="33338"/>
                  <a:pt x="108871" y="44672"/>
                </a:cubicBezTo>
                <a:cubicBezTo>
                  <a:pt x="108871" y="55435"/>
                  <a:pt x="104775" y="66104"/>
                  <a:pt x="97631" y="73819"/>
                </a:cubicBezTo>
                <a:cubicBezTo>
                  <a:pt x="90488" y="67246"/>
                  <a:pt x="90488" y="67246"/>
                  <a:pt x="90488" y="67246"/>
                </a:cubicBezTo>
                <a:cubicBezTo>
                  <a:pt x="96488" y="61341"/>
                  <a:pt x="99441" y="53054"/>
                  <a:pt x="99441" y="44672"/>
                </a:cubicBezTo>
                <a:lnTo>
                  <a:pt x="99441" y="44672"/>
                </a:lnTo>
                <a:close/>
                <a:moveTo>
                  <a:pt x="22479" y="44672"/>
                </a:moveTo>
                <a:cubicBezTo>
                  <a:pt x="22479" y="33338"/>
                  <a:pt x="26575" y="23241"/>
                  <a:pt x="34290" y="14859"/>
                </a:cubicBezTo>
                <a:cubicBezTo>
                  <a:pt x="40767" y="21431"/>
                  <a:pt x="40767" y="21431"/>
                  <a:pt x="40767" y="21431"/>
                </a:cubicBezTo>
                <a:cubicBezTo>
                  <a:pt x="34862" y="28004"/>
                  <a:pt x="31909" y="36290"/>
                  <a:pt x="31909" y="44672"/>
                </a:cubicBezTo>
                <a:cubicBezTo>
                  <a:pt x="31909" y="53054"/>
                  <a:pt x="34862" y="61341"/>
                  <a:pt x="40767" y="67342"/>
                </a:cubicBezTo>
                <a:cubicBezTo>
                  <a:pt x="33623" y="73914"/>
                  <a:pt x="33623" y="73914"/>
                  <a:pt x="33623" y="73914"/>
                </a:cubicBezTo>
                <a:cubicBezTo>
                  <a:pt x="26670" y="66104"/>
                  <a:pt x="22479" y="55435"/>
                  <a:pt x="22479" y="44672"/>
                </a:cubicBezTo>
                <a:lnTo>
                  <a:pt x="22479" y="44672"/>
                </a:lnTo>
                <a:close/>
                <a:moveTo>
                  <a:pt x="121920" y="44672"/>
                </a:moveTo>
                <a:cubicBezTo>
                  <a:pt x="121920" y="30385"/>
                  <a:pt x="116586" y="16669"/>
                  <a:pt x="106490" y="6572"/>
                </a:cubicBezTo>
                <a:cubicBezTo>
                  <a:pt x="113633" y="0"/>
                  <a:pt x="113633" y="0"/>
                  <a:pt x="113633" y="0"/>
                </a:cubicBezTo>
                <a:cubicBezTo>
                  <a:pt x="124873" y="11906"/>
                  <a:pt x="131350" y="28004"/>
                  <a:pt x="131350" y="44672"/>
                </a:cubicBezTo>
                <a:cubicBezTo>
                  <a:pt x="131350" y="61341"/>
                  <a:pt x="125444" y="76867"/>
                  <a:pt x="114205" y="88773"/>
                </a:cubicBezTo>
                <a:cubicBezTo>
                  <a:pt x="107061" y="82772"/>
                  <a:pt x="107061" y="82772"/>
                  <a:pt x="107061" y="82772"/>
                </a:cubicBezTo>
                <a:cubicBezTo>
                  <a:pt x="116586" y="72104"/>
                  <a:pt x="121920" y="58960"/>
                  <a:pt x="121920" y="44672"/>
                </a:cubicBezTo>
                <a:lnTo>
                  <a:pt x="121920" y="44672"/>
                </a:lnTo>
                <a:close/>
                <a:moveTo>
                  <a:pt x="17145" y="88773"/>
                </a:moveTo>
                <a:cubicBezTo>
                  <a:pt x="5906" y="76867"/>
                  <a:pt x="0" y="61341"/>
                  <a:pt x="0" y="44672"/>
                </a:cubicBezTo>
                <a:cubicBezTo>
                  <a:pt x="0" y="28004"/>
                  <a:pt x="6477" y="11906"/>
                  <a:pt x="18383" y="0"/>
                </a:cubicBezTo>
                <a:cubicBezTo>
                  <a:pt x="24860" y="6572"/>
                  <a:pt x="24860" y="6572"/>
                  <a:pt x="24860" y="6572"/>
                </a:cubicBezTo>
                <a:cubicBezTo>
                  <a:pt x="15431" y="16669"/>
                  <a:pt x="9430" y="30385"/>
                  <a:pt x="9430" y="44672"/>
                </a:cubicBezTo>
                <a:cubicBezTo>
                  <a:pt x="9430" y="58960"/>
                  <a:pt x="14764" y="72104"/>
                  <a:pt x="24194" y="82772"/>
                </a:cubicBezTo>
                <a:lnTo>
                  <a:pt x="17145" y="88773"/>
                </a:lnTo>
                <a:lnTo>
                  <a:pt x="17145" y="88773"/>
                </a:lnTo>
                <a:lnTo>
                  <a:pt x="17145" y="88773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grpSp>
        <p:nvGrpSpPr>
          <p:cNvPr id="379" name="Graphic 2">
            <a:extLst>
              <a:ext uri="{FF2B5EF4-FFF2-40B4-BE49-F238E27FC236}">
                <a16:creationId xmlns:a16="http://schemas.microsoft.com/office/drawing/2014/main" id="{89980954-E44E-4233-96AB-F5E4ED36C171}"/>
              </a:ext>
            </a:extLst>
          </p:cNvPr>
          <p:cNvGrpSpPr/>
          <p:nvPr/>
        </p:nvGrpSpPr>
        <p:grpSpPr>
          <a:xfrm>
            <a:off x="685476" y="3435538"/>
            <a:ext cx="222980" cy="223266"/>
            <a:chOff x="4178171" y="3036188"/>
            <a:chExt cx="222980" cy="223266"/>
          </a:xfrm>
          <a:solidFill>
            <a:srgbClr val="000000"/>
          </a:solidFill>
        </p:grpSpPr>
        <p:sp>
          <p:nvSpPr>
            <p:cNvPr id="380" name="Freeform: Shape 379">
              <a:extLst>
                <a:ext uri="{FF2B5EF4-FFF2-40B4-BE49-F238E27FC236}">
                  <a16:creationId xmlns:a16="http://schemas.microsoft.com/office/drawing/2014/main" id="{4675EE13-3361-452C-9192-99D74952A5CE}"/>
                </a:ext>
              </a:extLst>
            </p:cNvPr>
            <p:cNvSpPr/>
            <p:nvPr/>
          </p:nvSpPr>
          <p:spPr>
            <a:xfrm>
              <a:off x="4178171" y="3036188"/>
              <a:ext cx="222980" cy="223266"/>
            </a:xfrm>
            <a:custGeom>
              <a:avLst/>
              <a:gdLst>
                <a:gd name="connsiteX0" fmla="*/ 222980 w 222980"/>
                <a:gd name="connsiteY0" fmla="*/ 73343 h 223266"/>
                <a:gd name="connsiteX1" fmla="*/ 213455 w 222980"/>
                <a:gd name="connsiteY1" fmla="*/ 73343 h 223266"/>
                <a:gd name="connsiteX2" fmla="*/ 213455 w 222980"/>
                <a:gd name="connsiteY2" fmla="*/ 214027 h 223266"/>
                <a:gd name="connsiteX3" fmla="*/ 117348 w 222980"/>
                <a:gd name="connsiteY3" fmla="*/ 214027 h 223266"/>
                <a:gd name="connsiteX4" fmla="*/ 117348 w 222980"/>
                <a:gd name="connsiteY4" fmla="*/ 198977 h 223266"/>
                <a:gd name="connsiteX5" fmla="*/ 198025 w 222980"/>
                <a:gd name="connsiteY5" fmla="*/ 200311 h 223266"/>
                <a:gd name="connsiteX6" fmla="*/ 205073 w 222980"/>
                <a:gd name="connsiteY6" fmla="*/ 204121 h 223266"/>
                <a:gd name="connsiteX7" fmla="*/ 205073 w 222980"/>
                <a:gd name="connsiteY7" fmla="*/ 32861 h 223266"/>
                <a:gd name="connsiteX8" fmla="*/ 182309 w 222980"/>
                <a:gd name="connsiteY8" fmla="*/ 32861 h 223266"/>
                <a:gd name="connsiteX9" fmla="*/ 182309 w 222980"/>
                <a:gd name="connsiteY9" fmla="*/ 42386 h 223266"/>
                <a:gd name="connsiteX10" fmla="*/ 195548 w 222980"/>
                <a:gd name="connsiteY10" fmla="*/ 42386 h 223266"/>
                <a:gd name="connsiteX11" fmla="*/ 195548 w 222980"/>
                <a:gd name="connsiteY11" fmla="*/ 188404 h 223266"/>
                <a:gd name="connsiteX12" fmla="*/ 112395 w 222980"/>
                <a:gd name="connsiteY12" fmla="*/ 190595 h 223266"/>
                <a:gd name="connsiteX13" fmla="*/ 27432 w 222980"/>
                <a:gd name="connsiteY13" fmla="*/ 188309 h 223266"/>
                <a:gd name="connsiteX14" fmla="*/ 27432 w 222980"/>
                <a:gd name="connsiteY14" fmla="*/ 43529 h 223266"/>
                <a:gd name="connsiteX15" fmla="*/ 100775 w 222980"/>
                <a:gd name="connsiteY15" fmla="*/ 43529 h 223266"/>
                <a:gd name="connsiteX16" fmla="*/ 100775 w 222980"/>
                <a:gd name="connsiteY16" fmla="*/ 176022 h 223266"/>
                <a:gd name="connsiteX17" fmla="*/ 176975 w 222980"/>
                <a:gd name="connsiteY17" fmla="*/ 156400 h 223266"/>
                <a:gd name="connsiteX18" fmla="*/ 176975 w 222980"/>
                <a:gd name="connsiteY18" fmla="*/ 0 h 223266"/>
                <a:gd name="connsiteX19" fmla="*/ 123539 w 222980"/>
                <a:gd name="connsiteY19" fmla="*/ 14859 h 223266"/>
                <a:gd name="connsiteX20" fmla="*/ 126111 w 222980"/>
                <a:gd name="connsiteY20" fmla="*/ 24003 h 223266"/>
                <a:gd name="connsiteX21" fmla="*/ 167450 w 222980"/>
                <a:gd name="connsiteY21" fmla="*/ 12478 h 223266"/>
                <a:gd name="connsiteX22" fmla="*/ 167450 w 222980"/>
                <a:gd name="connsiteY22" fmla="*/ 148971 h 223266"/>
                <a:gd name="connsiteX23" fmla="*/ 110300 w 222980"/>
                <a:gd name="connsiteY23" fmla="*/ 163640 h 223266"/>
                <a:gd name="connsiteX24" fmla="*/ 110300 w 222980"/>
                <a:gd name="connsiteY24" fmla="*/ 38386 h 223266"/>
                <a:gd name="connsiteX25" fmla="*/ 108299 w 222980"/>
                <a:gd name="connsiteY25" fmla="*/ 36957 h 223266"/>
                <a:gd name="connsiteX26" fmla="*/ 20003 w 222980"/>
                <a:gd name="connsiteY26" fmla="*/ 36957 h 223266"/>
                <a:gd name="connsiteX27" fmla="*/ 18002 w 222980"/>
                <a:gd name="connsiteY27" fmla="*/ 38386 h 223266"/>
                <a:gd name="connsiteX28" fmla="*/ 18002 w 222980"/>
                <a:gd name="connsiteY28" fmla="*/ 204025 h 223266"/>
                <a:gd name="connsiteX29" fmla="*/ 25146 w 222980"/>
                <a:gd name="connsiteY29" fmla="*/ 200025 h 223266"/>
                <a:gd name="connsiteX30" fmla="*/ 108014 w 222980"/>
                <a:gd name="connsiteY30" fmla="*/ 198977 h 223266"/>
                <a:gd name="connsiteX31" fmla="*/ 108014 w 222980"/>
                <a:gd name="connsiteY31" fmla="*/ 213741 h 223266"/>
                <a:gd name="connsiteX32" fmla="*/ 9525 w 222980"/>
                <a:gd name="connsiteY32" fmla="*/ 213741 h 223266"/>
                <a:gd name="connsiteX33" fmla="*/ 9525 w 222980"/>
                <a:gd name="connsiteY33" fmla="*/ 73057 h 223266"/>
                <a:gd name="connsiteX34" fmla="*/ 0 w 222980"/>
                <a:gd name="connsiteY34" fmla="*/ 73057 h 223266"/>
                <a:gd name="connsiteX35" fmla="*/ 0 w 222980"/>
                <a:gd name="connsiteY35" fmla="*/ 223266 h 223266"/>
                <a:gd name="connsiteX36" fmla="*/ 222980 w 222980"/>
                <a:gd name="connsiteY36" fmla="*/ 223266 h 223266"/>
                <a:gd name="connsiteX37" fmla="*/ 222980 w 222980"/>
                <a:gd name="connsiteY37" fmla="*/ 73343 h 223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222980" h="223266">
                  <a:moveTo>
                    <a:pt x="222980" y="73343"/>
                  </a:moveTo>
                  <a:lnTo>
                    <a:pt x="213455" y="73343"/>
                  </a:lnTo>
                  <a:lnTo>
                    <a:pt x="213455" y="214027"/>
                  </a:lnTo>
                  <a:lnTo>
                    <a:pt x="117348" y="214027"/>
                  </a:lnTo>
                  <a:lnTo>
                    <a:pt x="117348" y="198977"/>
                  </a:lnTo>
                  <a:cubicBezTo>
                    <a:pt x="139732" y="185928"/>
                    <a:pt x="172403" y="186309"/>
                    <a:pt x="198025" y="200311"/>
                  </a:cubicBezTo>
                  <a:lnTo>
                    <a:pt x="205073" y="204121"/>
                  </a:lnTo>
                  <a:lnTo>
                    <a:pt x="205073" y="32861"/>
                  </a:lnTo>
                  <a:lnTo>
                    <a:pt x="182309" y="32861"/>
                  </a:lnTo>
                  <a:lnTo>
                    <a:pt x="182309" y="42386"/>
                  </a:lnTo>
                  <a:lnTo>
                    <a:pt x="195548" y="42386"/>
                  </a:lnTo>
                  <a:lnTo>
                    <a:pt x="195548" y="188404"/>
                  </a:lnTo>
                  <a:cubicBezTo>
                    <a:pt x="168307" y="176403"/>
                    <a:pt x="135541" y="177165"/>
                    <a:pt x="112395" y="190595"/>
                  </a:cubicBezTo>
                  <a:cubicBezTo>
                    <a:pt x="85916" y="177356"/>
                    <a:pt x="53626" y="176594"/>
                    <a:pt x="27432" y="188309"/>
                  </a:cubicBezTo>
                  <a:lnTo>
                    <a:pt x="27432" y="43529"/>
                  </a:lnTo>
                  <a:cubicBezTo>
                    <a:pt x="47625" y="30861"/>
                    <a:pt x="80486" y="30861"/>
                    <a:pt x="100775" y="43529"/>
                  </a:cubicBezTo>
                  <a:lnTo>
                    <a:pt x="100775" y="176022"/>
                  </a:lnTo>
                  <a:lnTo>
                    <a:pt x="176975" y="156400"/>
                  </a:lnTo>
                  <a:lnTo>
                    <a:pt x="176975" y="0"/>
                  </a:lnTo>
                  <a:lnTo>
                    <a:pt x="123539" y="14859"/>
                  </a:lnTo>
                  <a:lnTo>
                    <a:pt x="126111" y="24003"/>
                  </a:lnTo>
                  <a:lnTo>
                    <a:pt x="167450" y="12478"/>
                  </a:lnTo>
                  <a:lnTo>
                    <a:pt x="167450" y="148971"/>
                  </a:lnTo>
                  <a:lnTo>
                    <a:pt x="110300" y="163640"/>
                  </a:lnTo>
                  <a:lnTo>
                    <a:pt x="110300" y="38386"/>
                  </a:lnTo>
                  <a:lnTo>
                    <a:pt x="108299" y="36957"/>
                  </a:lnTo>
                  <a:cubicBezTo>
                    <a:pt x="84296" y="20193"/>
                    <a:pt x="43910" y="20193"/>
                    <a:pt x="20003" y="36957"/>
                  </a:cubicBezTo>
                  <a:lnTo>
                    <a:pt x="18002" y="38386"/>
                  </a:lnTo>
                  <a:lnTo>
                    <a:pt x="18002" y="204025"/>
                  </a:lnTo>
                  <a:lnTo>
                    <a:pt x="25146" y="200025"/>
                  </a:lnTo>
                  <a:cubicBezTo>
                    <a:pt x="49244" y="186404"/>
                    <a:pt x="82106" y="186214"/>
                    <a:pt x="108014" y="198977"/>
                  </a:cubicBezTo>
                  <a:lnTo>
                    <a:pt x="108014" y="213741"/>
                  </a:lnTo>
                  <a:lnTo>
                    <a:pt x="9525" y="213741"/>
                  </a:lnTo>
                  <a:lnTo>
                    <a:pt x="9525" y="73057"/>
                  </a:lnTo>
                  <a:lnTo>
                    <a:pt x="0" y="73057"/>
                  </a:lnTo>
                  <a:lnTo>
                    <a:pt x="0" y="223266"/>
                  </a:lnTo>
                  <a:lnTo>
                    <a:pt x="222980" y="223266"/>
                  </a:lnTo>
                  <a:lnTo>
                    <a:pt x="222980" y="73343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81" name="Freeform: Shape 380">
              <a:extLst>
                <a:ext uri="{FF2B5EF4-FFF2-40B4-BE49-F238E27FC236}">
                  <a16:creationId xmlns:a16="http://schemas.microsoft.com/office/drawing/2014/main" id="{521AF77B-174B-4B7B-9915-0F8C0692DE1E}"/>
                </a:ext>
              </a:extLst>
            </p:cNvPr>
            <p:cNvSpPr/>
            <p:nvPr/>
          </p:nvSpPr>
          <p:spPr>
            <a:xfrm>
              <a:off x="4219701" y="3089981"/>
              <a:ext cx="46196" cy="13263"/>
            </a:xfrm>
            <a:custGeom>
              <a:avLst/>
              <a:gdLst>
                <a:gd name="connsiteX0" fmla="*/ 42577 w 46196"/>
                <a:gd name="connsiteY0" fmla="*/ 13169 h 13263"/>
                <a:gd name="connsiteX1" fmla="*/ 46196 w 46196"/>
                <a:gd name="connsiteY1" fmla="*/ 4406 h 13263"/>
                <a:gd name="connsiteX2" fmla="*/ 0 w 46196"/>
                <a:gd name="connsiteY2" fmla="*/ 4310 h 13263"/>
                <a:gd name="connsiteX3" fmla="*/ 3143 w 46196"/>
                <a:gd name="connsiteY3" fmla="*/ 13264 h 13263"/>
                <a:gd name="connsiteX4" fmla="*/ 42577 w 46196"/>
                <a:gd name="connsiteY4" fmla="*/ 13169 h 1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196" h="13263">
                  <a:moveTo>
                    <a:pt x="42577" y="13169"/>
                  </a:moveTo>
                  <a:lnTo>
                    <a:pt x="46196" y="4406"/>
                  </a:lnTo>
                  <a:cubicBezTo>
                    <a:pt x="31909" y="-1405"/>
                    <a:pt x="16383" y="-1500"/>
                    <a:pt x="0" y="4310"/>
                  </a:cubicBezTo>
                  <a:lnTo>
                    <a:pt x="3143" y="13264"/>
                  </a:lnTo>
                  <a:cubicBezTo>
                    <a:pt x="17526" y="8216"/>
                    <a:pt x="30480" y="8216"/>
                    <a:pt x="42577" y="13169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82" name="Freeform: Shape 381">
              <a:extLst>
                <a:ext uri="{FF2B5EF4-FFF2-40B4-BE49-F238E27FC236}">
                  <a16:creationId xmlns:a16="http://schemas.microsoft.com/office/drawing/2014/main" id="{E48B0B84-2F82-484C-8758-CCCB07A891A4}"/>
                </a:ext>
              </a:extLst>
            </p:cNvPr>
            <p:cNvSpPr/>
            <p:nvPr/>
          </p:nvSpPr>
          <p:spPr>
            <a:xfrm>
              <a:off x="4219796" y="3117508"/>
              <a:ext cx="46196" cy="13263"/>
            </a:xfrm>
            <a:custGeom>
              <a:avLst/>
              <a:gdLst>
                <a:gd name="connsiteX0" fmla="*/ 3143 w 46196"/>
                <a:gd name="connsiteY0" fmla="*/ 13264 h 13263"/>
                <a:gd name="connsiteX1" fmla="*/ 42577 w 46196"/>
                <a:gd name="connsiteY1" fmla="*/ 13169 h 13263"/>
                <a:gd name="connsiteX2" fmla="*/ 46196 w 46196"/>
                <a:gd name="connsiteY2" fmla="*/ 4406 h 13263"/>
                <a:gd name="connsiteX3" fmla="*/ 0 w 46196"/>
                <a:gd name="connsiteY3" fmla="*/ 4310 h 13263"/>
                <a:gd name="connsiteX4" fmla="*/ 3143 w 46196"/>
                <a:gd name="connsiteY4" fmla="*/ 13264 h 1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196" h="13263">
                  <a:moveTo>
                    <a:pt x="3143" y="13264"/>
                  </a:moveTo>
                  <a:cubicBezTo>
                    <a:pt x="17526" y="8216"/>
                    <a:pt x="30385" y="8216"/>
                    <a:pt x="42577" y="13169"/>
                  </a:cubicBezTo>
                  <a:lnTo>
                    <a:pt x="46196" y="4406"/>
                  </a:lnTo>
                  <a:cubicBezTo>
                    <a:pt x="31909" y="-1405"/>
                    <a:pt x="16383" y="-1500"/>
                    <a:pt x="0" y="4310"/>
                  </a:cubicBezTo>
                  <a:lnTo>
                    <a:pt x="3143" y="13264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83" name="Freeform: Shape 382">
              <a:extLst>
                <a:ext uri="{FF2B5EF4-FFF2-40B4-BE49-F238E27FC236}">
                  <a16:creationId xmlns:a16="http://schemas.microsoft.com/office/drawing/2014/main" id="{71F03481-F382-4A41-BE30-D33DCFC02547}"/>
                </a:ext>
              </a:extLst>
            </p:cNvPr>
            <p:cNvSpPr/>
            <p:nvPr/>
          </p:nvSpPr>
          <p:spPr>
            <a:xfrm>
              <a:off x="4219796" y="3145035"/>
              <a:ext cx="46196" cy="13263"/>
            </a:xfrm>
            <a:custGeom>
              <a:avLst/>
              <a:gdLst>
                <a:gd name="connsiteX0" fmla="*/ 3143 w 46196"/>
                <a:gd name="connsiteY0" fmla="*/ 13264 h 13263"/>
                <a:gd name="connsiteX1" fmla="*/ 42577 w 46196"/>
                <a:gd name="connsiteY1" fmla="*/ 13169 h 13263"/>
                <a:gd name="connsiteX2" fmla="*/ 46196 w 46196"/>
                <a:gd name="connsiteY2" fmla="*/ 4406 h 13263"/>
                <a:gd name="connsiteX3" fmla="*/ 0 w 46196"/>
                <a:gd name="connsiteY3" fmla="*/ 4310 h 13263"/>
                <a:gd name="connsiteX4" fmla="*/ 3143 w 46196"/>
                <a:gd name="connsiteY4" fmla="*/ 13264 h 1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196" h="13263">
                  <a:moveTo>
                    <a:pt x="3143" y="13264"/>
                  </a:moveTo>
                  <a:cubicBezTo>
                    <a:pt x="17526" y="8216"/>
                    <a:pt x="30385" y="8216"/>
                    <a:pt x="42577" y="13169"/>
                  </a:cubicBezTo>
                  <a:lnTo>
                    <a:pt x="46196" y="4406"/>
                  </a:lnTo>
                  <a:cubicBezTo>
                    <a:pt x="31909" y="-1405"/>
                    <a:pt x="16383" y="-1500"/>
                    <a:pt x="0" y="4310"/>
                  </a:cubicBezTo>
                  <a:lnTo>
                    <a:pt x="3143" y="13264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84" name="Freeform: Shape 383">
              <a:extLst>
                <a:ext uri="{FF2B5EF4-FFF2-40B4-BE49-F238E27FC236}">
                  <a16:creationId xmlns:a16="http://schemas.microsoft.com/office/drawing/2014/main" id="{72FABB8B-2A5A-468F-968D-0A9CEA41A041}"/>
                </a:ext>
              </a:extLst>
            </p:cNvPr>
            <p:cNvSpPr/>
            <p:nvPr/>
          </p:nvSpPr>
          <p:spPr>
            <a:xfrm>
              <a:off x="4219796" y="3172467"/>
              <a:ext cx="46196" cy="13263"/>
            </a:xfrm>
            <a:custGeom>
              <a:avLst/>
              <a:gdLst>
                <a:gd name="connsiteX0" fmla="*/ 3143 w 46196"/>
                <a:gd name="connsiteY0" fmla="*/ 13264 h 13263"/>
                <a:gd name="connsiteX1" fmla="*/ 42577 w 46196"/>
                <a:gd name="connsiteY1" fmla="*/ 13169 h 13263"/>
                <a:gd name="connsiteX2" fmla="*/ 46196 w 46196"/>
                <a:gd name="connsiteY2" fmla="*/ 4406 h 13263"/>
                <a:gd name="connsiteX3" fmla="*/ 0 w 46196"/>
                <a:gd name="connsiteY3" fmla="*/ 4310 h 13263"/>
                <a:gd name="connsiteX4" fmla="*/ 3143 w 46196"/>
                <a:gd name="connsiteY4" fmla="*/ 13264 h 1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196" h="13263">
                  <a:moveTo>
                    <a:pt x="3143" y="13264"/>
                  </a:moveTo>
                  <a:cubicBezTo>
                    <a:pt x="17526" y="8216"/>
                    <a:pt x="30385" y="8216"/>
                    <a:pt x="42577" y="13169"/>
                  </a:cubicBezTo>
                  <a:lnTo>
                    <a:pt x="46196" y="4406"/>
                  </a:lnTo>
                  <a:cubicBezTo>
                    <a:pt x="31909" y="-1405"/>
                    <a:pt x="16383" y="-1500"/>
                    <a:pt x="0" y="4310"/>
                  </a:cubicBezTo>
                  <a:lnTo>
                    <a:pt x="3143" y="13264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85" name="Freeform: Shape 384">
              <a:extLst>
                <a:ext uri="{FF2B5EF4-FFF2-40B4-BE49-F238E27FC236}">
                  <a16:creationId xmlns:a16="http://schemas.microsoft.com/office/drawing/2014/main" id="{DD27EB95-7707-477E-B753-FD5756D7230F}"/>
                </a:ext>
              </a:extLst>
            </p:cNvPr>
            <p:cNvSpPr/>
            <p:nvPr/>
          </p:nvSpPr>
          <p:spPr>
            <a:xfrm rot="-981374">
              <a:off x="4299513" y="3076530"/>
              <a:ext cx="34669" cy="9524"/>
            </a:xfrm>
            <a:custGeom>
              <a:avLst/>
              <a:gdLst>
                <a:gd name="connsiteX0" fmla="*/ 0 w 34669"/>
                <a:gd name="connsiteY0" fmla="*/ 0 h 9524"/>
                <a:gd name="connsiteX1" fmla="*/ 34670 w 34669"/>
                <a:gd name="connsiteY1" fmla="*/ 0 h 9524"/>
                <a:gd name="connsiteX2" fmla="*/ 34670 w 34669"/>
                <a:gd name="connsiteY2" fmla="*/ 9525 h 9524"/>
                <a:gd name="connsiteX3" fmla="*/ 0 w 34669"/>
                <a:gd name="connsiteY3" fmla="*/ 9525 h 9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669" h="9524">
                  <a:moveTo>
                    <a:pt x="0" y="0"/>
                  </a:moveTo>
                  <a:lnTo>
                    <a:pt x="34670" y="0"/>
                  </a:lnTo>
                  <a:lnTo>
                    <a:pt x="34670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86" name="Freeform: Shape 385">
              <a:extLst>
                <a:ext uri="{FF2B5EF4-FFF2-40B4-BE49-F238E27FC236}">
                  <a16:creationId xmlns:a16="http://schemas.microsoft.com/office/drawing/2014/main" id="{7CA97367-1271-4C70-8373-D371FF019BA4}"/>
                </a:ext>
              </a:extLst>
            </p:cNvPr>
            <p:cNvSpPr/>
            <p:nvPr/>
          </p:nvSpPr>
          <p:spPr>
            <a:xfrm rot="-979861">
              <a:off x="4299593" y="3104812"/>
              <a:ext cx="34672" cy="9525"/>
            </a:xfrm>
            <a:custGeom>
              <a:avLst/>
              <a:gdLst>
                <a:gd name="connsiteX0" fmla="*/ 0 w 34672"/>
                <a:gd name="connsiteY0" fmla="*/ 0 h 9525"/>
                <a:gd name="connsiteX1" fmla="*/ 34673 w 34672"/>
                <a:gd name="connsiteY1" fmla="*/ 0 h 9525"/>
                <a:gd name="connsiteX2" fmla="*/ 34673 w 34672"/>
                <a:gd name="connsiteY2" fmla="*/ 9526 h 9525"/>
                <a:gd name="connsiteX3" fmla="*/ 0 w 34672"/>
                <a:gd name="connsiteY3" fmla="*/ 9526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672" h="9525">
                  <a:moveTo>
                    <a:pt x="0" y="0"/>
                  </a:moveTo>
                  <a:lnTo>
                    <a:pt x="34673" y="0"/>
                  </a:lnTo>
                  <a:lnTo>
                    <a:pt x="34673" y="9526"/>
                  </a:lnTo>
                  <a:lnTo>
                    <a:pt x="0" y="9526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87" name="Freeform: Shape 386">
              <a:extLst>
                <a:ext uri="{FF2B5EF4-FFF2-40B4-BE49-F238E27FC236}">
                  <a16:creationId xmlns:a16="http://schemas.microsoft.com/office/drawing/2014/main" id="{A3BBCF45-B579-4B49-8701-A93699A450F4}"/>
                </a:ext>
              </a:extLst>
            </p:cNvPr>
            <p:cNvSpPr/>
            <p:nvPr/>
          </p:nvSpPr>
          <p:spPr>
            <a:xfrm rot="-979861">
              <a:off x="4299596" y="3133007"/>
              <a:ext cx="34672" cy="9525"/>
            </a:xfrm>
            <a:custGeom>
              <a:avLst/>
              <a:gdLst>
                <a:gd name="connsiteX0" fmla="*/ 0 w 34672"/>
                <a:gd name="connsiteY0" fmla="*/ 0 h 9525"/>
                <a:gd name="connsiteX1" fmla="*/ 34673 w 34672"/>
                <a:gd name="connsiteY1" fmla="*/ 0 h 9525"/>
                <a:gd name="connsiteX2" fmla="*/ 34673 w 34672"/>
                <a:gd name="connsiteY2" fmla="*/ 9525 h 9525"/>
                <a:gd name="connsiteX3" fmla="*/ 0 w 34672"/>
                <a:gd name="connsiteY3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672" h="9525">
                  <a:moveTo>
                    <a:pt x="0" y="0"/>
                  </a:moveTo>
                  <a:lnTo>
                    <a:pt x="34673" y="0"/>
                  </a:lnTo>
                  <a:lnTo>
                    <a:pt x="34673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88" name="Freeform: Shape 387">
              <a:extLst>
                <a:ext uri="{FF2B5EF4-FFF2-40B4-BE49-F238E27FC236}">
                  <a16:creationId xmlns:a16="http://schemas.microsoft.com/office/drawing/2014/main" id="{74424CF9-4885-4776-A5A0-20DDD4EAFBC3}"/>
                </a:ext>
              </a:extLst>
            </p:cNvPr>
            <p:cNvSpPr/>
            <p:nvPr/>
          </p:nvSpPr>
          <p:spPr>
            <a:xfrm rot="-979861">
              <a:off x="4299571" y="3161111"/>
              <a:ext cx="34672" cy="9525"/>
            </a:xfrm>
            <a:custGeom>
              <a:avLst/>
              <a:gdLst>
                <a:gd name="connsiteX0" fmla="*/ 0 w 34672"/>
                <a:gd name="connsiteY0" fmla="*/ 0 h 9525"/>
                <a:gd name="connsiteX1" fmla="*/ 34673 w 34672"/>
                <a:gd name="connsiteY1" fmla="*/ 0 h 9525"/>
                <a:gd name="connsiteX2" fmla="*/ 34673 w 34672"/>
                <a:gd name="connsiteY2" fmla="*/ 9525 h 9525"/>
                <a:gd name="connsiteX3" fmla="*/ 0 w 34672"/>
                <a:gd name="connsiteY3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672" h="9525">
                  <a:moveTo>
                    <a:pt x="0" y="0"/>
                  </a:moveTo>
                  <a:lnTo>
                    <a:pt x="34673" y="0"/>
                  </a:lnTo>
                  <a:lnTo>
                    <a:pt x="34673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grpSp>
        <p:nvGrpSpPr>
          <p:cNvPr id="389" name="Graphic 2">
            <a:extLst>
              <a:ext uri="{FF2B5EF4-FFF2-40B4-BE49-F238E27FC236}">
                <a16:creationId xmlns:a16="http://schemas.microsoft.com/office/drawing/2014/main" id="{89980954-E44E-4233-96AB-F5E4ED36C171}"/>
              </a:ext>
            </a:extLst>
          </p:cNvPr>
          <p:cNvGrpSpPr/>
          <p:nvPr/>
        </p:nvGrpSpPr>
        <p:grpSpPr>
          <a:xfrm>
            <a:off x="1780966" y="3463066"/>
            <a:ext cx="276131" cy="173640"/>
            <a:chOff x="4644896" y="3063716"/>
            <a:chExt cx="276131" cy="173640"/>
          </a:xfrm>
          <a:solidFill>
            <a:srgbClr val="000000"/>
          </a:solidFill>
        </p:grpSpPr>
        <p:sp>
          <p:nvSpPr>
            <p:cNvPr id="390" name="Freeform: Shape 389">
              <a:extLst>
                <a:ext uri="{FF2B5EF4-FFF2-40B4-BE49-F238E27FC236}">
                  <a16:creationId xmlns:a16="http://schemas.microsoft.com/office/drawing/2014/main" id="{913EA369-29B2-45B8-AD1C-1486BE2D6040}"/>
                </a:ext>
              </a:extLst>
            </p:cNvPr>
            <p:cNvSpPr/>
            <p:nvPr/>
          </p:nvSpPr>
          <p:spPr>
            <a:xfrm>
              <a:off x="4644896" y="3063716"/>
              <a:ext cx="276131" cy="173640"/>
            </a:xfrm>
            <a:custGeom>
              <a:avLst/>
              <a:gdLst>
                <a:gd name="connsiteX0" fmla="*/ 231077 w 276131"/>
                <a:gd name="connsiteY0" fmla="*/ 54293 h 173640"/>
                <a:gd name="connsiteX1" fmla="*/ 231077 w 276131"/>
                <a:gd name="connsiteY1" fmla="*/ 52673 h 173640"/>
                <a:gd name="connsiteX2" fmla="*/ 173641 w 276131"/>
                <a:gd name="connsiteY2" fmla="*/ 0 h 173640"/>
                <a:gd name="connsiteX3" fmla="*/ 125444 w 276131"/>
                <a:gd name="connsiteY3" fmla="*/ 25622 h 173640"/>
                <a:gd name="connsiteX4" fmla="*/ 110966 w 276131"/>
                <a:gd name="connsiteY4" fmla="*/ 21527 h 173640"/>
                <a:gd name="connsiteX5" fmla="*/ 83915 w 276131"/>
                <a:gd name="connsiteY5" fmla="*/ 43815 h 173640"/>
                <a:gd name="connsiteX6" fmla="*/ 76200 w 276131"/>
                <a:gd name="connsiteY6" fmla="*/ 43148 h 173640"/>
                <a:gd name="connsiteX7" fmla="*/ 33623 w 276131"/>
                <a:gd name="connsiteY7" fmla="*/ 84963 h 173640"/>
                <a:gd name="connsiteX8" fmla="*/ 34195 w 276131"/>
                <a:gd name="connsiteY8" fmla="*/ 92012 h 173640"/>
                <a:gd name="connsiteX9" fmla="*/ 0 w 276131"/>
                <a:gd name="connsiteY9" fmla="*/ 132493 h 173640"/>
                <a:gd name="connsiteX10" fmla="*/ 41910 w 276131"/>
                <a:gd name="connsiteY10" fmla="*/ 173641 h 173640"/>
                <a:gd name="connsiteX11" fmla="*/ 214217 w 276131"/>
                <a:gd name="connsiteY11" fmla="*/ 173641 h 173640"/>
                <a:gd name="connsiteX12" fmla="*/ 276130 w 276131"/>
                <a:gd name="connsiteY12" fmla="*/ 112776 h 173640"/>
                <a:gd name="connsiteX13" fmla="*/ 231077 w 276131"/>
                <a:gd name="connsiteY13" fmla="*/ 54293 h 173640"/>
                <a:gd name="connsiteX14" fmla="*/ 214313 w 276131"/>
                <a:gd name="connsiteY14" fmla="*/ 164211 h 173640"/>
                <a:gd name="connsiteX15" fmla="*/ 42005 w 276131"/>
                <a:gd name="connsiteY15" fmla="*/ 164211 h 173640"/>
                <a:gd name="connsiteX16" fmla="*/ 9620 w 276131"/>
                <a:gd name="connsiteY16" fmla="*/ 132588 h 173640"/>
                <a:gd name="connsiteX17" fmla="*/ 36004 w 276131"/>
                <a:gd name="connsiteY17" fmla="*/ 101441 h 173640"/>
                <a:gd name="connsiteX18" fmla="*/ 45244 w 276131"/>
                <a:gd name="connsiteY18" fmla="*/ 99727 h 173640"/>
                <a:gd name="connsiteX19" fmla="*/ 43625 w 276131"/>
                <a:gd name="connsiteY19" fmla="*/ 90488 h 173640"/>
                <a:gd name="connsiteX20" fmla="*/ 43148 w 276131"/>
                <a:gd name="connsiteY20" fmla="*/ 85058 h 173640"/>
                <a:gd name="connsiteX21" fmla="*/ 76200 w 276131"/>
                <a:gd name="connsiteY21" fmla="*/ 52769 h 173640"/>
                <a:gd name="connsiteX22" fmla="*/ 82296 w 276131"/>
                <a:gd name="connsiteY22" fmla="*/ 53340 h 173640"/>
                <a:gd name="connsiteX23" fmla="*/ 93250 w 276131"/>
                <a:gd name="connsiteY23" fmla="*/ 55340 h 173640"/>
                <a:gd name="connsiteX24" fmla="*/ 93536 w 276131"/>
                <a:gd name="connsiteY24" fmla="*/ 44196 h 173640"/>
                <a:gd name="connsiteX25" fmla="*/ 111157 w 276131"/>
                <a:gd name="connsiteY25" fmla="*/ 31242 h 173640"/>
                <a:gd name="connsiteX26" fmla="*/ 120587 w 276131"/>
                <a:gd name="connsiteY26" fmla="*/ 33909 h 173640"/>
                <a:gd name="connsiteX27" fmla="*/ 128397 w 276131"/>
                <a:gd name="connsiteY27" fmla="*/ 38767 h 173640"/>
                <a:gd name="connsiteX28" fmla="*/ 133540 w 276131"/>
                <a:gd name="connsiteY28" fmla="*/ 31052 h 173640"/>
                <a:gd name="connsiteX29" fmla="*/ 173736 w 276131"/>
                <a:gd name="connsiteY29" fmla="*/ 9620 h 173640"/>
                <a:gd name="connsiteX30" fmla="*/ 221647 w 276131"/>
                <a:gd name="connsiteY30" fmla="*/ 52769 h 173640"/>
                <a:gd name="connsiteX31" fmla="*/ 221647 w 276131"/>
                <a:gd name="connsiteY31" fmla="*/ 54102 h 173640"/>
                <a:gd name="connsiteX32" fmla="*/ 221456 w 276131"/>
                <a:gd name="connsiteY32" fmla="*/ 61532 h 173640"/>
                <a:gd name="connsiteX33" fmla="*/ 228600 w 276131"/>
                <a:gd name="connsiteY33" fmla="*/ 63532 h 173640"/>
                <a:gd name="connsiteX34" fmla="*/ 266795 w 276131"/>
                <a:gd name="connsiteY34" fmla="*/ 112967 h 173640"/>
                <a:gd name="connsiteX35" fmla="*/ 214313 w 276131"/>
                <a:gd name="connsiteY35" fmla="*/ 164211 h 173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76131" h="173640">
                  <a:moveTo>
                    <a:pt x="231077" y="54293"/>
                  </a:moveTo>
                  <a:cubicBezTo>
                    <a:pt x="231077" y="53721"/>
                    <a:pt x="231077" y="53245"/>
                    <a:pt x="231077" y="52673"/>
                  </a:cubicBezTo>
                  <a:cubicBezTo>
                    <a:pt x="231077" y="21527"/>
                    <a:pt x="205359" y="0"/>
                    <a:pt x="173641" y="0"/>
                  </a:cubicBezTo>
                  <a:cubicBezTo>
                    <a:pt x="153448" y="0"/>
                    <a:pt x="135731" y="10192"/>
                    <a:pt x="125444" y="25622"/>
                  </a:cubicBezTo>
                  <a:cubicBezTo>
                    <a:pt x="121253" y="23051"/>
                    <a:pt x="116300" y="21527"/>
                    <a:pt x="110966" y="21527"/>
                  </a:cubicBezTo>
                  <a:cubicBezTo>
                    <a:pt x="96202" y="21527"/>
                    <a:pt x="84201" y="29432"/>
                    <a:pt x="83915" y="43815"/>
                  </a:cubicBezTo>
                  <a:cubicBezTo>
                    <a:pt x="81439" y="43339"/>
                    <a:pt x="78772" y="43148"/>
                    <a:pt x="76200" y="43148"/>
                  </a:cubicBezTo>
                  <a:cubicBezTo>
                    <a:pt x="52673" y="43148"/>
                    <a:pt x="33623" y="61913"/>
                    <a:pt x="33623" y="84963"/>
                  </a:cubicBezTo>
                  <a:cubicBezTo>
                    <a:pt x="33623" y="87344"/>
                    <a:pt x="33814" y="89726"/>
                    <a:pt x="34195" y="92012"/>
                  </a:cubicBezTo>
                  <a:cubicBezTo>
                    <a:pt x="14764" y="95631"/>
                    <a:pt x="0" y="112395"/>
                    <a:pt x="0" y="132493"/>
                  </a:cubicBezTo>
                  <a:cubicBezTo>
                    <a:pt x="0" y="155258"/>
                    <a:pt x="18764" y="173641"/>
                    <a:pt x="41910" y="173641"/>
                  </a:cubicBezTo>
                  <a:lnTo>
                    <a:pt x="214217" y="173641"/>
                  </a:lnTo>
                  <a:cubicBezTo>
                    <a:pt x="248412" y="173641"/>
                    <a:pt x="276130" y="146399"/>
                    <a:pt x="276130" y="112776"/>
                  </a:cubicBezTo>
                  <a:cubicBezTo>
                    <a:pt x="276320" y="84963"/>
                    <a:pt x="257175" y="61436"/>
                    <a:pt x="231077" y="54293"/>
                  </a:cubicBezTo>
                  <a:close/>
                  <a:moveTo>
                    <a:pt x="214313" y="164211"/>
                  </a:moveTo>
                  <a:lnTo>
                    <a:pt x="42005" y="164211"/>
                  </a:lnTo>
                  <a:cubicBezTo>
                    <a:pt x="24098" y="164211"/>
                    <a:pt x="9620" y="150019"/>
                    <a:pt x="9620" y="132588"/>
                  </a:cubicBezTo>
                  <a:cubicBezTo>
                    <a:pt x="9620" y="117348"/>
                    <a:pt x="20669" y="104299"/>
                    <a:pt x="36004" y="101441"/>
                  </a:cubicBezTo>
                  <a:lnTo>
                    <a:pt x="45244" y="99727"/>
                  </a:lnTo>
                  <a:lnTo>
                    <a:pt x="43625" y="90488"/>
                  </a:lnTo>
                  <a:cubicBezTo>
                    <a:pt x="43339" y="88678"/>
                    <a:pt x="43148" y="86868"/>
                    <a:pt x="43148" y="85058"/>
                  </a:cubicBezTo>
                  <a:cubicBezTo>
                    <a:pt x="43148" y="67247"/>
                    <a:pt x="58007" y="52769"/>
                    <a:pt x="76200" y="52769"/>
                  </a:cubicBezTo>
                  <a:cubicBezTo>
                    <a:pt x="78200" y="52769"/>
                    <a:pt x="80296" y="52959"/>
                    <a:pt x="82296" y="53340"/>
                  </a:cubicBezTo>
                  <a:lnTo>
                    <a:pt x="93250" y="55340"/>
                  </a:lnTo>
                  <a:lnTo>
                    <a:pt x="93536" y="44196"/>
                  </a:lnTo>
                  <a:cubicBezTo>
                    <a:pt x="93821" y="32099"/>
                    <a:pt x="107061" y="31242"/>
                    <a:pt x="111157" y="31242"/>
                  </a:cubicBezTo>
                  <a:cubicBezTo>
                    <a:pt x="114490" y="31242"/>
                    <a:pt x="117729" y="32195"/>
                    <a:pt x="120587" y="33909"/>
                  </a:cubicBezTo>
                  <a:lnTo>
                    <a:pt x="128397" y="38767"/>
                  </a:lnTo>
                  <a:lnTo>
                    <a:pt x="133540" y="31052"/>
                  </a:lnTo>
                  <a:cubicBezTo>
                    <a:pt x="142399" y="17621"/>
                    <a:pt x="157448" y="9620"/>
                    <a:pt x="173736" y="9620"/>
                  </a:cubicBezTo>
                  <a:cubicBezTo>
                    <a:pt x="201454" y="9620"/>
                    <a:pt x="221647" y="27718"/>
                    <a:pt x="221647" y="52769"/>
                  </a:cubicBezTo>
                  <a:lnTo>
                    <a:pt x="221647" y="54102"/>
                  </a:lnTo>
                  <a:lnTo>
                    <a:pt x="221456" y="61532"/>
                  </a:lnTo>
                  <a:lnTo>
                    <a:pt x="228600" y="63532"/>
                  </a:lnTo>
                  <a:cubicBezTo>
                    <a:pt x="251079" y="69723"/>
                    <a:pt x="266795" y="90011"/>
                    <a:pt x="266795" y="112967"/>
                  </a:cubicBezTo>
                  <a:cubicBezTo>
                    <a:pt x="266795" y="141161"/>
                    <a:pt x="243269" y="164211"/>
                    <a:pt x="214313" y="164211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91" name="Freeform: Shape 390">
              <a:extLst>
                <a:ext uri="{FF2B5EF4-FFF2-40B4-BE49-F238E27FC236}">
                  <a16:creationId xmlns:a16="http://schemas.microsoft.com/office/drawing/2014/main" id="{A455302E-C431-4BED-8AB9-4C6AFE496A85}"/>
                </a:ext>
              </a:extLst>
            </p:cNvPr>
            <p:cNvSpPr/>
            <p:nvPr/>
          </p:nvSpPr>
          <p:spPr>
            <a:xfrm>
              <a:off x="4719763" y="3132962"/>
              <a:ext cx="126587" cy="84391"/>
            </a:xfrm>
            <a:custGeom>
              <a:avLst/>
              <a:gdLst>
                <a:gd name="connsiteX0" fmla="*/ 0 w 126587"/>
                <a:gd name="connsiteY0" fmla="*/ 84392 h 84391"/>
                <a:gd name="connsiteX1" fmla="*/ 126587 w 126587"/>
                <a:gd name="connsiteY1" fmla="*/ 84392 h 84391"/>
                <a:gd name="connsiteX2" fmla="*/ 126587 w 126587"/>
                <a:gd name="connsiteY2" fmla="*/ 0 h 84391"/>
                <a:gd name="connsiteX3" fmla="*/ 0 w 126587"/>
                <a:gd name="connsiteY3" fmla="*/ 0 h 84391"/>
                <a:gd name="connsiteX4" fmla="*/ 0 w 126587"/>
                <a:gd name="connsiteY4" fmla="*/ 84392 h 84391"/>
                <a:gd name="connsiteX5" fmla="*/ 9525 w 126587"/>
                <a:gd name="connsiteY5" fmla="*/ 9525 h 84391"/>
                <a:gd name="connsiteX6" fmla="*/ 117062 w 126587"/>
                <a:gd name="connsiteY6" fmla="*/ 9525 h 84391"/>
                <a:gd name="connsiteX7" fmla="*/ 117062 w 126587"/>
                <a:gd name="connsiteY7" fmla="*/ 74867 h 84391"/>
                <a:gd name="connsiteX8" fmla="*/ 9525 w 126587"/>
                <a:gd name="connsiteY8" fmla="*/ 74867 h 84391"/>
                <a:gd name="connsiteX9" fmla="*/ 9525 w 126587"/>
                <a:gd name="connsiteY9" fmla="*/ 9525 h 84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6587" h="84391">
                  <a:moveTo>
                    <a:pt x="0" y="84392"/>
                  </a:moveTo>
                  <a:lnTo>
                    <a:pt x="126587" y="84392"/>
                  </a:lnTo>
                  <a:lnTo>
                    <a:pt x="126587" y="0"/>
                  </a:lnTo>
                  <a:lnTo>
                    <a:pt x="0" y="0"/>
                  </a:lnTo>
                  <a:lnTo>
                    <a:pt x="0" y="84392"/>
                  </a:lnTo>
                  <a:close/>
                  <a:moveTo>
                    <a:pt x="9525" y="9525"/>
                  </a:moveTo>
                  <a:lnTo>
                    <a:pt x="117062" y="9525"/>
                  </a:lnTo>
                  <a:lnTo>
                    <a:pt x="117062" y="74867"/>
                  </a:lnTo>
                  <a:lnTo>
                    <a:pt x="9525" y="74867"/>
                  </a:lnTo>
                  <a:lnTo>
                    <a:pt x="9525" y="9525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062362CE-CFC8-4592-9089-EDD67D09C131}"/>
                </a:ext>
              </a:extLst>
            </p:cNvPr>
            <p:cNvSpPr/>
            <p:nvPr/>
          </p:nvSpPr>
          <p:spPr>
            <a:xfrm>
              <a:off x="4738623" y="3154775"/>
              <a:ext cx="22859" cy="40766"/>
            </a:xfrm>
            <a:custGeom>
              <a:avLst/>
              <a:gdLst>
                <a:gd name="connsiteX0" fmla="*/ 16192 w 22859"/>
                <a:gd name="connsiteY0" fmla="*/ 0 h 40766"/>
                <a:gd name="connsiteX1" fmla="*/ 6667 w 22859"/>
                <a:gd name="connsiteY1" fmla="*/ 0 h 40766"/>
                <a:gd name="connsiteX2" fmla="*/ 6667 w 22859"/>
                <a:gd name="connsiteY2" fmla="*/ 8096 h 40766"/>
                <a:gd name="connsiteX3" fmla="*/ 0 w 22859"/>
                <a:gd name="connsiteY3" fmla="*/ 8096 h 40766"/>
                <a:gd name="connsiteX4" fmla="*/ 0 w 22859"/>
                <a:gd name="connsiteY4" fmla="*/ 17621 h 40766"/>
                <a:gd name="connsiteX5" fmla="*/ 6667 w 22859"/>
                <a:gd name="connsiteY5" fmla="*/ 17621 h 40766"/>
                <a:gd name="connsiteX6" fmla="*/ 6667 w 22859"/>
                <a:gd name="connsiteY6" fmla="*/ 40767 h 40766"/>
                <a:gd name="connsiteX7" fmla="*/ 16192 w 22859"/>
                <a:gd name="connsiteY7" fmla="*/ 40767 h 40766"/>
                <a:gd name="connsiteX8" fmla="*/ 16192 w 22859"/>
                <a:gd name="connsiteY8" fmla="*/ 17621 h 40766"/>
                <a:gd name="connsiteX9" fmla="*/ 22860 w 22859"/>
                <a:gd name="connsiteY9" fmla="*/ 17621 h 40766"/>
                <a:gd name="connsiteX10" fmla="*/ 22860 w 22859"/>
                <a:gd name="connsiteY10" fmla="*/ 8096 h 40766"/>
                <a:gd name="connsiteX11" fmla="*/ 16192 w 22859"/>
                <a:gd name="connsiteY11" fmla="*/ 8096 h 40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859" h="40766">
                  <a:moveTo>
                    <a:pt x="16192" y="0"/>
                  </a:moveTo>
                  <a:lnTo>
                    <a:pt x="6667" y="0"/>
                  </a:lnTo>
                  <a:lnTo>
                    <a:pt x="6667" y="8096"/>
                  </a:lnTo>
                  <a:lnTo>
                    <a:pt x="0" y="8096"/>
                  </a:lnTo>
                  <a:lnTo>
                    <a:pt x="0" y="17621"/>
                  </a:lnTo>
                  <a:lnTo>
                    <a:pt x="6667" y="17621"/>
                  </a:lnTo>
                  <a:lnTo>
                    <a:pt x="6667" y="40767"/>
                  </a:lnTo>
                  <a:lnTo>
                    <a:pt x="16192" y="40767"/>
                  </a:lnTo>
                  <a:lnTo>
                    <a:pt x="16192" y="17621"/>
                  </a:lnTo>
                  <a:lnTo>
                    <a:pt x="22860" y="17621"/>
                  </a:lnTo>
                  <a:lnTo>
                    <a:pt x="22860" y="8096"/>
                  </a:lnTo>
                  <a:lnTo>
                    <a:pt x="16192" y="8096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C3B95C2A-1A6A-4EE9-8013-3BE1B61E12D0}"/>
                </a:ext>
              </a:extLst>
            </p:cNvPr>
            <p:cNvSpPr/>
            <p:nvPr/>
          </p:nvSpPr>
          <p:spPr>
            <a:xfrm>
              <a:off x="4771674" y="3154775"/>
              <a:ext cx="22764" cy="40766"/>
            </a:xfrm>
            <a:custGeom>
              <a:avLst/>
              <a:gdLst>
                <a:gd name="connsiteX0" fmla="*/ 16193 w 22764"/>
                <a:gd name="connsiteY0" fmla="*/ 0 h 40766"/>
                <a:gd name="connsiteX1" fmla="*/ 6668 w 22764"/>
                <a:gd name="connsiteY1" fmla="*/ 0 h 40766"/>
                <a:gd name="connsiteX2" fmla="*/ 6668 w 22764"/>
                <a:gd name="connsiteY2" fmla="*/ 23050 h 40766"/>
                <a:gd name="connsiteX3" fmla="*/ 0 w 22764"/>
                <a:gd name="connsiteY3" fmla="*/ 23050 h 40766"/>
                <a:gd name="connsiteX4" fmla="*/ 0 w 22764"/>
                <a:gd name="connsiteY4" fmla="*/ 32575 h 40766"/>
                <a:gd name="connsiteX5" fmla="*/ 6668 w 22764"/>
                <a:gd name="connsiteY5" fmla="*/ 32575 h 40766"/>
                <a:gd name="connsiteX6" fmla="*/ 6668 w 22764"/>
                <a:gd name="connsiteY6" fmla="*/ 40767 h 40766"/>
                <a:gd name="connsiteX7" fmla="*/ 16193 w 22764"/>
                <a:gd name="connsiteY7" fmla="*/ 40767 h 40766"/>
                <a:gd name="connsiteX8" fmla="*/ 16193 w 22764"/>
                <a:gd name="connsiteY8" fmla="*/ 32575 h 40766"/>
                <a:gd name="connsiteX9" fmla="*/ 22765 w 22764"/>
                <a:gd name="connsiteY9" fmla="*/ 32575 h 40766"/>
                <a:gd name="connsiteX10" fmla="*/ 22765 w 22764"/>
                <a:gd name="connsiteY10" fmla="*/ 23050 h 40766"/>
                <a:gd name="connsiteX11" fmla="*/ 16193 w 22764"/>
                <a:gd name="connsiteY11" fmla="*/ 23050 h 40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764" h="40766">
                  <a:moveTo>
                    <a:pt x="16193" y="0"/>
                  </a:moveTo>
                  <a:lnTo>
                    <a:pt x="6668" y="0"/>
                  </a:lnTo>
                  <a:lnTo>
                    <a:pt x="6668" y="23050"/>
                  </a:lnTo>
                  <a:lnTo>
                    <a:pt x="0" y="23050"/>
                  </a:lnTo>
                  <a:lnTo>
                    <a:pt x="0" y="32575"/>
                  </a:lnTo>
                  <a:lnTo>
                    <a:pt x="6668" y="32575"/>
                  </a:lnTo>
                  <a:lnTo>
                    <a:pt x="6668" y="40767"/>
                  </a:lnTo>
                  <a:lnTo>
                    <a:pt x="16193" y="40767"/>
                  </a:lnTo>
                  <a:lnTo>
                    <a:pt x="16193" y="32575"/>
                  </a:lnTo>
                  <a:lnTo>
                    <a:pt x="22765" y="32575"/>
                  </a:lnTo>
                  <a:lnTo>
                    <a:pt x="22765" y="23050"/>
                  </a:lnTo>
                  <a:lnTo>
                    <a:pt x="16193" y="2305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94" name="Freeform: Shape 393">
              <a:extLst>
                <a:ext uri="{FF2B5EF4-FFF2-40B4-BE49-F238E27FC236}">
                  <a16:creationId xmlns:a16="http://schemas.microsoft.com/office/drawing/2014/main" id="{4AC4F860-A4CA-4938-B242-24B855935F1A}"/>
                </a:ext>
              </a:extLst>
            </p:cNvPr>
            <p:cNvSpPr/>
            <p:nvPr/>
          </p:nvSpPr>
          <p:spPr>
            <a:xfrm>
              <a:off x="4804631" y="3154775"/>
              <a:ext cx="22860" cy="40766"/>
            </a:xfrm>
            <a:custGeom>
              <a:avLst/>
              <a:gdLst>
                <a:gd name="connsiteX0" fmla="*/ 16193 w 22860"/>
                <a:gd name="connsiteY0" fmla="*/ 0 h 40766"/>
                <a:gd name="connsiteX1" fmla="*/ 6668 w 22860"/>
                <a:gd name="connsiteY1" fmla="*/ 0 h 40766"/>
                <a:gd name="connsiteX2" fmla="*/ 6668 w 22860"/>
                <a:gd name="connsiteY2" fmla="*/ 8096 h 40766"/>
                <a:gd name="connsiteX3" fmla="*/ 0 w 22860"/>
                <a:gd name="connsiteY3" fmla="*/ 8096 h 40766"/>
                <a:gd name="connsiteX4" fmla="*/ 0 w 22860"/>
                <a:gd name="connsiteY4" fmla="*/ 17621 h 40766"/>
                <a:gd name="connsiteX5" fmla="*/ 6668 w 22860"/>
                <a:gd name="connsiteY5" fmla="*/ 17621 h 40766"/>
                <a:gd name="connsiteX6" fmla="*/ 6668 w 22860"/>
                <a:gd name="connsiteY6" fmla="*/ 40767 h 40766"/>
                <a:gd name="connsiteX7" fmla="*/ 16193 w 22860"/>
                <a:gd name="connsiteY7" fmla="*/ 40767 h 40766"/>
                <a:gd name="connsiteX8" fmla="*/ 16193 w 22860"/>
                <a:gd name="connsiteY8" fmla="*/ 17621 h 40766"/>
                <a:gd name="connsiteX9" fmla="*/ 22860 w 22860"/>
                <a:gd name="connsiteY9" fmla="*/ 17621 h 40766"/>
                <a:gd name="connsiteX10" fmla="*/ 22860 w 22860"/>
                <a:gd name="connsiteY10" fmla="*/ 8096 h 40766"/>
                <a:gd name="connsiteX11" fmla="*/ 16193 w 22860"/>
                <a:gd name="connsiteY11" fmla="*/ 8096 h 40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860" h="40766">
                  <a:moveTo>
                    <a:pt x="16193" y="0"/>
                  </a:moveTo>
                  <a:lnTo>
                    <a:pt x="6668" y="0"/>
                  </a:lnTo>
                  <a:lnTo>
                    <a:pt x="6668" y="8096"/>
                  </a:lnTo>
                  <a:lnTo>
                    <a:pt x="0" y="8096"/>
                  </a:lnTo>
                  <a:lnTo>
                    <a:pt x="0" y="17621"/>
                  </a:lnTo>
                  <a:lnTo>
                    <a:pt x="6668" y="17621"/>
                  </a:lnTo>
                  <a:lnTo>
                    <a:pt x="6668" y="40767"/>
                  </a:lnTo>
                  <a:lnTo>
                    <a:pt x="16193" y="40767"/>
                  </a:lnTo>
                  <a:lnTo>
                    <a:pt x="16193" y="17621"/>
                  </a:lnTo>
                  <a:lnTo>
                    <a:pt x="22860" y="17621"/>
                  </a:lnTo>
                  <a:lnTo>
                    <a:pt x="22860" y="8096"/>
                  </a:lnTo>
                  <a:lnTo>
                    <a:pt x="16193" y="8096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grpSp>
        <p:nvGrpSpPr>
          <p:cNvPr id="395" name="Graphic 2">
            <a:extLst>
              <a:ext uri="{FF2B5EF4-FFF2-40B4-BE49-F238E27FC236}">
                <a16:creationId xmlns:a16="http://schemas.microsoft.com/office/drawing/2014/main" id="{89980954-E44E-4233-96AB-F5E4ED36C171}"/>
              </a:ext>
            </a:extLst>
          </p:cNvPr>
          <p:cNvGrpSpPr/>
          <p:nvPr/>
        </p:nvGrpSpPr>
        <p:grpSpPr>
          <a:xfrm>
            <a:off x="2907607" y="3436491"/>
            <a:ext cx="280606" cy="226695"/>
            <a:chOff x="5142006" y="3037141"/>
            <a:chExt cx="280606" cy="226695"/>
          </a:xfrm>
          <a:solidFill>
            <a:srgbClr val="000000"/>
          </a:solidFill>
        </p:grpSpPr>
        <p:sp>
          <p:nvSpPr>
            <p:cNvPr id="396" name="Freeform: Shape 395">
              <a:extLst>
                <a:ext uri="{FF2B5EF4-FFF2-40B4-BE49-F238E27FC236}">
                  <a16:creationId xmlns:a16="http://schemas.microsoft.com/office/drawing/2014/main" id="{7880F355-CF0B-4D32-8AD7-87E7B0D3E2E7}"/>
                </a:ext>
              </a:extLst>
            </p:cNvPr>
            <p:cNvSpPr/>
            <p:nvPr/>
          </p:nvSpPr>
          <p:spPr>
            <a:xfrm>
              <a:off x="5142006" y="3037141"/>
              <a:ext cx="280606" cy="176974"/>
            </a:xfrm>
            <a:custGeom>
              <a:avLst/>
              <a:gdLst>
                <a:gd name="connsiteX0" fmla="*/ 234696 w 280606"/>
                <a:gd name="connsiteY0" fmla="*/ 55245 h 176974"/>
                <a:gd name="connsiteX1" fmla="*/ 234696 w 280606"/>
                <a:gd name="connsiteY1" fmla="*/ 53626 h 176974"/>
                <a:gd name="connsiteX2" fmla="*/ 176308 w 280606"/>
                <a:gd name="connsiteY2" fmla="*/ 0 h 176974"/>
                <a:gd name="connsiteX3" fmla="*/ 127444 w 280606"/>
                <a:gd name="connsiteY3" fmla="*/ 26099 h 176974"/>
                <a:gd name="connsiteX4" fmla="*/ 112776 w 280606"/>
                <a:gd name="connsiteY4" fmla="*/ 21908 h 176974"/>
                <a:gd name="connsiteX5" fmla="*/ 85249 w 280606"/>
                <a:gd name="connsiteY5" fmla="*/ 44577 h 176974"/>
                <a:gd name="connsiteX6" fmla="*/ 77343 w 280606"/>
                <a:gd name="connsiteY6" fmla="*/ 43910 h 176974"/>
                <a:gd name="connsiteX7" fmla="*/ 34099 w 280606"/>
                <a:gd name="connsiteY7" fmla="*/ 86487 h 176974"/>
                <a:gd name="connsiteX8" fmla="*/ 34671 w 280606"/>
                <a:gd name="connsiteY8" fmla="*/ 93631 h 176974"/>
                <a:gd name="connsiteX9" fmla="*/ 0 w 280606"/>
                <a:gd name="connsiteY9" fmla="*/ 134874 h 176974"/>
                <a:gd name="connsiteX10" fmla="*/ 42577 w 280606"/>
                <a:gd name="connsiteY10" fmla="*/ 176784 h 176974"/>
                <a:gd name="connsiteX11" fmla="*/ 67437 w 280606"/>
                <a:gd name="connsiteY11" fmla="*/ 176784 h 176974"/>
                <a:gd name="connsiteX12" fmla="*/ 67437 w 280606"/>
                <a:gd name="connsiteY12" fmla="*/ 167259 h 176974"/>
                <a:gd name="connsiteX13" fmla="*/ 42577 w 280606"/>
                <a:gd name="connsiteY13" fmla="*/ 167259 h 176974"/>
                <a:gd name="connsiteX14" fmla="*/ 9525 w 280606"/>
                <a:gd name="connsiteY14" fmla="*/ 134874 h 176974"/>
                <a:gd name="connsiteX15" fmla="*/ 36385 w 280606"/>
                <a:gd name="connsiteY15" fmla="*/ 103060 h 176974"/>
                <a:gd name="connsiteX16" fmla="*/ 45625 w 280606"/>
                <a:gd name="connsiteY16" fmla="*/ 101346 h 176974"/>
                <a:gd name="connsiteX17" fmla="*/ 44005 w 280606"/>
                <a:gd name="connsiteY17" fmla="*/ 92107 h 176974"/>
                <a:gd name="connsiteX18" fmla="*/ 43529 w 280606"/>
                <a:gd name="connsiteY18" fmla="*/ 86582 h 176974"/>
                <a:gd name="connsiteX19" fmla="*/ 77248 w 280606"/>
                <a:gd name="connsiteY19" fmla="*/ 53530 h 176974"/>
                <a:gd name="connsiteX20" fmla="*/ 83439 w 280606"/>
                <a:gd name="connsiteY20" fmla="*/ 54102 h 176974"/>
                <a:gd name="connsiteX21" fmla="*/ 94393 w 280606"/>
                <a:gd name="connsiteY21" fmla="*/ 56102 h 176974"/>
                <a:gd name="connsiteX22" fmla="*/ 94678 w 280606"/>
                <a:gd name="connsiteY22" fmla="*/ 44958 h 176974"/>
                <a:gd name="connsiteX23" fmla="*/ 112681 w 280606"/>
                <a:gd name="connsiteY23" fmla="*/ 31528 h 176974"/>
                <a:gd name="connsiteX24" fmla="*/ 122301 w 280606"/>
                <a:gd name="connsiteY24" fmla="*/ 34290 h 176974"/>
                <a:gd name="connsiteX25" fmla="*/ 130207 w 280606"/>
                <a:gd name="connsiteY25" fmla="*/ 39148 h 176974"/>
                <a:gd name="connsiteX26" fmla="*/ 135350 w 280606"/>
                <a:gd name="connsiteY26" fmla="*/ 31433 h 176974"/>
                <a:gd name="connsiteX27" fmla="*/ 176308 w 280606"/>
                <a:gd name="connsiteY27" fmla="*/ 9620 h 176974"/>
                <a:gd name="connsiteX28" fmla="*/ 225171 w 280606"/>
                <a:gd name="connsiteY28" fmla="*/ 53721 h 176974"/>
                <a:gd name="connsiteX29" fmla="*/ 225171 w 280606"/>
                <a:gd name="connsiteY29" fmla="*/ 55150 h 176974"/>
                <a:gd name="connsiteX30" fmla="*/ 224981 w 280606"/>
                <a:gd name="connsiteY30" fmla="*/ 62579 h 176974"/>
                <a:gd name="connsiteX31" fmla="*/ 232124 w 280606"/>
                <a:gd name="connsiteY31" fmla="*/ 64579 h 176974"/>
                <a:gd name="connsiteX32" fmla="*/ 271082 w 280606"/>
                <a:gd name="connsiteY32" fmla="*/ 115062 h 176974"/>
                <a:gd name="connsiteX33" fmla="*/ 217646 w 280606"/>
                <a:gd name="connsiteY33" fmla="*/ 167450 h 176974"/>
                <a:gd name="connsiteX34" fmla="*/ 213074 w 280606"/>
                <a:gd name="connsiteY34" fmla="*/ 167450 h 176974"/>
                <a:gd name="connsiteX35" fmla="*/ 213074 w 280606"/>
                <a:gd name="connsiteY35" fmla="*/ 176975 h 176974"/>
                <a:gd name="connsiteX36" fmla="*/ 217646 w 280606"/>
                <a:gd name="connsiteY36" fmla="*/ 176975 h 176974"/>
                <a:gd name="connsiteX37" fmla="*/ 280607 w 280606"/>
                <a:gd name="connsiteY37" fmla="*/ 115062 h 176974"/>
                <a:gd name="connsiteX38" fmla="*/ 234696 w 280606"/>
                <a:gd name="connsiteY38" fmla="*/ 55245 h 176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280606" h="176974">
                  <a:moveTo>
                    <a:pt x="234696" y="55245"/>
                  </a:moveTo>
                  <a:cubicBezTo>
                    <a:pt x="234696" y="54674"/>
                    <a:pt x="234696" y="54102"/>
                    <a:pt x="234696" y="53626"/>
                  </a:cubicBezTo>
                  <a:cubicBezTo>
                    <a:pt x="234696" y="21908"/>
                    <a:pt x="208598" y="0"/>
                    <a:pt x="176308" y="0"/>
                  </a:cubicBezTo>
                  <a:cubicBezTo>
                    <a:pt x="155829" y="0"/>
                    <a:pt x="137827" y="10382"/>
                    <a:pt x="127444" y="26099"/>
                  </a:cubicBezTo>
                  <a:cubicBezTo>
                    <a:pt x="123158" y="23432"/>
                    <a:pt x="118205" y="21908"/>
                    <a:pt x="112776" y="21908"/>
                  </a:cubicBezTo>
                  <a:cubicBezTo>
                    <a:pt x="97726" y="21908"/>
                    <a:pt x="85534" y="29908"/>
                    <a:pt x="85249" y="44577"/>
                  </a:cubicBezTo>
                  <a:cubicBezTo>
                    <a:pt x="82677" y="44101"/>
                    <a:pt x="80105" y="43910"/>
                    <a:pt x="77343" y="43910"/>
                  </a:cubicBezTo>
                  <a:cubicBezTo>
                    <a:pt x="53435" y="43910"/>
                    <a:pt x="34099" y="62960"/>
                    <a:pt x="34099" y="86487"/>
                  </a:cubicBezTo>
                  <a:cubicBezTo>
                    <a:pt x="34099" y="88963"/>
                    <a:pt x="34290" y="91345"/>
                    <a:pt x="34671" y="93631"/>
                  </a:cubicBezTo>
                  <a:cubicBezTo>
                    <a:pt x="14954" y="97250"/>
                    <a:pt x="0" y="114300"/>
                    <a:pt x="0" y="134874"/>
                  </a:cubicBezTo>
                  <a:cubicBezTo>
                    <a:pt x="0" y="158020"/>
                    <a:pt x="19050" y="176784"/>
                    <a:pt x="42577" y="176784"/>
                  </a:cubicBezTo>
                  <a:lnTo>
                    <a:pt x="67437" y="176784"/>
                  </a:lnTo>
                  <a:lnTo>
                    <a:pt x="67437" y="167259"/>
                  </a:lnTo>
                  <a:lnTo>
                    <a:pt x="42577" y="167259"/>
                  </a:lnTo>
                  <a:cubicBezTo>
                    <a:pt x="24289" y="167259"/>
                    <a:pt x="9525" y="152686"/>
                    <a:pt x="9525" y="134874"/>
                  </a:cubicBezTo>
                  <a:cubicBezTo>
                    <a:pt x="9525" y="119253"/>
                    <a:pt x="20860" y="105918"/>
                    <a:pt x="36385" y="103060"/>
                  </a:cubicBezTo>
                  <a:lnTo>
                    <a:pt x="45625" y="101346"/>
                  </a:lnTo>
                  <a:lnTo>
                    <a:pt x="44005" y="92107"/>
                  </a:lnTo>
                  <a:cubicBezTo>
                    <a:pt x="43720" y="90297"/>
                    <a:pt x="43529" y="88392"/>
                    <a:pt x="43529" y="86582"/>
                  </a:cubicBezTo>
                  <a:cubicBezTo>
                    <a:pt x="43529" y="68389"/>
                    <a:pt x="58674" y="53530"/>
                    <a:pt x="77248" y="53530"/>
                  </a:cubicBezTo>
                  <a:cubicBezTo>
                    <a:pt x="79343" y="53530"/>
                    <a:pt x="81439" y="53721"/>
                    <a:pt x="83439" y="54102"/>
                  </a:cubicBezTo>
                  <a:lnTo>
                    <a:pt x="94393" y="56102"/>
                  </a:lnTo>
                  <a:lnTo>
                    <a:pt x="94678" y="44958"/>
                  </a:lnTo>
                  <a:cubicBezTo>
                    <a:pt x="94964" y="32575"/>
                    <a:pt x="108490" y="31528"/>
                    <a:pt x="112681" y="31528"/>
                  </a:cubicBezTo>
                  <a:cubicBezTo>
                    <a:pt x="116110" y="31528"/>
                    <a:pt x="119444" y="32480"/>
                    <a:pt x="122301" y="34290"/>
                  </a:cubicBezTo>
                  <a:lnTo>
                    <a:pt x="130207" y="39148"/>
                  </a:lnTo>
                  <a:lnTo>
                    <a:pt x="135350" y="31433"/>
                  </a:lnTo>
                  <a:cubicBezTo>
                    <a:pt x="144399" y="17717"/>
                    <a:pt x="159734" y="9620"/>
                    <a:pt x="176308" y="9620"/>
                  </a:cubicBezTo>
                  <a:cubicBezTo>
                    <a:pt x="204597" y="9620"/>
                    <a:pt x="225171" y="28194"/>
                    <a:pt x="225171" y="53721"/>
                  </a:cubicBezTo>
                  <a:lnTo>
                    <a:pt x="225171" y="55150"/>
                  </a:lnTo>
                  <a:lnTo>
                    <a:pt x="224981" y="62579"/>
                  </a:lnTo>
                  <a:lnTo>
                    <a:pt x="232124" y="64579"/>
                  </a:lnTo>
                  <a:cubicBezTo>
                    <a:pt x="255079" y="70866"/>
                    <a:pt x="271082" y="91630"/>
                    <a:pt x="271082" y="115062"/>
                  </a:cubicBezTo>
                  <a:cubicBezTo>
                    <a:pt x="271082" y="143923"/>
                    <a:pt x="247078" y="167450"/>
                    <a:pt x="217646" y="167450"/>
                  </a:cubicBezTo>
                  <a:lnTo>
                    <a:pt x="213074" y="167450"/>
                  </a:lnTo>
                  <a:lnTo>
                    <a:pt x="213074" y="176975"/>
                  </a:lnTo>
                  <a:lnTo>
                    <a:pt x="217646" y="176975"/>
                  </a:lnTo>
                  <a:cubicBezTo>
                    <a:pt x="252412" y="176975"/>
                    <a:pt x="280607" y="149257"/>
                    <a:pt x="280607" y="115062"/>
                  </a:cubicBezTo>
                  <a:cubicBezTo>
                    <a:pt x="280607" y="86487"/>
                    <a:pt x="261175" y="62579"/>
                    <a:pt x="234696" y="5524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97" name="Freeform: Shape 396">
              <a:extLst>
                <a:ext uri="{FF2B5EF4-FFF2-40B4-BE49-F238E27FC236}">
                  <a16:creationId xmlns:a16="http://schemas.microsoft.com/office/drawing/2014/main" id="{83B09807-5B7C-46E9-9EAF-762E4071AFBC}"/>
                </a:ext>
              </a:extLst>
            </p:cNvPr>
            <p:cNvSpPr/>
            <p:nvPr/>
          </p:nvSpPr>
          <p:spPr>
            <a:xfrm>
              <a:off x="5217444" y="3112293"/>
              <a:ext cx="128968" cy="151542"/>
            </a:xfrm>
            <a:custGeom>
              <a:avLst/>
              <a:gdLst>
                <a:gd name="connsiteX0" fmla="*/ 0 w 128968"/>
                <a:gd name="connsiteY0" fmla="*/ 37243 h 151542"/>
                <a:gd name="connsiteX1" fmla="*/ 0 w 128968"/>
                <a:gd name="connsiteY1" fmla="*/ 114300 h 151542"/>
                <a:gd name="connsiteX2" fmla="*/ 64484 w 128968"/>
                <a:gd name="connsiteY2" fmla="*/ 151543 h 151542"/>
                <a:gd name="connsiteX3" fmla="*/ 128969 w 128968"/>
                <a:gd name="connsiteY3" fmla="*/ 114300 h 151542"/>
                <a:gd name="connsiteX4" fmla="*/ 128969 w 128968"/>
                <a:gd name="connsiteY4" fmla="*/ 37243 h 151542"/>
                <a:gd name="connsiteX5" fmla="*/ 64484 w 128968"/>
                <a:gd name="connsiteY5" fmla="*/ 0 h 151542"/>
                <a:gd name="connsiteX6" fmla="*/ 0 w 128968"/>
                <a:gd name="connsiteY6" fmla="*/ 37243 h 151542"/>
                <a:gd name="connsiteX7" fmla="*/ 114681 w 128968"/>
                <a:gd name="connsiteY7" fmla="*/ 40005 h 151542"/>
                <a:gd name="connsiteX8" fmla="*/ 63722 w 128968"/>
                <a:gd name="connsiteY8" fmla="*/ 69533 h 151542"/>
                <a:gd name="connsiteX9" fmla="*/ 14288 w 128968"/>
                <a:gd name="connsiteY9" fmla="*/ 40005 h 151542"/>
                <a:gd name="connsiteX10" fmla="*/ 64579 w 128968"/>
                <a:gd name="connsiteY10" fmla="*/ 10954 h 151542"/>
                <a:gd name="connsiteX11" fmla="*/ 114681 w 128968"/>
                <a:gd name="connsiteY11" fmla="*/ 40005 h 151542"/>
                <a:gd name="connsiteX12" fmla="*/ 9525 w 128968"/>
                <a:gd name="connsiteY12" fmla="*/ 48387 h 151542"/>
                <a:gd name="connsiteX13" fmla="*/ 58865 w 128968"/>
                <a:gd name="connsiteY13" fmla="*/ 77819 h 151542"/>
                <a:gd name="connsiteX14" fmla="*/ 58865 w 128968"/>
                <a:gd name="connsiteY14" fmla="*/ 137255 h 151542"/>
                <a:gd name="connsiteX15" fmla="*/ 9525 w 128968"/>
                <a:gd name="connsiteY15" fmla="*/ 108775 h 151542"/>
                <a:gd name="connsiteX16" fmla="*/ 9525 w 128968"/>
                <a:gd name="connsiteY16" fmla="*/ 48387 h 151542"/>
                <a:gd name="connsiteX17" fmla="*/ 68390 w 128968"/>
                <a:gd name="connsiteY17" fmla="*/ 138303 h 151542"/>
                <a:gd name="connsiteX18" fmla="*/ 68390 w 128968"/>
                <a:gd name="connsiteY18" fmla="*/ 77914 h 151542"/>
                <a:gd name="connsiteX19" fmla="*/ 119444 w 128968"/>
                <a:gd name="connsiteY19" fmla="*/ 48292 h 151542"/>
                <a:gd name="connsiteX20" fmla="*/ 119444 w 128968"/>
                <a:gd name="connsiteY20" fmla="*/ 108871 h 151542"/>
                <a:gd name="connsiteX21" fmla="*/ 68390 w 128968"/>
                <a:gd name="connsiteY21" fmla="*/ 138303 h 1515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8968" h="151542">
                  <a:moveTo>
                    <a:pt x="0" y="37243"/>
                  </a:moveTo>
                  <a:lnTo>
                    <a:pt x="0" y="114300"/>
                  </a:lnTo>
                  <a:lnTo>
                    <a:pt x="64484" y="151543"/>
                  </a:lnTo>
                  <a:lnTo>
                    <a:pt x="128969" y="114300"/>
                  </a:lnTo>
                  <a:lnTo>
                    <a:pt x="128969" y="37243"/>
                  </a:lnTo>
                  <a:lnTo>
                    <a:pt x="64484" y="0"/>
                  </a:lnTo>
                  <a:lnTo>
                    <a:pt x="0" y="37243"/>
                  </a:lnTo>
                  <a:close/>
                  <a:moveTo>
                    <a:pt x="114681" y="40005"/>
                  </a:moveTo>
                  <a:lnTo>
                    <a:pt x="63722" y="69533"/>
                  </a:lnTo>
                  <a:lnTo>
                    <a:pt x="14288" y="40005"/>
                  </a:lnTo>
                  <a:lnTo>
                    <a:pt x="64579" y="10954"/>
                  </a:lnTo>
                  <a:lnTo>
                    <a:pt x="114681" y="40005"/>
                  </a:lnTo>
                  <a:close/>
                  <a:moveTo>
                    <a:pt x="9525" y="48387"/>
                  </a:moveTo>
                  <a:lnTo>
                    <a:pt x="58865" y="77819"/>
                  </a:lnTo>
                  <a:lnTo>
                    <a:pt x="58865" y="137255"/>
                  </a:lnTo>
                  <a:lnTo>
                    <a:pt x="9525" y="108775"/>
                  </a:lnTo>
                  <a:lnTo>
                    <a:pt x="9525" y="48387"/>
                  </a:lnTo>
                  <a:close/>
                  <a:moveTo>
                    <a:pt x="68390" y="138303"/>
                  </a:moveTo>
                  <a:lnTo>
                    <a:pt x="68390" y="77914"/>
                  </a:lnTo>
                  <a:lnTo>
                    <a:pt x="119444" y="48292"/>
                  </a:lnTo>
                  <a:lnTo>
                    <a:pt x="119444" y="108871"/>
                  </a:lnTo>
                  <a:lnTo>
                    <a:pt x="68390" y="138303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398" name="Graphic 2">
            <a:extLst>
              <a:ext uri="{FF2B5EF4-FFF2-40B4-BE49-F238E27FC236}">
                <a16:creationId xmlns:a16="http://schemas.microsoft.com/office/drawing/2014/main" id="{89980954-E44E-4233-96AB-F5E4ED36C171}"/>
              </a:ext>
            </a:extLst>
          </p:cNvPr>
          <p:cNvGrpSpPr/>
          <p:nvPr/>
        </p:nvGrpSpPr>
        <p:grpSpPr>
          <a:xfrm>
            <a:off x="4375369" y="3437920"/>
            <a:ext cx="223932" cy="222789"/>
            <a:chOff x="5633115" y="3038570"/>
            <a:chExt cx="223932" cy="222789"/>
          </a:xfrm>
          <a:solidFill>
            <a:srgbClr val="000000"/>
          </a:solidFill>
        </p:grpSpPr>
        <p:sp>
          <p:nvSpPr>
            <p:cNvPr id="399" name="Freeform: Shape 398">
              <a:extLst>
                <a:ext uri="{FF2B5EF4-FFF2-40B4-BE49-F238E27FC236}">
                  <a16:creationId xmlns:a16="http://schemas.microsoft.com/office/drawing/2014/main" id="{1C5F2710-300A-4F44-A65A-12E6B2BC689B}"/>
                </a:ext>
              </a:extLst>
            </p:cNvPr>
            <p:cNvSpPr/>
            <p:nvPr/>
          </p:nvSpPr>
          <p:spPr>
            <a:xfrm>
              <a:off x="5633115" y="3038570"/>
              <a:ext cx="223932" cy="222789"/>
            </a:xfrm>
            <a:custGeom>
              <a:avLst/>
              <a:gdLst>
                <a:gd name="connsiteX0" fmla="*/ 218122 w 223932"/>
                <a:gd name="connsiteY0" fmla="*/ 101156 h 222789"/>
                <a:gd name="connsiteX1" fmla="*/ 122682 w 223932"/>
                <a:gd name="connsiteY1" fmla="*/ 5715 h 222789"/>
                <a:gd name="connsiteX2" fmla="*/ 108871 w 223932"/>
                <a:gd name="connsiteY2" fmla="*/ 0 h 222789"/>
                <a:gd name="connsiteX3" fmla="*/ 95059 w 223932"/>
                <a:gd name="connsiteY3" fmla="*/ 5715 h 222789"/>
                <a:gd name="connsiteX4" fmla="*/ 55531 w 223932"/>
                <a:gd name="connsiteY4" fmla="*/ 45244 h 222789"/>
                <a:gd name="connsiteX5" fmla="*/ 55531 w 223932"/>
                <a:gd name="connsiteY5" fmla="*/ 72866 h 222789"/>
                <a:gd name="connsiteX6" fmla="*/ 79534 w 223932"/>
                <a:gd name="connsiteY6" fmla="*/ 96965 h 222789"/>
                <a:gd name="connsiteX7" fmla="*/ 857 w 223932"/>
                <a:gd name="connsiteY7" fmla="*/ 173927 h 222789"/>
                <a:gd name="connsiteX8" fmla="*/ 0 w 223932"/>
                <a:gd name="connsiteY8" fmla="*/ 174784 h 222789"/>
                <a:gd name="connsiteX9" fmla="*/ 0 w 223932"/>
                <a:gd name="connsiteY9" fmla="*/ 222790 h 222789"/>
                <a:gd name="connsiteX10" fmla="*/ 50387 w 223932"/>
                <a:gd name="connsiteY10" fmla="*/ 222790 h 222789"/>
                <a:gd name="connsiteX11" fmla="*/ 50387 w 223932"/>
                <a:gd name="connsiteY11" fmla="*/ 198501 h 222789"/>
                <a:gd name="connsiteX12" fmla="*/ 73152 w 223932"/>
                <a:gd name="connsiteY12" fmla="*/ 198501 h 222789"/>
                <a:gd name="connsiteX13" fmla="*/ 89344 w 223932"/>
                <a:gd name="connsiteY13" fmla="*/ 182404 h 222789"/>
                <a:gd name="connsiteX14" fmla="*/ 89344 w 223932"/>
                <a:gd name="connsiteY14" fmla="*/ 161354 h 222789"/>
                <a:gd name="connsiteX15" fmla="*/ 110490 w 223932"/>
                <a:gd name="connsiteY15" fmla="*/ 161354 h 222789"/>
                <a:gd name="connsiteX16" fmla="*/ 127349 w 223932"/>
                <a:gd name="connsiteY16" fmla="*/ 144685 h 222789"/>
                <a:gd name="connsiteX17" fmla="*/ 151066 w 223932"/>
                <a:gd name="connsiteY17" fmla="*/ 168402 h 222789"/>
                <a:gd name="connsiteX18" fmla="*/ 164878 w 223932"/>
                <a:gd name="connsiteY18" fmla="*/ 174117 h 222789"/>
                <a:gd name="connsiteX19" fmla="*/ 178689 w 223932"/>
                <a:gd name="connsiteY19" fmla="*/ 168402 h 222789"/>
                <a:gd name="connsiteX20" fmla="*/ 218218 w 223932"/>
                <a:gd name="connsiteY20" fmla="*/ 128873 h 222789"/>
                <a:gd name="connsiteX21" fmla="*/ 223933 w 223932"/>
                <a:gd name="connsiteY21" fmla="*/ 115062 h 222789"/>
                <a:gd name="connsiteX22" fmla="*/ 218122 w 223932"/>
                <a:gd name="connsiteY22" fmla="*/ 101156 h 222789"/>
                <a:gd name="connsiteX23" fmla="*/ 211360 w 223932"/>
                <a:gd name="connsiteY23" fmla="*/ 122015 h 222789"/>
                <a:gd name="connsiteX24" fmla="*/ 171831 w 223932"/>
                <a:gd name="connsiteY24" fmla="*/ 161544 h 222789"/>
                <a:gd name="connsiteX25" fmla="*/ 164782 w 223932"/>
                <a:gd name="connsiteY25" fmla="*/ 164497 h 222789"/>
                <a:gd name="connsiteX26" fmla="*/ 157734 w 223932"/>
                <a:gd name="connsiteY26" fmla="*/ 161544 h 222789"/>
                <a:gd name="connsiteX27" fmla="*/ 134017 w 223932"/>
                <a:gd name="connsiteY27" fmla="*/ 137827 h 222789"/>
                <a:gd name="connsiteX28" fmla="*/ 127349 w 223932"/>
                <a:gd name="connsiteY28" fmla="*/ 131159 h 222789"/>
                <a:gd name="connsiteX29" fmla="*/ 120586 w 223932"/>
                <a:gd name="connsiteY29" fmla="*/ 137827 h 222789"/>
                <a:gd name="connsiteX30" fmla="*/ 106489 w 223932"/>
                <a:gd name="connsiteY30" fmla="*/ 151733 h 222789"/>
                <a:gd name="connsiteX31" fmla="*/ 79724 w 223932"/>
                <a:gd name="connsiteY31" fmla="*/ 151733 h 222789"/>
                <a:gd name="connsiteX32" fmla="*/ 79724 w 223932"/>
                <a:gd name="connsiteY32" fmla="*/ 178403 h 222789"/>
                <a:gd name="connsiteX33" fmla="*/ 69151 w 223932"/>
                <a:gd name="connsiteY33" fmla="*/ 188881 h 222789"/>
                <a:gd name="connsiteX34" fmla="*/ 40767 w 223932"/>
                <a:gd name="connsiteY34" fmla="*/ 188881 h 222789"/>
                <a:gd name="connsiteX35" fmla="*/ 40767 w 223932"/>
                <a:gd name="connsiteY35" fmla="*/ 213170 h 222789"/>
                <a:gd name="connsiteX36" fmla="*/ 9430 w 223932"/>
                <a:gd name="connsiteY36" fmla="*/ 213170 h 222789"/>
                <a:gd name="connsiteX37" fmla="*/ 9430 w 223932"/>
                <a:gd name="connsiteY37" fmla="*/ 178689 h 222789"/>
                <a:gd name="connsiteX38" fmla="*/ 21526 w 223932"/>
                <a:gd name="connsiteY38" fmla="*/ 166878 h 222789"/>
                <a:gd name="connsiteX39" fmla="*/ 86106 w 223932"/>
                <a:gd name="connsiteY39" fmla="*/ 103727 h 222789"/>
                <a:gd name="connsiteX40" fmla="*/ 92964 w 223932"/>
                <a:gd name="connsiteY40" fmla="*/ 96965 h 222789"/>
                <a:gd name="connsiteX41" fmla="*/ 86106 w 223932"/>
                <a:gd name="connsiteY41" fmla="*/ 90107 h 222789"/>
                <a:gd name="connsiteX42" fmla="*/ 62008 w 223932"/>
                <a:gd name="connsiteY42" fmla="*/ 66008 h 222789"/>
                <a:gd name="connsiteX43" fmla="*/ 59055 w 223932"/>
                <a:gd name="connsiteY43" fmla="*/ 58960 h 222789"/>
                <a:gd name="connsiteX44" fmla="*/ 62008 w 223932"/>
                <a:gd name="connsiteY44" fmla="*/ 51911 h 222789"/>
                <a:gd name="connsiteX45" fmla="*/ 101536 w 223932"/>
                <a:gd name="connsiteY45" fmla="*/ 12383 h 222789"/>
                <a:gd name="connsiteX46" fmla="*/ 108585 w 223932"/>
                <a:gd name="connsiteY46" fmla="*/ 9430 h 222789"/>
                <a:gd name="connsiteX47" fmla="*/ 115633 w 223932"/>
                <a:gd name="connsiteY47" fmla="*/ 12383 h 222789"/>
                <a:gd name="connsiteX48" fmla="*/ 211074 w 223932"/>
                <a:gd name="connsiteY48" fmla="*/ 107823 h 222789"/>
                <a:gd name="connsiteX49" fmla="*/ 214027 w 223932"/>
                <a:gd name="connsiteY49" fmla="*/ 114872 h 222789"/>
                <a:gd name="connsiteX50" fmla="*/ 211360 w 223932"/>
                <a:gd name="connsiteY50" fmla="*/ 122015 h 2227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223932" h="222789">
                  <a:moveTo>
                    <a:pt x="218122" y="101156"/>
                  </a:moveTo>
                  <a:lnTo>
                    <a:pt x="122682" y="5715"/>
                  </a:lnTo>
                  <a:cubicBezTo>
                    <a:pt x="118872" y="1905"/>
                    <a:pt x="113824" y="0"/>
                    <a:pt x="108871" y="0"/>
                  </a:cubicBezTo>
                  <a:cubicBezTo>
                    <a:pt x="103822" y="0"/>
                    <a:pt x="98869" y="1905"/>
                    <a:pt x="95059" y="5715"/>
                  </a:cubicBezTo>
                  <a:lnTo>
                    <a:pt x="55531" y="45244"/>
                  </a:lnTo>
                  <a:cubicBezTo>
                    <a:pt x="47911" y="52864"/>
                    <a:pt x="47911" y="65246"/>
                    <a:pt x="55531" y="72866"/>
                  </a:cubicBezTo>
                  <a:lnTo>
                    <a:pt x="79534" y="96965"/>
                  </a:lnTo>
                  <a:cubicBezTo>
                    <a:pt x="857" y="173831"/>
                    <a:pt x="857" y="173831"/>
                    <a:pt x="857" y="173927"/>
                  </a:cubicBezTo>
                  <a:lnTo>
                    <a:pt x="0" y="174784"/>
                  </a:lnTo>
                  <a:lnTo>
                    <a:pt x="0" y="222790"/>
                  </a:lnTo>
                  <a:lnTo>
                    <a:pt x="50387" y="222790"/>
                  </a:lnTo>
                  <a:lnTo>
                    <a:pt x="50387" y="198501"/>
                  </a:lnTo>
                  <a:lnTo>
                    <a:pt x="73152" y="198501"/>
                  </a:lnTo>
                  <a:lnTo>
                    <a:pt x="89344" y="182404"/>
                  </a:lnTo>
                  <a:lnTo>
                    <a:pt x="89344" y="161354"/>
                  </a:lnTo>
                  <a:lnTo>
                    <a:pt x="110490" y="161354"/>
                  </a:lnTo>
                  <a:lnTo>
                    <a:pt x="127349" y="144685"/>
                  </a:lnTo>
                  <a:lnTo>
                    <a:pt x="151066" y="168402"/>
                  </a:lnTo>
                  <a:cubicBezTo>
                    <a:pt x="154876" y="172212"/>
                    <a:pt x="159925" y="174117"/>
                    <a:pt x="164878" y="174117"/>
                  </a:cubicBezTo>
                  <a:cubicBezTo>
                    <a:pt x="169831" y="174117"/>
                    <a:pt x="174879" y="172212"/>
                    <a:pt x="178689" y="168402"/>
                  </a:cubicBezTo>
                  <a:lnTo>
                    <a:pt x="218218" y="128873"/>
                  </a:lnTo>
                  <a:cubicBezTo>
                    <a:pt x="221932" y="125158"/>
                    <a:pt x="223933" y="120301"/>
                    <a:pt x="223933" y="115062"/>
                  </a:cubicBezTo>
                  <a:cubicBezTo>
                    <a:pt x="223838" y="109728"/>
                    <a:pt x="221837" y="104870"/>
                    <a:pt x="218122" y="101156"/>
                  </a:cubicBezTo>
                  <a:close/>
                  <a:moveTo>
                    <a:pt x="211360" y="122015"/>
                  </a:moveTo>
                  <a:lnTo>
                    <a:pt x="171831" y="161544"/>
                  </a:lnTo>
                  <a:cubicBezTo>
                    <a:pt x="169926" y="163449"/>
                    <a:pt x="167449" y="164497"/>
                    <a:pt x="164782" y="164497"/>
                  </a:cubicBezTo>
                  <a:cubicBezTo>
                    <a:pt x="162115" y="164497"/>
                    <a:pt x="159544" y="163449"/>
                    <a:pt x="157734" y="161544"/>
                  </a:cubicBezTo>
                  <a:lnTo>
                    <a:pt x="134017" y="137827"/>
                  </a:lnTo>
                  <a:lnTo>
                    <a:pt x="127349" y="131159"/>
                  </a:lnTo>
                  <a:lnTo>
                    <a:pt x="120586" y="137827"/>
                  </a:lnTo>
                  <a:lnTo>
                    <a:pt x="106489" y="151733"/>
                  </a:lnTo>
                  <a:lnTo>
                    <a:pt x="79724" y="151733"/>
                  </a:lnTo>
                  <a:lnTo>
                    <a:pt x="79724" y="178403"/>
                  </a:lnTo>
                  <a:lnTo>
                    <a:pt x="69151" y="188881"/>
                  </a:lnTo>
                  <a:lnTo>
                    <a:pt x="40767" y="188881"/>
                  </a:lnTo>
                  <a:lnTo>
                    <a:pt x="40767" y="213170"/>
                  </a:lnTo>
                  <a:lnTo>
                    <a:pt x="9430" y="213170"/>
                  </a:lnTo>
                  <a:lnTo>
                    <a:pt x="9430" y="178689"/>
                  </a:lnTo>
                  <a:lnTo>
                    <a:pt x="21526" y="166878"/>
                  </a:lnTo>
                  <a:lnTo>
                    <a:pt x="86106" y="103727"/>
                  </a:lnTo>
                  <a:lnTo>
                    <a:pt x="92964" y="96965"/>
                  </a:lnTo>
                  <a:lnTo>
                    <a:pt x="86106" y="90107"/>
                  </a:lnTo>
                  <a:lnTo>
                    <a:pt x="62008" y="66008"/>
                  </a:lnTo>
                  <a:cubicBezTo>
                    <a:pt x="60103" y="64103"/>
                    <a:pt x="59055" y="61627"/>
                    <a:pt x="59055" y="58960"/>
                  </a:cubicBezTo>
                  <a:cubicBezTo>
                    <a:pt x="59055" y="56293"/>
                    <a:pt x="60103" y="53721"/>
                    <a:pt x="62008" y="51911"/>
                  </a:cubicBezTo>
                  <a:lnTo>
                    <a:pt x="101536" y="12383"/>
                  </a:lnTo>
                  <a:cubicBezTo>
                    <a:pt x="103441" y="10478"/>
                    <a:pt x="105918" y="9430"/>
                    <a:pt x="108585" y="9430"/>
                  </a:cubicBezTo>
                  <a:cubicBezTo>
                    <a:pt x="111252" y="9430"/>
                    <a:pt x="113824" y="10478"/>
                    <a:pt x="115633" y="12383"/>
                  </a:cubicBezTo>
                  <a:lnTo>
                    <a:pt x="211074" y="107823"/>
                  </a:lnTo>
                  <a:cubicBezTo>
                    <a:pt x="212979" y="109728"/>
                    <a:pt x="214027" y="112204"/>
                    <a:pt x="214027" y="114872"/>
                  </a:cubicBezTo>
                  <a:cubicBezTo>
                    <a:pt x="214027" y="117539"/>
                    <a:pt x="213265" y="120206"/>
                    <a:pt x="211360" y="12201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00" name="Freeform: Shape 399">
              <a:extLst>
                <a:ext uri="{FF2B5EF4-FFF2-40B4-BE49-F238E27FC236}">
                  <a16:creationId xmlns:a16="http://schemas.microsoft.com/office/drawing/2014/main" id="{B0798479-166F-4B63-86EB-43ACBF176D73}"/>
                </a:ext>
              </a:extLst>
            </p:cNvPr>
            <p:cNvSpPr/>
            <p:nvPr/>
          </p:nvSpPr>
          <p:spPr>
            <a:xfrm rot="-2643115">
              <a:off x="5639085" y="3181847"/>
              <a:ext cx="101535" cy="9524"/>
            </a:xfrm>
            <a:custGeom>
              <a:avLst/>
              <a:gdLst>
                <a:gd name="connsiteX0" fmla="*/ 0 w 101535"/>
                <a:gd name="connsiteY0" fmla="*/ 0 h 9524"/>
                <a:gd name="connsiteX1" fmla="*/ 101535 w 101535"/>
                <a:gd name="connsiteY1" fmla="*/ 0 h 9524"/>
                <a:gd name="connsiteX2" fmla="*/ 101535 w 101535"/>
                <a:gd name="connsiteY2" fmla="*/ 9525 h 9524"/>
                <a:gd name="connsiteX3" fmla="*/ 0 w 101535"/>
                <a:gd name="connsiteY3" fmla="*/ 9525 h 9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535" h="9524">
                  <a:moveTo>
                    <a:pt x="0" y="0"/>
                  </a:moveTo>
                  <a:lnTo>
                    <a:pt x="101535" y="0"/>
                  </a:lnTo>
                  <a:lnTo>
                    <a:pt x="101535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01" name="Freeform: Shape 400">
              <a:extLst>
                <a:ext uri="{FF2B5EF4-FFF2-40B4-BE49-F238E27FC236}">
                  <a16:creationId xmlns:a16="http://schemas.microsoft.com/office/drawing/2014/main" id="{1FDAA814-62F5-49E7-BF06-4489447797F0}"/>
                </a:ext>
              </a:extLst>
            </p:cNvPr>
            <p:cNvSpPr/>
            <p:nvPr/>
          </p:nvSpPr>
          <p:spPr>
            <a:xfrm>
              <a:off x="5741319" y="3099720"/>
              <a:ext cx="53911" cy="53911"/>
            </a:xfrm>
            <a:custGeom>
              <a:avLst/>
              <a:gdLst>
                <a:gd name="connsiteX0" fmla="*/ 26956 w 53911"/>
                <a:gd name="connsiteY0" fmla="*/ 0 h 53911"/>
                <a:gd name="connsiteX1" fmla="*/ 0 w 53911"/>
                <a:gd name="connsiteY1" fmla="*/ 26956 h 53911"/>
                <a:gd name="connsiteX2" fmla="*/ 9525 w 53911"/>
                <a:gd name="connsiteY2" fmla="*/ 26956 h 53911"/>
                <a:gd name="connsiteX3" fmla="*/ 26956 w 53911"/>
                <a:gd name="connsiteY3" fmla="*/ 9525 h 53911"/>
                <a:gd name="connsiteX4" fmla="*/ 44387 w 53911"/>
                <a:gd name="connsiteY4" fmla="*/ 26956 h 53911"/>
                <a:gd name="connsiteX5" fmla="*/ 26956 w 53911"/>
                <a:gd name="connsiteY5" fmla="*/ 44387 h 53911"/>
                <a:gd name="connsiteX6" fmla="*/ 26956 w 53911"/>
                <a:gd name="connsiteY6" fmla="*/ 53912 h 53911"/>
                <a:gd name="connsiteX7" fmla="*/ 53912 w 53911"/>
                <a:gd name="connsiteY7" fmla="*/ 26956 h 53911"/>
                <a:gd name="connsiteX8" fmla="*/ 26956 w 53911"/>
                <a:gd name="connsiteY8" fmla="*/ 0 h 53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3911" h="53911">
                  <a:moveTo>
                    <a:pt x="26956" y="0"/>
                  </a:moveTo>
                  <a:cubicBezTo>
                    <a:pt x="12097" y="0"/>
                    <a:pt x="0" y="12097"/>
                    <a:pt x="0" y="26956"/>
                  </a:cubicBezTo>
                  <a:lnTo>
                    <a:pt x="9525" y="26956"/>
                  </a:lnTo>
                  <a:cubicBezTo>
                    <a:pt x="9525" y="17336"/>
                    <a:pt x="17336" y="9525"/>
                    <a:pt x="26956" y="9525"/>
                  </a:cubicBezTo>
                  <a:cubicBezTo>
                    <a:pt x="36576" y="9525"/>
                    <a:pt x="44387" y="17336"/>
                    <a:pt x="44387" y="26956"/>
                  </a:cubicBezTo>
                  <a:cubicBezTo>
                    <a:pt x="44387" y="36576"/>
                    <a:pt x="36576" y="44387"/>
                    <a:pt x="26956" y="44387"/>
                  </a:cubicBezTo>
                  <a:lnTo>
                    <a:pt x="26956" y="53912"/>
                  </a:lnTo>
                  <a:cubicBezTo>
                    <a:pt x="41815" y="53912"/>
                    <a:pt x="53912" y="41815"/>
                    <a:pt x="53912" y="26956"/>
                  </a:cubicBezTo>
                  <a:cubicBezTo>
                    <a:pt x="53912" y="12097"/>
                    <a:pt x="41815" y="0"/>
                    <a:pt x="26956" y="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grpSp>
        <p:nvGrpSpPr>
          <p:cNvPr id="402" name="Graphic 2">
            <a:extLst>
              <a:ext uri="{FF2B5EF4-FFF2-40B4-BE49-F238E27FC236}">
                <a16:creationId xmlns:a16="http://schemas.microsoft.com/office/drawing/2014/main" id="{89980954-E44E-4233-96AB-F5E4ED36C171}"/>
              </a:ext>
            </a:extLst>
          </p:cNvPr>
          <p:cNvGrpSpPr/>
          <p:nvPr/>
        </p:nvGrpSpPr>
        <p:grpSpPr>
          <a:xfrm>
            <a:off x="5543582" y="3429538"/>
            <a:ext cx="133350" cy="196691"/>
            <a:chOff x="6158990" y="3030188"/>
            <a:chExt cx="133350" cy="196691"/>
          </a:xfrm>
          <a:solidFill>
            <a:srgbClr val="231F20"/>
          </a:solidFill>
        </p:grpSpPr>
        <p:sp>
          <p:nvSpPr>
            <p:cNvPr id="403" name="Freeform: Shape 402">
              <a:extLst>
                <a:ext uri="{FF2B5EF4-FFF2-40B4-BE49-F238E27FC236}">
                  <a16:creationId xmlns:a16="http://schemas.microsoft.com/office/drawing/2014/main" id="{C71EFCA6-554D-4C73-8076-9996A99DF6AB}"/>
                </a:ext>
              </a:extLst>
            </p:cNvPr>
            <p:cNvSpPr/>
            <p:nvPr/>
          </p:nvSpPr>
          <p:spPr>
            <a:xfrm>
              <a:off x="6179279" y="3114294"/>
              <a:ext cx="40481" cy="40481"/>
            </a:xfrm>
            <a:custGeom>
              <a:avLst/>
              <a:gdLst>
                <a:gd name="connsiteX0" fmla="*/ 40481 w 40481"/>
                <a:gd name="connsiteY0" fmla="*/ 0 h 40481"/>
                <a:gd name="connsiteX1" fmla="*/ 0 w 40481"/>
                <a:gd name="connsiteY1" fmla="*/ 40481 h 40481"/>
                <a:gd name="connsiteX2" fmla="*/ 9525 w 40481"/>
                <a:gd name="connsiteY2" fmla="*/ 40481 h 40481"/>
                <a:gd name="connsiteX3" fmla="*/ 40481 w 40481"/>
                <a:gd name="connsiteY3" fmla="*/ 9525 h 40481"/>
                <a:gd name="connsiteX4" fmla="*/ 40481 w 40481"/>
                <a:gd name="connsiteY4" fmla="*/ 0 h 4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481" h="40481">
                  <a:moveTo>
                    <a:pt x="40481" y="0"/>
                  </a:moveTo>
                  <a:cubicBezTo>
                    <a:pt x="18193" y="0"/>
                    <a:pt x="0" y="18193"/>
                    <a:pt x="0" y="40481"/>
                  </a:cubicBezTo>
                  <a:lnTo>
                    <a:pt x="9525" y="40481"/>
                  </a:lnTo>
                  <a:cubicBezTo>
                    <a:pt x="9525" y="23431"/>
                    <a:pt x="23431" y="9525"/>
                    <a:pt x="40481" y="9525"/>
                  </a:cubicBezTo>
                  <a:lnTo>
                    <a:pt x="40481" y="0"/>
                  </a:ln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04" name="Freeform: Shape 403">
              <a:extLst>
                <a:ext uri="{FF2B5EF4-FFF2-40B4-BE49-F238E27FC236}">
                  <a16:creationId xmlns:a16="http://schemas.microsoft.com/office/drawing/2014/main" id="{90AE8AFF-8BE6-45B6-B034-CB57A1AE31BA}"/>
                </a:ext>
              </a:extLst>
            </p:cNvPr>
            <p:cNvSpPr/>
            <p:nvPr/>
          </p:nvSpPr>
          <p:spPr>
            <a:xfrm>
              <a:off x="6158990" y="3030188"/>
              <a:ext cx="133350" cy="196691"/>
            </a:xfrm>
            <a:custGeom>
              <a:avLst/>
              <a:gdLst>
                <a:gd name="connsiteX0" fmla="*/ 102489 w 133350"/>
                <a:gd name="connsiteY0" fmla="*/ 73819 h 196691"/>
                <a:gd name="connsiteX1" fmla="*/ 102489 w 133350"/>
                <a:gd name="connsiteY1" fmla="*/ 33718 h 196691"/>
                <a:gd name="connsiteX2" fmla="*/ 69913 w 133350"/>
                <a:gd name="connsiteY2" fmla="*/ 0 h 196691"/>
                <a:gd name="connsiteX3" fmla="*/ 63532 w 133350"/>
                <a:gd name="connsiteY3" fmla="*/ 0 h 196691"/>
                <a:gd name="connsiteX4" fmla="*/ 30956 w 133350"/>
                <a:gd name="connsiteY4" fmla="*/ 33718 h 196691"/>
                <a:gd name="connsiteX5" fmla="*/ 30956 w 133350"/>
                <a:gd name="connsiteY5" fmla="*/ 73819 h 196691"/>
                <a:gd name="connsiteX6" fmla="*/ 0 w 133350"/>
                <a:gd name="connsiteY6" fmla="*/ 130016 h 196691"/>
                <a:gd name="connsiteX7" fmla="*/ 66675 w 133350"/>
                <a:gd name="connsiteY7" fmla="*/ 196691 h 196691"/>
                <a:gd name="connsiteX8" fmla="*/ 133350 w 133350"/>
                <a:gd name="connsiteY8" fmla="*/ 130016 h 196691"/>
                <a:gd name="connsiteX9" fmla="*/ 102489 w 133350"/>
                <a:gd name="connsiteY9" fmla="*/ 73819 h 196691"/>
                <a:gd name="connsiteX10" fmla="*/ 40576 w 133350"/>
                <a:gd name="connsiteY10" fmla="*/ 68485 h 196691"/>
                <a:gd name="connsiteX11" fmla="*/ 40576 w 133350"/>
                <a:gd name="connsiteY11" fmla="*/ 33623 h 196691"/>
                <a:gd name="connsiteX12" fmla="*/ 63627 w 133350"/>
                <a:gd name="connsiteY12" fmla="*/ 9430 h 196691"/>
                <a:gd name="connsiteX13" fmla="*/ 70009 w 133350"/>
                <a:gd name="connsiteY13" fmla="*/ 9430 h 196691"/>
                <a:gd name="connsiteX14" fmla="*/ 93059 w 133350"/>
                <a:gd name="connsiteY14" fmla="*/ 33623 h 196691"/>
                <a:gd name="connsiteX15" fmla="*/ 93059 w 133350"/>
                <a:gd name="connsiteY15" fmla="*/ 68485 h 196691"/>
                <a:gd name="connsiteX16" fmla="*/ 88201 w 133350"/>
                <a:gd name="connsiteY16" fmla="*/ 66865 h 196691"/>
                <a:gd name="connsiteX17" fmla="*/ 66866 w 133350"/>
                <a:gd name="connsiteY17" fmla="*/ 63341 h 196691"/>
                <a:gd name="connsiteX18" fmla="*/ 45434 w 133350"/>
                <a:gd name="connsiteY18" fmla="*/ 66961 h 196691"/>
                <a:gd name="connsiteX19" fmla="*/ 40576 w 133350"/>
                <a:gd name="connsiteY19" fmla="*/ 68485 h 196691"/>
                <a:gd name="connsiteX20" fmla="*/ 66770 w 133350"/>
                <a:gd name="connsiteY20" fmla="*/ 187166 h 196691"/>
                <a:gd name="connsiteX21" fmla="*/ 9620 w 133350"/>
                <a:gd name="connsiteY21" fmla="*/ 130016 h 196691"/>
                <a:gd name="connsiteX22" fmla="*/ 47054 w 133350"/>
                <a:gd name="connsiteY22" fmla="*/ 76390 h 196691"/>
                <a:gd name="connsiteX23" fmla="*/ 86392 w 133350"/>
                <a:gd name="connsiteY23" fmla="*/ 76390 h 196691"/>
                <a:gd name="connsiteX24" fmla="*/ 123920 w 133350"/>
                <a:gd name="connsiteY24" fmla="*/ 130016 h 196691"/>
                <a:gd name="connsiteX25" fmla="*/ 66770 w 133350"/>
                <a:gd name="connsiteY25" fmla="*/ 187166 h 196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33350" h="196691">
                  <a:moveTo>
                    <a:pt x="102489" y="73819"/>
                  </a:moveTo>
                  <a:lnTo>
                    <a:pt x="102489" y="33718"/>
                  </a:lnTo>
                  <a:cubicBezTo>
                    <a:pt x="102489" y="15145"/>
                    <a:pt x="87916" y="0"/>
                    <a:pt x="69913" y="0"/>
                  </a:cubicBezTo>
                  <a:lnTo>
                    <a:pt x="63532" y="0"/>
                  </a:lnTo>
                  <a:cubicBezTo>
                    <a:pt x="45625" y="0"/>
                    <a:pt x="30956" y="15145"/>
                    <a:pt x="30956" y="33718"/>
                  </a:cubicBezTo>
                  <a:lnTo>
                    <a:pt x="30956" y="73819"/>
                  </a:lnTo>
                  <a:cubicBezTo>
                    <a:pt x="12383" y="85630"/>
                    <a:pt x="0" y="106394"/>
                    <a:pt x="0" y="130016"/>
                  </a:cubicBezTo>
                  <a:cubicBezTo>
                    <a:pt x="0" y="166783"/>
                    <a:pt x="29908" y="196691"/>
                    <a:pt x="66675" y="196691"/>
                  </a:cubicBezTo>
                  <a:cubicBezTo>
                    <a:pt x="103442" y="196691"/>
                    <a:pt x="133350" y="166783"/>
                    <a:pt x="133350" y="130016"/>
                  </a:cubicBezTo>
                  <a:cubicBezTo>
                    <a:pt x="133445" y="106394"/>
                    <a:pt x="121063" y="85630"/>
                    <a:pt x="102489" y="73819"/>
                  </a:cubicBezTo>
                  <a:close/>
                  <a:moveTo>
                    <a:pt x="40576" y="68485"/>
                  </a:moveTo>
                  <a:lnTo>
                    <a:pt x="40576" y="33623"/>
                  </a:lnTo>
                  <a:cubicBezTo>
                    <a:pt x="40576" y="20288"/>
                    <a:pt x="50863" y="9430"/>
                    <a:pt x="63627" y="9430"/>
                  </a:cubicBezTo>
                  <a:lnTo>
                    <a:pt x="70009" y="9430"/>
                  </a:lnTo>
                  <a:cubicBezTo>
                    <a:pt x="82677" y="9430"/>
                    <a:pt x="93059" y="20288"/>
                    <a:pt x="93059" y="33623"/>
                  </a:cubicBezTo>
                  <a:lnTo>
                    <a:pt x="93059" y="68485"/>
                  </a:lnTo>
                  <a:cubicBezTo>
                    <a:pt x="91440" y="67913"/>
                    <a:pt x="89821" y="67342"/>
                    <a:pt x="88201" y="66865"/>
                  </a:cubicBezTo>
                  <a:cubicBezTo>
                    <a:pt x="81439" y="64579"/>
                    <a:pt x="74295" y="63341"/>
                    <a:pt x="66866" y="63341"/>
                  </a:cubicBezTo>
                  <a:cubicBezTo>
                    <a:pt x="59341" y="63341"/>
                    <a:pt x="52197" y="64675"/>
                    <a:pt x="45434" y="66961"/>
                  </a:cubicBezTo>
                  <a:cubicBezTo>
                    <a:pt x="43720" y="67437"/>
                    <a:pt x="42196" y="67913"/>
                    <a:pt x="40576" y="68485"/>
                  </a:cubicBezTo>
                  <a:close/>
                  <a:moveTo>
                    <a:pt x="66770" y="187166"/>
                  </a:moveTo>
                  <a:cubicBezTo>
                    <a:pt x="35242" y="187166"/>
                    <a:pt x="9620" y="161544"/>
                    <a:pt x="9620" y="130016"/>
                  </a:cubicBezTo>
                  <a:cubicBezTo>
                    <a:pt x="9620" y="105442"/>
                    <a:pt x="25241" y="84487"/>
                    <a:pt x="47054" y="76390"/>
                  </a:cubicBezTo>
                  <a:cubicBezTo>
                    <a:pt x="59817" y="72295"/>
                    <a:pt x="73628" y="72295"/>
                    <a:pt x="86392" y="76390"/>
                  </a:cubicBezTo>
                  <a:cubicBezTo>
                    <a:pt x="108204" y="84392"/>
                    <a:pt x="123920" y="105346"/>
                    <a:pt x="123920" y="130016"/>
                  </a:cubicBezTo>
                  <a:cubicBezTo>
                    <a:pt x="123920" y="161544"/>
                    <a:pt x="98298" y="187166"/>
                    <a:pt x="66770" y="18716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05" name="Freeform: Shape 404">
              <a:extLst>
                <a:ext uri="{FF2B5EF4-FFF2-40B4-BE49-F238E27FC236}">
                  <a16:creationId xmlns:a16="http://schemas.microsoft.com/office/drawing/2014/main" id="{A8696417-AD9F-4268-BA40-E596D990A15F}"/>
                </a:ext>
              </a:extLst>
            </p:cNvPr>
            <p:cNvSpPr/>
            <p:nvPr/>
          </p:nvSpPr>
          <p:spPr>
            <a:xfrm>
              <a:off x="6213093" y="3147917"/>
              <a:ext cx="25336" cy="40100"/>
            </a:xfrm>
            <a:custGeom>
              <a:avLst/>
              <a:gdLst>
                <a:gd name="connsiteX0" fmla="*/ 12668 w 25336"/>
                <a:gd name="connsiteY0" fmla="*/ 0 h 40100"/>
                <a:gd name="connsiteX1" fmla="*/ 0 w 25336"/>
                <a:gd name="connsiteY1" fmla="*/ 12668 h 40100"/>
                <a:gd name="connsiteX2" fmla="*/ 6382 w 25336"/>
                <a:gd name="connsiteY2" fmla="*/ 23622 h 40100"/>
                <a:gd name="connsiteX3" fmla="*/ 6382 w 25336"/>
                <a:gd name="connsiteY3" fmla="*/ 36767 h 40100"/>
                <a:gd name="connsiteX4" fmla="*/ 9715 w 25336"/>
                <a:gd name="connsiteY4" fmla="*/ 40100 h 40100"/>
                <a:gd name="connsiteX5" fmla="*/ 15621 w 25336"/>
                <a:gd name="connsiteY5" fmla="*/ 40100 h 40100"/>
                <a:gd name="connsiteX6" fmla="*/ 18955 w 25336"/>
                <a:gd name="connsiteY6" fmla="*/ 36767 h 40100"/>
                <a:gd name="connsiteX7" fmla="*/ 18955 w 25336"/>
                <a:gd name="connsiteY7" fmla="*/ 23622 h 40100"/>
                <a:gd name="connsiteX8" fmla="*/ 25336 w 25336"/>
                <a:gd name="connsiteY8" fmla="*/ 12668 h 40100"/>
                <a:gd name="connsiteX9" fmla="*/ 12668 w 25336"/>
                <a:gd name="connsiteY9" fmla="*/ 0 h 40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5336" h="40100">
                  <a:moveTo>
                    <a:pt x="12668" y="0"/>
                  </a:moveTo>
                  <a:cubicBezTo>
                    <a:pt x="5715" y="0"/>
                    <a:pt x="0" y="5715"/>
                    <a:pt x="0" y="12668"/>
                  </a:cubicBezTo>
                  <a:cubicBezTo>
                    <a:pt x="0" y="17335"/>
                    <a:pt x="2572" y="21431"/>
                    <a:pt x="6382" y="23622"/>
                  </a:cubicBezTo>
                  <a:lnTo>
                    <a:pt x="6382" y="36767"/>
                  </a:lnTo>
                  <a:cubicBezTo>
                    <a:pt x="6382" y="38671"/>
                    <a:pt x="7906" y="40100"/>
                    <a:pt x="9715" y="40100"/>
                  </a:cubicBezTo>
                  <a:lnTo>
                    <a:pt x="15621" y="40100"/>
                  </a:lnTo>
                  <a:cubicBezTo>
                    <a:pt x="17526" y="40100"/>
                    <a:pt x="18955" y="38576"/>
                    <a:pt x="18955" y="36767"/>
                  </a:cubicBezTo>
                  <a:lnTo>
                    <a:pt x="18955" y="23622"/>
                  </a:lnTo>
                  <a:cubicBezTo>
                    <a:pt x="22765" y="21431"/>
                    <a:pt x="25336" y="17335"/>
                    <a:pt x="25336" y="12668"/>
                  </a:cubicBezTo>
                  <a:cubicBezTo>
                    <a:pt x="25336" y="5620"/>
                    <a:pt x="19621" y="0"/>
                    <a:pt x="12668" y="0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grpSp>
        <p:nvGrpSpPr>
          <p:cNvPr id="406" name="Graphic 2">
            <a:extLst>
              <a:ext uri="{FF2B5EF4-FFF2-40B4-BE49-F238E27FC236}">
                <a16:creationId xmlns:a16="http://schemas.microsoft.com/office/drawing/2014/main" id="{89980954-E44E-4233-96AB-F5E4ED36C171}"/>
              </a:ext>
            </a:extLst>
          </p:cNvPr>
          <p:cNvGrpSpPr/>
          <p:nvPr/>
        </p:nvGrpSpPr>
        <p:grpSpPr>
          <a:xfrm>
            <a:off x="5560299" y="3657662"/>
            <a:ext cx="99917" cy="32766"/>
            <a:chOff x="6174326" y="3258312"/>
            <a:chExt cx="99917" cy="32766"/>
          </a:xfrm>
          <a:solidFill>
            <a:srgbClr val="000000"/>
          </a:solidFill>
        </p:grpSpPr>
        <p:sp>
          <p:nvSpPr>
            <p:cNvPr id="407" name="Freeform: Shape 406">
              <a:extLst>
                <a:ext uri="{FF2B5EF4-FFF2-40B4-BE49-F238E27FC236}">
                  <a16:creationId xmlns:a16="http://schemas.microsoft.com/office/drawing/2014/main" id="{127CA96F-AE03-4E1E-991D-B14997F6282A}"/>
                </a:ext>
              </a:extLst>
            </p:cNvPr>
            <p:cNvSpPr/>
            <p:nvPr/>
          </p:nvSpPr>
          <p:spPr>
            <a:xfrm>
              <a:off x="6174326" y="3258312"/>
              <a:ext cx="34575" cy="32766"/>
            </a:xfrm>
            <a:custGeom>
              <a:avLst/>
              <a:gdLst>
                <a:gd name="connsiteX0" fmla="*/ 34576 w 34575"/>
                <a:gd name="connsiteY0" fmla="*/ 0 h 32766"/>
                <a:gd name="connsiteX1" fmla="*/ 21241 w 34575"/>
                <a:gd name="connsiteY1" fmla="*/ 32766 h 32766"/>
                <a:gd name="connsiteX2" fmla="*/ 13335 w 34575"/>
                <a:gd name="connsiteY2" fmla="*/ 32766 h 32766"/>
                <a:gd name="connsiteX3" fmla="*/ 0 w 34575"/>
                <a:gd name="connsiteY3" fmla="*/ 0 h 32766"/>
                <a:gd name="connsiteX4" fmla="*/ 7906 w 34575"/>
                <a:gd name="connsiteY4" fmla="*/ 0 h 32766"/>
                <a:gd name="connsiteX5" fmla="*/ 17336 w 34575"/>
                <a:gd name="connsiteY5" fmla="*/ 23050 h 32766"/>
                <a:gd name="connsiteX6" fmla="*/ 26765 w 34575"/>
                <a:gd name="connsiteY6" fmla="*/ 0 h 32766"/>
                <a:gd name="connsiteX7" fmla="*/ 34576 w 34575"/>
                <a:gd name="connsiteY7" fmla="*/ 0 h 32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4575" h="32766">
                  <a:moveTo>
                    <a:pt x="34576" y="0"/>
                  </a:moveTo>
                  <a:lnTo>
                    <a:pt x="21241" y="32766"/>
                  </a:lnTo>
                  <a:lnTo>
                    <a:pt x="13335" y="32766"/>
                  </a:lnTo>
                  <a:lnTo>
                    <a:pt x="0" y="0"/>
                  </a:lnTo>
                  <a:lnTo>
                    <a:pt x="7906" y="0"/>
                  </a:lnTo>
                  <a:lnTo>
                    <a:pt x="17336" y="23050"/>
                  </a:lnTo>
                  <a:lnTo>
                    <a:pt x="26765" y="0"/>
                  </a:lnTo>
                  <a:lnTo>
                    <a:pt x="34576" y="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08" name="Freeform: Shape 407">
              <a:extLst>
                <a:ext uri="{FF2B5EF4-FFF2-40B4-BE49-F238E27FC236}">
                  <a16:creationId xmlns:a16="http://schemas.microsoft.com/office/drawing/2014/main" id="{970A836B-CB84-4205-BB83-E73520D7AEEB}"/>
                </a:ext>
              </a:extLst>
            </p:cNvPr>
            <p:cNvSpPr/>
            <p:nvPr/>
          </p:nvSpPr>
          <p:spPr>
            <a:xfrm>
              <a:off x="6212616" y="3258312"/>
              <a:ext cx="27146" cy="32766"/>
            </a:xfrm>
            <a:custGeom>
              <a:avLst/>
              <a:gdLst>
                <a:gd name="connsiteX0" fmla="*/ 95 w 27146"/>
                <a:gd name="connsiteY0" fmla="*/ 0 h 32766"/>
                <a:gd name="connsiteX1" fmla="*/ 14764 w 27146"/>
                <a:gd name="connsiteY1" fmla="*/ 0 h 32766"/>
                <a:gd name="connsiteX2" fmla="*/ 21146 w 27146"/>
                <a:gd name="connsiteY2" fmla="*/ 1429 h 32766"/>
                <a:gd name="connsiteX3" fmla="*/ 25527 w 27146"/>
                <a:gd name="connsiteY3" fmla="*/ 5334 h 32766"/>
                <a:gd name="connsiteX4" fmla="*/ 27146 w 27146"/>
                <a:gd name="connsiteY4" fmla="*/ 11049 h 32766"/>
                <a:gd name="connsiteX5" fmla="*/ 25527 w 27146"/>
                <a:gd name="connsiteY5" fmla="*/ 16764 h 32766"/>
                <a:gd name="connsiteX6" fmla="*/ 21146 w 27146"/>
                <a:gd name="connsiteY6" fmla="*/ 20669 h 32766"/>
                <a:gd name="connsiteX7" fmla="*/ 14764 w 27146"/>
                <a:gd name="connsiteY7" fmla="*/ 22098 h 32766"/>
                <a:gd name="connsiteX8" fmla="*/ 7048 w 27146"/>
                <a:gd name="connsiteY8" fmla="*/ 22098 h 32766"/>
                <a:gd name="connsiteX9" fmla="*/ 7048 w 27146"/>
                <a:gd name="connsiteY9" fmla="*/ 32766 h 32766"/>
                <a:gd name="connsiteX10" fmla="*/ 0 w 27146"/>
                <a:gd name="connsiteY10" fmla="*/ 32766 h 32766"/>
                <a:gd name="connsiteX11" fmla="*/ 0 w 27146"/>
                <a:gd name="connsiteY11" fmla="*/ 0 h 32766"/>
                <a:gd name="connsiteX12" fmla="*/ 14097 w 27146"/>
                <a:gd name="connsiteY12" fmla="*/ 15716 h 32766"/>
                <a:gd name="connsiteX13" fmla="*/ 18383 w 27146"/>
                <a:gd name="connsiteY13" fmla="*/ 14478 h 32766"/>
                <a:gd name="connsiteX14" fmla="*/ 20002 w 27146"/>
                <a:gd name="connsiteY14" fmla="*/ 11144 h 32766"/>
                <a:gd name="connsiteX15" fmla="*/ 18383 w 27146"/>
                <a:gd name="connsiteY15" fmla="*/ 7810 h 32766"/>
                <a:gd name="connsiteX16" fmla="*/ 14097 w 27146"/>
                <a:gd name="connsiteY16" fmla="*/ 6572 h 32766"/>
                <a:gd name="connsiteX17" fmla="*/ 7144 w 27146"/>
                <a:gd name="connsiteY17" fmla="*/ 6572 h 32766"/>
                <a:gd name="connsiteX18" fmla="*/ 7144 w 27146"/>
                <a:gd name="connsiteY18" fmla="*/ 15812 h 32766"/>
                <a:gd name="connsiteX19" fmla="*/ 14097 w 27146"/>
                <a:gd name="connsiteY19" fmla="*/ 15812 h 32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7146" h="32766">
                  <a:moveTo>
                    <a:pt x="95" y="0"/>
                  </a:moveTo>
                  <a:lnTo>
                    <a:pt x="14764" y="0"/>
                  </a:lnTo>
                  <a:cubicBezTo>
                    <a:pt x="17145" y="0"/>
                    <a:pt x="19240" y="476"/>
                    <a:pt x="21146" y="1429"/>
                  </a:cubicBezTo>
                  <a:cubicBezTo>
                    <a:pt x="23050" y="2381"/>
                    <a:pt x="24479" y="3715"/>
                    <a:pt x="25527" y="5334"/>
                  </a:cubicBezTo>
                  <a:cubicBezTo>
                    <a:pt x="26575" y="7049"/>
                    <a:pt x="27146" y="8954"/>
                    <a:pt x="27146" y="11049"/>
                  </a:cubicBezTo>
                  <a:cubicBezTo>
                    <a:pt x="27146" y="13145"/>
                    <a:pt x="26575" y="15050"/>
                    <a:pt x="25527" y="16764"/>
                  </a:cubicBezTo>
                  <a:cubicBezTo>
                    <a:pt x="24479" y="18479"/>
                    <a:pt x="22955" y="19717"/>
                    <a:pt x="21146" y="20669"/>
                  </a:cubicBezTo>
                  <a:cubicBezTo>
                    <a:pt x="19240" y="21622"/>
                    <a:pt x="17145" y="22098"/>
                    <a:pt x="14764" y="22098"/>
                  </a:cubicBezTo>
                  <a:lnTo>
                    <a:pt x="7048" y="22098"/>
                  </a:lnTo>
                  <a:lnTo>
                    <a:pt x="7048" y="32766"/>
                  </a:lnTo>
                  <a:lnTo>
                    <a:pt x="0" y="32766"/>
                  </a:lnTo>
                  <a:lnTo>
                    <a:pt x="0" y="0"/>
                  </a:lnTo>
                  <a:close/>
                  <a:moveTo>
                    <a:pt x="14097" y="15716"/>
                  </a:moveTo>
                  <a:cubicBezTo>
                    <a:pt x="15812" y="15716"/>
                    <a:pt x="17240" y="15335"/>
                    <a:pt x="18383" y="14478"/>
                  </a:cubicBezTo>
                  <a:cubicBezTo>
                    <a:pt x="19526" y="13621"/>
                    <a:pt x="20002" y="12478"/>
                    <a:pt x="20002" y="11144"/>
                  </a:cubicBezTo>
                  <a:cubicBezTo>
                    <a:pt x="20002" y="9716"/>
                    <a:pt x="19431" y="8668"/>
                    <a:pt x="18383" y="7810"/>
                  </a:cubicBezTo>
                  <a:cubicBezTo>
                    <a:pt x="17335" y="6953"/>
                    <a:pt x="15907" y="6572"/>
                    <a:pt x="14097" y="6572"/>
                  </a:cubicBezTo>
                  <a:lnTo>
                    <a:pt x="7144" y="6572"/>
                  </a:lnTo>
                  <a:lnTo>
                    <a:pt x="7144" y="15812"/>
                  </a:lnTo>
                  <a:lnTo>
                    <a:pt x="14097" y="15812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09" name="Freeform: Shape 408">
              <a:extLst>
                <a:ext uri="{FF2B5EF4-FFF2-40B4-BE49-F238E27FC236}">
                  <a16:creationId xmlns:a16="http://schemas.microsoft.com/office/drawing/2014/main" id="{45BF0171-F966-4955-B700-BFE45942B278}"/>
                </a:ext>
              </a:extLst>
            </p:cNvPr>
            <p:cNvSpPr/>
            <p:nvPr/>
          </p:nvSpPr>
          <p:spPr>
            <a:xfrm>
              <a:off x="6244430" y="3258312"/>
              <a:ext cx="29813" cy="32766"/>
            </a:xfrm>
            <a:custGeom>
              <a:avLst/>
              <a:gdLst>
                <a:gd name="connsiteX0" fmla="*/ 0 w 29813"/>
                <a:gd name="connsiteY0" fmla="*/ 0 h 32766"/>
                <a:gd name="connsiteX1" fmla="*/ 7049 w 29813"/>
                <a:gd name="connsiteY1" fmla="*/ 0 h 32766"/>
                <a:gd name="connsiteX2" fmla="*/ 22765 w 29813"/>
                <a:gd name="connsiteY2" fmla="*/ 21146 h 32766"/>
                <a:gd name="connsiteX3" fmla="*/ 22765 w 29813"/>
                <a:gd name="connsiteY3" fmla="*/ 0 h 32766"/>
                <a:gd name="connsiteX4" fmla="*/ 29813 w 29813"/>
                <a:gd name="connsiteY4" fmla="*/ 0 h 32766"/>
                <a:gd name="connsiteX5" fmla="*/ 29813 w 29813"/>
                <a:gd name="connsiteY5" fmla="*/ 32766 h 32766"/>
                <a:gd name="connsiteX6" fmla="*/ 22765 w 29813"/>
                <a:gd name="connsiteY6" fmla="*/ 32766 h 32766"/>
                <a:gd name="connsiteX7" fmla="*/ 7049 w 29813"/>
                <a:gd name="connsiteY7" fmla="*/ 11621 h 32766"/>
                <a:gd name="connsiteX8" fmla="*/ 7049 w 29813"/>
                <a:gd name="connsiteY8" fmla="*/ 32766 h 32766"/>
                <a:gd name="connsiteX9" fmla="*/ 0 w 29813"/>
                <a:gd name="connsiteY9" fmla="*/ 32766 h 32766"/>
                <a:gd name="connsiteX10" fmla="*/ 0 w 29813"/>
                <a:gd name="connsiteY10" fmla="*/ 0 h 32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813" h="32766">
                  <a:moveTo>
                    <a:pt x="0" y="0"/>
                  </a:moveTo>
                  <a:lnTo>
                    <a:pt x="7049" y="0"/>
                  </a:lnTo>
                  <a:lnTo>
                    <a:pt x="22765" y="21146"/>
                  </a:lnTo>
                  <a:lnTo>
                    <a:pt x="22765" y="0"/>
                  </a:lnTo>
                  <a:lnTo>
                    <a:pt x="29813" y="0"/>
                  </a:lnTo>
                  <a:lnTo>
                    <a:pt x="29813" y="32766"/>
                  </a:lnTo>
                  <a:lnTo>
                    <a:pt x="22765" y="32766"/>
                  </a:lnTo>
                  <a:lnTo>
                    <a:pt x="7049" y="11621"/>
                  </a:lnTo>
                  <a:lnTo>
                    <a:pt x="7049" y="32766"/>
                  </a:lnTo>
                  <a:lnTo>
                    <a:pt x="0" y="327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410" name="Freeform: Shape 409">
            <a:extLst>
              <a:ext uri="{FF2B5EF4-FFF2-40B4-BE49-F238E27FC236}">
                <a16:creationId xmlns:a16="http://schemas.microsoft.com/office/drawing/2014/main" id="{F3BE3CD1-2787-4BEA-8DFC-6CC291D19069}"/>
              </a:ext>
            </a:extLst>
          </p:cNvPr>
          <p:cNvSpPr/>
          <p:nvPr/>
        </p:nvSpPr>
        <p:spPr>
          <a:xfrm>
            <a:off x="5467382" y="3407345"/>
            <a:ext cx="285750" cy="267176"/>
          </a:xfrm>
          <a:custGeom>
            <a:avLst/>
            <a:gdLst>
              <a:gd name="connsiteX0" fmla="*/ 0 w 285750"/>
              <a:gd name="connsiteY0" fmla="*/ 0 h 267176"/>
              <a:gd name="connsiteX1" fmla="*/ 0 w 285750"/>
              <a:gd name="connsiteY1" fmla="*/ 267176 h 267176"/>
              <a:gd name="connsiteX2" fmla="*/ 71819 w 285750"/>
              <a:gd name="connsiteY2" fmla="*/ 267176 h 267176"/>
              <a:gd name="connsiteX3" fmla="*/ 71819 w 285750"/>
              <a:gd name="connsiteY3" fmla="*/ 257651 h 267176"/>
              <a:gd name="connsiteX4" fmla="*/ 9525 w 285750"/>
              <a:gd name="connsiteY4" fmla="*/ 257651 h 267176"/>
              <a:gd name="connsiteX5" fmla="*/ 9525 w 285750"/>
              <a:gd name="connsiteY5" fmla="*/ 9525 h 267176"/>
              <a:gd name="connsiteX6" fmla="*/ 276225 w 285750"/>
              <a:gd name="connsiteY6" fmla="*/ 9525 h 267176"/>
              <a:gd name="connsiteX7" fmla="*/ 276225 w 285750"/>
              <a:gd name="connsiteY7" fmla="*/ 257651 h 267176"/>
              <a:gd name="connsiteX8" fmla="*/ 213932 w 285750"/>
              <a:gd name="connsiteY8" fmla="*/ 257651 h 267176"/>
              <a:gd name="connsiteX9" fmla="*/ 213932 w 285750"/>
              <a:gd name="connsiteY9" fmla="*/ 267176 h 267176"/>
              <a:gd name="connsiteX10" fmla="*/ 285750 w 285750"/>
              <a:gd name="connsiteY10" fmla="*/ 267176 h 267176"/>
              <a:gd name="connsiteX11" fmla="*/ 285750 w 285750"/>
              <a:gd name="connsiteY11" fmla="*/ 0 h 267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85750" h="267176">
                <a:moveTo>
                  <a:pt x="0" y="0"/>
                </a:moveTo>
                <a:lnTo>
                  <a:pt x="0" y="267176"/>
                </a:lnTo>
                <a:lnTo>
                  <a:pt x="71819" y="267176"/>
                </a:lnTo>
                <a:lnTo>
                  <a:pt x="71819" y="257651"/>
                </a:lnTo>
                <a:lnTo>
                  <a:pt x="9525" y="257651"/>
                </a:lnTo>
                <a:lnTo>
                  <a:pt x="9525" y="9525"/>
                </a:lnTo>
                <a:lnTo>
                  <a:pt x="276225" y="9525"/>
                </a:lnTo>
                <a:lnTo>
                  <a:pt x="276225" y="257651"/>
                </a:lnTo>
                <a:lnTo>
                  <a:pt x="213932" y="257651"/>
                </a:lnTo>
                <a:lnTo>
                  <a:pt x="213932" y="267176"/>
                </a:lnTo>
                <a:lnTo>
                  <a:pt x="285750" y="267176"/>
                </a:lnTo>
                <a:lnTo>
                  <a:pt x="285750" y="0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grpSp>
        <p:nvGrpSpPr>
          <p:cNvPr id="506" name="Group 505">
            <a:extLst>
              <a:ext uri="{FF2B5EF4-FFF2-40B4-BE49-F238E27FC236}">
                <a16:creationId xmlns:a16="http://schemas.microsoft.com/office/drawing/2014/main" id="{A1C7355B-7C03-46B1-A39F-FA0F43C0B92E}"/>
              </a:ext>
            </a:extLst>
          </p:cNvPr>
          <p:cNvGrpSpPr/>
          <p:nvPr/>
        </p:nvGrpSpPr>
        <p:grpSpPr>
          <a:xfrm>
            <a:off x="6691688" y="3407820"/>
            <a:ext cx="215367" cy="253556"/>
            <a:chOff x="6127731" y="3407820"/>
            <a:chExt cx="215367" cy="253556"/>
          </a:xfrm>
        </p:grpSpPr>
        <p:sp>
          <p:nvSpPr>
            <p:cNvPr id="423" name="Freeform: Shape 422">
              <a:extLst>
                <a:ext uri="{FF2B5EF4-FFF2-40B4-BE49-F238E27FC236}">
                  <a16:creationId xmlns:a16="http://schemas.microsoft.com/office/drawing/2014/main" id="{B54D0025-7678-4F31-A79E-8C8738BF7472}"/>
                </a:ext>
              </a:extLst>
            </p:cNvPr>
            <p:cNvSpPr/>
            <p:nvPr/>
          </p:nvSpPr>
          <p:spPr>
            <a:xfrm>
              <a:off x="6127731" y="3438110"/>
              <a:ext cx="175831" cy="223266"/>
            </a:xfrm>
            <a:custGeom>
              <a:avLst/>
              <a:gdLst>
                <a:gd name="connsiteX0" fmla="*/ 175831 w 175831"/>
                <a:gd name="connsiteY0" fmla="*/ 223266 h 223266"/>
                <a:gd name="connsiteX1" fmla="*/ 0 w 175831"/>
                <a:gd name="connsiteY1" fmla="*/ 223266 h 223266"/>
                <a:gd name="connsiteX2" fmla="*/ 0 w 175831"/>
                <a:gd name="connsiteY2" fmla="*/ 0 h 223266"/>
                <a:gd name="connsiteX3" fmla="*/ 134017 w 175831"/>
                <a:gd name="connsiteY3" fmla="*/ 0 h 223266"/>
                <a:gd name="connsiteX4" fmla="*/ 175831 w 175831"/>
                <a:gd name="connsiteY4" fmla="*/ 42386 h 223266"/>
                <a:gd name="connsiteX5" fmla="*/ 175831 w 175831"/>
                <a:gd name="connsiteY5" fmla="*/ 223266 h 223266"/>
                <a:gd name="connsiteX6" fmla="*/ 9525 w 175831"/>
                <a:gd name="connsiteY6" fmla="*/ 213741 h 223266"/>
                <a:gd name="connsiteX7" fmla="*/ 166306 w 175831"/>
                <a:gd name="connsiteY7" fmla="*/ 213741 h 223266"/>
                <a:gd name="connsiteX8" fmla="*/ 166306 w 175831"/>
                <a:gd name="connsiteY8" fmla="*/ 46292 h 223266"/>
                <a:gd name="connsiteX9" fmla="*/ 130112 w 175831"/>
                <a:gd name="connsiteY9" fmla="*/ 9525 h 223266"/>
                <a:gd name="connsiteX10" fmla="*/ 9525 w 175831"/>
                <a:gd name="connsiteY10" fmla="*/ 9525 h 223266"/>
                <a:gd name="connsiteX11" fmla="*/ 9525 w 175831"/>
                <a:gd name="connsiteY11" fmla="*/ 213741 h 223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75831" h="223266">
                  <a:moveTo>
                    <a:pt x="175831" y="223266"/>
                  </a:moveTo>
                  <a:lnTo>
                    <a:pt x="0" y="223266"/>
                  </a:lnTo>
                  <a:lnTo>
                    <a:pt x="0" y="0"/>
                  </a:lnTo>
                  <a:lnTo>
                    <a:pt x="134017" y="0"/>
                  </a:lnTo>
                  <a:lnTo>
                    <a:pt x="175831" y="42386"/>
                  </a:lnTo>
                  <a:lnTo>
                    <a:pt x="175831" y="223266"/>
                  </a:lnTo>
                  <a:close/>
                  <a:moveTo>
                    <a:pt x="9525" y="213741"/>
                  </a:moveTo>
                  <a:lnTo>
                    <a:pt x="166306" y="213741"/>
                  </a:lnTo>
                  <a:lnTo>
                    <a:pt x="166306" y="46292"/>
                  </a:lnTo>
                  <a:lnTo>
                    <a:pt x="130112" y="9525"/>
                  </a:lnTo>
                  <a:lnTo>
                    <a:pt x="9525" y="9525"/>
                  </a:lnTo>
                  <a:lnTo>
                    <a:pt x="9525" y="213741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24" name="Freeform: Shape 423">
              <a:extLst>
                <a:ext uri="{FF2B5EF4-FFF2-40B4-BE49-F238E27FC236}">
                  <a16:creationId xmlns:a16="http://schemas.microsoft.com/office/drawing/2014/main" id="{6A657A50-27F2-4980-9675-11C375BD9C01}"/>
                </a:ext>
              </a:extLst>
            </p:cNvPr>
            <p:cNvSpPr/>
            <p:nvPr/>
          </p:nvSpPr>
          <p:spPr>
            <a:xfrm>
              <a:off x="6253652" y="3438110"/>
              <a:ext cx="47529" cy="47910"/>
            </a:xfrm>
            <a:custGeom>
              <a:avLst/>
              <a:gdLst>
                <a:gd name="connsiteX0" fmla="*/ 47530 w 47529"/>
                <a:gd name="connsiteY0" fmla="*/ 47911 h 47910"/>
                <a:gd name="connsiteX1" fmla="*/ 0 w 47529"/>
                <a:gd name="connsiteY1" fmla="*/ 47911 h 47910"/>
                <a:gd name="connsiteX2" fmla="*/ 0 w 47529"/>
                <a:gd name="connsiteY2" fmla="*/ 0 h 47910"/>
                <a:gd name="connsiteX3" fmla="*/ 8096 w 47529"/>
                <a:gd name="connsiteY3" fmla="*/ 0 h 47910"/>
                <a:gd name="connsiteX4" fmla="*/ 46577 w 47529"/>
                <a:gd name="connsiteY4" fmla="*/ 39243 h 47910"/>
                <a:gd name="connsiteX5" fmla="*/ 47530 w 47529"/>
                <a:gd name="connsiteY5" fmla="*/ 47911 h 47910"/>
                <a:gd name="connsiteX6" fmla="*/ 9620 w 47529"/>
                <a:gd name="connsiteY6" fmla="*/ 38386 h 47910"/>
                <a:gd name="connsiteX7" fmla="*/ 32576 w 47529"/>
                <a:gd name="connsiteY7" fmla="*/ 38386 h 47910"/>
                <a:gd name="connsiteX8" fmla="*/ 9620 w 47529"/>
                <a:gd name="connsiteY8" fmla="*/ 15050 h 47910"/>
                <a:gd name="connsiteX9" fmla="*/ 9620 w 47529"/>
                <a:gd name="connsiteY9" fmla="*/ 38386 h 47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529" h="47910">
                  <a:moveTo>
                    <a:pt x="47530" y="47911"/>
                  </a:moveTo>
                  <a:lnTo>
                    <a:pt x="0" y="47911"/>
                  </a:lnTo>
                  <a:lnTo>
                    <a:pt x="0" y="0"/>
                  </a:lnTo>
                  <a:lnTo>
                    <a:pt x="8096" y="0"/>
                  </a:lnTo>
                  <a:lnTo>
                    <a:pt x="46577" y="39243"/>
                  </a:lnTo>
                  <a:lnTo>
                    <a:pt x="47530" y="47911"/>
                  </a:lnTo>
                  <a:close/>
                  <a:moveTo>
                    <a:pt x="9620" y="38386"/>
                  </a:moveTo>
                  <a:lnTo>
                    <a:pt x="32576" y="38386"/>
                  </a:lnTo>
                  <a:lnTo>
                    <a:pt x="9620" y="15050"/>
                  </a:lnTo>
                  <a:lnTo>
                    <a:pt x="9620" y="38386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grpSp>
          <p:nvGrpSpPr>
            <p:cNvPr id="411" name="Graphic 2">
              <a:extLst>
                <a:ext uri="{FF2B5EF4-FFF2-40B4-BE49-F238E27FC236}">
                  <a16:creationId xmlns:a16="http://schemas.microsoft.com/office/drawing/2014/main" id="{89980954-E44E-4233-96AB-F5E4ED36C171}"/>
                </a:ext>
              </a:extLst>
            </p:cNvPr>
            <p:cNvGrpSpPr/>
            <p:nvPr/>
          </p:nvGrpSpPr>
          <p:grpSpPr>
            <a:xfrm>
              <a:off x="6140598" y="3622514"/>
              <a:ext cx="144779" cy="19716"/>
              <a:chOff x="6625239" y="3223164"/>
              <a:chExt cx="144779" cy="19716"/>
            </a:xfrm>
            <a:solidFill>
              <a:srgbClr val="231F20"/>
            </a:solidFill>
          </p:grpSpPr>
          <p:sp>
            <p:nvSpPr>
              <p:cNvPr id="412" name="Freeform: Shape 411">
                <a:extLst>
                  <a:ext uri="{FF2B5EF4-FFF2-40B4-BE49-F238E27FC236}">
                    <a16:creationId xmlns:a16="http://schemas.microsoft.com/office/drawing/2014/main" id="{F1130044-4E6B-428F-87C2-1DDF24F444B6}"/>
                  </a:ext>
                </a:extLst>
              </p:cNvPr>
              <p:cNvSpPr/>
              <p:nvPr/>
            </p:nvSpPr>
            <p:spPr>
              <a:xfrm>
                <a:off x="6625239" y="3223164"/>
                <a:ext cx="15716" cy="19716"/>
              </a:xfrm>
              <a:custGeom>
                <a:avLst/>
                <a:gdLst>
                  <a:gd name="connsiteX0" fmla="*/ 5905 w 15716"/>
                  <a:gd name="connsiteY0" fmla="*/ 19717 h 19716"/>
                  <a:gd name="connsiteX1" fmla="*/ 5905 w 15716"/>
                  <a:gd name="connsiteY1" fmla="*/ 3334 h 19716"/>
                  <a:gd name="connsiteX2" fmla="*/ 0 w 15716"/>
                  <a:gd name="connsiteY2" fmla="*/ 3334 h 19716"/>
                  <a:gd name="connsiteX3" fmla="*/ 0 w 15716"/>
                  <a:gd name="connsiteY3" fmla="*/ 0 h 19716"/>
                  <a:gd name="connsiteX4" fmla="*/ 15716 w 15716"/>
                  <a:gd name="connsiteY4" fmla="*/ 0 h 19716"/>
                  <a:gd name="connsiteX5" fmla="*/ 15716 w 15716"/>
                  <a:gd name="connsiteY5" fmla="*/ 3334 h 19716"/>
                  <a:gd name="connsiteX6" fmla="*/ 9906 w 15716"/>
                  <a:gd name="connsiteY6" fmla="*/ 3334 h 19716"/>
                  <a:gd name="connsiteX7" fmla="*/ 9906 w 15716"/>
                  <a:gd name="connsiteY7" fmla="*/ 19717 h 19716"/>
                  <a:gd name="connsiteX8" fmla="*/ 5905 w 15716"/>
                  <a:gd name="connsiteY8" fmla="*/ 19717 h 197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5716" h="19716">
                    <a:moveTo>
                      <a:pt x="5905" y="19717"/>
                    </a:moveTo>
                    <a:lnTo>
                      <a:pt x="5905" y="3334"/>
                    </a:lnTo>
                    <a:lnTo>
                      <a:pt x="0" y="3334"/>
                    </a:lnTo>
                    <a:lnTo>
                      <a:pt x="0" y="0"/>
                    </a:lnTo>
                    <a:lnTo>
                      <a:pt x="15716" y="0"/>
                    </a:lnTo>
                    <a:lnTo>
                      <a:pt x="15716" y="3334"/>
                    </a:lnTo>
                    <a:lnTo>
                      <a:pt x="9906" y="3334"/>
                    </a:lnTo>
                    <a:lnTo>
                      <a:pt x="9906" y="19717"/>
                    </a:lnTo>
                    <a:lnTo>
                      <a:pt x="5905" y="19717"/>
                    </a:lnTo>
                    <a:close/>
                  </a:path>
                </a:pathLst>
              </a:custGeom>
              <a:solidFill>
                <a:srgbClr val="231F2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13" name="Freeform: Shape 412">
                <a:extLst>
                  <a:ext uri="{FF2B5EF4-FFF2-40B4-BE49-F238E27FC236}">
                    <a16:creationId xmlns:a16="http://schemas.microsoft.com/office/drawing/2014/main" id="{D7DACAB2-089A-40FD-B5B7-CE54397AC41D}"/>
                  </a:ext>
                </a:extLst>
              </p:cNvPr>
              <p:cNvSpPr/>
              <p:nvPr/>
            </p:nvSpPr>
            <p:spPr>
              <a:xfrm>
                <a:off x="6643623" y="3223164"/>
                <a:ext cx="15049" cy="19716"/>
              </a:xfrm>
              <a:custGeom>
                <a:avLst/>
                <a:gdLst>
                  <a:gd name="connsiteX0" fmla="*/ 0 w 15049"/>
                  <a:gd name="connsiteY0" fmla="*/ 19717 h 19716"/>
                  <a:gd name="connsiteX1" fmla="*/ 0 w 15049"/>
                  <a:gd name="connsiteY1" fmla="*/ 0 h 19716"/>
                  <a:gd name="connsiteX2" fmla="*/ 14669 w 15049"/>
                  <a:gd name="connsiteY2" fmla="*/ 0 h 19716"/>
                  <a:gd name="connsiteX3" fmla="*/ 14669 w 15049"/>
                  <a:gd name="connsiteY3" fmla="*/ 3334 h 19716"/>
                  <a:gd name="connsiteX4" fmla="*/ 4000 w 15049"/>
                  <a:gd name="connsiteY4" fmla="*/ 3334 h 19716"/>
                  <a:gd name="connsiteX5" fmla="*/ 4000 w 15049"/>
                  <a:gd name="connsiteY5" fmla="*/ 7715 h 19716"/>
                  <a:gd name="connsiteX6" fmla="*/ 13906 w 15049"/>
                  <a:gd name="connsiteY6" fmla="*/ 7715 h 19716"/>
                  <a:gd name="connsiteX7" fmla="*/ 13906 w 15049"/>
                  <a:gd name="connsiteY7" fmla="*/ 11049 h 19716"/>
                  <a:gd name="connsiteX8" fmla="*/ 4000 w 15049"/>
                  <a:gd name="connsiteY8" fmla="*/ 11049 h 19716"/>
                  <a:gd name="connsiteX9" fmla="*/ 4000 w 15049"/>
                  <a:gd name="connsiteY9" fmla="*/ 16383 h 19716"/>
                  <a:gd name="connsiteX10" fmla="*/ 15049 w 15049"/>
                  <a:gd name="connsiteY10" fmla="*/ 16383 h 19716"/>
                  <a:gd name="connsiteX11" fmla="*/ 15049 w 15049"/>
                  <a:gd name="connsiteY11" fmla="*/ 19717 h 19716"/>
                  <a:gd name="connsiteX12" fmla="*/ 0 w 15049"/>
                  <a:gd name="connsiteY12" fmla="*/ 19717 h 197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5049" h="19716">
                    <a:moveTo>
                      <a:pt x="0" y="19717"/>
                    </a:moveTo>
                    <a:lnTo>
                      <a:pt x="0" y="0"/>
                    </a:lnTo>
                    <a:lnTo>
                      <a:pt x="14669" y="0"/>
                    </a:lnTo>
                    <a:lnTo>
                      <a:pt x="14669" y="3334"/>
                    </a:lnTo>
                    <a:lnTo>
                      <a:pt x="4000" y="3334"/>
                    </a:lnTo>
                    <a:lnTo>
                      <a:pt x="4000" y="7715"/>
                    </a:lnTo>
                    <a:lnTo>
                      <a:pt x="13906" y="7715"/>
                    </a:lnTo>
                    <a:lnTo>
                      <a:pt x="13906" y="11049"/>
                    </a:lnTo>
                    <a:lnTo>
                      <a:pt x="4000" y="11049"/>
                    </a:lnTo>
                    <a:lnTo>
                      <a:pt x="4000" y="16383"/>
                    </a:lnTo>
                    <a:lnTo>
                      <a:pt x="15049" y="16383"/>
                    </a:lnTo>
                    <a:lnTo>
                      <a:pt x="15049" y="19717"/>
                    </a:lnTo>
                    <a:lnTo>
                      <a:pt x="0" y="19717"/>
                    </a:lnTo>
                    <a:close/>
                  </a:path>
                </a:pathLst>
              </a:custGeom>
              <a:solidFill>
                <a:srgbClr val="231F2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14" name="Freeform: Shape 413">
                <a:extLst>
                  <a:ext uri="{FF2B5EF4-FFF2-40B4-BE49-F238E27FC236}">
                    <a16:creationId xmlns:a16="http://schemas.microsoft.com/office/drawing/2014/main" id="{A653A21D-2282-4117-B527-24BBB7C389F0}"/>
                  </a:ext>
                </a:extLst>
              </p:cNvPr>
              <p:cNvSpPr/>
              <p:nvPr/>
            </p:nvSpPr>
            <p:spPr>
              <a:xfrm>
                <a:off x="6661910" y="3223164"/>
                <a:ext cx="19145" cy="19716"/>
              </a:xfrm>
              <a:custGeom>
                <a:avLst/>
                <a:gdLst>
                  <a:gd name="connsiteX0" fmla="*/ 0 w 19145"/>
                  <a:gd name="connsiteY0" fmla="*/ 19717 h 19716"/>
                  <a:gd name="connsiteX1" fmla="*/ 0 w 19145"/>
                  <a:gd name="connsiteY1" fmla="*/ 0 h 19716"/>
                  <a:gd name="connsiteX2" fmla="*/ 6001 w 19145"/>
                  <a:gd name="connsiteY2" fmla="*/ 0 h 19716"/>
                  <a:gd name="connsiteX3" fmla="*/ 9620 w 19145"/>
                  <a:gd name="connsiteY3" fmla="*/ 13525 h 19716"/>
                  <a:gd name="connsiteX4" fmla="*/ 13145 w 19145"/>
                  <a:gd name="connsiteY4" fmla="*/ 0 h 19716"/>
                  <a:gd name="connsiteX5" fmla="*/ 19145 w 19145"/>
                  <a:gd name="connsiteY5" fmla="*/ 0 h 19716"/>
                  <a:gd name="connsiteX6" fmla="*/ 19145 w 19145"/>
                  <a:gd name="connsiteY6" fmla="*/ 19717 h 19716"/>
                  <a:gd name="connsiteX7" fmla="*/ 15431 w 19145"/>
                  <a:gd name="connsiteY7" fmla="*/ 19717 h 19716"/>
                  <a:gd name="connsiteX8" fmla="*/ 15431 w 19145"/>
                  <a:gd name="connsiteY8" fmla="*/ 4191 h 19716"/>
                  <a:gd name="connsiteX9" fmla="*/ 11525 w 19145"/>
                  <a:gd name="connsiteY9" fmla="*/ 19717 h 19716"/>
                  <a:gd name="connsiteX10" fmla="*/ 7716 w 19145"/>
                  <a:gd name="connsiteY10" fmla="*/ 19717 h 19716"/>
                  <a:gd name="connsiteX11" fmla="*/ 3810 w 19145"/>
                  <a:gd name="connsiteY11" fmla="*/ 4191 h 19716"/>
                  <a:gd name="connsiteX12" fmla="*/ 3810 w 19145"/>
                  <a:gd name="connsiteY12" fmla="*/ 19717 h 19716"/>
                  <a:gd name="connsiteX13" fmla="*/ 0 w 19145"/>
                  <a:gd name="connsiteY13" fmla="*/ 19717 h 197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9145" h="19716">
                    <a:moveTo>
                      <a:pt x="0" y="19717"/>
                    </a:moveTo>
                    <a:lnTo>
                      <a:pt x="0" y="0"/>
                    </a:lnTo>
                    <a:lnTo>
                      <a:pt x="6001" y="0"/>
                    </a:lnTo>
                    <a:lnTo>
                      <a:pt x="9620" y="13525"/>
                    </a:lnTo>
                    <a:lnTo>
                      <a:pt x="13145" y="0"/>
                    </a:lnTo>
                    <a:lnTo>
                      <a:pt x="19145" y="0"/>
                    </a:lnTo>
                    <a:lnTo>
                      <a:pt x="19145" y="19717"/>
                    </a:lnTo>
                    <a:lnTo>
                      <a:pt x="15431" y="19717"/>
                    </a:lnTo>
                    <a:lnTo>
                      <a:pt x="15431" y="4191"/>
                    </a:lnTo>
                    <a:lnTo>
                      <a:pt x="11525" y="19717"/>
                    </a:lnTo>
                    <a:lnTo>
                      <a:pt x="7716" y="19717"/>
                    </a:lnTo>
                    <a:lnTo>
                      <a:pt x="3810" y="4191"/>
                    </a:lnTo>
                    <a:lnTo>
                      <a:pt x="3810" y="19717"/>
                    </a:lnTo>
                    <a:lnTo>
                      <a:pt x="0" y="19717"/>
                    </a:lnTo>
                    <a:close/>
                  </a:path>
                </a:pathLst>
              </a:custGeom>
              <a:solidFill>
                <a:srgbClr val="231F2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15" name="Freeform: Shape 414">
                <a:extLst>
                  <a:ext uri="{FF2B5EF4-FFF2-40B4-BE49-F238E27FC236}">
                    <a16:creationId xmlns:a16="http://schemas.microsoft.com/office/drawing/2014/main" id="{8021209C-AEC5-4D5B-8411-6C2213956719}"/>
                  </a:ext>
                </a:extLst>
              </p:cNvPr>
              <p:cNvSpPr/>
              <p:nvPr/>
            </p:nvSpPr>
            <p:spPr>
              <a:xfrm>
                <a:off x="6684961" y="3223164"/>
                <a:ext cx="15144" cy="19716"/>
              </a:xfrm>
              <a:custGeom>
                <a:avLst/>
                <a:gdLst>
                  <a:gd name="connsiteX0" fmla="*/ 0 w 15144"/>
                  <a:gd name="connsiteY0" fmla="*/ 19717 h 19716"/>
                  <a:gd name="connsiteX1" fmla="*/ 0 w 15144"/>
                  <a:gd name="connsiteY1" fmla="*/ 0 h 19716"/>
                  <a:gd name="connsiteX2" fmla="*/ 6382 w 15144"/>
                  <a:gd name="connsiteY2" fmla="*/ 0 h 19716"/>
                  <a:gd name="connsiteX3" fmla="*/ 11144 w 15144"/>
                  <a:gd name="connsiteY3" fmla="*/ 286 h 19716"/>
                  <a:gd name="connsiteX4" fmla="*/ 14002 w 15144"/>
                  <a:gd name="connsiteY4" fmla="*/ 2191 h 19716"/>
                  <a:gd name="connsiteX5" fmla="*/ 15145 w 15144"/>
                  <a:gd name="connsiteY5" fmla="*/ 6001 h 19716"/>
                  <a:gd name="connsiteX6" fmla="*/ 14478 w 15144"/>
                  <a:gd name="connsiteY6" fmla="*/ 9049 h 19716"/>
                  <a:gd name="connsiteX7" fmla="*/ 12763 w 15144"/>
                  <a:gd name="connsiteY7" fmla="*/ 11049 h 19716"/>
                  <a:gd name="connsiteX8" fmla="*/ 10668 w 15144"/>
                  <a:gd name="connsiteY8" fmla="*/ 12001 h 19716"/>
                  <a:gd name="connsiteX9" fmla="*/ 6572 w 15144"/>
                  <a:gd name="connsiteY9" fmla="*/ 12287 h 19716"/>
                  <a:gd name="connsiteX10" fmla="*/ 4001 w 15144"/>
                  <a:gd name="connsiteY10" fmla="*/ 12287 h 19716"/>
                  <a:gd name="connsiteX11" fmla="*/ 4001 w 15144"/>
                  <a:gd name="connsiteY11" fmla="*/ 19717 h 19716"/>
                  <a:gd name="connsiteX12" fmla="*/ 0 w 15144"/>
                  <a:gd name="connsiteY12" fmla="*/ 19717 h 19716"/>
                  <a:gd name="connsiteX13" fmla="*/ 4001 w 15144"/>
                  <a:gd name="connsiteY13" fmla="*/ 3334 h 19716"/>
                  <a:gd name="connsiteX14" fmla="*/ 4001 w 15144"/>
                  <a:gd name="connsiteY14" fmla="*/ 8954 h 19716"/>
                  <a:gd name="connsiteX15" fmla="*/ 6191 w 15144"/>
                  <a:gd name="connsiteY15" fmla="*/ 8954 h 19716"/>
                  <a:gd name="connsiteX16" fmla="*/ 9335 w 15144"/>
                  <a:gd name="connsiteY16" fmla="*/ 8668 h 19716"/>
                  <a:gd name="connsiteX17" fmla="*/ 10573 w 15144"/>
                  <a:gd name="connsiteY17" fmla="*/ 7715 h 19716"/>
                  <a:gd name="connsiteX18" fmla="*/ 11049 w 15144"/>
                  <a:gd name="connsiteY18" fmla="*/ 6191 h 19716"/>
                  <a:gd name="connsiteX19" fmla="*/ 10382 w 15144"/>
                  <a:gd name="connsiteY19" fmla="*/ 4382 h 19716"/>
                  <a:gd name="connsiteX20" fmla="*/ 8763 w 15144"/>
                  <a:gd name="connsiteY20" fmla="*/ 3524 h 19716"/>
                  <a:gd name="connsiteX21" fmla="*/ 5905 w 15144"/>
                  <a:gd name="connsiteY21" fmla="*/ 3429 h 19716"/>
                  <a:gd name="connsiteX22" fmla="*/ 4001 w 15144"/>
                  <a:gd name="connsiteY22" fmla="*/ 3429 h 197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5144" h="19716">
                    <a:moveTo>
                      <a:pt x="0" y="19717"/>
                    </a:moveTo>
                    <a:lnTo>
                      <a:pt x="0" y="0"/>
                    </a:lnTo>
                    <a:lnTo>
                      <a:pt x="6382" y="0"/>
                    </a:lnTo>
                    <a:cubicBezTo>
                      <a:pt x="8858" y="0"/>
                      <a:pt x="10382" y="95"/>
                      <a:pt x="11144" y="286"/>
                    </a:cubicBezTo>
                    <a:cubicBezTo>
                      <a:pt x="12287" y="571"/>
                      <a:pt x="13240" y="1238"/>
                      <a:pt x="14002" y="2191"/>
                    </a:cubicBezTo>
                    <a:cubicBezTo>
                      <a:pt x="14764" y="3143"/>
                      <a:pt x="15145" y="4477"/>
                      <a:pt x="15145" y="6001"/>
                    </a:cubicBezTo>
                    <a:cubicBezTo>
                      <a:pt x="15145" y="7239"/>
                      <a:pt x="14954" y="8192"/>
                      <a:pt x="14478" y="9049"/>
                    </a:cubicBezTo>
                    <a:cubicBezTo>
                      <a:pt x="14097" y="9906"/>
                      <a:pt x="13526" y="10573"/>
                      <a:pt x="12763" y="11049"/>
                    </a:cubicBezTo>
                    <a:cubicBezTo>
                      <a:pt x="12097" y="11525"/>
                      <a:pt x="11430" y="11811"/>
                      <a:pt x="10668" y="12001"/>
                    </a:cubicBezTo>
                    <a:cubicBezTo>
                      <a:pt x="9715" y="12192"/>
                      <a:pt x="8287" y="12287"/>
                      <a:pt x="6572" y="12287"/>
                    </a:cubicBezTo>
                    <a:lnTo>
                      <a:pt x="4001" y="12287"/>
                    </a:lnTo>
                    <a:lnTo>
                      <a:pt x="4001" y="19717"/>
                    </a:lnTo>
                    <a:lnTo>
                      <a:pt x="0" y="19717"/>
                    </a:lnTo>
                    <a:close/>
                    <a:moveTo>
                      <a:pt x="4001" y="3334"/>
                    </a:moveTo>
                    <a:lnTo>
                      <a:pt x="4001" y="8954"/>
                    </a:lnTo>
                    <a:lnTo>
                      <a:pt x="6191" y="8954"/>
                    </a:lnTo>
                    <a:cubicBezTo>
                      <a:pt x="7811" y="8954"/>
                      <a:pt x="8858" y="8858"/>
                      <a:pt x="9335" y="8668"/>
                    </a:cubicBezTo>
                    <a:cubicBezTo>
                      <a:pt x="9906" y="8477"/>
                      <a:pt x="10287" y="8192"/>
                      <a:pt x="10573" y="7715"/>
                    </a:cubicBezTo>
                    <a:cubicBezTo>
                      <a:pt x="10859" y="7239"/>
                      <a:pt x="11049" y="6763"/>
                      <a:pt x="11049" y="6191"/>
                    </a:cubicBezTo>
                    <a:cubicBezTo>
                      <a:pt x="11049" y="5429"/>
                      <a:pt x="10859" y="4858"/>
                      <a:pt x="10382" y="4382"/>
                    </a:cubicBezTo>
                    <a:cubicBezTo>
                      <a:pt x="10001" y="3905"/>
                      <a:pt x="9430" y="3620"/>
                      <a:pt x="8763" y="3524"/>
                    </a:cubicBezTo>
                    <a:cubicBezTo>
                      <a:pt x="8287" y="3429"/>
                      <a:pt x="7334" y="3429"/>
                      <a:pt x="5905" y="3429"/>
                    </a:cubicBezTo>
                    <a:lnTo>
                      <a:pt x="4001" y="3429"/>
                    </a:lnTo>
                    <a:close/>
                  </a:path>
                </a:pathLst>
              </a:custGeom>
              <a:solidFill>
                <a:srgbClr val="231F2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16" name="Freeform: Shape 415">
                <a:extLst>
                  <a:ext uri="{FF2B5EF4-FFF2-40B4-BE49-F238E27FC236}">
                    <a16:creationId xmlns:a16="http://schemas.microsoft.com/office/drawing/2014/main" id="{371018FD-C8C2-4E19-B5EB-C4CC45A74013}"/>
                  </a:ext>
                </a:extLst>
              </p:cNvPr>
              <p:cNvSpPr/>
              <p:nvPr/>
            </p:nvSpPr>
            <p:spPr>
              <a:xfrm>
                <a:off x="6703535" y="3223259"/>
                <a:ext cx="13906" cy="19621"/>
              </a:xfrm>
              <a:custGeom>
                <a:avLst/>
                <a:gdLst>
                  <a:gd name="connsiteX0" fmla="*/ 0 w 13906"/>
                  <a:gd name="connsiteY0" fmla="*/ 19622 h 19621"/>
                  <a:gd name="connsiteX1" fmla="*/ 0 w 13906"/>
                  <a:gd name="connsiteY1" fmla="*/ 0 h 19621"/>
                  <a:gd name="connsiteX2" fmla="*/ 4000 w 13906"/>
                  <a:gd name="connsiteY2" fmla="*/ 0 h 19621"/>
                  <a:gd name="connsiteX3" fmla="*/ 4000 w 13906"/>
                  <a:gd name="connsiteY3" fmla="*/ 16288 h 19621"/>
                  <a:gd name="connsiteX4" fmla="*/ 13906 w 13906"/>
                  <a:gd name="connsiteY4" fmla="*/ 16288 h 19621"/>
                  <a:gd name="connsiteX5" fmla="*/ 13906 w 13906"/>
                  <a:gd name="connsiteY5" fmla="*/ 19622 h 19621"/>
                  <a:gd name="connsiteX6" fmla="*/ 0 w 13906"/>
                  <a:gd name="connsiteY6" fmla="*/ 19622 h 19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906" h="19621">
                    <a:moveTo>
                      <a:pt x="0" y="19622"/>
                    </a:moveTo>
                    <a:lnTo>
                      <a:pt x="0" y="0"/>
                    </a:lnTo>
                    <a:lnTo>
                      <a:pt x="4000" y="0"/>
                    </a:lnTo>
                    <a:lnTo>
                      <a:pt x="4000" y="16288"/>
                    </a:lnTo>
                    <a:lnTo>
                      <a:pt x="13906" y="16288"/>
                    </a:lnTo>
                    <a:lnTo>
                      <a:pt x="13906" y="19622"/>
                    </a:lnTo>
                    <a:lnTo>
                      <a:pt x="0" y="19622"/>
                    </a:lnTo>
                    <a:close/>
                  </a:path>
                </a:pathLst>
              </a:custGeom>
              <a:solidFill>
                <a:srgbClr val="231F2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17" name="Freeform: Shape 416">
                <a:extLst>
                  <a:ext uri="{FF2B5EF4-FFF2-40B4-BE49-F238E27FC236}">
                    <a16:creationId xmlns:a16="http://schemas.microsoft.com/office/drawing/2014/main" id="{87BD8ED3-4B88-4330-BE31-25FAF7584112}"/>
                  </a:ext>
                </a:extLst>
              </p:cNvPr>
              <p:cNvSpPr/>
              <p:nvPr/>
            </p:nvSpPr>
            <p:spPr>
              <a:xfrm>
                <a:off x="6718203" y="3223164"/>
                <a:ext cx="19907" cy="19716"/>
              </a:xfrm>
              <a:custGeom>
                <a:avLst/>
                <a:gdLst>
                  <a:gd name="connsiteX0" fmla="*/ 19907 w 19907"/>
                  <a:gd name="connsiteY0" fmla="*/ 19717 h 19716"/>
                  <a:gd name="connsiteX1" fmla="*/ 15526 w 19907"/>
                  <a:gd name="connsiteY1" fmla="*/ 19717 h 19716"/>
                  <a:gd name="connsiteX2" fmla="*/ 13811 w 19907"/>
                  <a:gd name="connsiteY2" fmla="*/ 15240 h 19716"/>
                  <a:gd name="connsiteX3" fmla="*/ 5905 w 19907"/>
                  <a:gd name="connsiteY3" fmla="*/ 15240 h 19716"/>
                  <a:gd name="connsiteX4" fmla="*/ 4286 w 19907"/>
                  <a:gd name="connsiteY4" fmla="*/ 19717 h 19716"/>
                  <a:gd name="connsiteX5" fmla="*/ 0 w 19907"/>
                  <a:gd name="connsiteY5" fmla="*/ 19717 h 19716"/>
                  <a:gd name="connsiteX6" fmla="*/ 7715 w 19907"/>
                  <a:gd name="connsiteY6" fmla="*/ 0 h 19716"/>
                  <a:gd name="connsiteX7" fmla="*/ 11906 w 19907"/>
                  <a:gd name="connsiteY7" fmla="*/ 0 h 19716"/>
                  <a:gd name="connsiteX8" fmla="*/ 19907 w 19907"/>
                  <a:gd name="connsiteY8" fmla="*/ 19717 h 19716"/>
                  <a:gd name="connsiteX9" fmla="*/ 12478 w 19907"/>
                  <a:gd name="connsiteY9" fmla="*/ 11906 h 19716"/>
                  <a:gd name="connsiteX10" fmla="*/ 9716 w 19907"/>
                  <a:gd name="connsiteY10" fmla="*/ 4572 h 19716"/>
                  <a:gd name="connsiteX11" fmla="*/ 7049 w 19907"/>
                  <a:gd name="connsiteY11" fmla="*/ 11906 h 19716"/>
                  <a:gd name="connsiteX12" fmla="*/ 12478 w 19907"/>
                  <a:gd name="connsiteY12" fmla="*/ 11906 h 197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9907" h="19716">
                    <a:moveTo>
                      <a:pt x="19907" y="19717"/>
                    </a:moveTo>
                    <a:lnTo>
                      <a:pt x="15526" y="19717"/>
                    </a:lnTo>
                    <a:lnTo>
                      <a:pt x="13811" y="15240"/>
                    </a:lnTo>
                    <a:lnTo>
                      <a:pt x="5905" y="15240"/>
                    </a:lnTo>
                    <a:lnTo>
                      <a:pt x="4286" y="19717"/>
                    </a:lnTo>
                    <a:lnTo>
                      <a:pt x="0" y="19717"/>
                    </a:lnTo>
                    <a:lnTo>
                      <a:pt x="7715" y="0"/>
                    </a:lnTo>
                    <a:lnTo>
                      <a:pt x="11906" y="0"/>
                    </a:lnTo>
                    <a:lnTo>
                      <a:pt x="19907" y="19717"/>
                    </a:lnTo>
                    <a:close/>
                    <a:moveTo>
                      <a:pt x="12478" y="11906"/>
                    </a:moveTo>
                    <a:lnTo>
                      <a:pt x="9716" y="4572"/>
                    </a:lnTo>
                    <a:lnTo>
                      <a:pt x="7049" y="11906"/>
                    </a:lnTo>
                    <a:lnTo>
                      <a:pt x="12478" y="11906"/>
                    </a:lnTo>
                    <a:close/>
                  </a:path>
                </a:pathLst>
              </a:custGeom>
              <a:solidFill>
                <a:srgbClr val="231F2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18" name="Freeform: Shape 417">
                <a:extLst>
                  <a:ext uri="{FF2B5EF4-FFF2-40B4-BE49-F238E27FC236}">
                    <a16:creationId xmlns:a16="http://schemas.microsoft.com/office/drawing/2014/main" id="{EAC30947-611C-4C6C-94EE-DA0966F9EAE0}"/>
                  </a:ext>
                </a:extLst>
              </p:cNvPr>
              <p:cNvSpPr/>
              <p:nvPr/>
            </p:nvSpPr>
            <p:spPr>
              <a:xfrm>
                <a:off x="6736682" y="3223164"/>
                <a:ext cx="15716" cy="19716"/>
              </a:xfrm>
              <a:custGeom>
                <a:avLst/>
                <a:gdLst>
                  <a:gd name="connsiteX0" fmla="*/ 5905 w 15716"/>
                  <a:gd name="connsiteY0" fmla="*/ 19717 h 19716"/>
                  <a:gd name="connsiteX1" fmla="*/ 5905 w 15716"/>
                  <a:gd name="connsiteY1" fmla="*/ 3334 h 19716"/>
                  <a:gd name="connsiteX2" fmla="*/ 0 w 15716"/>
                  <a:gd name="connsiteY2" fmla="*/ 3334 h 19716"/>
                  <a:gd name="connsiteX3" fmla="*/ 0 w 15716"/>
                  <a:gd name="connsiteY3" fmla="*/ 0 h 19716"/>
                  <a:gd name="connsiteX4" fmla="*/ 15716 w 15716"/>
                  <a:gd name="connsiteY4" fmla="*/ 0 h 19716"/>
                  <a:gd name="connsiteX5" fmla="*/ 15716 w 15716"/>
                  <a:gd name="connsiteY5" fmla="*/ 3334 h 19716"/>
                  <a:gd name="connsiteX6" fmla="*/ 9811 w 15716"/>
                  <a:gd name="connsiteY6" fmla="*/ 3334 h 19716"/>
                  <a:gd name="connsiteX7" fmla="*/ 9811 w 15716"/>
                  <a:gd name="connsiteY7" fmla="*/ 19717 h 19716"/>
                  <a:gd name="connsiteX8" fmla="*/ 5905 w 15716"/>
                  <a:gd name="connsiteY8" fmla="*/ 19717 h 197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5716" h="19716">
                    <a:moveTo>
                      <a:pt x="5905" y="19717"/>
                    </a:moveTo>
                    <a:lnTo>
                      <a:pt x="5905" y="3334"/>
                    </a:lnTo>
                    <a:lnTo>
                      <a:pt x="0" y="3334"/>
                    </a:lnTo>
                    <a:lnTo>
                      <a:pt x="0" y="0"/>
                    </a:lnTo>
                    <a:lnTo>
                      <a:pt x="15716" y="0"/>
                    </a:lnTo>
                    <a:lnTo>
                      <a:pt x="15716" y="3334"/>
                    </a:lnTo>
                    <a:lnTo>
                      <a:pt x="9811" y="3334"/>
                    </a:lnTo>
                    <a:lnTo>
                      <a:pt x="9811" y="19717"/>
                    </a:lnTo>
                    <a:lnTo>
                      <a:pt x="5905" y="19717"/>
                    </a:lnTo>
                    <a:close/>
                  </a:path>
                </a:pathLst>
              </a:custGeom>
              <a:solidFill>
                <a:srgbClr val="231F2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19" name="Freeform: Shape 418">
                <a:extLst>
                  <a:ext uri="{FF2B5EF4-FFF2-40B4-BE49-F238E27FC236}">
                    <a16:creationId xmlns:a16="http://schemas.microsoft.com/office/drawing/2014/main" id="{957BC812-C5BD-40A1-BD6F-E1464FC3A291}"/>
                  </a:ext>
                </a:extLst>
              </p:cNvPr>
              <p:cNvSpPr/>
              <p:nvPr/>
            </p:nvSpPr>
            <p:spPr>
              <a:xfrm>
                <a:off x="6754970" y="3223164"/>
                <a:ext cx="15049" cy="19716"/>
              </a:xfrm>
              <a:custGeom>
                <a:avLst/>
                <a:gdLst>
                  <a:gd name="connsiteX0" fmla="*/ 0 w 15049"/>
                  <a:gd name="connsiteY0" fmla="*/ 19717 h 19716"/>
                  <a:gd name="connsiteX1" fmla="*/ 0 w 15049"/>
                  <a:gd name="connsiteY1" fmla="*/ 0 h 19716"/>
                  <a:gd name="connsiteX2" fmla="*/ 14669 w 15049"/>
                  <a:gd name="connsiteY2" fmla="*/ 0 h 19716"/>
                  <a:gd name="connsiteX3" fmla="*/ 14669 w 15049"/>
                  <a:gd name="connsiteY3" fmla="*/ 3334 h 19716"/>
                  <a:gd name="connsiteX4" fmla="*/ 4000 w 15049"/>
                  <a:gd name="connsiteY4" fmla="*/ 3334 h 19716"/>
                  <a:gd name="connsiteX5" fmla="*/ 4000 w 15049"/>
                  <a:gd name="connsiteY5" fmla="*/ 7715 h 19716"/>
                  <a:gd name="connsiteX6" fmla="*/ 13906 w 15049"/>
                  <a:gd name="connsiteY6" fmla="*/ 7715 h 19716"/>
                  <a:gd name="connsiteX7" fmla="*/ 13906 w 15049"/>
                  <a:gd name="connsiteY7" fmla="*/ 11049 h 19716"/>
                  <a:gd name="connsiteX8" fmla="*/ 4000 w 15049"/>
                  <a:gd name="connsiteY8" fmla="*/ 11049 h 19716"/>
                  <a:gd name="connsiteX9" fmla="*/ 4000 w 15049"/>
                  <a:gd name="connsiteY9" fmla="*/ 16383 h 19716"/>
                  <a:gd name="connsiteX10" fmla="*/ 15049 w 15049"/>
                  <a:gd name="connsiteY10" fmla="*/ 16383 h 19716"/>
                  <a:gd name="connsiteX11" fmla="*/ 15049 w 15049"/>
                  <a:gd name="connsiteY11" fmla="*/ 19717 h 19716"/>
                  <a:gd name="connsiteX12" fmla="*/ 0 w 15049"/>
                  <a:gd name="connsiteY12" fmla="*/ 19717 h 197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5049" h="19716">
                    <a:moveTo>
                      <a:pt x="0" y="19717"/>
                    </a:moveTo>
                    <a:lnTo>
                      <a:pt x="0" y="0"/>
                    </a:lnTo>
                    <a:lnTo>
                      <a:pt x="14669" y="0"/>
                    </a:lnTo>
                    <a:lnTo>
                      <a:pt x="14669" y="3334"/>
                    </a:lnTo>
                    <a:lnTo>
                      <a:pt x="4000" y="3334"/>
                    </a:lnTo>
                    <a:lnTo>
                      <a:pt x="4000" y="7715"/>
                    </a:lnTo>
                    <a:lnTo>
                      <a:pt x="13906" y="7715"/>
                    </a:lnTo>
                    <a:lnTo>
                      <a:pt x="13906" y="11049"/>
                    </a:lnTo>
                    <a:lnTo>
                      <a:pt x="4000" y="11049"/>
                    </a:lnTo>
                    <a:lnTo>
                      <a:pt x="4000" y="16383"/>
                    </a:lnTo>
                    <a:lnTo>
                      <a:pt x="15049" y="16383"/>
                    </a:lnTo>
                    <a:lnTo>
                      <a:pt x="15049" y="19717"/>
                    </a:lnTo>
                    <a:lnTo>
                      <a:pt x="0" y="19717"/>
                    </a:lnTo>
                    <a:close/>
                  </a:path>
                </a:pathLst>
              </a:custGeom>
              <a:solidFill>
                <a:srgbClr val="231F2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sp>
          <p:nvSpPr>
            <p:cNvPr id="420" name="Freeform: Shape 419">
              <a:extLst>
                <a:ext uri="{FF2B5EF4-FFF2-40B4-BE49-F238E27FC236}">
                  <a16:creationId xmlns:a16="http://schemas.microsoft.com/office/drawing/2014/main" id="{33B00FAF-AED4-4EAC-8AC2-F22625EE57FE}"/>
                </a:ext>
              </a:extLst>
            </p:cNvPr>
            <p:cNvSpPr/>
            <p:nvPr/>
          </p:nvSpPr>
          <p:spPr>
            <a:xfrm>
              <a:off x="6163458" y="3486497"/>
              <a:ext cx="30670" cy="30670"/>
            </a:xfrm>
            <a:custGeom>
              <a:avLst/>
              <a:gdLst>
                <a:gd name="connsiteX0" fmla="*/ 15335 w 30670"/>
                <a:gd name="connsiteY0" fmla="*/ 30671 h 30670"/>
                <a:gd name="connsiteX1" fmla="*/ 0 w 30670"/>
                <a:gd name="connsiteY1" fmla="*/ 15335 h 30670"/>
                <a:gd name="connsiteX2" fmla="*/ 15335 w 30670"/>
                <a:gd name="connsiteY2" fmla="*/ 0 h 30670"/>
                <a:gd name="connsiteX3" fmla="*/ 30671 w 30670"/>
                <a:gd name="connsiteY3" fmla="*/ 15335 h 30670"/>
                <a:gd name="connsiteX4" fmla="*/ 15335 w 30670"/>
                <a:gd name="connsiteY4" fmla="*/ 30671 h 30670"/>
                <a:gd name="connsiteX5" fmla="*/ 15335 w 30670"/>
                <a:gd name="connsiteY5" fmla="*/ 9525 h 30670"/>
                <a:gd name="connsiteX6" fmla="*/ 9525 w 30670"/>
                <a:gd name="connsiteY6" fmla="*/ 15335 h 30670"/>
                <a:gd name="connsiteX7" fmla="*/ 15335 w 30670"/>
                <a:gd name="connsiteY7" fmla="*/ 21146 h 30670"/>
                <a:gd name="connsiteX8" fmla="*/ 21146 w 30670"/>
                <a:gd name="connsiteY8" fmla="*/ 15335 h 30670"/>
                <a:gd name="connsiteX9" fmla="*/ 15335 w 30670"/>
                <a:gd name="connsiteY9" fmla="*/ 9525 h 30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670" h="30670">
                  <a:moveTo>
                    <a:pt x="15335" y="30671"/>
                  </a:moveTo>
                  <a:cubicBezTo>
                    <a:pt x="6858" y="30671"/>
                    <a:pt x="0" y="23813"/>
                    <a:pt x="0" y="15335"/>
                  </a:cubicBezTo>
                  <a:cubicBezTo>
                    <a:pt x="0" y="6858"/>
                    <a:pt x="6858" y="0"/>
                    <a:pt x="15335" y="0"/>
                  </a:cubicBezTo>
                  <a:cubicBezTo>
                    <a:pt x="23813" y="0"/>
                    <a:pt x="30671" y="6858"/>
                    <a:pt x="30671" y="15335"/>
                  </a:cubicBezTo>
                  <a:cubicBezTo>
                    <a:pt x="30671" y="23813"/>
                    <a:pt x="23813" y="30671"/>
                    <a:pt x="15335" y="30671"/>
                  </a:cubicBezTo>
                  <a:close/>
                  <a:moveTo>
                    <a:pt x="15335" y="9525"/>
                  </a:moveTo>
                  <a:cubicBezTo>
                    <a:pt x="12192" y="9525"/>
                    <a:pt x="9525" y="12097"/>
                    <a:pt x="9525" y="15335"/>
                  </a:cubicBezTo>
                  <a:cubicBezTo>
                    <a:pt x="9525" y="18574"/>
                    <a:pt x="12097" y="21146"/>
                    <a:pt x="15335" y="21146"/>
                  </a:cubicBezTo>
                  <a:cubicBezTo>
                    <a:pt x="18574" y="21146"/>
                    <a:pt x="21146" y="18574"/>
                    <a:pt x="21146" y="15335"/>
                  </a:cubicBezTo>
                  <a:cubicBezTo>
                    <a:pt x="21146" y="12097"/>
                    <a:pt x="18574" y="9525"/>
                    <a:pt x="15335" y="952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21" name="Freeform: Shape 420">
              <a:extLst>
                <a:ext uri="{FF2B5EF4-FFF2-40B4-BE49-F238E27FC236}">
                  <a16:creationId xmlns:a16="http://schemas.microsoft.com/office/drawing/2014/main" id="{C973B2DC-3F33-4158-8017-5A8E28506657}"/>
                </a:ext>
              </a:extLst>
            </p:cNvPr>
            <p:cNvSpPr/>
            <p:nvPr/>
          </p:nvSpPr>
          <p:spPr>
            <a:xfrm>
              <a:off x="6158790" y="3407820"/>
              <a:ext cx="184308" cy="226409"/>
            </a:xfrm>
            <a:custGeom>
              <a:avLst/>
              <a:gdLst>
                <a:gd name="connsiteX0" fmla="*/ 184309 w 184308"/>
                <a:gd name="connsiteY0" fmla="*/ 226409 h 226409"/>
                <a:gd name="connsiteX1" fmla="*/ 136969 w 184308"/>
                <a:gd name="connsiteY1" fmla="*/ 226409 h 226409"/>
                <a:gd name="connsiteX2" fmla="*/ 136969 w 184308"/>
                <a:gd name="connsiteY2" fmla="*/ 216884 h 226409"/>
                <a:gd name="connsiteX3" fmla="*/ 174784 w 184308"/>
                <a:gd name="connsiteY3" fmla="*/ 216884 h 226409"/>
                <a:gd name="connsiteX4" fmla="*/ 174784 w 184308"/>
                <a:gd name="connsiteY4" fmla="*/ 9525 h 226409"/>
                <a:gd name="connsiteX5" fmla="*/ 9525 w 184308"/>
                <a:gd name="connsiteY5" fmla="*/ 9525 h 226409"/>
                <a:gd name="connsiteX6" fmla="*/ 9525 w 184308"/>
                <a:gd name="connsiteY6" fmla="*/ 34004 h 226409"/>
                <a:gd name="connsiteX7" fmla="*/ 0 w 184308"/>
                <a:gd name="connsiteY7" fmla="*/ 34004 h 226409"/>
                <a:gd name="connsiteX8" fmla="*/ 0 w 184308"/>
                <a:gd name="connsiteY8" fmla="*/ 0 h 226409"/>
                <a:gd name="connsiteX9" fmla="*/ 184309 w 184308"/>
                <a:gd name="connsiteY9" fmla="*/ 0 h 2264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4308" h="226409">
                  <a:moveTo>
                    <a:pt x="184309" y="226409"/>
                  </a:moveTo>
                  <a:lnTo>
                    <a:pt x="136969" y="226409"/>
                  </a:lnTo>
                  <a:lnTo>
                    <a:pt x="136969" y="216884"/>
                  </a:lnTo>
                  <a:lnTo>
                    <a:pt x="174784" y="216884"/>
                  </a:lnTo>
                  <a:lnTo>
                    <a:pt x="174784" y="9525"/>
                  </a:lnTo>
                  <a:lnTo>
                    <a:pt x="9525" y="9525"/>
                  </a:lnTo>
                  <a:lnTo>
                    <a:pt x="9525" y="34004"/>
                  </a:lnTo>
                  <a:lnTo>
                    <a:pt x="0" y="34004"/>
                  </a:lnTo>
                  <a:lnTo>
                    <a:pt x="0" y="0"/>
                  </a:lnTo>
                  <a:lnTo>
                    <a:pt x="184309" y="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425" name="Freeform: Shape 424">
              <a:extLst>
                <a:ext uri="{FF2B5EF4-FFF2-40B4-BE49-F238E27FC236}">
                  <a16:creationId xmlns:a16="http://schemas.microsoft.com/office/drawing/2014/main" id="{2D26A942-4631-462F-8531-1EFAD04D1DA8}"/>
                </a:ext>
              </a:extLst>
            </p:cNvPr>
            <p:cNvSpPr/>
            <p:nvPr/>
          </p:nvSpPr>
          <p:spPr>
            <a:xfrm>
              <a:off x="6152219" y="3462018"/>
              <a:ext cx="9525" cy="146875"/>
            </a:xfrm>
            <a:custGeom>
              <a:avLst/>
              <a:gdLst>
                <a:gd name="connsiteX0" fmla="*/ 0 w 9525"/>
                <a:gd name="connsiteY0" fmla="*/ 0 h 146875"/>
                <a:gd name="connsiteX1" fmla="*/ 9525 w 9525"/>
                <a:gd name="connsiteY1" fmla="*/ 0 h 146875"/>
                <a:gd name="connsiteX2" fmla="*/ 9525 w 9525"/>
                <a:gd name="connsiteY2" fmla="*/ 146875 h 146875"/>
                <a:gd name="connsiteX3" fmla="*/ 0 w 9525"/>
                <a:gd name="connsiteY3" fmla="*/ 146875 h 146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5" h="146875">
                  <a:moveTo>
                    <a:pt x="0" y="0"/>
                  </a:moveTo>
                  <a:lnTo>
                    <a:pt x="9525" y="0"/>
                  </a:lnTo>
                  <a:lnTo>
                    <a:pt x="9525" y="146875"/>
                  </a:lnTo>
                  <a:lnTo>
                    <a:pt x="0" y="146875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26" name="Freeform: Shape 425">
              <a:extLst>
                <a:ext uri="{FF2B5EF4-FFF2-40B4-BE49-F238E27FC236}">
                  <a16:creationId xmlns:a16="http://schemas.microsoft.com/office/drawing/2014/main" id="{CF095603-26E5-401C-99C8-1526D08E6A3D}"/>
                </a:ext>
              </a:extLst>
            </p:cNvPr>
            <p:cNvSpPr/>
            <p:nvPr/>
          </p:nvSpPr>
          <p:spPr>
            <a:xfrm>
              <a:off x="6266138" y="3494594"/>
              <a:ext cx="9525" cy="114300"/>
            </a:xfrm>
            <a:custGeom>
              <a:avLst/>
              <a:gdLst>
                <a:gd name="connsiteX0" fmla="*/ 0 w 9525"/>
                <a:gd name="connsiteY0" fmla="*/ 0 h 114300"/>
                <a:gd name="connsiteX1" fmla="*/ 9525 w 9525"/>
                <a:gd name="connsiteY1" fmla="*/ 0 h 114300"/>
                <a:gd name="connsiteX2" fmla="*/ 9525 w 9525"/>
                <a:gd name="connsiteY2" fmla="*/ 114300 h 114300"/>
                <a:gd name="connsiteX3" fmla="*/ 0 w 9525"/>
                <a:gd name="connsiteY3" fmla="*/ 114300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5" h="114300">
                  <a:moveTo>
                    <a:pt x="0" y="0"/>
                  </a:moveTo>
                  <a:lnTo>
                    <a:pt x="9525" y="0"/>
                  </a:lnTo>
                  <a:lnTo>
                    <a:pt x="9525" y="11430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27" name="Freeform: Shape 426">
              <a:extLst>
                <a:ext uri="{FF2B5EF4-FFF2-40B4-BE49-F238E27FC236}">
                  <a16:creationId xmlns:a16="http://schemas.microsoft.com/office/drawing/2014/main" id="{6BED1897-3092-4ABF-B0B8-7ADEB8C2CDCC}"/>
                </a:ext>
              </a:extLst>
            </p:cNvPr>
            <p:cNvSpPr/>
            <p:nvPr/>
          </p:nvSpPr>
          <p:spPr>
            <a:xfrm>
              <a:off x="6145075" y="3591463"/>
              <a:ext cx="140112" cy="9525"/>
            </a:xfrm>
            <a:custGeom>
              <a:avLst/>
              <a:gdLst>
                <a:gd name="connsiteX0" fmla="*/ 0 w 140112"/>
                <a:gd name="connsiteY0" fmla="*/ 0 h 9525"/>
                <a:gd name="connsiteX1" fmla="*/ 140113 w 140112"/>
                <a:gd name="connsiteY1" fmla="*/ 0 h 9525"/>
                <a:gd name="connsiteX2" fmla="*/ 140113 w 140112"/>
                <a:gd name="connsiteY2" fmla="*/ 9525 h 9525"/>
                <a:gd name="connsiteX3" fmla="*/ 0 w 140112"/>
                <a:gd name="connsiteY3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0112" h="9525">
                  <a:moveTo>
                    <a:pt x="0" y="0"/>
                  </a:moveTo>
                  <a:lnTo>
                    <a:pt x="140113" y="0"/>
                  </a:lnTo>
                  <a:lnTo>
                    <a:pt x="140113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28" name="Freeform: Shape 427">
              <a:extLst>
                <a:ext uri="{FF2B5EF4-FFF2-40B4-BE49-F238E27FC236}">
                  <a16:creationId xmlns:a16="http://schemas.microsoft.com/office/drawing/2014/main" id="{CD4FE581-7857-413E-BBD5-5B17ECFB7DC8}"/>
                </a:ext>
              </a:extLst>
            </p:cNvPr>
            <p:cNvSpPr/>
            <p:nvPr/>
          </p:nvSpPr>
          <p:spPr>
            <a:xfrm>
              <a:off x="6145075" y="3468876"/>
              <a:ext cx="96011" cy="9525"/>
            </a:xfrm>
            <a:custGeom>
              <a:avLst/>
              <a:gdLst>
                <a:gd name="connsiteX0" fmla="*/ 0 w 96011"/>
                <a:gd name="connsiteY0" fmla="*/ 0 h 9525"/>
                <a:gd name="connsiteX1" fmla="*/ 96012 w 96011"/>
                <a:gd name="connsiteY1" fmla="*/ 0 h 9525"/>
                <a:gd name="connsiteX2" fmla="*/ 96012 w 96011"/>
                <a:gd name="connsiteY2" fmla="*/ 9525 h 9525"/>
                <a:gd name="connsiteX3" fmla="*/ 0 w 96011"/>
                <a:gd name="connsiteY3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011" h="9525">
                  <a:moveTo>
                    <a:pt x="0" y="0"/>
                  </a:moveTo>
                  <a:lnTo>
                    <a:pt x="96012" y="0"/>
                  </a:lnTo>
                  <a:lnTo>
                    <a:pt x="96012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29" name="Freeform: Shape 428">
              <a:extLst>
                <a:ext uri="{FF2B5EF4-FFF2-40B4-BE49-F238E27FC236}">
                  <a16:creationId xmlns:a16="http://schemas.microsoft.com/office/drawing/2014/main" id="{A469CC25-4565-4A24-B321-EABF2B433350}"/>
                </a:ext>
              </a:extLst>
            </p:cNvPr>
            <p:cNvSpPr/>
            <p:nvPr/>
          </p:nvSpPr>
          <p:spPr>
            <a:xfrm>
              <a:off x="6145075" y="3524883"/>
              <a:ext cx="140112" cy="9525"/>
            </a:xfrm>
            <a:custGeom>
              <a:avLst/>
              <a:gdLst>
                <a:gd name="connsiteX0" fmla="*/ 0 w 140112"/>
                <a:gd name="connsiteY0" fmla="*/ 0 h 9525"/>
                <a:gd name="connsiteX1" fmla="*/ 140113 w 140112"/>
                <a:gd name="connsiteY1" fmla="*/ 0 h 9525"/>
                <a:gd name="connsiteX2" fmla="*/ 140113 w 140112"/>
                <a:gd name="connsiteY2" fmla="*/ 9525 h 9525"/>
                <a:gd name="connsiteX3" fmla="*/ 0 w 140112"/>
                <a:gd name="connsiteY3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0112" h="9525">
                  <a:moveTo>
                    <a:pt x="0" y="0"/>
                  </a:moveTo>
                  <a:lnTo>
                    <a:pt x="140113" y="0"/>
                  </a:lnTo>
                  <a:lnTo>
                    <a:pt x="140113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30" name="Freeform: Shape 429">
              <a:extLst>
                <a:ext uri="{FF2B5EF4-FFF2-40B4-BE49-F238E27FC236}">
                  <a16:creationId xmlns:a16="http://schemas.microsoft.com/office/drawing/2014/main" id="{51CF1365-A032-42CF-B4C0-66D8F7053615}"/>
                </a:ext>
              </a:extLst>
            </p:cNvPr>
            <p:cNvSpPr/>
            <p:nvPr/>
          </p:nvSpPr>
          <p:spPr>
            <a:xfrm>
              <a:off x="6226990" y="3529646"/>
              <a:ext cx="9525" cy="66579"/>
            </a:xfrm>
            <a:custGeom>
              <a:avLst/>
              <a:gdLst>
                <a:gd name="connsiteX0" fmla="*/ 0 w 9525"/>
                <a:gd name="connsiteY0" fmla="*/ 0 h 66579"/>
                <a:gd name="connsiteX1" fmla="*/ 9525 w 9525"/>
                <a:gd name="connsiteY1" fmla="*/ 0 h 66579"/>
                <a:gd name="connsiteX2" fmla="*/ 9525 w 9525"/>
                <a:gd name="connsiteY2" fmla="*/ 66580 h 66579"/>
                <a:gd name="connsiteX3" fmla="*/ 0 w 9525"/>
                <a:gd name="connsiteY3" fmla="*/ 66580 h 66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5" h="66579">
                  <a:moveTo>
                    <a:pt x="0" y="0"/>
                  </a:moveTo>
                  <a:lnTo>
                    <a:pt x="9525" y="0"/>
                  </a:lnTo>
                  <a:lnTo>
                    <a:pt x="9525" y="66580"/>
                  </a:lnTo>
                  <a:lnTo>
                    <a:pt x="0" y="6658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31" name="Freeform: Shape 430">
              <a:extLst>
                <a:ext uri="{FF2B5EF4-FFF2-40B4-BE49-F238E27FC236}">
                  <a16:creationId xmlns:a16="http://schemas.microsoft.com/office/drawing/2014/main" id="{701D5570-1CB2-464E-8494-D470F40E5620}"/>
                </a:ext>
              </a:extLst>
            </p:cNvPr>
            <p:cNvSpPr/>
            <p:nvPr/>
          </p:nvSpPr>
          <p:spPr>
            <a:xfrm>
              <a:off x="6156981" y="3558221"/>
              <a:ext cx="74771" cy="9525"/>
            </a:xfrm>
            <a:custGeom>
              <a:avLst/>
              <a:gdLst>
                <a:gd name="connsiteX0" fmla="*/ 0 w 74771"/>
                <a:gd name="connsiteY0" fmla="*/ 0 h 9525"/>
                <a:gd name="connsiteX1" fmla="*/ 74771 w 74771"/>
                <a:gd name="connsiteY1" fmla="*/ 0 h 9525"/>
                <a:gd name="connsiteX2" fmla="*/ 74771 w 74771"/>
                <a:gd name="connsiteY2" fmla="*/ 9525 h 9525"/>
                <a:gd name="connsiteX3" fmla="*/ 0 w 74771"/>
                <a:gd name="connsiteY3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771" h="9525">
                  <a:moveTo>
                    <a:pt x="0" y="0"/>
                  </a:moveTo>
                  <a:lnTo>
                    <a:pt x="74771" y="0"/>
                  </a:lnTo>
                  <a:lnTo>
                    <a:pt x="74771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32" name="Freeform: Shape 431">
              <a:extLst>
                <a:ext uri="{FF2B5EF4-FFF2-40B4-BE49-F238E27FC236}">
                  <a16:creationId xmlns:a16="http://schemas.microsoft.com/office/drawing/2014/main" id="{553787F7-62DD-4CA8-BA2B-5458B1FC0756}"/>
                </a:ext>
              </a:extLst>
            </p:cNvPr>
            <p:cNvSpPr/>
            <p:nvPr/>
          </p:nvSpPr>
          <p:spPr>
            <a:xfrm>
              <a:off x="6197843" y="3486497"/>
              <a:ext cx="30670" cy="30670"/>
            </a:xfrm>
            <a:custGeom>
              <a:avLst/>
              <a:gdLst>
                <a:gd name="connsiteX0" fmla="*/ 15335 w 30670"/>
                <a:gd name="connsiteY0" fmla="*/ 30671 h 30670"/>
                <a:gd name="connsiteX1" fmla="*/ 0 w 30670"/>
                <a:gd name="connsiteY1" fmla="*/ 15335 h 30670"/>
                <a:gd name="connsiteX2" fmla="*/ 15335 w 30670"/>
                <a:gd name="connsiteY2" fmla="*/ 0 h 30670"/>
                <a:gd name="connsiteX3" fmla="*/ 30671 w 30670"/>
                <a:gd name="connsiteY3" fmla="*/ 15335 h 30670"/>
                <a:gd name="connsiteX4" fmla="*/ 15335 w 30670"/>
                <a:gd name="connsiteY4" fmla="*/ 30671 h 30670"/>
                <a:gd name="connsiteX5" fmla="*/ 15335 w 30670"/>
                <a:gd name="connsiteY5" fmla="*/ 9525 h 30670"/>
                <a:gd name="connsiteX6" fmla="*/ 9525 w 30670"/>
                <a:gd name="connsiteY6" fmla="*/ 15335 h 30670"/>
                <a:gd name="connsiteX7" fmla="*/ 15335 w 30670"/>
                <a:gd name="connsiteY7" fmla="*/ 21146 h 30670"/>
                <a:gd name="connsiteX8" fmla="*/ 21146 w 30670"/>
                <a:gd name="connsiteY8" fmla="*/ 15335 h 30670"/>
                <a:gd name="connsiteX9" fmla="*/ 15335 w 30670"/>
                <a:gd name="connsiteY9" fmla="*/ 9525 h 30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670" h="30670">
                  <a:moveTo>
                    <a:pt x="15335" y="30671"/>
                  </a:moveTo>
                  <a:cubicBezTo>
                    <a:pt x="6858" y="30671"/>
                    <a:pt x="0" y="23813"/>
                    <a:pt x="0" y="15335"/>
                  </a:cubicBezTo>
                  <a:cubicBezTo>
                    <a:pt x="0" y="6858"/>
                    <a:pt x="6858" y="0"/>
                    <a:pt x="15335" y="0"/>
                  </a:cubicBezTo>
                  <a:cubicBezTo>
                    <a:pt x="23813" y="0"/>
                    <a:pt x="30671" y="6858"/>
                    <a:pt x="30671" y="15335"/>
                  </a:cubicBezTo>
                  <a:cubicBezTo>
                    <a:pt x="30671" y="23813"/>
                    <a:pt x="23813" y="30671"/>
                    <a:pt x="15335" y="30671"/>
                  </a:cubicBezTo>
                  <a:close/>
                  <a:moveTo>
                    <a:pt x="15335" y="9525"/>
                  </a:moveTo>
                  <a:cubicBezTo>
                    <a:pt x="12192" y="9525"/>
                    <a:pt x="9525" y="12097"/>
                    <a:pt x="9525" y="15335"/>
                  </a:cubicBezTo>
                  <a:cubicBezTo>
                    <a:pt x="9525" y="18574"/>
                    <a:pt x="12097" y="21146"/>
                    <a:pt x="15335" y="21146"/>
                  </a:cubicBezTo>
                  <a:cubicBezTo>
                    <a:pt x="18479" y="21146"/>
                    <a:pt x="21146" y="18574"/>
                    <a:pt x="21146" y="15335"/>
                  </a:cubicBezTo>
                  <a:cubicBezTo>
                    <a:pt x="21146" y="12097"/>
                    <a:pt x="18479" y="9525"/>
                    <a:pt x="15335" y="952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B6394FDF-395F-4DAF-9F59-A66A3C85B9B8}"/>
                </a:ext>
              </a:extLst>
            </p:cNvPr>
            <p:cNvSpPr/>
            <p:nvPr/>
          </p:nvSpPr>
          <p:spPr>
            <a:xfrm>
              <a:off x="6232133" y="3486497"/>
              <a:ext cx="30670" cy="30670"/>
            </a:xfrm>
            <a:custGeom>
              <a:avLst/>
              <a:gdLst>
                <a:gd name="connsiteX0" fmla="*/ 15335 w 30670"/>
                <a:gd name="connsiteY0" fmla="*/ 30671 h 30670"/>
                <a:gd name="connsiteX1" fmla="*/ 0 w 30670"/>
                <a:gd name="connsiteY1" fmla="*/ 15335 h 30670"/>
                <a:gd name="connsiteX2" fmla="*/ 15335 w 30670"/>
                <a:gd name="connsiteY2" fmla="*/ 0 h 30670"/>
                <a:gd name="connsiteX3" fmla="*/ 30671 w 30670"/>
                <a:gd name="connsiteY3" fmla="*/ 15335 h 30670"/>
                <a:gd name="connsiteX4" fmla="*/ 15335 w 30670"/>
                <a:gd name="connsiteY4" fmla="*/ 30671 h 30670"/>
                <a:gd name="connsiteX5" fmla="*/ 15335 w 30670"/>
                <a:gd name="connsiteY5" fmla="*/ 9525 h 30670"/>
                <a:gd name="connsiteX6" fmla="*/ 9525 w 30670"/>
                <a:gd name="connsiteY6" fmla="*/ 15335 h 30670"/>
                <a:gd name="connsiteX7" fmla="*/ 15335 w 30670"/>
                <a:gd name="connsiteY7" fmla="*/ 21146 h 30670"/>
                <a:gd name="connsiteX8" fmla="*/ 21146 w 30670"/>
                <a:gd name="connsiteY8" fmla="*/ 15335 h 30670"/>
                <a:gd name="connsiteX9" fmla="*/ 15335 w 30670"/>
                <a:gd name="connsiteY9" fmla="*/ 9525 h 30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670" h="30670">
                  <a:moveTo>
                    <a:pt x="15335" y="30671"/>
                  </a:moveTo>
                  <a:cubicBezTo>
                    <a:pt x="6858" y="30671"/>
                    <a:pt x="0" y="23813"/>
                    <a:pt x="0" y="15335"/>
                  </a:cubicBezTo>
                  <a:cubicBezTo>
                    <a:pt x="0" y="6858"/>
                    <a:pt x="6858" y="0"/>
                    <a:pt x="15335" y="0"/>
                  </a:cubicBezTo>
                  <a:cubicBezTo>
                    <a:pt x="23813" y="0"/>
                    <a:pt x="30671" y="6858"/>
                    <a:pt x="30671" y="15335"/>
                  </a:cubicBezTo>
                  <a:cubicBezTo>
                    <a:pt x="30671" y="23813"/>
                    <a:pt x="23813" y="30671"/>
                    <a:pt x="15335" y="30671"/>
                  </a:cubicBezTo>
                  <a:close/>
                  <a:moveTo>
                    <a:pt x="15335" y="9525"/>
                  </a:moveTo>
                  <a:cubicBezTo>
                    <a:pt x="12192" y="9525"/>
                    <a:pt x="9525" y="12097"/>
                    <a:pt x="9525" y="15335"/>
                  </a:cubicBezTo>
                  <a:cubicBezTo>
                    <a:pt x="9525" y="18574"/>
                    <a:pt x="12097" y="21146"/>
                    <a:pt x="15335" y="21146"/>
                  </a:cubicBezTo>
                  <a:cubicBezTo>
                    <a:pt x="18574" y="21146"/>
                    <a:pt x="21146" y="18574"/>
                    <a:pt x="21146" y="15335"/>
                  </a:cubicBezTo>
                  <a:cubicBezTo>
                    <a:pt x="21146" y="12097"/>
                    <a:pt x="18574" y="9525"/>
                    <a:pt x="15335" y="952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434" name="Freeform: Shape 433">
            <a:extLst>
              <a:ext uri="{FF2B5EF4-FFF2-40B4-BE49-F238E27FC236}">
                <a16:creationId xmlns:a16="http://schemas.microsoft.com/office/drawing/2014/main" id="{6C4D3310-7C74-4ADC-9CB3-B9B84862B5EE}"/>
              </a:ext>
            </a:extLst>
          </p:cNvPr>
          <p:cNvSpPr/>
          <p:nvPr/>
        </p:nvSpPr>
        <p:spPr>
          <a:xfrm>
            <a:off x="7914622" y="3435824"/>
            <a:ext cx="228600" cy="228600"/>
          </a:xfrm>
          <a:custGeom>
            <a:avLst/>
            <a:gdLst>
              <a:gd name="connsiteX0" fmla="*/ 219075 w 228600"/>
              <a:gd name="connsiteY0" fmla="*/ 9525 h 228600"/>
              <a:gd name="connsiteX1" fmla="*/ 219075 w 228600"/>
              <a:gd name="connsiteY1" fmla="*/ 219075 h 228600"/>
              <a:gd name="connsiteX2" fmla="*/ 9525 w 228600"/>
              <a:gd name="connsiteY2" fmla="*/ 219075 h 228600"/>
              <a:gd name="connsiteX3" fmla="*/ 9525 w 228600"/>
              <a:gd name="connsiteY3" fmla="*/ 9525 h 228600"/>
              <a:gd name="connsiteX4" fmla="*/ 219075 w 228600"/>
              <a:gd name="connsiteY4" fmla="*/ 9525 h 228600"/>
              <a:gd name="connsiteX5" fmla="*/ 228600 w 228600"/>
              <a:gd name="connsiteY5" fmla="*/ 0 h 228600"/>
              <a:gd name="connsiteX6" fmla="*/ 0 w 228600"/>
              <a:gd name="connsiteY6" fmla="*/ 0 h 228600"/>
              <a:gd name="connsiteX7" fmla="*/ 0 w 228600"/>
              <a:gd name="connsiteY7" fmla="*/ 228600 h 228600"/>
              <a:gd name="connsiteX8" fmla="*/ 228600 w 228600"/>
              <a:gd name="connsiteY8" fmla="*/ 228600 h 228600"/>
              <a:gd name="connsiteX9" fmla="*/ 228600 w 228600"/>
              <a:gd name="connsiteY9" fmla="*/ 0 h 228600"/>
              <a:gd name="connsiteX10" fmla="*/ 228600 w 228600"/>
              <a:gd name="connsiteY10" fmla="*/ 0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28600" h="228600">
                <a:moveTo>
                  <a:pt x="219075" y="9525"/>
                </a:moveTo>
                <a:lnTo>
                  <a:pt x="219075" y="219075"/>
                </a:lnTo>
                <a:lnTo>
                  <a:pt x="9525" y="219075"/>
                </a:lnTo>
                <a:lnTo>
                  <a:pt x="9525" y="9525"/>
                </a:lnTo>
                <a:lnTo>
                  <a:pt x="219075" y="9525"/>
                </a:lnTo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lnTo>
                  <a:pt x="228600" y="0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grpSp>
        <p:nvGrpSpPr>
          <p:cNvPr id="435" name="Graphic 2">
            <a:extLst>
              <a:ext uri="{FF2B5EF4-FFF2-40B4-BE49-F238E27FC236}">
                <a16:creationId xmlns:a16="http://schemas.microsoft.com/office/drawing/2014/main" id="{89980954-E44E-4233-96AB-F5E4ED36C171}"/>
              </a:ext>
            </a:extLst>
          </p:cNvPr>
          <p:cNvGrpSpPr/>
          <p:nvPr/>
        </p:nvGrpSpPr>
        <p:grpSpPr>
          <a:xfrm>
            <a:off x="7946769" y="3475096"/>
            <a:ext cx="164306" cy="150084"/>
            <a:chOff x="7059198" y="3075746"/>
            <a:chExt cx="164306" cy="150084"/>
          </a:xfrm>
          <a:solidFill>
            <a:srgbClr val="000000"/>
          </a:solidFill>
        </p:grpSpPr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AA5DB5DD-90A4-4DC3-813A-F639B828A7C5}"/>
                </a:ext>
              </a:extLst>
            </p:cNvPr>
            <p:cNvSpPr/>
            <p:nvPr/>
          </p:nvSpPr>
          <p:spPr>
            <a:xfrm>
              <a:off x="7059484" y="3075746"/>
              <a:ext cx="163395" cy="71598"/>
            </a:xfrm>
            <a:custGeom>
              <a:avLst/>
              <a:gdLst>
                <a:gd name="connsiteX0" fmla="*/ 1048 w 163395"/>
                <a:gd name="connsiteY0" fmla="*/ 37880 h 71598"/>
                <a:gd name="connsiteX1" fmla="*/ 0 w 163395"/>
                <a:gd name="connsiteY1" fmla="*/ 33213 h 71598"/>
                <a:gd name="connsiteX2" fmla="*/ 11144 w 163395"/>
                <a:gd name="connsiteY2" fmla="*/ 22069 h 71598"/>
                <a:gd name="connsiteX3" fmla="*/ 22288 w 163395"/>
                <a:gd name="connsiteY3" fmla="*/ 33213 h 71598"/>
                <a:gd name="connsiteX4" fmla="*/ 22098 w 163395"/>
                <a:gd name="connsiteY4" fmla="*/ 35309 h 71598"/>
                <a:gd name="connsiteX5" fmla="*/ 48958 w 163395"/>
                <a:gd name="connsiteY5" fmla="*/ 52454 h 71598"/>
                <a:gd name="connsiteX6" fmla="*/ 57055 w 163395"/>
                <a:gd name="connsiteY6" fmla="*/ 49025 h 71598"/>
                <a:gd name="connsiteX7" fmla="*/ 64389 w 163395"/>
                <a:gd name="connsiteY7" fmla="*/ 51787 h 71598"/>
                <a:gd name="connsiteX8" fmla="*/ 83629 w 163395"/>
                <a:gd name="connsiteY8" fmla="*/ 32546 h 71598"/>
                <a:gd name="connsiteX9" fmla="*/ 82582 w 163395"/>
                <a:gd name="connsiteY9" fmla="*/ 27784 h 71598"/>
                <a:gd name="connsiteX10" fmla="*/ 93726 w 163395"/>
                <a:gd name="connsiteY10" fmla="*/ 16640 h 71598"/>
                <a:gd name="connsiteX11" fmla="*/ 103727 w 163395"/>
                <a:gd name="connsiteY11" fmla="*/ 22831 h 71598"/>
                <a:gd name="connsiteX12" fmla="*/ 137731 w 163395"/>
                <a:gd name="connsiteY12" fmla="*/ 16354 h 71598"/>
                <a:gd name="connsiteX13" fmla="*/ 135636 w 163395"/>
                <a:gd name="connsiteY13" fmla="*/ 4257 h 71598"/>
                <a:gd name="connsiteX14" fmla="*/ 140970 w 163395"/>
                <a:gd name="connsiteY14" fmla="*/ 447 h 71598"/>
                <a:gd name="connsiteX15" fmla="*/ 161544 w 163395"/>
                <a:gd name="connsiteY15" fmla="*/ 12163 h 71598"/>
                <a:gd name="connsiteX16" fmla="*/ 162496 w 163395"/>
                <a:gd name="connsiteY16" fmla="*/ 17687 h 71598"/>
                <a:gd name="connsiteX17" fmla="*/ 147066 w 163395"/>
                <a:gd name="connsiteY17" fmla="*/ 35499 h 71598"/>
                <a:gd name="connsiteX18" fmla="*/ 140779 w 163395"/>
                <a:gd name="connsiteY18" fmla="*/ 33785 h 71598"/>
                <a:gd name="connsiteX19" fmla="*/ 139065 w 163395"/>
                <a:gd name="connsiteY19" fmla="*/ 23783 h 71598"/>
                <a:gd name="connsiteX20" fmla="*/ 104775 w 163395"/>
                <a:gd name="connsiteY20" fmla="*/ 30356 h 71598"/>
                <a:gd name="connsiteX21" fmla="*/ 93821 w 163395"/>
                <a:gd name="connsiteY21" fmla="*/ 39119 h 71598"/>
                <a:gd name="connsiteX22" fmla="*/ 88963 w 163395"/>
                <a:gd name="connsiteY22" fmla="*/ 37975 h 71598"/>
                <a:gd name="connsiteX23" fmla="*/ 68199 w 163395"/>
                <a:gd name="connsiteY23" fmla="*/ 58740 h 71598"/>
                <a:gd name="connsiteX24" fmla="*/ 68294 w 163395"/>
                <a:gd name="connsiteY24" fmla="*/ 60454 h 71598"/>
                <a:gd name="connsiteX25" fmla="*/ 57150 w 163395"/>
                <a:gd name="connsiteY25" fmla="*/ 71599 h 71598"/>
                <a:gd name="connsiteX26" fmla="*/ 46006 w 163395"/>
                <a:gd name="connsiteY26" fmla="*/ 60454 h 71598"/>
                <a:gd name="connsiteX27" fmla="*/ 46006 w 163395"/>
                <a:gd name="connsiteY27" fmla="*/ 59597 h 71598"/>
                <a:gd name="connsiteX28" fmla="*/ 18479 w 163395"/>
                <a:gd name="connsiteY28" fmla="*/ 41976 h 71598"/>
                <a:gd name="connsiteX29" fmla="*/ 11239 w 163395"/>
                <a:gd name="connsiteY29" fmla="*/ 44643 h 71598"/>
                <a:gd name="connsiteX30" fmla="*/ 6287 w 163395"/>
                <a:gd name="connsiteY30" fmla="*/ 43500 h 71598"/>
                <a:gd name="connsiteX31" fmla="*/ 1048 w 163395"/>
                <a:gd name="connsiteY31" fmla="*/ 37880 h 71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3395" h="71598">
                  <a:moveTo>
                    <a:pt x="1048" y="37880"/>
                  </a:moveTo>
                  <a:cubicBezTo>
                    <a:pt x="571" y="36452"/>
                    <a:pt x="0" y="34928"/>
                    <a:pt x="0" y="33213"/>
                  </a:cubicBezTo>
                  <a:cubicBezTo>
                    <a:pt x="0" y="27022"/>
                    <a:pt x="5048" y="22069"/>
                    <a:pt x="11144" y="22069"/>
                  </a:cubicBezTo>
                  <a:cubicBezTo>
                    <a:pt x="17240" y="22069"/>
                    <a:pt x="22288" y="27117"/>
                    <a:pt x="22288" y="33213"/>
                  </a:cubicBezTo>
                  <a:cubicBezTo>
                    <a:pt x="22288" y="33880"/>
                    <a:pt x="22193" y="34642"/>
                    <a:pt x="22098" y="35309"/>
                  </a:cubicBezTo>
                  <a:lnTo>
                    <a:pt x="48958" y="52454"/>
                  </a:lnTo>
                  <a:cubicBezTo>
                    <a:pt x="50959" y="50358"/>
                    <a:pt x="53816" y="49025"/>
                    <a:pt x="57055" y="49025"/>
                  </a:cubicBezTo>
                  <a:cubicBezTo>
                    <a:pt x="59817" y="49025"/>
                    <a:pt x="62389" y="50072"/>
                    <a:pt x="64389" y="51787"/>
                  </a:cubicBezTo>
                  <a:lnTo>
                    <a:pt x="83629" y="32546"/>
                  </a:lnTo>
                  <a:cubicBezTo>
                    <a:pt x="82963" y="31117"/>
                    <a:pt x="82582" y="29498"/>
                    <a:pt x="82582" y="27784"/>
                  </a:cubicBezTo>
                  <a:cubicBezTo>
                    <a:pt x="82582" y="21592"/>
                    <a:pt x="87630" y="16640"/>
                    <a:pt x="93726" y="16640"/>
                  </a:cubicBezTo>
                  <a:cubicBezTo>
                    <a:pt x="98107" y="16640"/>
                    <a:pt x="101917" y="19211"/>
                    <a:pt x="103727" y="22831"/>
                  </a:cubicBezTo>
                  <a:lnTo>
                    <a:pt x="137731" y="16354"/>
                  </a:lnTo>
                  <a:lnTo>
                    <a:pt x="135636" y="4257"/>
                  </a:lnTo>
                  <a:cubicBezTo>
                    <a:pt x="135160" y="1209"/>
                    <a:pt x="138303" y="-982"/>
                    <a:pt x="140970" y="447"/>
                  </a:cubicBezTo>
                  <a:lnTo>
                    <a:pt x="161544" y="12163"/>
                  </a:lnTo>
                  <a:cubicBezTo>
                    <a:pt x="163544" y="13306"/>
                    <a:pt x="164021" y="15973"/>
                    <a:pt x="162496" y="17687"/>
                  </a:cubicBezTo>
                  <a:lnTo>
                    <a:pt x="147066" y="35499"/>
                  </a:lnTo>
                  <a:cubicBezTo>
                    <a:pt x="145066" y="37785"/>
                    <a:pt x="141256" y="36737"/>
                    <a:pt x="140779" y="33785"/>
                  </a:cubicBezTo>
                  <a:lnTo>
                    <a:pt x="139065" y="23783"/>
                  </a:lnTo>
                  <a:lnTo>
                    <a:pt x="104775" y="30356"/>
                  </a:lnTo>
                  <a:cubicBezTo>
                    <a:pt x="103632" y="35404"/>
                    <a:pt x="99250" y="39119"/>
                    <a:pt x="93821" y="39119"/>
                  </a:cubicBezTo>
                  <a:cubicBezTo>
                    <a:pt x="92107" y="39119"/>
                    <a:pt x="90392" y="38738"/>
                    <a:pt x="88963" y="37975"/>
                  </a:cubicBezTo>
                  <a:lnTo>
                    <a:pt x="68199" y="58740"/>
                  </a:lnTo>
                  <a:cubicBezTo>
                    <a:pt x="68294" y="59312"/>
                    <a:pt x="68294" y="59883"/>
                    <a:pt x="68294" y="60454"/>
                  </a:cubicBezTo>
                  <a:cubicBezTo>
                    <a:pt x="68294" y="66646"/>
                    <a:pt x="63246" y="71599"/>
                    <a:pt x="57150" y="71599"/>
                  </a:cubicBezTo>
                  <a:cubicBezTo>
                    <a:pt x="50959" y="71599"/>
                    <a:pt x="46006" y="66550"/>
                    <a:pt x="46006" y="60454"/>
                  </a:cubicBezTo>
                  <a:cubicBezTo>
                    <a:pt x="46006" y="60169"/>
                    <a:pt x="46006" y="59883"/>
                    <a:pt x="46006" y="59597"/>
                  </a:cubicBezTo>
                  <a:lnTo>
                    <a:pt x="18479" y="41976"/>
                  </a:lnTo>
                  <a:cubicBezTo>
                    <a:pt x="16478" y="43691"/>
                    <a:pt x="14002" y="44643"/>
                    <a:pt x="11239" y="44643"/>
                  </a:cubicBezTo>
                  <a:cubicBezTo>
                    <a:pt x="9430" y="44643"/>
                    <a:pt x="7620" y="44357"/>
                    <a:pt x="6287" y="43500"/>
                  </a:cubicBezTo>
                  <a:cubicBezTo>
                    <a:pt x="2857" y="41024"/>
                    <a:pt x="1619" y="39690"/>
                    <a:pt x="1048" y="3788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3597A659-7600-4C93-8CB4-9D699D99AEA7}"/>
                </a:ext>
              </a:extLst>
            </p:cNvPr>
            <p:cNvSpPr/>
            <p:nvPr/>
          </p:nvSpPr>
          <p:spPr>
            <a:xfrm>
              <a:off x="7059198" y="3154013"/>
              <a:ext cx="30670" cy="71818"/>
            </a:xfrm>
            <a:custGeom>
              <a:avLst/>
              <a:gdLst>
                <a:gd name="connsiteX0" fmla="*/ 0 w 30670"/>
                <a:gd name="connsiteY0" fmla="*/ 0 h 71818"/>
                <a:gd name="connsiteX1" fmla="*/ 30671 w 30670"/>
                <a:gd name="connsiteY1" fmla="*/ 0 h 71818"/>
                <a:gd name="connsiteX2" fmla="*/ 30671 w 30670"/>
                <a:gd name="connsiteY2" fmla="*/ 71818 h 71818"/>
                <a:gd name="connsiteX3" fmla="*/ 0 w 30670"/>
                <a:gd name="connsiteY3" fmla="*/ 71818 h 71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670" h="71818">
                  <a:moveTo>
                    <a:pt x="0" y="0"/>
                  </a:moveTo>
                  <a:lnTo>
                    <a:pt x="30671" y="0"/>
                  </a:lnTo>
                  <a:lnTo>
                    <a:pt x="30671" y="71818"/>
                  </a:lnTo>
                  <a:lnTo>
                    <a:pt x="0" y="71818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29B5B1C3-6F54-4342-A0AE-58F84CE3E945}"/>
                </a:ext>
              </a:extLst>
            </p:cNvPr>
            <p:cNvSpPr/>
            <p:nvPr/>
          </p:nvSpPr>
          <p:spPr>
            <a:xfrm>
              <a:off x="7103394" y="3180492"/>
              <a:ext cx="30956" cy="45338"/>
            </a:xfrm>
            <a:custGeom>
              <a:avLst/>
              <a:gdLst>
                <a:gd name="connsiteX0" fmla="*/ 30956 w 30956"/>
                <a:gd name="connsiteY0" fmla="*/ 45339 h 45338"/>
                <a:gd name="connsiteX1" fmla="*/ 286 w 30956"/>
                <a:gd name="connsiteY1" fmla="*/ 45339 h 45338"/>
                <a:gd name="connsiteX2" fmla="*/ 0 w 30956"/>
                <a:gd name="connsiteY2" fmla="*/ 0 h 45338"/>
                <a:gd name="connsiteX3" fmla="*/ 30671 w 30956"/>
                <a:gd name="connsiteY3" fmla="*/ 0 h 45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956" h="45338">
                  <a:moveTo>
                    <a:pt x="30956" y="45339"/>
                  </a:moveTo>
                  <a:lnTo>
                    <a:pt x="286" y="45339"/>
                  </a:lnTo>
                  <a:lnTo>
                    <a:pt x="0" y="0"/>
                  </a:lnTo>
                  <a:lnTo>
                    <a:pt x="30671" y="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B3EB5F12-F279-4A04-8CAC-3590DBC96EAC}"/>
                </a:ext>
              </a:extLst>
            </p:cNvPr>
            <p:cNvSpPr/>
            <p:nvPr/>
          </p:nvSpPr>
          <p:spPr>
            <a:xfrm>
              <a:off x="7148257" y="3143345"/>
              <a:ext cx="30670" cy="82486"/>
            </a:xfrm>
            <a:custGeom>
              <a:avLst/>
              <a:gdLst>
                <a:gd name="connsiteX0" fmla="*/ 0 w 30670"/>
                <a:gd name="connsiteY0" fmla="*/ 0 h 82486"/>
                <a:gd name="connsiteX1" fmla="*/ 30671 w 30670"/>
                <a:gd name="connsiteY1" fmla="*/ 0 h 82486"/>
                <a:gd name="connsiteX2" fmla="*/ 30671 w 30670"/>
                <a:gd name="connsiteY2" fmla="*/ 82486 h 82486"/>
                <a:gd name="connsiteX3" fmla="*/ 0 w 30670"/>
                <a:gd name="connsiteY3" fmla="*/ 82486 h 82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670" h="82486">
                  <a:moveTo>
                    <a:pt x="0" y="0"/>
                  </a:moveTo>
                  <a:lnTo>
                    <a:pt x="30671" y="0"/>
                  </a:lnTo>
                  <a:lnTo>
                    <a:pt x="30671" y="82486"/>
                  </a:lnTo>
                  <a:lnTo>
                    <a:pt x="0" y="82486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84E341A1-F024-42BE-8887-C1EF0984D63D}"/>
                </a:ext>
              </a:extLst>
            </p:cNvPr>
            <p:cNvSpPr/>
            <p:nvPr/>
          </p:nvSpPr>
          <p:spPr>
            <a:xfrm>
              <a:off x="7192834" y="3126105"/>
              <a:ext cx="30670" cy="99726"/>
            </a:xfrm>
            <a:custGeom>
              <a:avLst/>
              <a:gdLst>
                <a:gd name="connsiteX0" fmla="*/ 0 w 30670"/>
                <a:gd name="connsiteY0" fmla="*/ 0 h 99726"/>
                <a:gd name="connsiteX1" fmla="*/ 30671 w 30670"/>
                <a:gd name="connsiteY1" fmla="*/ 0 h 99726"/>
                <a:gd name="connsiteX2" fmla="*/ 30671 w 30670"/>
                <a:gd name="connsiteY2" fmla="*/ 99727 h 99726"/>
                <a:gd name="connsiteX3" fmla="*/ 0 w 30670"/>
                <a:gd name="connsiteY3" fmla="*/ 99727 h 99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670" h="99726">
                  <a:moveTo>
                    <a:pt x="0" y="0"/>
                  </a:moveTo>
                  <a:lnTo>
                    <a:pt x="30671" y="0"/>
                  </a:lnTo>
                  <a:lnTo>
                    <a:pt x="30671" y="99727"/>
                  </a:lnTo>
                  <a:lnTo>
                    <a:pt x="0" y="99727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457" name="Freeform: Shape 456">
            <a:extLst>
              <a:ext uri="{FF2B5EF4-FFF2-40B4-BE49-F238E27FC236}">
                <a16:creationId xmlns:a16="http://schemas.microsoft.com/office/drawing/2014/main" id="{EF6F2C8F-AD83-4104-9457-940FCC0574F6}"/>
              </a:ext>
            </a:extLst>
          </p:cNvPr>
          <p:cNvSpPr/>
          <p:nvPr/>
        </p:nvSpPr>
        <p:spPr>
          <a:xfrm>
            <a:off x="10335952" y="3409630"/>
            <a:ext cx="201168" cy="280987"/>
          </a:xfrm>
          <a:custGeom>
            <a:avLst/>
            <a:gdLst>
              <a:gd name="connsiteX0" fmla="*/ 138113 w 201168"/>
              <a:gd name="connsiteY0" fmla="*/ 194215 h 280987"/>
              <a:gd name="connsiteX1" fmla="*/ 75057 w 201168"/>
              <a:gd name="connsiteY1" fmla="*/ 223742 h 280987"/>
              <a:gd name="connsiteX2" fmla="*/ 75057 w 201168"/>
              <a:gd name="connsiteY2" fmla="*/ 251460 h 280987"/>
              <a:gd name="connsiteX3" fmla="*/ 138113 w 201168"/>
              <a:gd name="connsiteY3" fmla="*/ 280988 h 280987"/>
              <a:gd name="connsiteX4" fmla="*/ 201168 w 201168"/>
              <a:gd name="connsiteY4" fmla="*/ 251460 h 280987"/>
              <a:gd name="connsiteX5" fmla="*/ 201168 w 201168"/>
              <a:gd name="connsiteY5" fmla="*/ 223742 h 280987"/>
              <a:gd name="connsiteX6" fmla="*/ 138113 w 201168"/>
              <a:gd name="connsiteY6" fmla="*/ 194215 h 280987"/>
              <a:gd name="connsiteX7" fmla="*/ 191643 w 201168"/>
              <a:gd name="connsiteY7" fmla="*/ 251460 h 280987"/>
              <a:gd name="connsiteX8" fmla="*/ 138113 w 201168"/>
              <a:gd name="connsiteY8" fmla="*/ 271463 h 280987"/>
              <a:gd name="connsiteX9" fmla="*/ 84582 w 201168"/>
              <a:gd name="connsiteY9" fmla="*/ 251460 h 280987"/>
              <a:gd name="connsiteX10" fmla="*/ 84582 w 201168"/>
              <a:gd name="connsiteY10" fmla="*/ 239744 h 280987"/>
              <a:gd name="connsiteX11" fmla="*/ 138113 w 201168"/>
              <a:gd name="connsiteY11" fmla="*/ 253270 h 280987"/>
              <a:gd name="connsiteX12" fmla="*/ 191643 w 201168"/>
              <a:gd name="connsiteY12" fmla="*/ 239744 h 280987"/>
              <a:gd name="connsiteX13" fmla="*/ 191643 w 201168"/>
              <a:gd name="connsiteY13" fmla="*/ 251460 h 280987"/>
              <a:gd name="connsiteX14" fmla="*/ 138113 w 201168"/>
              <a:gd name="connsiteY14" fmla="*/ 243745 h 280987"/>
              <a:gd name="connsiteX15" fmla="*/ 84582 w 201168"/>
              <a:gd name="connsiteY15" fmla="*/ 223742 h 280987"/>
              <a:gd name="connsiteX16" fmla="*/ 138113 w 201168"/>
              <a:gd name="connsiteY16" fmla="*/ 203740 h 280987"/>
              <a:gd name="connsiteX17" fmla="*/ 191643 w 201168"/>
              <a:gd name="connsiteY17" fmla="*/ 223742 h 280987"/>
              <a:gd name="connsiteX18" fmla="*/ 138113 w 201168"/>
              <a:gd name="connsiteY18" fmla="*/ 243745 h 280987"/>
              <a:gd name="connsiteX19" fmla="*/ 14288 w 201168"/>
              <a:gd name="connsiteY19" fmla="*/ 57817 h 280987"/>
              <a:gd name="connsiteX20" fmla="*/ 112871 w 201168"/>
              <a:gd name="connsiteY20" fmla="*/ 57817 h 280987"/>
              <a:gd name="connsiteX21" fmla="*/ 112871 w 201168"/>
              <a:gd name="connsiteY21" fmla="*/ 185357 h 280987"/>
              <a:gd name="connsiteX22" fmla="*/ 122396 w 201168"/>
              <a:gd name="connsiteY22" fmla="*/ 185357 h 280987"/>
              <a:gd name="connsiteX23" fmla="*/ 122396 w 201168"/>
              <a:gd name="connsiteY23" fmla="*/ 48292 h 280987"/>
              <a:gd name="connsiteX24" fmla="*/ 4763 w 201168"/>
              <a:gd name="connsiteY24" fmla="*/ 48292 h 280987"/>
              <a:gd name="connsiteX25" fmla="*/ 4763 w 201168"/>
              <a:gd name="connsiteY25" fmla="*/ 280416 h 280987"/>
              <a:gd name="connsiteX26" fmla="*/ 67342 w 201168"/>
              <a:gd name="connsiteY26" fmla="*/ 280416 h 280987"/>
              <a:gd name="connsiteX27" fmla="*/ 67342 w 201168"/>
              <a:gd name="connsiteY27" fmla="*/ 270891 h 280987"/>
              <a:gd name="connsiteX28" fmla="*/ 14288 w 201168"/>
              <a:gd name="connsiteY28" fmla="*/ 270891 h 280987"/>
              <a:gd name="connsiteX29" fmla="*/ 14288 w 201168"/>
              <a:gd name="connsiteY29" fmla="*/ 57817 h 280987"/>
              <a:gd name="connsiteX30" fmla="*/ 92488 w 201168"/>
              <a:gd name="connsiteY30" fmla="*/ 70009 h 280987"/>
              <a:gd name="connsiteX31" fmla="*/ 34862 w 201168"/>
              <a:gd name="connsiteY31" fmla="*/ 70009 h 280987"/>
              <a:gd name="connsiteX32" fmla="*/ 34862 w 201168"/>
              <a:gd name="connsiteY32" fmla="*/ 79534 h 280987"/>
              <a:gd name="connsiteX33" fmla="*/ 92488 w 201168"/>
              <a:gd name="connsiteY33" fmla="*/ 79534 h 280987"/>
              <a:gd name="connsiteX34" fmla="*/ 92488 w 201168"/>
              <a:gd name="connsiteY34" fmla="*/ 70009 h 280987"/>
              <a:gd name="connsiteX35" fmla="*/ 92488 w 201168"/>
              <a:gd name="connsiteY35" fmla="*/ 98870 h 280987"/>
              <a:gd name="connsiteX36" fmla="*/ 34862 w 201168"/>
              <a:gd name="connsiteY36" fmla="*/ 98870 h 280987"/>
              <a:gd name="connsiteX37" fmla="*/ 34862 w 201168"/>
              <a:gd name="connsiteY37" fmla="*/ 108395 h 280987"/>
              <a:gd name="connsiteX38" fmla="*/ 92488 w 201168"/>
              <a:gd name="connsiteY38" fmla="*/ 108395 h 280987"/>
              <a:gd name="connsiteX39" fmla="*/ 92488 w 201168"/>
              <a:gd name="connsiteY39" fmla="*/ 98870 h 280987"/>
              <a:gd name="connsiteX40" fmla="*/ 92488 w 201168"/>
              <a:gd name="connsiteY40" fmla="*/ 127635 h 280987"/>
              <a:gd name="connsiteX41" fmla="*/ 34862 w 201168"/>
              <a:gd name="connsiteY41" fmla="*/ 127635 h 280987"/>
              <a:gd name="connsiteX42" fmla="*/ 34862 w 201168"/>
              <a:gd name="connsiteY42" fmla="*/ 137160 h 280987"/>
              <a:gd name="connsiteX43" fmla="*/ 92488 w 201168"/>
              <a:gd name="connsiteY43" fmla="*/ 137160 h 280987"/>
              <a:gd name="connsiteX44" fmla="*/ 92488 w 201168"/>
              <a:gd name="connsiteY44" fmla="*/ 127635 h 280987"/>
              <a:gd name="connsiteX45" fmla="*/ 92488 w 201168"/>
              <a:gd name="connsiteY45" fmla="*/ 156496 h 280987"/>
              <a:gd name="connsiteX46" fmla="*/ 34862 w 201168"/>
              <a:gd name="connsiteY46" fmla="*/ 156496 h 280987"/>
              <a:gd name="connsiteX47" fmla="*/ 34862 w 201168"/>
              <a:gd name="connsiteY47" fmla="*/ 166021 h 280987"/>
              <a:gd name="connsiteX48" fmla="*/ 92488 w 201168"/>
              <a:gd name="connsiteY48" fmla="*/ 166021 h 280987"/>
              <a:gd name="connsiteX49" fmla="*/ 92488 w 201168"/>
              <a:gd name="connsiteY49" fmla="*/ 156496 h 280987"/>
              <a:gd name="connsiteX50" fmla="*/ 92488 w 201168"/>
              <a:gd name="connsiteY50" fmla="*/ 185357 h 280987"/>
              <a:gd name="connsiteX51" fmla="*/ 34862 w 201168"/>
              <a:gd name="connsiteY51" fmla="*/ 185357 h 280987"/>
              <a:gd name="connsiteX52" fmla="*/ 34862 w 201168"/>
              <a:gd name="connsiteY52" fmla="*/ 194882 h 280987"/>
              <a:gd name="connsiteX53" fmla="*/ 92488 w 201168"/>
              <a:gd name="connsiteY53" fmla="*/ 194882 h 280987"/>
              <a:gd name="connsiteX54" fmla="*/ 92488 w 201168"/>
              <a:gd name="connsiteY54" fmla="*/ 185357 h 280987"/>
              <a:gd name="connsiteX55" fmla="*/ 63627 w 201168"/>
              <a:gd name="connsiteY55" fmla="*/ 214217 h 280987"/>
              <a:gd name="connsiteX56" fmla="*/ 34766 w 201168"/>
              <a:gd name="connsiteY56" fmla="*/ 214217 h 280987"/>
              <a:gd name="connsiteX57" fmla="*/ 34766 w 201168"/>
              <a:gd name="connsiteY57" fmla="*/ 223742 h 280987"/>
              <a:gd name="connsiteX58" fmla="*/ 63627 w 201168"/>
              <a:gd name="connsiteY58" fmla="*/ 223742 h 280987"/>
              <a:gd name="connsiteX59" fmla="*/ 63627 w 201168"/>
              <a:gd name="connsiteY59" fmla="*/ 214217 h 280987"/>
              <a:gd name="connsiteX60" fmla="*/ 34862 w 201168"/>
              <a:gd name="connsiteY60" fmla="*/ 252603 h 280987"/>
              <a:gd name="connsiteX61" fmla="*/ 63722 w 201168"/>
              <a:gd name="connsiteY61" fmla="*/ 252603 h 280987"/>
              <a:gd name="connsiteX62" fmla="*/ 63722 w 201168"/>
              <a:gd name="connsiteY62" fmla="*/ 243078 h 280987"/>
              <a:gd name="connsiteX63" fmla="*/ 34862 w 201168"/>
              <a:gd name="connsiteY63" fmla="*/ 243078 h 280987"/>
              <a:gd name="connsiteX64" fmla="*/ 34862 w 201168"/>
              <a:gd name="connsiteY64" fmla="*/ 252603 h 280987"/>
              <a:gd name="connsiteX65" fmla="*/ 20479 w 201168"/>
              <a:gd name="connsiteY65" fmla="*/ 9525 h 280987"/>
              <a:gd name="connsiteX66" fmla="*/ 105442 w 201168"/>
              <a:gd name="connsiteY66" fmla="*/ 9525 h 280987"/>
              <a:gd name="connsiteX67" fmla="*/ 116491 w 201168"/>
              <a:gd name="connsiteY67" fmla="*/ 38862 h 280987"/>
              <a:gd name="connsiteX68" fmla="*/ 126587 w 201168"/>
              <a:gd name="connsiteY68" fmla="*/ 38862 h 280987"/>
              <a:gd name="connsiteX69" fmla="*/ 112014 w 201168"/>
              <a:gd name="connsiteY69" fmla="*/ 0 h 280987"/>
              <a:gd name="connsiteX70" fmla="*/ 13716 w 201168"/>
              <a:gd name="connsiteY70" fmla="*/ 0 h 280987"/>
              <a:gd name="connsiteX71" fmla="*/ 0 w 201168"/>
              <a:gd name="connsiteY71" fmla="*/ 38862 h 280987"/>
              <a:gd name="connsiteX72" fmla="*/ 10097 w 201168"/>
              <a:gd name="connsiteY72" fmla="*/ 38862 h 280987"/>
              <a:gd name="connsiteX73" fmla="*/ 20479 w 201168"/>
              <a:gd name="connsiteY73" fmla="*/ 9525 h 2809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</a:cxnLst>
            <a:rect l="l" t="t" r="r" b="b"/>
            <a:pathLst>
              <a:path w="201168" h="280987">
                <a:moveTo>
                  <a:pt x="138113" y="194215"/>
                </a:moveTo>
                <a:cubicBezTo>
                  <a:pt x="102203" y="194215"/>
                  <a:pt x="75057" y="206883"/>
                  <a:pt x="75057" y="223742"/>
                </a:cubicBezTo>
                <a:lnTo>
                  <a:pt x="75057" y="251460"/>
                </a:lnTo>
                <a:cubicBezTo>
                  <a:pt x="75057" y="268319"/>
                  <a:pt x="102203" y="280988"/>
                  <a:pt x="138113" y="280988"/>
                </a:cubicBezTo>
                <a:cubicBezTo>
                  <a:pt x="174022" y="280988"/>
                  <a:pt x="201168" y="268319"/>
                  <a:pt x="201168" y="251460"/>
                </a:cubicBezTo>
                <a:lnTo>
                  <a:pt x="201168" y="223742"/>
                </a:lnTo>
                <a:cubicBezTo>
                  <a:pt x="201168" y="206883"/>
                  <a:pt x="174022" y="194215"/>
                  <a:pt x="138113" y="194215"/>
                </a:cubicBezTo>
                <a:close/>
                <a:moveTo>
                  <a:pt x="191643" y="251460"/>
                </a:moveTo>
                <a:cubicBezTo>
                  <a:pt x="191643" y="260890"/>
                  <a:pt x="168783" y="271463"/>
                  <a:pt x="138113" y="271463"/>
                </a:cubicBezTo>
                <a:cubicBezTo>
                  <a:pt x="107442" y="271463"/>
                  <a:pt x="84582" y="260890"/>
                  <a:pt x="84582" y="251460"/>
                </a:cubicBezTo>
                <a:lnTo>
                  <a:pt x="84582" y="239744"/>
                </a:lnTo>
                <a:cubicBezTo>
                  <a:pt x="95536" y="248031"/>
                  <a:pt x="114967" y="253270"/>
                  <a:pt x="138113" y="253270"/>
                </a:cubicBezTo>
                <a:cubicBezTo>
                  <a:pt x="161258" y="253270"/>
                  <a:pt x="180689" y="247936"/>
                  <a:pt x="191643" y="239744"/>
                </a:cubicBezTo>
                <a:lnTo>
                  <a:pt x="191643" y="251460"/>
                </a:lnTo>
                <a:close/>
                <a:moveTo>
                  <a:pt x="138113" y="243745"/>
                </a:moveTo>
                <a:cubicBezTo>
                  <a:pt x="107442" y="243745"/>
                  <a:pt x="84582" y="233172"/>
                  <a:pt x="84582" y="223742"/>
                </a:cubicBezTo>
                <a:cubicBezTo>
                  <a:pt x="84582" y="214313"/>
                  <a:pt x="107442" y="203740"/>
                  <a:pt x="138113" y="203740"/>
                </a:cubicBezTo>
                <a:cubicBezTo>
                  <a:pt x="168783" y="203740"/>
                  <a:pt x="191643" y="214313"/>
                  <a:pt x="191643" y="223742"/>
                </a:cubicBezTo>
                <a:cubicBezTo>
                  <a:pt x="191643" y="233172"/>
                  <a:pt x="168688" y="243745"/>
                  <a:pt x="138113" y="243745"/>
                </a:cubicBezTo>
                <a:close/>
                <a:moveTo>
                  <a:pt x="14288" y="57817"/>
                </a:moveTo>
                <a:lnTo>
                  <a:pt x="112871" y="57817"/>
                </a:lnTo>
                <a:lnTo>
                  <a:pt x="112871" y="185357"/>
                </a:lnTo>
                <a:lnTo>
                  <a:pt x="122396" y="185357"/>
                </a:lnTo>
                <a:lnTo>
                  <a:pt x="122396" y="48292"/>
                </a:lnTo>
                <a:lnTo>
                  <a:pt x="4763" y="48292"/>
                </a:lnTo>
                <a:lnTo>
                  <a:pt x="4763" y="280416"/>
                </a:lnTo>
                <a:lnTo>
                  <a:pt x="67342" y="280416"/>
                </a:lnTo>
                <a:lnTo>
                  <a:pt x="67342" y="270891"/>
                </a:lnTo>
                <a:lnTo>
                  <a:pt x="14288" y="270891"/>
                </a:lnTo>
                <a:lnTo>
                  <a:pt x="14288" y="57817"/>
                </a:lnTo>
                <a:close/>
                <a:moveTo>
                  <a:pt x="92488" y="70009"/>
                </a:moveTo>
                <a:lnTo>
                  <a:pt x="34862" y="70009"/>
                </a:lnTo>
                <a:lnTo>
                  <a:pt x="34862" y="79534"/>
                </a:lnTo>
                <a:lnTo>
                  <a:pt x="92488" y="79534"/>
                </a:lnTo>
                <a:lnTo>
                  <a:pt x="92488" y="70009"/>
                </a:lnTo>
                <a:close/>
                <a:moveTo>
                  <a:pt x="92488" y="98870"/>
                </a:moveTo>
                <a:lnTo>
                  <a:pt x="34862" y="98870"/>
                </a:lnTo>
                <a:lnTo>
                  <a:pt x="34862" y="108395"/>
                </a:lnTo>
                <a:lnTo>
                  <a:pt x="92488" y="108395"/>
                </a:lnTo>
                <a:lnTo>
                  <a:pt x="92488" y="98870"/>
                </a:lnTo>
                <a:close/>
                <a:moveTo>
                  <a:pt x="92488" y="127635"/>
                </a:moveTo>
                <a:lnTo>
                  <a:pt x="34862" y="127635"/>
                </a:lnTo>
                <a:lnTo>
                  <a:pt x="34862" y="137160"/>
                </a:lnTo>
                <a:lnTo>
                  <a:pt x="92488" y="137160"/>
                </a:lnTo>
                <a:lnTo>
                  <a:pt x="92488" y="127635"/>
                </a:lnTo>
                <a:close/>
                <a:moveTo>
                  <a:pt x="92488" y="156496"/>
                </a:moveTo>
                <a:lnTo>
                  <a:pt x="34862" y="156496"/>
                </a:lnTo>
                <a:lnTo>
                  <a:pt x="34862" y="166021"/>
                </a:lnTo>
                <a:lnTo>
                  <a:pt x="92488" y="166021"/>
                </a:lnTo>
                <a:lnTo>
                  <a:pt x="92488" y="156496"/>
                </a:lnTo>
                <a:close/>
                <a:moveTo>
                  <a:pt x="92488" y="185357"/>
                </a:moveTo>
                <a:lnTo>
                  <a:pt x="34862" y="185357"/>
                </a:lnTo>
                <a:lnTo>
                  <a:pt x="34862" y="194882"/>
                </a:lnTo>
                <a:lnTo>
                  <a:pt x="92488" y="194882"/>
                </a:lnTo>
                <a:lnTo>
                  <a:pt x="92488" y="185357"/>
                </a:lnTo>
                <a:close/>
                <a:moveTo>
                  <a:pt x="63627" y="214217"/>
                </a:moveTo>
                <a:lnTo>
                  <a:pt x="34766" y="214217"/>
                </a:lnTo>
                <a:lnTo>
                  <a:pt x="34766" y="223742"/>
                </a:lnTo>
                <a:lnTo>
                  <a:pt x="63627" y="223742"/>
                </a:lnTo>
                <a:lnTo>
                  <a:pt x="63627" y="214217"/>
                </a:lnTo>
                <a:close/>
                <a:moveTo>
                  <a:pt x="34862" y="252603"/>
                </a:moveTo>
                <a:lnTo>
                  <a:pt x="63722" y="252603"/>
                </a:lnTo>
                <a:lnTo>
                  <a:pt x="63722" y="243078"/>
                </a:lnTo>
                <a:lnTo>
                  <a:pt x="34862" y="243078"/>
                </a:lnTo>
                <a:lnTo>
                  <a:pt x="34862" y="252603"/>
                </a:lnTo>
                <a:close/>
                <a:moveTo>
                  <a:pt x="20479" y="9525"/>
                </a:moveTo>
                <a:lnTo>
                  <a:pt x="105442" y="9525"/>
                </a:lnTo>
                <a:lnTo>
                  <a:pt x="116491" y="38862"/>
                </a:lnTo>
                <a:lnTo>
                  <a:pt x="126587" y="38862"/>
                </a:lnTo>
                <a:lnTo>
                  <a:pt x="112014" y="0"/>
                </a:lnTo>
                <a:lnTo>
                  <a:pt x="13716" y="0"/>
                </a:lnTo>
                <a:lnTo>
                  <a:pt x="0" y="38862"/>
                </a:lnTo>
                <a:lnTo>
                  <a:pt x="10097" y="38862"/>
                </a:lnTo>
                <a:lnTo>
                  <a:pt x="20479" y="9525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458" name="Freeform: Shape 457">
            <a:extLst>
              <a:ext uri="{FF2B5EF4-FFF2-40B4-BE49-F238E27FC236}">
                <a16:creationId xmlns:a16="http://schemas.microsoft.com/office/drawing/2014/main" id="{AFBFE305-FA9F-4FCB-A940-BA5344BBF321}"/>
              </a:ext>
            </a:extLst>
          </p:cNvPr>
          <p:cNvSpPr/>
          <p:nvPr/>
        </p:nvSpPr>
        <p:spPr>
          <a:xfrm>
            <a:off x="694287" y="4061684"/>
            <a:ext cx="205359" cy="280511"/>
          </a:xfrm>
          <a:custGeom>
            <a:avLst/>
            <a:gdLst>
              <a:gd name="connsiteX0" fmla="*/ 163735 w 205359"/>
              <a:gd name="connsiteY0" fmla="*/ 250412 h 280511"/>
              <a:gd name="connsiteX1" fmla="*/ 161830 w 205359"/>
              <a:gd name="connsiteY1" fmla="*/ 250793 h 280511"/>
              <a:gd name="connsiteX2" fmla="*/ 141923 w 205359"/>
              <a:gd name="connsiteY2" fmla="*/ 219551 h 280511"/>
              <a:gd name="connsiteX3" fmla="*/ 143732 w 205359"/>
              <a:gd name="connsiteY3" fmla="*/ 214694 h 280511"/>
              <a:gd name="connsiteX4" fmla="*/ 136017 w 205359"/>
              <a:gd name="connsiteY4" fmla="*/ 206978 h 280511"/>
              <a:gd name="connsiteX5" fmla="*/ 128302 w 205359"/>
              <a:gd name="connsiteY5" fmla="*/ 214694 h 280511"/>
              <a:gd name="connsiteX6" fmla="*/ 130112 w 205359"/>
              <a:gd name="connsiteY6" fmla="*/ 219551 h 280511"/>
              <a:gd name="connsiteX7" fmla="*/ 110204 w 205359"/>
              <a:gd name="connsiteY7" fmla="*/ 250793 h 280511"/>
              <a:gd name="connsiteX8" fmla="*/ 108299 w 205359"/>
              <a:gd name="connsiteY8" fmla="*/ 250412 h 280511"/>
              <a:gd name="connsiteX9" fmla="*/ 100584 w 205359"/>
              <a:gd name="connsiteY9" fmla="*/ 258128 h 280511"/>
              <a:gd name="connsiteX10" fmla="*/ 108299 w 205359"/>
              <a:gd name="connsiteY10" fmla="*/ 265938 h 280511"/>
              <a:gd name="connsiteX11" fmla="*/ 115538 w 205359"/>
              <a:gd name="connsiteY11" fmla="*/ 260509 h 280511"/>
              <a:gd name="connsiteX12" fmla="*/ 156305 w 205359"/>
              <a:gd name="connsiteY12" fmla="*/ 260509 h 280511"/>
              <a:gd name="connsiteX13" fmla="*/ 163544 w 205359"/>
              <a:gd name="connsiteY13" fmla="*/ 265938 h 280511"/>
              <a:gd name="connsiteX14" fmla="*/ 171260 w 205359"/>
              <a:gd name="connsiteY14" fmla="*/ 258128 h 280511"/>
              <a:gd name="connsiteX15" fmla="*/ 163735 w 205359"/>
              <a:gd name="connsiteY15" fmla="*/ 250412 h 280511"/>
              <a:gd name="connsiteX16" fmla="*/ 156496 w 205359"/>
              <a:gd name="connsiteY16" fmla="*/ 255842 h 280511"/>
              <a:gd name="connsiteX17" fmla="*/ 115729 w 205359"/>
              <a:gd name="connsiteY17" fmla="*/ 255842 h 280511"/>
              <a:gd name="connsiteX18" fmla="*/ 114395 w 205359"/>
              <a:gd name="connsiteY18" fmla="*/ 253365 h 280511"/>
              <a:gd name="connsiteX19" fmla="*/ 134303 w 205359"/>
              <a:gd name="connsiteY19" fmla="*/ 222123 h 280511"/>
              <a:gd name="connsiteX20" fmla="*/ 136208 w 205359"/>
              <a:gd name="connsiteY20" fmla="*/ 222504 h 280511"/>
              <a:gd name="connsiteX21" fmla="*/ 138113 w 205359"/>
              <a:gd name="connsiteY21" fmla="*/ 222123 h 280511"/>
              <a:gd name="connsiteX22" fmla="*/ 158020 w 205359"/>
              <a:gd name="connsiteY22" fmla="*/ 253365 h 280511"/>
              <a:gd name="connsiteX23" fmla="*/ 156496 w 205359"/>
              <a:gd name="connsiteY23" fmla="*/ 255842 h 280511"/>
              <a:gd name="connsiteX24" fmla="*/ 135350 w 205359"/>
              <a:gd name="connsiteY24" fmla="*/ 158782 h 280511"/>
              <a:gd name="connsiteX25" fmla="*/ 65342 w 205359"/>
              <a:gd name="connsiteY25" fmla="*/ 280035 h 280511"/>
              <a:gd name="connsiteX26" fmla="*/ 205359 w 205359"/>
              <a:gd name="connsiteY26" fmla="*/ 280035 h 280511"/>
              <a:gd name="connsiteX27" fmla="*/ 135350 w 205359"/>
              <a:gd name="connsiteY27" fmla="*/ 158782 h 280511"/>
              <a:gd name="connsiteX28" fmla="*/ 135350 w 205359"/>
              <a:gd name="connsiteY28" fmla="*/ 177832 h 280511"/>
              <a:gd name="connsiteX29" fmla="*/ 188881 w 205359"/>
              <a:gd name="connsiteY29" fmla="*/ 270510 h 280511"/>
              <a:gd name="connsiteX30" fmla="*/ 81820 w 205359"/>
              <a:gd name="connsiteY30" fmla="*/ 270510 h 280511"/>
              <a:gd name="connsiteX31" fmla="*/ 135350 w 205359"/>
              <a:gd name="connsiteY31" fmla="*/ 177832 h 280511"/>
              <a:gd name="connsiteX32" fmla="*/ 14288 w 205359"/>
              <a:gd name="connsiteY32" fmla="*/ 57912 h 280511"/>
              <a:gd name="connsiteX33" fmla="*/ 112871 w 205359"/>
              <a:gd name="connsiteY33" fmla="*/ 57912 h 280511"/>
              <a:gd name="connsiteX34" fmla="*/ 112871 w 205359"/>
              <a:gd name="connsiteY34" fmla="*/ 181451 h 280511"/>
              <a:gd name="connsiteX35" fmla="*/ 122396 w 205359"/>
              <a:gd name="connsiteY35" fmla="*/ 164878 h 280511"/>
              <a:gd name="connsiteX36" fmla="*/ 122396 w 205359"/>
              <a:gd name="connsiteY36" fmla="*/ 48387 h 280511"/>
              <a:gd name="connsiteX37" fmla="*/ 4763 w 205359"/>
              <a:gd name="connsiteY37" fmla="*/ 48387 h 280511"/>
              <a:gd name="connsiteX38" fmla="*/ 4763 w 205359"/>
              <a:gd name="connsiteY38" fmla="*/ 280511 h 280511"/>
              <a:gd name="connsiteX39" fmla="*/ 55912 w 205359"/>
              <a:gd name="connsiteY39" fmla="*/ 280511 h 280511"/>
              <a:gd name="connsiteX40" fmla="*/ 61341 w 205359"/>
              <a:gd name="connsiteY40" fmla="*/ 270986 h 280511"/>
              <a:gd name="connsiteX41" fmla="*/ 14288 w 205359"/>
              <a:gd name="connsiteY41" fmla="*/ 270986 h 280511"/>
              <a:gd name="connsiteX42" fmla="*/ 14288 w 205359"/>
              <a:gd name="connsiteY42" fmla="*/ 57912 h 280511"/>
              <a:gd name="connsiteX43" fmla="*/ 92488 w 205359"/>
              <a:gd name="connsiteY43" fmla="*/ 70009 h 280511"/>
              <a:gd name="connsiteX44" fmla="*/ 34862 w 205359"/>
              <a:gd name="connsiteY44" fmla="*/ 70009 h 280511"/>
              <a:gd name="connsiteX45" fmla="*/ 34862 w 205359"/>
              <a:gd name="connsiteY45" fmla="*/ 79534 h 280511"/>
              <a:gd name="connsiteX46" fmla="*/ 92488 w 205359"/>
              <a:gd name="connsiteY46" fmla="*/ 79534 h 280511"/>
              <a:gd name="connsiteX47" fmla="*/ 92488 w 205359"/>
              <a:gd name="connsiteY47" fmla="*/ 70009 h 280511"/>
              <a:gd name="connsiteX48" fmla="*/ 92488 w 205359"/>
              <a:gd name="connsiteY48" fmla="*/ 98870 h 280511"/>
              <a:gd name="connsiteX49" fmla="*/ 34862 w 205359"/>
              <a:gd name="connsiteY49" fmla="*/ 98870 h 280511"/>
              <a:gd name="connsiteX50" fmla="*/ 34862 w 205359"/>
              <a:gd name="connsiteY50" fmla="*/ 108395 h 280511"/>
              <a:gd name="connsiteX51" fmla="*/ 92488 w 205359"/>
              <a:gd name="connsiteY51" fmla="*/ 108395 h 280511"/>
              <a:gd name="connsiteX52" fmla="*/ 92488 w 205359"/>
              <a:gd name="connsiteY52" fmla="*/ 98870 h 280511"/>
              <a:gd name="connsiteX53" fmla="*/ 92488 w 205359"/>
              <a:gd name="connsiteY53" fmla="*/ 127730 h 280511"/>
              <a:gd name="connsiteX54" fmla="*/ 34862 w 205359"/>
              <a:gd name="connsiteY54" fmla="*/ 127730 h 280511"/>
              <a:gd name="connsiteX55" fmla="*/ 34862 w 205359"/>
              <a:gd name="connsiteY55" fmla="*/ 137255 h 280511"/>
              <a:gd name="connsiteX56" fmla="*/ 92488 w 205359"/>
              <a:gd name="connsiteY56" fmla="*/ 137255 h 280511"/>
              <a:gd name="connsiteX57" fmla="*/ 92488 w 205359"/>
              <a:gd name="connsiteY57" fmla="*/ 127730 h 280511"/>
              <a:gd name="connsiteX58" fmla="*/ 92488 w 205359"/>
              <a:gd name="connsiteY58" fmla="*/ 156591 h 280511"/>
              <a:gd name="connsiteX59" fmla="*/ 34862 w 205359"/>
              <a:gd name="connsiteY59" fmla="*/ 156591 h 280511"/>
              <a:gd name="connsiteX60" fmla="*/ 34862 w 205359"/>
              <a:gd name="connsiteY60" fmla="*/ 166116 h 280511"/>
              <a:gd name="connsiteX61" fmla="*/ 92488 w 205359"/>
              <a:gd name="connsiteY61" fmla="*/ 166116 h 280511"/>
              <a:gd name="connsiteX62" fmla="*/ 92488 w 205359"/>
              <a:gd name="connsiteY62" fmla="*/ 156591 h 280511"/>
              <a:gd name="connsiteX63" fmla="*/ 34862 w 205359"/>
              <a:gd name="connsiteY63" fmla="*/ 194977 h 280511"/>
              <a:gd name="connsiteX64" fmla="*/ 92488 w 205359"/>
              <a:gd name="connsiteY64" fmla="*/ 194977 h 280511"/>
              <a:gd name="connsiteX65" fmla="*/ 92488 w 205359"/>
              <a:gd name="connsiteY65" fmla="*/ 185452 h 280511"/>
              <a:gd name="connsiteX66" fmla="*/ 34862 w 205359"/>
              <a:gd name="connsiteY66" fmla="*/ 185452 h 280511"/>
              <a:gd name="connsiteX67" fmla="*/ 34862 w 205359"/>
              <a:gd name="connsiteY67" fmla="*/ 194977 h 280511"/>
              <a:gd name="connsiteX68" fmla="*/ 34862 w 205359"/>
              <a:gd name="connsiteY68" fmla="*/ 223742 h 280511"/>
              <a:gd name="connsiteX69" fmla="*/ 63722 w 205359"/>
              <a:gd name="connsiteY69" fmla="*/ 223742 h 280511"/>
              <a:gd name="connsiteX70" fmla="*/ 63722 w 205359"/>
              <a:gd name="connsiteY70" fmla="*/ 214217 h 280511"/>
              <a:gd name="connsiteX71" fmla="*/ 34862 w 205359"/>
              <a:gd name="connsiteY71" fmla="*/ 214217 h 280511"/>
              <a:gd name="connsiteX72" fmla="*/ 34862 w 205359"/>
              <a:gd name="connsiteY72" fmla="*/ 223742 h 280511"/>
              <a:gd name="connsiteX73" fmla="*/ 34862 w 205359"/>
              <a:gd name="connsiteY73" fmla="*/ 252603 h 280511"/>
              <a:gd name="connsiteX74" fmla="*/ 63722 w 205359"/>
              <a:gd name="connsiteY74" fmla="*/ 252603 h 280511"/>
              <a:gd name="connsiteX75" fmla="*/ 63722 w 205359"/>
              <a:gd name="connsiteY75" fmla="*/ 243078 h 280511"/>
              <a:gd name="connsiteX76" fmla="*/ 34862 w 205359"/>
              <a:gd name="connsiteY76" fmla="*/ 243078 h 280511"/>
              <a:gd name="connsiteX77" fmla="*/ 34862 w 205359"/>
              <a:gd name="connsiteY77" fmla="*/ 252603 h 280511"/>
              <a:gd name="connsiteX78" fmla="*/ 20479 w 205359"/>
              <a:gd name="connsiteY78" fmla="*/ 9525 h 280511"/>
              <a:gd name="connsiteX79" fmla="*/ 105442 w 205359"/>
              <a:gd name="connsiteY79" fmla="*/ 9525 h 280511"/>
              <a:gd name="connsiteX80" fmla="*/ 116491 w 205359"/>
              <a:gd name="connsiteY80" fmla="*/ 38862 h 280511"/>
              <a:gd name="connsiteX81" fmla="*/ 126587 w 205359"/>
              <a:gd name="connsiteY81" fmla="*/ 38862 h 280511"/>
              <a:gd name="connsiteX82" fmla="*/ 112014 w 205359"/>
              <a:gd name="connsiteY82" fmla="*/ 0 h 280511"/>
              <a:gd name="connsiteX83" fmla="*/ 13716 w 205359"/>
              <a:gd name="connsiteY83" fmla="*/ 0 h 280511"/>
              <a:gd name="connsiteX84" fmla="*/ 0 w 205359"/>
              <a:gd name="connsiteY84" fmla="*/ 38862 h 280511"/>
              <a:gd name="connsiteX85" fmla="*/ 10097 w 205359"/>
              <a:gd name="connsiteY85" fmla="*/ 38862 h 280511"/>
              <a:gd name="connsiteX86" fmla="*/ 20479 w 205359"/>
              <a:gd name="connsiteY86" fmla="*/ 9525 h 280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205359" h="280511">
                <a:moveTo>
                  <a:pt x="163735" y="250412"/>
                </a:moveTo>
                <a:cubicBezTo>
                  <a:pt x="163068" y="250412"/>
                  <a:pt x="162497" y="250603"/>
                  <a:pt x="161830" y="250793"/>
                </a:cubicBezTo>
                <a:lnTo>
                  <a:pt x="141923" y="219551"/>
                </a:lnTo>
                <a:cubicBezTo>
                  <a:pt x="143066" y="218218"/>
                  <a:pt x="143732" y="216599"/>
                  <a:pt x="143732" y="214694"/>
                </a:cubicBezTo>
                <a:cubicBezTo>
                  <a:pt x="143732" y="210407"/>
                  <a:pt x="140303" y="206978"/>
                  <a:pt x="136017" y="206978"/>
                </a:cubicBezTo>
                <a:cubicBezTo>
                  <a:pt x="131731" y="206978"/>
                  <a:pt x="128302" y="210407"/>
                  <a:pt x="128302" y="214694"/>
                </a:cubicBezTo>
                <a:cubicBezTo>
                  <a:pt x="128302" y="216599"/>
                  <a:pt x="129064" y="218218"/>
                  <a:pt x="130112" y="219551"/>
                </a:cubicBezTo>
                <a:lnTo>
                  <a:pt x="110204" y="250793"/>
                </a:lnTo>
                <a:cubicBezTo>
                  <a:pt x="109633" y="250603"/>
                  <a:pt x="108966" y="250412"/>
                  <a:pt x="108299" y="250412"/>
                </a:cubicBezTo>
                <a:cubicBezTo>
                  <a:pt x="104013" y="250412"/>
                  <a:pt x="100584" y="253841"/>
                  <a:pt x="100584" y="258128"/>
                </a:cubicBezTo>
                <a:cubicBezTo>
                  <a:pt x="100584" y="262414"/>
                  <a:pt x="104013" y="265938"/>
                  <a:pt x="108299" y="265938"/>
                </a:cubicBezTo>
                <a:cubicBezTo>
                  <a:pt x="111728" y="265938"/>
                  <a:pt x="114586" y="263652"/>
                  <a:pt x="115538" y="260509"/>
                </a:cubicBezTo>
                <a:lnTo>
                  <a:pt x="156305" y="260509"/>
                </a:lnTo>
                <a:cubicBezTo>
                  <a:pt x="157353" y="263652"/>
                  <a:pt x="160115" y="265938"/>
                  <a:pt x="163544" y="265938"/>
                </a:cubicBezTo>
                <a:cubicBezTo>
                  <a:pt x="167830" y="265938"/>
                  <a:pt x="171260" y="262509"/>
                  <a:pt x="171260" y="258128"/>
                </a:cubicBezTo>
                <a:cubicBezTo>
                  <a:pt x="171545" y="253937"/>
                  <a:pt x="168021" y="250412"/>
                  <a:pt x="163735" y="250412"/>
                </a:cubicBezTo>
                <a:close/>
                <a:moveTo>
                  <a:pt x="156496" y="255842"/>
                </a:moveTo>
                <a:lnTo>
                  <a:pt x="115729" y="255842"/>
                </a:lnTo>
                <a:cubicBezTo>
                  <a:pt x="115443" y="254889"/>
                  <a:pt x="114967" y="254127"/>
                  <a:pt x="114395" y="253365"/>
                </a:cubicBezTo>
                <a:lnTo>
                  <a:pt x="134303" y="222123"/>
                </a:lnTo>
                <a:cubicBezTo>
                  <a:pt x="134874" y="222314"/>
                  <a:pt x="135541" y="222504"/>
                  <a:pt x="136208" y="222504"/>
                </a:cubicBezTo>
                <a:cubicBezTo>
                  <a:pt x="136874" y="222504"/>
                  <a:pt x="137446" y="222314"/>
                  <a:pt x="138113" y="222123"/>
                </a:cubicBezTo>
                <a:lnTo>
                  <a:pt x="158020" y="253365"/>
                </a:lnTo>
                <a:cubicBezTo>
                  <a:pt x="157258" y="254032"/>
                  <a:pt x="156782" y="254889"/>
                  <a:pt x="156496" y="255842"/>
                </a:cubicBezTo>
                <a:close/>
                <a:moveTo>
                  <a:pt x="135350" y="158782"/>
                </a:moveTo>
                <a:lnTo>
                  <a:pt x="65342" y="280035"/>
                </a:lnTo>
                <a:lnTo>
                  <a:pt x="205359" y="280035"/>
                </a:lnTo>
                <a:lnTo>
                  <a:pt x="135350" y="158782"/>
                </a:lnTo>
                <a:close/>
                <a:moveTo>
                  <a:pt x="135350" y="177832"/>
                </a:moveTo>
                <a:lnTo>
                  <a:pt x="188881" y="270510"/>
                </a:lnTo>
                <a:lnTo>
                  <a:pt x="81820" y="270510"/>
                </a:lnTo>
                <a:lnTo>
                  <a:pt x="135350" y="177832"/>
                </a:lnTo>
                <a:close/>
                <a:moveTo>
                  <a:pt x="14288" y="57912"/>
                </a:moveTo>
                <a:lnTo>
                  <a:pt x="112871" y="57912"/>
                </a:lnTo>
                <a:lnTo>
                  <a:pt x="112871" y="181451"/>
                </a:lnTo>
                <a:lnTo>
                  <a:pt x="122396" y="164878"/>
                </a:lnTo>
                <a:lnTo>
                  <a:pt x="122396" y="48387"/>
                </a:lnTo>
                <a:lnTo>
                  <a:pt x="4763" y="48387"/>
                </a:lnTo>
                <a:lnTo>
                  <a:pt x="4763" y="280511"/>
                </a:lnTo>
                <a:lnTo>
                  <a:pt x="55912" y="280511"/>
                </a:lnTo>
                <a:lnTo>
                  <a:pt x="61341" y="270986"/>
                </a:lnTo>
                <a:lnTo>
                  <a:pt x="14288" y="270986"/>
                </a:lnTo>
                <a:lnTo>
                  <a:pt x="14288" y="57912"/>
                </a:lnTo>
                <a:close/>
                <a:moveTo>
                  <a:pt x="92488" y="70009"/>
                </a:moveTo>
                <a:lnTo>
                  <a:pt x="34862" y="70009"/>
                </a:lnTo>
                <a:lnTo>
                  <a:pt x="34862" y="79534"/>
                </a:lnTo>
                <a:lnTo>
                  <a:pt x="92488" y="79534"/>
                </a:lnTo>
                <a:lnTo>
                  <a:pt x="92488" y="70009"/>
                </a:lnTo>
                <a:close/>
                <a:moveTo>
                  <a:pt x="92488" y="98870"/>
                </a:moveTo>
                <a:lnTo>
                  <a:pt x="34862" y="98870"/>
                </a:lnTo>
                <a:lnTo>
                  <a:pt x="34862" y="108395"/>
                </a:lnTo>
                <a:lnTo>
                  <a:pt x="92488" y="108395"/>
                </a:lnTo>
                <a:lnTo>
                  <a:pt x="92488" y="98870"/>
                </a:lnTo>
                <a:close/>
                <a:moveTo>
                  <a:pt x="92488" y="127730"/>
                </a:moveTo>
                <a:lnTo>
                  <a:pt x="34862" y="127730"/>
                </a:lnTo>
                <a:lnTo>
                  <a:pt x="34862" y="137255"/>
                </a:lnTo>
                <a:lnTo>
                  <a:pt x="92488" y="137255"/>
                </a:lnTo>
                <a:lnTo>
                  <a:pt x="92488" y="127730"/>
                </a:lnTo>
                <a:close/>
                <a:moveTo>
                  <a:pt x="92488" y="156591"/>
                </a:moveTo>
                <a:lnTo>
                  <a:pt x="34862" y="156591"/>
                </a:lnTo>
                <a:lnTo>
                  <a:pt x="34862" y="166116"/>
                </a:lnTo>
                <a:lnTo>
                  <a:pt x="92488" y="166116"/>
                </a:lnTo>
                <a:lnTo>
                  <a:pt x="92488" y="156591"/>
                </a:lnTo>
                <a:close/>
                <a:moveTo>
                  <a:pt x="34862" y="194977"/>
                </a:moveTo>
                <a:lnTo>
                  <a:pt x="92488" y="194977"/>
                </a:lnTo>
                <a:lnTo>
                  <a:pt x="92488" y="185452"/>
                </a:lnTo>
                <a:lnTo>
                  <a:pt x="34862" y="185452"/>
                </a:lnTo>
                <a:lnTo>
                  <a:pt x="34862" y="194977"/>
                </a:lnTo>
                <a:close/>
                <a:moveTo>
                  <a:pt x="34862" y="223742"/>
                </a:moveTo>
                <a:lnTo>
                  <a:pt x="63722" y="223742"/>
                </a:lnTo>
                <a:lnTo>
                  <a:pt x="63722" y="214217"/>
                </a:lnTo>
                <a:lnTo>
                  <a:pt x="34862" y="214217"/>
                </a:lnTo>
                <a:lnTo>
                  <a:pt x="34862" y="223742"/>
                </a:lnTo>
                <a:close/>
                <a:moveTo>
                  <a:pt x="34862" y="252603"/>
                </a:moveTo>
                <a:lnTo>
                  <a:pt x="63722" y="252603"/>
                </a:lnTo>
                <a:lnTo>
                  <a:pt x="63722" y="243078"/>
                </a:lnTo>
                <a:lnTo>
                  <a:pt x="34862" y="243078"/>
                </a:lnTo>
                <a:lnTo>
                  <a:pt x="34862" y="252603"/>
                </a:lnTo>
                <a:close/>
                <a:moveTo>
                  <a:pt x="20479" y="9525"/>
                </a:moveTo>
                <a:lnTo>
                  <a:pt x="105442" y="9525"/>
                </a:lnTo>
                <a:lnTo>
                  <a:pt x="116491" y="38862"/>
                </a:lnTo>
                <a:lnTo>
                  <a:pt x="126587" y="38862"/>
                </a:lnTo>
                <a:lnTo>
                  <a:pt x="112014" y="0"/>
                </a:lnTo>
                <a:lnTo>
                  <a:pt x="13716" y="0"/>
                </a:lnTo>
                <a:lnTo>
                  <a:pt x="0" y="38862"/>
                </a:lnTo>
                <a:lnTo>
                  <a:pt x="10097" y="38862"/>
                </a:lnTo>
                <a:lnTo>
                  <a:pt x="20479" y="9525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459" name="Freeform: Shape 458">
            <a:extLst>
              <a:ext uri="{FF2B5EF4-FFF2-40B4-BE49-F238E27FC236}">
                <a16:creationId xmlns:a16="http://schemas.microsoft.com/office/drawing/2014/main" id="{F2FB7D6C-30B8-4F22-82D5-B7F80C5AEBCB}"/>
              </a:ext>
            </a:extLst>
          </p:cNvPr>
          <p:cNvSpPr/>
          <p:nvPr/>
        </p:nvSpPr>
        <p:spPr>
          <a:xfrm>
            <a:off x="1814876" y="4061398"/>
            <a:ext cx="208311" cy="280416"/>
          </a:xfrm>
          <a:custGeom>
            <a:avLst/>
            <a:gdLst>
              <a:gd name="connsiteX0" fmla="*/ 139732 w 208311"/>
              <a:gd name="connsiteY0" fmla="*/ 231172 h 280416"/>
              <a:gd name="connsiteX1" fmla="*/ 94869 w 208311"/>
              <a:gd name="connsiteY1" fmla="*/ 231172 h 280416"/>
              <a:gd name="connsiteX2" fmla="*/ 94869 w 208311"/>
              <a:gd name="connsiteY2" fmla="*/ 240697 h 280416"/>
              <a:gd name="connsiteX3" fmla="*/ 139636 w 208311"/>
              <a:gd name="connsiteY3" fmla="*/ 240697 h 280416"/>
              <a:gd name="connsiteX4" fmla="*/ 139636 w 208311"/>
              <a:gd name="connsiteY4" fmla="*/ 231172 h 280416"/>
              <a:gd name="connsiteX5" fmla="*/ 175641 w 208311"/>
              <a:gd name="connsiteY5" fmla="*/ 252794 h 280416"/>
              <a:gd name="connsiteX6" fmla="*/ 94869 w 208311"/>
              <a:gd name="connsiteY6" fmla="*/ 252794 h 280416"/>
              <a:gd name="connsiteX7" fmla="*/ 94869 w 208311"/>
              <a:gd name="connsiteY7" fmla="*/ 262319 h 280416"/>
              <a:gd name="connsiteX8" fmla="*/ 175546 w 208311"/>
              <a:gd name="connsiteY8" fmla="*/ 262319 h 280416"/>
              <a:gd name="connsiteX9" fmla="*/ 175546 w 208311"/>
              <a:gd name="connsiteY9" fmla="*/ 252794 h 280416"/>
              <a:gd name="connsiteX10" fmla="*/ 187928 w 208311"/>
              <a:gd name="connsiteY10" fmla="*/ 203740 h 280416"/>
              <a:gd name="connsiteX11" fmla="*/ 166973 w 208311"/>
              <a:gd name="connsiteY11" fmla="*/ 203740 h 280416"/>
              <a:gd name="connsiteX12" fmla="*/ 166973 w 208311"/>
              <a:gd name="connsiteY12" fmla="*/ 224695 h 280416"/>
              <a:gd name="connsiteX13" fmla="*/ 187928 w 208311"/>
              <a:gd name="connsiteY13" fmla="*/ 224695 h 280416"/>
              <a:gd name="connsiteX14" fmla="*/ 187928 w 208311"/>
              <a:gd name="connsiteY14" fmla="*/ 203740 h 280416"/>
              <a:gd name="connsiteX15" fmla="*/ 75629 w 208311"/>
              <a:gd name="connsiteY15" fmla="*/ 183833 h 280416"/>
              <a:gd name="connsiteX16" fmla="*/ 75629 w 208311"/>
              <a:gd name="connsiteY16" fmla="*/ 280416 h 280416"/>
              <a:gd name="connsiteX17" fmla="*/ 208312 w 208311"/>
              <a:gd name="connsiteY17" fmla="*/ 280416 h 280416"/>
              <a:gd name="connsiteX18" fmla="*/ 208312 w 208311"/>
              <a:gd name="connsiteY18" fmla="*/ 183833 h 280416"/>
              <a:gd name="connsiteX19" fmla="*/ 75629 w 208311"/>
              <a:gd name="connsiteY19" fmla="*/ 183833 h 280416"/>
              <a:gd name="connsiteX20" fmla="*/ 198787 w 208311"/>
              <a:gd name="connsiteY20" fmla="*/ 270891 h 280416"/>
              <a:gd name="connsiteX21" fmla="*/ 85154 w 208311"/>
              <a:gd name="connsiteY21" fmla="*/ 270891 h 280416"/>
              <a:gd name="connsiteX22" fmla="*/ 85154 w 208311"/>
              <a:gd name="connsiteY22" fmla="*/ 193358 h 280416"/>
              <a:gd name="connsiteX23" fmla="*/ 198787 w 208311"/>
              <a:gd name="connsiteY23" fmla="*/ 193358 h 280416"/>
              <a:gd name="connsiteX24" fmla="*/ 198787 w 208311"/>
              <a:gd name="connsiteY24" fmla="*/ 270891 h 280416"/>
              <a:gd name="connsiteX25" fmla="*/ 14288 w 208311"/>
              <a:gd name="connsiteY25" fmla="*/ 57817 h 280416"/>
              <a:gd name="connsiteX26" fmla="*/ 112871 w 208311"/>
              <a:gd name="connsiteY26" fmla="*/ 57817 h 280416"/>
              <a:gd name="connsiteX27" fmla="*/ 112871 w 208311"/>
              <a:gd name="connsiteY27" fmla="*/ 178117 h 280416"/>
              <a:gd name="connsiteX28" fmla="*/ 122396 w 208311"/>
              <a:gd name="connsiteY28" fmla="*/ 178117 h 280416"/>
              <a:gd name="connsiteX29" fmla="*/ 122396 w 208311"/>
              <a:gd name="connsiteY29" fmla="*/ 48292 h 280416"/>
              <a:gd name="connsiteX30" fmla="*/ 4763 w 208311"/>
              <a:gd name="connsiteY30" fmla="*/ 48292 h 280416"/>
              <a:gd name="connsiteX31" fmla="*/ 4763 w 208311"/>
              <a:gd name="connsiteY31" fmla="*/ 280416 h 280416"/>
              <a:gd name="connsiteX32" fmla="*/ 67342 w 208311"/>
              <a:gd name="connsiteY32" fmla="*/ 280416 h 280416"/>
              <a:gd name="connsiteX33" fmla="*/ 67342 w 208311"/>
              <a:gd name="connsiteY33" fmla="*/ 270891 h 280416"/>
              <a:gd name="connsiteX34" fmla="*/ 14288 w 208311"/>
              <a:gd name="connsiteY34" fmla="*/ 270891 h 280416"/>
              <a:gd name="connsiteX35" fmla="*/ 14288 w 208311"/>
              <a:gd name="connsiteY35" fmla="*/ 57817 h 280416"/>
              <a:gd name="connsiteX36" fmla="*/ 92488 w 208311"/>
              <a:gd name="connsiteY36" fmla="*/ 70009 h 280416"/>
              <a:gd name="connsiteX37" fmla="*/ 34861 w 208311"/>
              <a:gd name="connsiteY37" fmla="*/ 70009 h 280416"/>
              <a:gd name="connsiteX38" fmla="*/ 34861 w 208311"/>
              <a:gd name="connsiteY38" fmla="*/ 79534 h 280416"/>
              <a:gd name="connsiteX39" fmla="*/ 92488 w 208311"/>
              <a:gd name="connsiteY39" fmla="*/ 79534 h 280416"/>
              <a:gd name="connsiteX40" fmla="*/ 92488 w 208311"/>
              <a:gd name="connsiteY40" fmla="*/ 70009 h 280416"/>
              <a:gd name="connsiteX41" fmla="*/ 92488 w 208311"/>
              <a:gd name="connsiteY41" fmla="*/ 98870 h 280416"/>
              <a:gd name="connsiteX42" fmla="*/ 34861 w 208311"/>
              <a:gd name="connsiteY42" fmla="*/ 98870 h 280416"/>
              <a:gd name="connsiteX43" fmla="*/ 34861 w 208311"/>
              <a:gd name="connsiteY43" fmla="*/ 108395 h 280416"/>
              <a:gd name="connsiteX44" fmla="*/ 92488 w 208311"/>
              <a:gd name="connsiteY44" fmla="*/ 108395 h 280416"/>
              <a:gd name="connsiteX45" fmla="*/ 92488 w 208311"/>
              <a:gd name="connsiteY45" fmla="*/ 98870 h 280416"/>
              <a:gd name="connsiteX46" fmla="*/ 92488 w 208311"/>
              <a:gd name="connsiteY46" fmla="*/ 127635 h 280416"/>
              <a:gd name="connsiteX47" fmla="*/ 34861 w 208311"/>
              <a:gd name="connsiteY47" fmla="*/ 127635 h 280416"/>
              <a:gd name="connsiteX48" fmla="*/ 34861 w 208311"/>
              <a:gd name="connsiteY48" fmla="*/ 137160 h 280416"/>
              <a:gd name="connsiteX49" fmla="*/ 92488 w 208311"/>
              <a:gd name="connsiteY49" fmla="*/ 137160 h 280416"/>
              <a:gd name="connsiteX50" fmla="*/ 92488 w 208311"/>
              <a:gd name="connsiteY50" fmla="*/ 127635 h 280416"/>
              <a:gd name="connsiteX51" fmla="*/ 92488 w 208311"/>
              <a:gd name="connsiteY51" fmla="*/ 156496 h 280416"/>
              <a:gd name="connsiteX52" fmla="*/ 34861 w 208311"/>
              <a:gd name="connsiteY52" fmla="*/ 156496 h 280416"/>
              <a:gd name="connsiteX53" fmla="*/ 34861 w 208311"/>
              <a:gd name="connsiteY53" fmla="*/ 166021 h 280416"/>
              <a:gd name="connsiteX54" fmla="*/ 92488 w 208311"/>
              <a:gd name="connsiteY54" fmla="*/ 166021 h 280416"/>
              <a:gd name="connsiteX55" fmla="*/ 92488 w 208311"/>
              <a:gd name="connsiteY55" fmla="*/ 156496 h 280416"/>
              <a:gd name="connsiteX56" fmla="*/ 63627 w 208311"/>
              <a:gd name="connsiteY56" fmla="*/ 185357 h 280416"/>
              <a:gd name="connsiteX57" fmla="*/ 34861 w 208311"/>
              <a:gd name="connsiteY57" fmla="*/ 185357 h 280416"/>
              <a:gd name="connsiteX58" fmla="*/ 34861 w 208311"/>
              <a:gd name="connsiteY58" fmla="*/ 194882 h 280416"/>
              <a:gd name="connsiteX59" fmla="*/ 63722 w 208311"/>
              <a:gd name="connsiteY59" fmla="*/ 194882 h 280416"/>
              <a:gd name="connsiteX60" fmla="*/ 63722 w 208311"/>
              <a:gd name="connsiteY60" fmla="*/ 185357 h 280416"/>
              <a:gd name="connsiteX61" fmla="*/ 63627 w 208311"/>
              <a:gd name="connsiteY61" fmla="*/ 214217 h 280416"/>
              <a:gd name="connsiteX62" fmla="*/ 34861 w 208311"/>
              <a:gd name="connsiteY62" fmla="*/ 214217 h 280416"/>
              <a:gd name="connsiteX63" fmla="*/ 34861 w 208311"/>
              <a:gd name="connsiteY63" fmla="*/ 223742 h 280416"/>
              <a:gd name="connsiteX64" fmla="*/ 63722 w 208311"/>
              <a:gd name="connsiteY64" fmla="*/ 223742 h 280416"/>
              <a:gd name="connsiteX65" fmla="*/ 63722 w 208311"/>
              <a:gd name="connsiteY65" fmla="*/ 214217 h 280416"/>
              <a:gd name="connsiteX66" fmla="*/ 34861 w 208311"/>
              <a:gd name="connsiteY66" fmla="*/ 252603 h 280416"/>
              <a:gd name="connsiteX67" fmla="*/ 63722 w 208311"/>
              <a:gd name="connsiteY67" fmla="*/ 252603 h 280416"/>
              <a:gd name="connsiteX68" fmla="*/ 63722 w 208311"/>
              <a:gd name="connsiteY68" fmla="*/ 243078 h 280416"/>
              <a:gd name="connsiteX69" fmla="*/ 34861 w 208311"/>
              <a:gd name="connsiteY69" fmla="*/ 243078 h 280416"/>
              <a:gd name="connsiteX70" fmla="*/ 34861 w 208311"/>
              <a:gd name="connsiteY70" fmla="*/ 252603 h 280416"/>
              <a:gd name="connsiteX71" fmla="*/ 20479 w 208311"/>
              <a:gd name="connsiteY71" fmla="*/ 9525 h 280416"/>
              <a:gd name="connsiteX72" fmla="*/ 105442 w 208311"/>
              <a:gd name="connsiteY72" fmla="*/ 9525 h 280416"/>
              <a:gd name="connsiteX73" fmla="*/ 116491 w 208311"/>
              <a:gd name="connsiteY73" fmla="*/ 38862 h 280416"/>
              <a:gd name="connsiteX74" fmla="*/ 126587 w 208311"/>
              <a:gd name="connsiteY74" fmla="*/ 38862 h 280416"/>
              <a:gd name="connsiteX75" fmla="*/ 112014 w 208311"/>
              <a:gd name="connsiteY75" fmla="*/ 0 h 280416"/>
              <a:gd name="connsiteX76" fmla="*/ 13716 w 208311"/>
              <a:gd name="connsiteY76" fmla="*/ 0 h 280416"/>
              <a:gd name="connsiteX77" fmla="*/ 0 w 208311"/>
              <a:gd name="connsiteY77" fmla="*/ 38862 h 280416"/>
              <a:gd name="connsiteX78" fmla="*/ 10096 w 208311"/>
              <a:gd name="connsiteY78" fmla="*/ 38862 h 280416"/>
              <a:gd name="connsiteX79" fmla="*/ 20479 w 208311"/>
              <a:gd name="connsiteY79" fmla="*/ 9525 h 280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</a:cxnLst>
            <a:rect l="l" t="t" r="r" b="b"/>
            <a:pathLst>
              <a:path w="208311" h="280416">
                <a:moveTo>
                  <a:pt x="139732" y="231172"/>
                </a:moveTo>
                <a:lnTo>
                  <a:pt x="94869" y="231172"/>
                </a:lnTo>
                <a:lnTo>
                  <a:pt x="94869" y="240697"/>
                </a:lnTo>
                <a:lnTo>
                  <a:pt x="139636" y="240697"/>
                </a:lnTo>
                <a:lnTo>
                  <a:pt x="139636" y="231172"/>
                </a:lnTo>
                <a:close/>
                <a:moveTo>
                  <a:pt x="175641" y="252794"/>
                </a:moveTo>
                <a:lnTo>
                  <a:pt x="94869" y="252794"/>
                </a:lnTo>
                <a:lnTo>
                  <a:pt x="94869" y="262319"/>
                </a:lnTo>
                <a:lnTo>
                  <a:pt x="175546" y="262319"/>
                </a:lnTo>
                <a:lnTo>
                  <a:pt x="175546" y="252794"/>
                </a:lnTo>
                <a:close/>
                <a:moveTo>
                  <a:pt x="187928" y="203740"/>
                </a:moveTo>
                <a:lnTo>
                  <a:pt x="166973" y="203740"/>
                </a:lnTo>
                <a:lnTo>
                  <a:pt x="166973" y="224695"/>
                </a:lnTo>
                <a:lnTo>
                  <a:pt x="187928" y="224695"/>
                </a:lnTo>
                <a:lnTo>
                  <a:pt x="187928" y="203740"/>
                </a:lnTo>
                <a:close/>
                <a:moveTo>
                  <a:pt x="75629" y="183833"/>
                </a:moveTo>
                <a:lnTo>
                  <a:pt x="75629" y="280416"/>
                </a:lnTo>
                <a:lnTo>
                  <a:pt x="208312" y="280416"/>
                </a:lnTo>
                <a:lnTo>
                  <a:pt x="208312" y="183833"/>
                </a:lnTo>
                <a:lnTo>
                  <a:pt x="75629" y="183833"/>
                </a:lnTo>
                <a:close/>
                <a:moveTo>
                  <a:pt x="198787" y="270891"/>
                </a:moveTo>
                <a:lnTo>
                  <a:pt x="85154" y="270891"/>
                </a:lnTo>
                <a:lnTo>
                  <a:pt x="85154" y="193358"/>
                </a:lnTo>
                <a:lnTo>
                  <a:pt x="198787" y="193358"/>
                </a:lnTo>
                <a:lnTo>
                  <a:pt x="198787" y="270891"/>
                </a:lnTo>
                <a:close/>
                <a:moveTo>
                  <a:pt x="14288" y="57817"/>
                </a:moveTo>
                <a:lnTo>
                  <a:pt x="112871" y="57817"/>
                </a:lnTo>
                <a:lnTo>
                  <a:pt x="112871" y="178117"/>
                </a:lnTo>
                <a:lnTo>
                  <a:pt x="122396" y="178117"/>
                </a:lnTo>
                <a:lnTo>
                  <a:pt x="122396" y="48292"/>
                </a:lnTo>
                <a:lnTo>
                  <a:pt x="4763" y="48292"/>
                </a:lnTo>
                <a:lnTo>
                  <a:pt x="4763" y="280416"/>
                </a:lnTo>
                <a:lnTo>
                  <a:pt x="67342" y="280416"/>
                </a:lnTo>
                <a:lnTo>
                  <a:pt x="67342" y="270891"/>
                </a:lnTo>
                <a:lnTo>
                  <a:pt x="14288" y="270891"/>
                </a:lnTo>
                <a:lnTo>
                  <a:pt x="14288" y="57817"/>
                </a:lnTo>
                <a:close/>
                <a:moveTo>
                  <a:pt x="92488" y="70009"/>
                </a:moveTo>
                <a:lnTo>
                  <a:pt x="34861" y="70009"/>
                </a:lnTo>
                <a:lnTo>
                  <a:pt x="34861" y="79534"/>
                </a:lnTo>
                <a:lnTo>
                  <a:pt x="92488" y="79534"/>
                </a:lnTo>
                <a:lnTo>
                  <a:pt x="92488" y="70009"/>
                </a:lnTo>
                <a:close/>
                <a:moveTo>
                  <a:pt x="92488" y="98870"/>
                </a:moveTo>
                <a:lnTo>
                  <a:pt x="34861" y="98870"/>
                </a:lnTo>
                <a:lnTo>
                  <a:pt x="34861" y="108395"/>
                </a:lnTo>
                <a:lnTo>
                  <a:pt x="92488" y="108395"/>
                </a:lnTo>
                <a:lnTo>
                  <a:pt x="92488" y="98870"/>
                </a:lnTo>
                <a:close/>
                <a:moveTo>
                  <a:pt x="92488" y="127635"/>
                </a:moveTo>
                <a:lnTo>
                  <a:pt x="34861" y="127635"/>
                </a:lnTo>
                <a:lnTo>
                  <a:pt x="34861" y="137160"/>
                </a:lnTo>
                <a:lnTo>
                  <a:pt x="92488" y="137160"/>
                </a:lnTo>
                <a:lnTo>
                  <a:pt x="92488" y="127635"/>
                </a:lnTo>
                <a:close/>
                <a:moveTo>
                  <a:pt x="92488" y="156496"/>
                </a:moveTo>
                <a:lnTo>
                  <a:pt x="34861" y="156496"/>
                </a:lnTo>
                <a:lnTo>
                  <a:pt x="34861" y="166021"/>
                </a:lnTo>
                <a:lnTo>
                  <a:pt x="92488" y="166021"/>
                </a:lnTo>
                <a:lnTo>
                  <a:pt x="92488" y="156496"/>
                </a:lnTo>
                <a:close/>
                <a:moveTo>
                  <a:pt x="63627" y="185357"/>
                </a:moveTo>
                <a:lnTo>
                  <a:pt x="34861" y="185357"/>
                </a:lnTo>
                <a:lnTo>
                  <a:pt x="34861" y="194882"/>
                </a:lnTo>
                <a:lnTo>
                  <a:pt x="63722" y="194882"/>
                </a:lnTo>
                <a:lnTo>
                  <a:pt x="63722" y="185357"/>
                </a:lnTo>
                <a:close/>
                <a:moveTo>
                  <a:pt x="63627" y="214217"/>
                </a:moveTo>
                <a:lnTo>
                  <a:pt x="34861" y="214217"/>
                </a:lnTo>
                <a:lnTo>
                  <a:pt x="34861" y="223742"/>
                </a:lnTo>
                <a:lnTo>
                  <a:pt x="63722" y="223742"/>
                </a:lnTo>
                <a:lnTo>
                  <a:pt x="63722" y="214217"/>
                </a:lnTo>
                <a:close/>
                <a:moveTo>
                  <a:pt x="34861" y="252603"/>
                </a:moveTo>
                <a:lnTo>
                  <a:pt x="63722" y="252603"/>
                </a:lnTo>
                <a:lnTo>
                  <a:pt x="63722" y="243078"/>
                </a:lnTo>
                <a:lnTo>
                  <a:pt x="34861" y="243078"/>
                </a:lnTo>
                <a:lnTo>
                  <a:pt x="34861" y="252603"/>
                </a:lnTo>
                <a:close/>
                <a:moveTo>
                  <a:pt x="20479" y="9525"/>
                </a:moveTo>
                <a:lnTo>
                  <a:pt x="105442" y="9525"/>
                </a:lnTo>
                <a:lnTo>
                  <a:pt x="116491" y="38862"/>
                </a:lnTo>
                <a:lnTo>
                  <a:pt x="126587" y="38862"/>
                </a:lnTo>
                <a:lnTo>
                  <a:pt x="112014" y="0"/>
                </a:lnTo>
                <a:lnTo>
                  <a:pt x="13716" y="0"/>
                </a:lnTo>
                <a:lnTo>
                  <a:pt x="0" y="38862"/>
                </a:lnTo>
                <a:lnTo>
                  <a:pt x="10096" y="38862"/>
                </a:lnTo>
                <a:lnTo>
                  <a:pt x="20479" y="9525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460" name="Freeform: Shape 459">
            <a:extLst>
              <a:ext uri="{FF2B5EF4-FFF2-40B4-BE49-F238E27FC236}">
                <a16:creationId xmlns:a16="http://schemas.microsoft.com/office/drawing/2014/main" id="{A8582757-0ECC-4157-8324-8004866B5E5F}"/>
              </a:ext>
            </a:extLst>
          </p:cNvPr>
          <p:cNvSpPr/>
          <p:nvPr/>
        </p:nvSpPr>
        <p:spPr>
          <a:xfrm>
            <a:off x="3044194" y="4257899"/>
            <a:ext cx="7433" cy="7429"/>
          </a:xfrm>
          <a:custGeom>
            <a:avLst/>
            <a:gdLst>
              <a:gd name="connsiteX0" fmla="*/ 3719 w 7433"/>
              <a:gd name="connsiteY0" fmla="*/ 7429 h 7429"/>
              <a:gd name="connsiteX1" fmla="*/ 7433 w 7433"/>
              <a:gd name="connsiteY1" fmla="*/ 3715 h 7429"/>
              <a:gd name="connsiteX2" fmla="*/ 3719 w 7433"/>
              <a:gd name="connsiteY2" fmla="*/ 0 h 7429"/>
              <a:gd name="connsiteX3" fmla="*/ 4 w 7433"/>
              <a:gd name="connsiteY3" fmla="*/ 3715 h 7429"/>
              <a:gd name="connsiteX4" fmla="*/ 3719 w 7433"/>
              <a:gd name="connsiteY4" fmla="*/ 7429 h 7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33" h="7429">
                <a:moveTo>
                  <a:pt x="3719" y="7429"/>
                </a:moveTo>
                <a:cubicBezTo>
                  <a:pt x="5814" y="7429"/>
                  <a:pt x="7433" y="5715"/>
                  <a:pt x="7433" y="3715"/>
                </a:cubicBezTo>
                <a:cubicBezTo>
                  <a:pt x="7433" y="1619"/>
                  <a:pt x="5719" y="0"/>
                  <a:pt x="3719" y="0"/>
                </a:cubicBezTo>
                <a:cubicBezTo>
                  <a:pt x="1623" y="0"/>
                  <a:pt x="4" y="1714"/>
                  <a:pt x="4" y="3715"/>
                </a:cubicBezTo>
                <a:cubicBezTo>
                  <a:pt x="-91" y="5810"/>
                  <a:pt x="1623" y="7429"/>
                  <a:pt x="3719" y="7429"/>
                </a:cubicBezTo>
                <a:close/>
              </a:path>
            </a:pathLst>
          </a:custGeom>
          <a:solidFill>
            <a:srgbClr val="231F2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1" name="Freeform: Shape 460">
            <a:extLst>
              <a:ext uri="{FF2B5EF4-FFF2-40B4-BE49-F238E27FC236}">
                <a16:creationId xmlns:a16="http://schemas.microsoft.com/office/drawing/2014/main" id="{E8738B9C-D316-4A97-A34D-7893B02BD3B8}"/>
              </a:ext>
            </a:extLst>
          </p:cNvPr>
          <p:cNvSpPr/>
          <p:nvPr/>
        </p:nvSpPr>
        <p:spPr>
          <a:xfrm>
            <a:off x="3044196" y="4257899"/>
            <a:ext cx="7429" cy="7429"/>
          </a:xfrm>
          <a:custGeom>
            <a:avLst/>
            <a:gdLst>
              <a:gd name="connsiteX0" fmla="*/ 3715 w 7429"/>
              <a:gd name="connsiteY0" fmla="*/ 7429 h 7429"/>
              <a:gd name="connsiteX1" fmla="*/ 7429 w 7429"/>
              <a:gd name="connsiteY1" fmla="*/ 3715 h 7429"/>
              <a:gd name="connsiteX2" fmla="*/ 3715 w 7429"/>
              <a:gd name="connsiteY2" fmla="*/ 0 h 7429"/>
              <a:gd name="connsiteX3" fmla="*/ 0 w 7429"/>
              <a:gd name="connsiteY3" fmla="*/ 3715 h 7429"/>
              <a:gd name="connsiteX4" fmla="*/ 3715 w 7429"/>
              <a:gd name="connsiteY4" fmla="*/ 7429 h 7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29" h="7429">
                <a:moveTo>
                  <a:pt x="3715" y="7429"/>
                </a:moveTo>
                <a:cubicBezTo>
                  <a:pt x="5810" y="7429"/>
                  <a:pt x="7429" y="5715"/>
                  <a:pt x="7429" y="3715"/>
                </a:cubicBezTo>
                <a:cubicBezTo>
                  <a:pt x="7429" y="1619"/>
                  <a:pt x="5715" y="0"/>
                  <a:pt x="3715" y="0"/>
                </a:cubicBezTo>
                <a:cubicBezTo>
                  <a:pt x="1714" y="0"/>
                  <a:pt x="0" y="1714"/>
                  <a:pt x="0" y="3715"/>
                </a:cubicBezTo>
                <a:cubicBezTo>
                  <a:pt x="0" y="5810"/>
                  <a:pt x="1619" y="7429"/>
                  <a:pt x="3715" y="7429"/>
                </a:cubicBezTo>
                <a:close/>
              </a:path>
            </a:pathLst>
          </a:custGeom>
          <a:solidFill>
            <a:srgbClr val="231F2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2" name="Freeform: Shape 461">
            <a:extLst>
              <a:ext uri="{FF2B5EF4-FFF2-40B4-BE49-F238E27FC236}">
                <a16:creationId xmlns:a16="http://schemas.microsoft.com/office/drawing/2014/main" id="{29695A4D-9524-44D0-9ED0-25AB8D191B60}"/>
              </a:ext>
            </a:extLst>
          </p:cNvPr>
          <p:cNvSpPr/>
          <p:nvPr/>
        </p:nvSpPr>
        <p:spPr>
          <a:xfrm>
            <a:off x="3044196" y="4257899"/>
            <a:ext cx="7429" cy="7429"/>
          </a:xfrm>
          <a:custGeom>
            <a:avLst/>
            <a:gdLst>
              <a:gd name="connsiteX0" fmla="*/ 3715 w 7429"/>
              <a:gd name="connsiteY0" fmla="*/ 7429 h 7429"/>
              <a:gd name="connsiteX1" fmla="*/ 7429 w 7429"/>
              <a:gd name="connsiteY1" fmla="*/ 3715 h 7429"/>
              <a:gd name="connsiteX2" fmla="*/ 3715 w 7429"/>
              <a:gd name="connsiteY2" fmla="*/ 0 h 7429"/>
              <a:gd name="connsiteX3" fmla="*/ 0 w 7429"/>
              <a:gd name="connsiteY3" fmla="*/ 3715 h 7429"/>
              <a:gd name="connsiteX4" fmla="*/ 3715 w 7429"/>
              <a:gd name="connsiteY4" fmla="*/ 7429 h 7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29" h="7429">
                <a:moveTo>
                  <a:pt x="3715" y="7429"/>
                </a:moveTo>
                <a:cubicBezTo>
                  <a:pt x="5810" y="7429"/>
                  <a:pt x="7429" y="5715"/>
                  <a:pt x="7429" y="3715"/>
                </a:cubicBezTo>
                <a:cubicBezTo>
                  <a:pt x="7429" y="1619"/>
                  <a:pt x="5715" y="0"/>
                  <a:pt x="3715" y="0"/>
                </a:cubicBezTo>
                <a:cubicBezTo>
                  <a:pt x="1714" y="0"/>
                  <a:pt x="0" y="1714"/>
                  <a:pt x="0" y="3715"/>
                </a:cubicBezTo>
                <a:cubicBezTo>
                  <a:pt x="0" y="5810"/>
                  <a:pt x="1714" y="7429"/>
                  <a:pt x="3715" y="7429"/>
                </a:cubicBezTo>
                <a:close/>
              </a:path>
            </a:pathLst>
          </a:custGeom>
          <a:solidFill>
            <a:srgbClr val="231F2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3" name="Freeform: Shape 462">
            <a:extLst>
              <a:ext uri="{FF2B5EF4-FFF2-40B4-BE49-F238E27FC236}">
                <a16:creationId xmlns:a16="http://schemas.microsoft.com/office/drawing/2014/main" id="{CD54692F-79DB-4527-97D2-0A3002D756A9}"/>
              </a:ext>
            </a:extLst>
          </p:cNvPr>
          <p:cNvSpPr/>
          <p:nvPr/>
        </p:nvSpPr>
        <p:spPr>
          <a:xfrm>
            <a:off x="2944040" y="4061589"/>
            <a:ext cx="207740" cy="280511"/>
          </a:xfrm>
          <a:custGeom>
            <a:avLst/>
            <a:gdLst>
              <a:gd name="connsiteX0" fmla="*/ 75057 w 207740"/>
              <a:gd name="connsiteY0" fmla="*/ 183928 h 280511"/>
              <a:gd name="connsiteX1" fmla="*/ 75057 w 207740"/>
              <a:gd name="connsiteY1" fmla="*/ 280511 h 280511"/>
              <a:gd name="connsiteX2" fmla="*/ 207740 w 207740"/>
              <a:gd name="connsiteY2" fmla="*/ 280511 h 280511"/>
              <a:gd name="connsiteX3" fmla="*/ 207740 w 207740"/>
              <a:gd name="connsiteY3" fmla="*/ 183928 h 280511"/>
              <a:gd name="connsiteX4" fmla="*/ 75057 w 207740"/>
              <a:gd name="connsiteY4" fmla="*/ 183928 h 280511"/>
              <a:gd name="connsiteX5" fmla="*/ 198215 w 207740"/>
              <a:gd name="connsiteY5" fmla="*/ 270986 h 280511"/>
              <a:gd name="connsiteX6" fmla="*/ 84582 w 207740"/>
              <a:gd name="connsiteY6" fmla="*/ 270986 h 280511"/>
              <a:gd name="connsiteX7" fmla="*/ 84582 w 207740"/>
              <a:gd name="connsiteY7" fmla="*/ 216122 h 280511"/>
              <a:gd name="connsiteX8" fmla="*/ 198215 w 207740"/>
              <a:gd name="connsiteY8" fmla="*/ 216122 h 280511"/>
              <a:gd name="connsiteX9" fmla="*/ 198215 w 207740"/>
              <a:gd name="connsiteY9" fmla="*/ 270986 h 280511"/>
              <a:gd name="connsiteX10" fmla="*/ 198215 w 207740"/>
              <a:gd name="connsiteY10" fmla="*/ 206597 h 280511"/>
              <a:gd name="connsiteX11" fmla="*/ 84582 w 207740"/>
              <a:gd name="connsiteY11" fmla="*/ 206597 h 280511"/>
              <a:gd name="connsiteX12" fmla="*/ 84582 w 207740"/>
              <a:gd name="connsiteY12" fmla="*/ 193453 h 280511"/>
              <a:gd name="connsiteX13" fmla="*/ 198215 w 207740"/>
              <a:gd name="connsiteY13" fmla="*/ 193453 h 280511"/>
              <a:gd name="connsiteX14" fmla="*/ 198215 w 207740"/>
              <a:gd name="connsiteY14" fmla="*/ 206597 h 280511"/>
              <a:gd name="connsiteX15" fmla="*/ 14192 w 207740"/>
              <a:gd name="connsiteY15" fmla="*/ 57912 h 280511"/>
              <a:gd name="connsiteX16" fmla="*/ 112776 w 207740"/>
              <a:gd name="connsiteY16" fmla="*/ 57912 h 280511"/>
              <a:gd name="connsiteX17" fmla="*/ 112776 w 207740"/>
              <a:gd name="connsiteY17" fmla="*/ 178213 h 280511"/>
              <a:gd name="connsiteX18" fmla="*/ 122301 w 207740"/>
              <a:gd name="connsiteY18" fmla="*/ 178213 h 280511"/>
              <a:gd name="connsiteX19" fmla="*/ 122301 w 207740"/>
              <a:gd name="connsiteY19" fmla="*/ 48387 h 280511"/>
              <a:gd name="connsiteX20" fmla="*/ 4667 w 207740"/>
              <a:gd name="connsiteY20" fmla="*/ 48387 h 280511"/>
              <a:gd name="connsiteX21" fmla="*/ 4667 w 207740"/>
              <a:gd name="connsiteY21" fmla="*/ 280511 h 280511"/>
              <a:gd name="connsiteX22" fmla="*/ 67247 w 207740"/>
              <a:gd name="connsiteY22" fmla="*/ 280511 h 280511"/>
              <a:gd name="connsiteX23" fmla="*/ 67247 w 207740"/>
              <a:gd name="connsiteY23" fmla="*/ 270986 h 280511"/>
              <a:gd name="connsiteX24" fmla="*/ 14192 w 207740"/>
              <a:gd name="connsiteY24" fmla="*/ 270986 h 280511"/>
              <a:gd name="connsiteX25" fmla="*/ 14192 w 207740"/>
              <a:gd name="connsiteY25" fmla="*/ 57912 h 280511"/>
              <a:gd name="connsiteX26" fmla="*/ 92488 w 207740"/>
              <a:gd name="connsiteY26" fmla="*/ 70009 h 280511"/>
              <a:gd name="connsiteX27" fmla="*/ 34862 w 207740"/>
              <a:gd name="connsiteY27" fmla="*/ 70009 h 280511"/>
              <a:gd name="connsiteX28" fmla="*/ 34862 w 207740"/>
              <a:gd name="connsiteY28" fmla="*/ 79534 h 280511"/>
              <a:gd name="connsiteX29" fmla="*/ 92488 w 207740"/>
              <a:gd name="connsiteY29" fmla="*/ 79534 h 280511"/>
              <a:gd name="connsiteX30" fmla="*/ 92488 w 207740"/>
              <a:gd name="connsiteY30" fmla="*/ 70009 h 280511"/>
              <a:gd name="connsiteX31" fmla="*/ 92488 w 207740"/>
              <a:gd name="connsiteY31" fmla="*/ 98870 h 280511"/>
              <a:gd name="connsiteX32" fmla="*/ 34862 w 207740"/>
              <a:gd name="connsiteY32" fmla="*/ 98870 h 280511"/>
              <a:gd name="connsiteX33" fmla="*/ 34862 w 207740"/>
              <a:gd name="connsiteY33" fmla="*/ 108395 h 280511"/>
              <a:gd name="connsiteX34" fmla="*/ 92488 w 207740"/>
              <a:gd name="connsiteY34" fmla="*/ 108395 h 280511"/>
              <a:gd name="connsiteX35" fmla="*/ 92488 w 207740"/>
              <a:gd name="connsiteY35" fmla="*/ 98870 h 280511"/>
              <a:gd name="connsiteX36" fmla="*/ 92488 w 207740"/>
              <a:gd name="connsiteY36" fmla="*/ 127730 h 280511"/>
              <a:gd name="connsiteX37" fmla="*/ 34862 w 207740"/>
              <a:gd name="connsiteY37" fmla="*/ 127730 h 280511"/>
              <a:gd name="connsiteX38" fmla="*/ 34862 w 207740"/>
              <a:gd name="connsiteY38" fmla="*/ 137255 h 280511"/>
              <a:gd name="connsiteX39" fmla="*/ 92488 w 207740"/>
              <a:gd name="connsiteY39" fmla="*/ 137255 h 280511"/>
              <a:gd name="connsiteX40" fmla="*/ 92488 w 207740"/>
              <a:gd name="connsiteY40" fmla="*/ 127730 h 280511"/>
              <a:gd name="connsiteX41" fmla="*/ 92488 w 207740"/>
              <a:gd name="connsiteY41" fmla="*/ 156591 h 280511"/>
              <a:gd name="connsiteX42" fmla="*/ 34862 w 207740"/>
              <a:gd name="connsiteY42" fmla="*/ 156591 h 280511"/>
              <a:gd name="connsiteX43" fmla="*/ 34862 w 207740"/>
              <a:gd name="connsiteY43" fmla="*/ 166116 h 280511"/>
              <a:gd name="connsiteX44" fmla="*/ 92488 w 207740"/>
              <a:gd name="connsiteY44" fmla="*/ 166116 h 280511"/>
              <a:gd name="connsiteX45" fmla="*/ 92488 w 207740"/>
              <a:gd name="connsiteY45" fmla="*/ 156591 h 280511"/>
              <a:gd name="connsiteX46" fmla="*/ 63627 w 207740"/>
              <a:gd name="connsiteY46" fmla="*/ 185452 h 280511"/>
              <a:gd name="connsiteX47" fmla="*/ 34766 w 207740"/>
              <a:gd name="connsiteY47" fmla="*/ 185452 h 280511"/>
              <a:gd name="connsiteX48" fmla="*/ 34766 w 207740"/>
              <a:gd name="connsiteY48" fmla="*/ 194977 h 280511"/>
              <a:gd name="connsiteX49" fmla="*/ 63627 w 207740"/>
              <a:gd name="connsiteY49" fmla="*/ 194977 h 280511"/>
              <a:gd name="connsiteX50" fmla="*/ 63627 w 207740"/>
              <a:gd name="connsiteY50" fmla="*/ 185452 h 280511"/>
              <a:gd name="connsiteX51" fmla="*/ 63627 w 207740"/>
              <a:gd name="connsiteY51" fmla="*/ 214313 h 280511"/>
              <a:gd name="connsiteX52" fmla="*/ 34766 w 207740"/>
              <a:gd name="connsiteY52" fmla="*/ 214313 h 280511"/>
              <a:gd name="connsiteX53" fmla="*/ 34766 w 207740"/>
              <a:gd name="connsiteY53" fmla="*/ 223838 h 280511"/>
              <a:gd name="connsiteX54" fmla="*/ 63627 w 207740"/>
              <a:gd name="connsiteY54" fmla="*/ 223838 h 280511"/>
              <a:gd name="connsiteX55" fmla="*/ 63627 w 207740"/>
              <a:gd name="connsiteY55" fmla="*/ 214313 h 280511"/>
              <a:gd name="connsiteX56" fmla="*/ 34766 w 207740"/>
              <a:gd name="connsiteY56" fmla="*/ 252698 h 280511"/>
              <a:gd name="connsiteX57" fmla="*/ 63627 w 207740"/>
              <a:gd name="connsiteY57" fmla="*/ 252698 h 280511"/>
              <a:gd name="connsiteX58" fmla="*/ 63627 w 207740"/>
              <a:gd name="connsiteY58" fmla="*/ 243173 h 280511"/>
              <a:gd name="connsiteX59" fmla="*/ 34766 w 207740"/>
              <a:gd name="connsiteY59" fmla="*/ 243173 h 280511"/>
              <a:gd name="connsiteX60" fmla="*/ 34766 w 207740"/>
              <a:gd name="connsiteY60" fmla="*/ 252698 h 280511"/>
              <a:gd name="connsiteX61" fmla="*/ 20479 w 207740"/>
              <a:gd name="connsiteY61" fmla="*/ 9525 h 280511"/>
              <a:gd name="connsiteX62" fmla="*/ 105442 w 207740"/>
              <a:gd name="connsiteY62" fmla="*/ 9525 h 280511"/>
              <a:gd name="connsiteX63" fmla="*/ 116491 w 207740"/>
              <a:gd name="connsiteY63" fmla="*/ 38862 h 280511"/>
              <a:gd name="connsiteX64" fmla="*/ 126587 w 207740"/>
              <a:gd name="connsiteY64" fmla="*/ 38862 h 280511"/>
              <a:gd name="connsiteX65" fmla="*/ 112014 w 207740"/>
              <a:gd name="connsiteY65" fmla="*/ 0 h 280511"/>
              <a:gd name="connsiteX66" fmla="*/ 13716 w 207740"/>
              <a:gd name="connsiteY66" fmla="*/ 0 h 280511"/>
              <a:gd name="connsiteX67" fmla="*/ 0 w 207740"/>
              <a:gd name="connsiteY67" fmla="*/ 38862 h 280511"/>
              <a:gd name="connsiteX68" fmla="*/ 10097 w 207740"/>
              <a:gd name="connsiteY68" fmla="*/ 38862 h 280511"/>
              <a:gd name="connsiteX69" fmla="*/ 20479 w 207740"/>
              <a:gd name="connsiteY69" fmla="*/ 9525 h 280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</a:cxnLst>
            <a:rect l="l" t="t" r="r" b="b"/>
            <a:pathLst>
              <a:path w="207740" h="280511">
                <a:moveTo>
                  <a:pt x="75057" y="183928"/>
                </a:moveTo>
                <a:lnTo>
                  <a:pt x="75057" y="280511"/>
                </a:lnTo>
                <a:lnTo>
                  <a:pt x="207740" y="280511"/>
                </a:lnTo>
                <a:lnTo>
                  <a:pt x="207740" y="183928"/>
                </a:lnTo>
                <a:lnTo>
                  <a:pt x="75057" y="183928"/>
                </a:lnTo>
                <a:close/>
                <a:moveTo>
                  <a:pt x="198215" y="270986"/>
                </a:moveTo>
                <a:lnTo>
                  <a:pt x="84582" y="270986"/>
                </a:lnTo>
                <a:lnTo>
                  <a:pt x="84582" y="216122"/>
                </a:lnTo>
                <a:lnTo>
                  <a:pt x="198215" y="216122"/>
                </a:lnTo>
                <a:lnTo>
                  <a:pt x="198215" y="270986"/>
                </a:lnTo>
                <a:close/>
                <a:moveTo>
                  <a:pt x="198215" y="206597"/>
                </a:moveTo>
                <a:lnTo>
                  <a:pt x="84582" y="206597"/>
                </a:lnTo>
                <a:lnTo>
                  <a:pt x="84582" y="193453"/>
                </a:lnTo>
                <a:lnTo>
                  <a:pt x="198215" y="193453"/>
                </a:lnTo>
                <a:lnTo>
                  <a:pt x="198215" y="206597"/>
                </a:lnTo>
                <a:close/>
                <a:moveTo>
                  <a:pt x="14192" y="57912"/>
                </a:moveTo>
                <a:lnTo>
                  <a:pt x="112776" y="57912"/>
                </a:lnTo>
                <a:lnTo>
                  <a:pt x="112776" y="178213"/>
                </a:lnTo>
                <a:lnTo>
                  <a:pt x="122301" y="178213"/>
                </a:lnTo>
                <a:lnTo>
                  <a:pt x="122301" y="48387"/>
                </a:lnTo>
                <a:lnTo>
                  <a:pt x="4667" y="48387"/>
                </a:lnTo>
                <a:lnTo>
                  <a:pt x="4667" y="280511"/>
                </a:lnTo>
                <a:lnTo>
                  <a:pt x="67247" y="280511"/>
                </a:lnTo>
                <a:lnTo>
                  <a:pt x="67247" y="270986"/>
                </a:lnTo>
                <a:lnTo>
                  <a:pt x="14192" y="270986"/>
                </a:lnTo>
                <a:lnTo>
                  <a:pt x="14192" y="57912"/>
                </a:lnTo>
                <a:close/>
                <a:moveTo>
                  <a:pt x="92488" y="70009"/>
                </a:moveTo>
                <a:lnTo>
                  <a:pt x="34862" y="70009"/>
                </a:lnTo>
                <a:lnTo>
                  <a:pt x="34862" y="79534"/>
                </a:lnTo>
                <a:lnTo>
                  <a:pt x="92488" y="79534"/>
                </a:lnTo>
                <a:lnTo>
                  <a:pt x="92488" y="70009"/>
                </a:lnTo>
                <a:close/>
                <a:moveTo>
                  <a:pt x="92488" y="98870"/>
                </a:moveTo>
                <a:lnTo>
                  <a:pt x="34862" y="98870"/>
                </a:lnTo>
                <a:lnTo>
                  <a:pt x="34862" y="108395"/>
                </a:lnTo>
                <a:lnTo>
                  <a:pt x="92488" y="108395"/>
                </a:lnTo>
                <a:lnTo>
                  <a:pt x="92488" y="98870"/>
                </a:lnTo>
                <a:close/>
                <a:moveTo>
                  <a:pt x="92488" y="127730"/>
                </a:moveTo>
                <a:lnTo>
                  <a:pt x="34862" y="127730"/>
                </a:lnTo>
                <a:lnTo>
                  <a:pt x="34862" y="137255"/>
                </a:lnTo>
                <a:lnTo>
                  <a:pt x="92488" y="137255"/>
                </a:lnTo>
                <a:lnTo>
                  <a:pt x="92488" y="127730"/>
                </a:lnTo>
                <a:close/>
                <a:moveTo>
                  <a:pt x="92488" y="156591"/>
                </a:moveTo>
                <a:lnTo>
                  <a:pt x="34862" y="156591"/>
                </a:lnTo>
                <a:lnTo>
                  <a:pt x="34862" y="166116"/>
                </a:lnTo>
                <a:lnTo>
                  <a:pt x="92488" y="166116"/>
                </a:lnTo>
                <a:lnTo>
                  <a:pt x="92488" y="156591"/>
                </a:lnTo>
                <a:close/>
                <a:moveTo>
                  <a:pt x="63627" y="185452"/>
                </a:moveTo>
                <a:lnTo>
                  <a:pt x="34766" y="185452"/>
                </a:lnTo>
                <a:lnTo>
                  <a:pt x="34766" y="194977"/>
                </a:lnTo>
                <a:lnTo>
                  <a:pt x="63627" y="194977"/>
                </a:lnTo>
                <a:lnTo>
                  <a:pt x="63627" y="185452"/>
                </a:lnTo>
                <a:close/>
                <a:moveTo>
                  <a:pt x="63627" y="214313"/>
                </a:moveTo>
                <a:lnTo>
                  <a:pt x="34766" y="214313"/>
                </a:lnTo>
                <a:lnTo>
                  <a:pt x="34766" y="223838"/>
                </a:lnTo>
                <a:lnTo>
                  <a:pt x="63627" y="223838"/>
                </a:lnTo>
                <a:lnTo>
                  <a:pt x="63627" y="214313"/>
                </a:lnTo>
                <a:close/>
                <a:moveTo>
                  <a:pt x="34766" y="252698"/>
                </a:moveTo>
                <a:lnTo>
                  <a:pt x="63627" y="252698"/>
                </a:lnTo>
                <a:lnTo>
                  <a:pt x="63627" y="243173"/>
                </a:lnTo>
                <a:lnTo>
                  <a:pt x="34766" y="243173"/>
                </a:lnTo>
                <a:lnTo>
                  <a:pt x="34766" y="252698"/>
                </a:lnTo>
                <a:close/>
                <a:moveTo>
                  <a:pt x="20479" y="9525"/>
                </a:moveTo>
                <a:lnTo>
                  <a:pt x="105442" y="9525"/>
                </a:lnTo>
                <a:lnTo>
                  <a:pt x="116491" y="38862"/>
                </a:lnTo>
                <a:lnTo>
                  <a:pt x="126587" y="38862"/>
                </a:lnTo>
                <a:lnTo>
                  <a:pt x="112014" y="0"/>
                </a:lnTo>
                <a:lnTo>
                  <a:pt x="13716" y="0"/>
                </a:lnTo>
                <a:lnTo>
                  <a:pt x="0" y="38862"/>
                </a:lnTo>
                <a:lnTo>
                  <a:pt x="10097" y="38862"/>
                </a:lnTo>
                <a:lnTo>
                  <a:pt x="20479" y="9525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4" name="Freeform: Shape 463">
            <a:extLst>
              <a:ext uri="{FF2B5EF4-FFF2-40B4-BE49-F238E27FC236}">
                <a16:creationId xmlns:a16="http://schemas.microsoft.com/office/drawing/2014/main" id="{627F5F71-F9D3-4AA4-8EA3-17E509FD5C24}"/>
              </a:ext>
            </a:extLst>
          </p:cNvPr>
          <p:cNvSpPr/>
          <p:nvPr/>
        </p:nvSpPr>
        <p:spPr>
          <a:xfrm>
            <a:off x="4344842" y="4087116"/>
            <a:ext cx="284987" cy="228981"/>
          </a:xfrm>
          <a:custGeom>
            <a:avLst/>
            <a:gdLst>
              <a:gd name="connsiteX0" fmla="*/ 0 w 284987"/>
              <a:gd name="connsiteY0" fmla="*/ 0 h 228981"/>
              <a:gd name="connsiteX1" fmla="*/ 0 w 284987"/>
              <a:gd name="connsiteY1" fmla="*/ 228981 h 228981"/>
              <a:gd name="connsiteX2" fmla="*/ 284988 w 284987"/>
              <a:gd name="connsiteY2" fmla="*/ 228981 h 228981"/>
              <a:gd name="connsiteX3" fmla="*/ 284988 w 284987"/>
              <a:gd name="connsiteY3" fmla="*/ 0 h 228981"/>
              <a:gd name="connsiteX4" fmla="*/ 0 w 284987"/>
              <a:gd name="connsiteY4" fmla="*/ 0 h 228981"/>
              <a:gd name="connsiteX5" fmla="*/ 275463 w 284987"/>
              <a:gd name="connsiteY5" fmla="*/ 219456 h 228981"/>
              <a:gd name="connsiteX6" fmla="*/ 9525 w 284987"/>
              <a:gd name="connsiteY6" fmla="*/ 219456 h 228981"/>
              <a:gd name="connsiteX7" fmla="*/ 9525 w 284987"/>
              <a:gd name="connsiteY7" fmla="*/ 62389 h 228981"/>
              <a:gd name="connsiteX8" fmla="*/ 275463 w 284987"/>
              <a:gd name="connsiteY8" fmla="*/ 62389 h 228981"/>
              <a:gd name="connsiteX9" fmla="*/ 275463 w 284987"/>
              <a:gd name="connsiteY9" fmla="*/ 219456 h 228981"/>
              <a:gd name="connsiteX10" fmla="*/ 275463 w 284987"/>
              <a:gd name="connsiteY10" fmla="*/ 52864 h 228981"/>
              <a:gd name="connsiteX11" fmla="*/ 9525 w 284987"/>
              <a:gd name="connsiteY11" fmla="*/ 52864 h 228981"/>
              <a:gd name="connsiteX12" fmla="*/ 9525 w 284987"/>
              <a:gd name="connsiteY12" fmla="*/ 9620 h 228981"/>
              <a:gd name="connsiteX13" fmla="*/ 275463 w 284987"/>
              <a:gd name="connsiteY13" fmla="*/ 9620 h 228981"/>
              <a:gd name="connsiteX14" fmla="*/ 275463 w 284987"/>
              <a:gd name="connsiteY14" fmla="*/ 52864 h 228981"/>
              <a:gd name="connsiteX15" fmla="*/ 188976 w 284987"/>
              <a:gd name="connsiteY15" fmla="*/ 42577 h 228981"/>
              <a:gd name="connsiteX16" fmla="*/ 198787 w 284987"/>
              <a:gd name="connsiteY16" fmla="*/ 32766 h 228981"/>
              <a:gd name="connsiteX17" fmla="*/ 188976 w 284987"/>
              <a:gd name="connsiteY17" fmla="*/ 22955 h 228981"/>
              <a:gd name="connsiteX18" fmla="*/ 179165 w 284987"/>
              <a:gd name="connsiteY18" fmla="*/ 32766 h 228981"/>
              <a:gd name="connsiteX19" fmla="*/ 188976 w 284987"/>
              <a:gd name="connsiteY19" fmla="*/ 42577 h 228981"/>
              <a:gd name="connsiteX20" fmla="*/ 216694 w 284987"/>
              <a:gd name="connsiteY20" fmla="*/ 42577 h 228981"/>
              <a:gd name="connsiteX21" fmla="*/ 226504 w 284987"/>
              <a:gd name="connsiteY21" fmla="*/ 32766 h 228981"/>
              <a:gd name="connsiteX22" fmla="*/ 216694 w 284987"/>
              <a:gd name="connsiteY22" fmla="*/ 22955 h 228981"/>
              <a:gd name="connsiteX23" fmla="*/ 206883 w 284987"/>
              <a:gd name="connsiteY23" fmla="*/ 32766 h 228981"/>
              <a:gd name="connsiteX24" fmla="*/ 216694 w 284987"/>
              <a:gd name="connsiteY24" fmla="*/ 42577 h 228981"/>
              <a:gd name="connsiteX25" fmla="*/ 244316 w 284987"/>
              <a:gd name="connsiteY25" fmla="*/ 42577 h 228981"/>
              <a:gd name="connsiteX26" fmla="*/ 254127 w 284987"/>
              <a:gd name="connsiteY26" fmla="*/ 32766 h 228981"/>
              <a:gd name="connsiteX27" fmla="*/ 244316 w 284987"/>
              <a:gd name="connsiteY27" fmla="*/ 22955 h 228981"/>
              <a:gd name="connsiteX28" fmla="*/ 234506 w 284987"/>
              <a:gd name="connsiteY28" fmla="*/ 32766 h 228981"/>
              <a:gd name="connsiteX29" fmla="*/ 244316 w 284987"/>
              <a:gd name="connsiteY29" fmla="*/ 42577 h 228981"/>
              <a:gd name="connsiteX30" fmla="*/ 139065 w 284987"/>
              <a:gd name="connsiteY30" fmla="*/ 141827 h 228981"/>
              <a:gd name="connsiteX31" fmla="*/ 156305 w 284987"/>
              <a:gd name="connsiteY31" fmla="*/ 159068 h 228981"/>
              <a:gd name="connsiteX32" fmla="*/ 163068 w 284987"/>
              <a:gd name="connsiteY32" fmla="*/ 152305 h 228981"/>
              <a:gd name="connsiteX33" fmla="*/ 145828 w 284987"/>
              <a:gd name="connsiteY33" fmla="*/ 135065 h 228981"/>
              <a:gd name="connsiteX34" fmla="*/ 156210 w 284987"/>
              <a:gd name="connsiteY34" fmla="*/ 124682 h 228981"/>
              <a:gd name="connsiteX35" fmla="*/ 118586 w 284987"/>
              <a:gd name="connsiteY35" fmla="*/ 114586 h 228981"/>
              <a:gd name="connsiteX36" fmla="*/ 128683 w 284987"/>
              <a:gd name="connsiteY36" fmla="*/ 152210 h 228981"/>
              <a:gd name="connsiteX37" fmla="*/ 139065 w 284987"/>
              <a:gd name="connsiteY37" fmla="*/ 141827 h 2289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284987" h="228981">
                <a:moveTo>
                  <a:pt x="0" y="0"/>
                </a:moveTo>
                <a:lnTo>
                  <a:pt x="0" y="228981"/>
                </a:lnTo>
                <a:lnTo>
                  <a:pt x="284988" y="228981"/>
                </a:lnTo>
                <a:lnTo>
                  <a:pt x="284988" y="0"/>
                </a:lnTo>
                <a:lnTo>
                  <a:pt x="0" y="0"/>
                </a:lnTo>
                <a:close/>
                <a:moveTo>
                  <a:pt x="275463" y="219456"/>
                </a:moveTo>
                <a:lnTo>
                  <a:pt x="9525" y="219456"/>
                </a:lnTo>
                <a:lnTo>
                  <a:pt x="9525" y="62389"/>
                </a:lnTo>
                <a:lnTo>
                  <a:pt x="275463" y="62389"/>
                </a:lnTo>
                <a:lnTo>
                  <a:pt x="275463" y="219456"/>
                </a:lnTo>
                <a:close/>
                <a:moveTo>
                  <a:pt x="275463" y="52864"/>
                </a:moveTo>
                <a:lnTo>
                  <a:pt x="9525" y="52864"/>
                </a:lnTo>
                <a:lnTo>
                  <a:pt x="9525" y="9620"/>
                </a:lnTo>
                <a:lnTo>
                  <a:pt x="275463" y="9620"/>
                </a:lnTo>
                <a:lnTo>
                  <a:pt x="275463" y="52864"/>
                </a:lnTo>
                <a:close/>
                <a:moveTo>
                  <a:pt x="188976" y="42577"/>
                </a:moveTo>
                <a:cubicBezTo>
                  <a:pt x="194405" y="42577"/>
                  <a:pt x="198787" y="38195"/>
                  <a:pt x="198787" y="32766"/>
                </a:cubicBezTo>
                <a:cubicBezTo>
                  <a:pt x="198787" y="27337"/>
                  <a:pt x="194405" y="22955"/>
                  <a:pt x="188976" y="22955"/>
                </a:cubicBezTo>
                <a:cubicBezTo>
                  <a:pt x="183547" y="22955"/>
                  <a:pt x="179165" y="27337"/>
                  <a:pt x="179165" y="32766"/>
                </a:cubicBezTo>
                <a:cubicBezTo>
                  <a:pt x="179070" y="38100"/>
                  <a:pt x="183547" y="42577"/>
                  <a:pt x="188976" y="42577"/>
                </a:cubicBezTo>
                <a:close/>
                <a:moveTo>
                  <a:pt x="216694" y="42577"/>
                </a:moveTo>
                <a:cubicBezTo>
                  <a:pt x="222123" y="42577"/>
                  <a:pt x="226504" y="38195"/>
                  <a:pt x="226504" y="32766"/>
                </a:cubicBezTo>
                <a:cubicBezTo>
                  <a:pt x="226504" y="27337"/>
                  <a:pt x="222123" y="22955"/>
                  <a:pt x="216694" y="22955"/>
                </a:cubicBezTo>
                <a:cubicBezTo>
                  <a:pt x="211265" y="22955"/>
                  <a:pt x="206883" y="27337"/>
                  <a:pt x="206883" y="32766"/>
                </a:cubicBezTo>
                <a:cubicBezTo>
                  <a:pt x="206788" y="38100"/>
                  <a:pt x="211169" y="42577"/>
                  <a:pt x="216694" y="42577"/>
                </a:cubicBezTo>
                <a:close/>
                <a:moveTo>
                  <a:pt x="244316" y="42577"/>
                </a:moveTo>
                <a:cubicBezTo>
                  <a:pt x="249746" y="42577"/>
                  <a:pt x="254127" y="38195"/>
                  <a:pt x="254127" y="32766"/>
                </a:cubicBezTo>
                <a:cubicBezTo>
                  <a:pt x="254127" y="27337"/>
                  <a:pt x="249746" y="22955"/>
                  <a:pt x="244316" y="22955"/>
                </a:cubicBezTo>
                <a:cubicBezTo>
                  <a:pt x="238887" y="22955"/>
                  <a:pt x="234506" y="27337"/>
                  <a:pt x="234506" y="32766"/>
                </a:cubicBezTo>
                <a:cubicBezTo>
                  <a:pt x="234506" y="38100"/>
                  <a:pt x="238887" y="42577"/>
                  <a:pt x="244316" y="42577"/>
                </a:cubicBezTo>
                <a:close/>
                <a:moveTo>
                  <a:pt x="139065" y="141827"/>
                </a:moveTo>
                <a:lnTo>
                  <a:pt x="156305" y="159068"/>
                </a:lnTo>
                <a:lnTo>
                  <a:pt x="163068" y="152305"/>
                </a:lnTo>
                <a:lnTo>
                  <a:pt x="145828" y="135065"/>
                </a:lnTo>
                <a:lnTo>
                  <a:pt x="156210" y="124682"/>
                </a:lnTo>
                <a:lnTo>
                  <a:pt x="118586" y="114586"/>
                </a:lnTo>
                <a:lnTo>
                  <a:pt x="128683" y="152210"/>
                </a:lnTo>
                <a:lnTo>
                  <a:pt x="139065" y="141827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465" name="Freeform: Shape 464">
            <a:extLst>
              <a:ext uri="{FF2B5EF4-FFF2-40B4-BE49-F238E27FC236}">
                <a16:creationId xmlns:a16="http://schemas.microsoft.com/office/drawing/2014/main" id="{D04731CA-6353-41E4-9669-E551498D4B7C}"/>
              </a:ext>
            </a:extLst>
          </p:cNvPr>
          <p:cNvSpPr/>
          <p:nvPr/>
        </p:nvSpPr>
        <p:spPr>
          <a:xfrm>
            <a:off x="5495100" y="4086640"/>
            <a:ext cx="230314" cy="230409"/>
          </a:xfrm>
          <a:custGeom>
            <a:avLst/>
            <a:gdLst>
              <a:gd name="connsiteX0" fmla="*/ 1429 w 230314"/>
              <a:gd name="connsiteY0" fmla="*/ 1429 h 230409"/>
              <a:gd name="connsiteX1" fmla="*/ 0 w 230314"/>
              <a:gd name="connsiteY1" fmla="*/ 63722 h 230409"/>
              <a:gd name="connsiteX2" fmla="*/ 63722 w 230314"/>
              <a:gd name="connsiteY2" fmla="*/ 0 h 230409"/>
              <a:gd name="connsiteX3" fmla="*/ 1429 w 230314"/>
              <a:gd name="connsiteY3" fmla="*/ 1429 h 230409"/>
              <a:gd name="connsiteX4" fmla="*/ 10763 w 230314"/>
              <a:gd name="connsiteY4" fmla="*/ 10763 h 230409"/>
              <a:gd name="connsiteX5" fmla="*/ 40196 w 230314"/>
              <a:gd name="connsiteY5" fmla="*/ 10096 h 230409"/>
              <a:gd name="connsiteX6" fmla="*/ 10096 w 230314"/>
              <a:gd name="connsiteY6" fmla="*/ 40196 h 230409"/>
              <a:gd name="connsiteX7" fmla="*/ 10763 w 230314"/>
              <a:gd name="connsiteY7" fmla="*/ 10763 h 230409"/>
              <a:gd name="connsiteX8" fmla="*/ 228886 w 230314"/>
              <a:gd name="connsiteY8" fmla="*/ 228981 h 230409"/>
              <a:gd name="connsiteX9" fmla="*/ 230314 w 230314"/>
              <a:gd name="connsiteY9" fmla="*/ 166688 h 230409"/>
              <a:gd name="connsiteX10" fmla="*/ 166592 w 230314"/>
              <a:gd name="connsiteY10" fmla="*/ 230410 h 230409"/>
              <a:gd name="connsiteX11" fmla="*/ 228886 w 230314"/>
              <a:gd name="connsiteY11" fmla="*/ 228981 h 230409"/>
              <a:gd name="connsiteX12" fmla="*/ 219551 w 230314"/>
              <a:gd name="connsiteY12" fmla="*/ 219646 h 230409"/>
              <a:gd name="connsiteX13" fmla="*/ 190119 w 230314"/>
              <a:gd name="connsiteY13" fmla="*/ 220313 h 230409"/>
              <a:gd name="connsiteX14" fmla="*/ 220218 w 230314"/>
              <a:gd name="connsiteY14" fmla="*/ 190214 h 230409"/>
              <a:gd name="connsiteX15" fmla="*/ 219551 w 230314"/>
              <a:gd name="connsiteY15" fmla="*/ 219646 h 230409"/>
              <a:gd name="connsiteX16" fmla="*/ 228886 w 230314"/>
              <a:gd name="connsiteY16" fmla="*/ 1429 h 230409"/>
              <a:gd name="connsiteX17" fmla="*/ 166592 w 230314"/>
              <a:gd name="connsiteY17" fmla="*/ 0 h 230409"/>
              <a:gd name="connsiteX18" fmla="*/ 230314 w 230314"/>
              <a:gd name="connsiteY18" fmla="*/ 63722 h 230409"/>
              <a:gd name="connsiteX19" fmla="*/ 228886 w 230314"/>
              <a:gd name="connsiteY19" fmla="*/ 1429 h 230409"/>
              <a:gd name="connsiteX20" fmla="*/ 190119 w 230314"/>
              <a:gd name="connsiteY20" fmla="*/ 10096 h 230409"/>
              <a:gd name="connsiteX21" fmla="*/ 219551 w 230314"/>
              <a:gd name="connsiteY21" fmla="*/ 10763 h 230409"/>
              <a:gd name="connsiteX22" fmla="*/ 220218 w 230314"/>
              <a:gd name="connsiteY22" fmla="*/ 40196 h 230409"/>
              <a:gd name="connsiteX23" fmla="*/ 190119 w 230314"/>
              <a:gd name="connsiteY23" fmla="*/ 10096 h 230409"/>
              <a:gd name="connsiteX24" fmla="*/ 1429 w 230314"/>
              <a:gd name="connsiteY24" fmla="*/ 228981 h 230409"/>
              <a:gd name="connsiteX25" fmla="*/ 63722 w 230314"/>
              <a:gd name="connsiteY25" fmla="*/ 230410 h 230409"/>
              <a:gd name="connsiteX26" fmla="*/ 0 w 230314"/>
              <a:gd name="connsiteY26" fmla="*/ 166688 h 230409"/>
              <a:gd name="connsiteX27" fmla="*/ 1429 w 230314"/>
              <a:gd name="connsiteY27" fmla="*/ 228981 h 230409"/>
              <a:gd name="connsiteX28" fmla="*/ 40100 w 230314"/>
              <a:gd name="connsiteY28" fmla="*/ 220313 h 230409"/>
              <a:gd name="connsiteX29" fmla="*/ 10668 w 230314"/>
              <a:gd name="connsiteY29" fmla="*/ 219646 h 230409"/>
              <a:gd name="connsiteX30" fmla="*/ 10001 w 230314"/>
              <a:gd name="connsiteY30" fmla="*/ 190214 h 230409"/>
              <a:gd name="connsiteX31" fmla="*/ 40100 w 230314"/>
              <a:gd name="connsiteY31" fmla="*/ 220313 h 230409"/>
              <a:gd name="connsiteX32" fmla="*/ 177070 w 230314"/>
              <a:gd name="connsiteY32" fmla="*/ 198025 h 230409"/>
              <a:gd name="connsiteX33" fmla="*/ 181832 w 230314"/>
              <a:gd name="connsiteY33" fmla="*/ 193548 h 230409"/>
              <a:gd name="connsiteX34" fmla="*/ 199549 w 230314"/>
              <a:gd name="connsiteY34" fmla="*/ 176308 h 230409"/>
              <a:gd name="connsiteX35" fmla="*/ 204788 w 230314"/>
              <a:gd name="connsiteY35" fmla="*/ 170688 h 230409"/>
              <a:gd name="connsiteX36" fmla="*/ 200311 w 230314"/>
              <a:gd name="connsiteY36" fmla="*/ 164401 h 230409"/>
              <a:gd name="connsiteX37" fmla="*/ 197072 w 230314"/>
              <a:gd name="connsiteY37" fmla="*/ 159258 h 230409"/>
              <a:gd name="connsiteX38" fmla="*/ 193929 w 230314"/>
              <a:gd name="connsiteY38" fmla="*/ 154019 h 230409"/>
              <a:gd name="connsiteX39" fmla="*/ 197453 w 230314"/>
              <a:gd name="connsiteY39" fmla="*/ 146494 h 230409"/>
              <a:gd name="connsiteX40" fmla="*/ 200311 w 230314"/>
              <a:gd name="connsiteY40" fmla="*/ 139922 h 230409"/>
              <a:gd name="connsiteX41" fmla="*/ 207835 w 230314"/>
              <a:gd name="connsiteY41" fmla="*/ 138113 h 230409"/>
              <a:gd name="connsiteX42" fmla="*/ 214027 w 230314"/>
              <a:gd name="connsiteY42" fmla="*/ 136398 h 230409"/>
              <a:gd name="connsiteX43" fmla="*/ 221171 w 230314"/>
              <a:gd name="connsiteY43" fmla="*/ 134493 h 230409"/>
              <a:gd name="connsiteX44" fmla="*/ 221171 w 230314"/>
              <a:gd name="connsiteY44" fmla="*/ 96583 h 230409"/>
              <a:gd name="connsiteX45" fmla="*/ 213931 w 230314"/>
              <a:gd name="connsiteY45" fmla="*/ 94774 h 230409"/>
              <a:gd name="connsiteX46" fmla="*/ 207454 w 230314"/>
              <a:gd name="connsiteY46" fmla="*/ 93059 h 230409"/>
              <a:gd name="connsiteX47" fmla="*/ 199549 w 230314"/>
              <a:gd name="connsiteY47" fmla="*/ 91250 h 230409"/>
              <a:gd name="connsiteX48" fmla="*/ 194310 w 230314"/>
              <a:gd name="connsiteY48" fmla="*/ 77343 h 230409"/>
              <a:gd name="connsiteX49" fmla="*/ 201644 w 230314"/>
              <a:gd name="connsiteY49" fmla="*/ 65246 h 230409"/>
              <a:gd name="connsiteX50" fmla="*/ 205550 w 230314"/>
              <a:gd name="connsiteY50" fmla="*/ 58483 h 230409"/>
              <a:gd name="connsiteX51" fmla="*/ 199644 w 230314"/>
              <a:gd name="connsiteY51" fmla="*/ 53340 h 230409"/>
              <a:gd name="connsiteX52" fmla="*/ 191357 w 230314"/>
              <a:gd name="connsiteY52" fmla="*/ 45529 h 230409"/>
              <a:gd name="connsiteX53" fmla="*/ 181166 w 230314"/>
              <a:gd name="connsiteY53" fmla="*/ 36576 h 230409"/>
              <a:gd name="connsiteX54" fmla="*/ 176498 w 230314"/>
              <a:gd name="connsiteY54" fmla="*/ 33338 h 230409"/>
              <a:gd name="connsiteX55" fmla="*/ 171450 w 230314"/>
              <a:gd name="connsiteY55" fmla="*/ 35909 h 230409"/>
              <a:gd name="connsiteX56" fmla="*/ 164497 w 230314"/>
              <a:gd name="connsiteY56" fmla="*/ 39719 h 230409"/>
              <a:gd name="connsiteX57" fmla="*/ 158782 w 230314"/>
              <a:gd name="connsiteY57" fmla="*/ 42767 h 230409"/>
              <a:gd name="connsiteX58" fmla="*/ 150685 w 230314"/>
              <a:gd name="connsiteY58" fmla="*/ 39243 h 230409"/>
              <a:gd name="connsiteX59" fmla="*/ 143637 w 230314"/>
              <a:gd name="connsiteY59" fmla="*/ 36671 h 230409"/>
              <a:gd name="connsiteX60" fmla="*/ 139541 w 230314"/>
              <a:gd name="connsiteY60" fmla="*/ 22860 h 230409"/>
              <a:gd name="connsiteX61" fmla="*/ 137350 w 230314"/>
              <a:gd name="connsiteY61" fmla="*/ 16383 h 230409"/>
              <a:gd name="connsiteX62" fmla="*/ 99060 w 230314"/>
              <a:gd name="connsiteY62" fmla="*/ 16383 h 230409"/>
              <a:gd name="connsiteX63" fmla="*/ 96964 w 230314"/>
              <a:gd name="connsiteY63" fmla="*/ 23146 h 230409"/>
              <a:gd name="connsiteX64" fmla="*/ 94964 w 230314"/>
              <a:gd name="connsiteY64" fmla="*/ 30194 h 230409"/>
              <a:gd name="connsiteX65" fmla="*/ 93059 w 230314"/>
              <a:gd name="connsiteY65" fmla="*/ 37052 h 230409"/>
              <a:gd name="connsiteX66" fmla="*/ 78200 w 230314"/>
              <a:gd name="connsiteY66" fmla="*/ 42672 h 230409"/>
              <a:gd name="connsiteX67" fmla="*/ 64484 w 230314"/>
              <a:gd name="connsiteY67" fmla="*/ 35242 h 230409"/>
              <a:gd name="connsiteX68" fmla="*/ 58579 w 230314"/>
              <a:gd name="connsiteY68" fmla="*/ 32480 h 230409"/>
              <a:gd name="connsiteX69" fmla="*/ 53816 w 230314"/>
              <a:gd name="connsiteY69" fmla="*/ 36957 h 230409"/>
              <a:gd name="connsiteX70" fmla="*/ 36100 w 230314"/>
              <a:gd name="connsiteY70" fmla="*/ 54102 h 230409"/>
              <a:gd name="connsiteX71" fmla="*/ 30671 w 230314"/>
              <a:gd name="connsiteY71" fmla="*/ 59817 h 230409"/>
              <a:gd name="connsiteX72" fmla="*/ 35242 w 230314"/>
              <a:gd name="connsiteY72" fmla="*/ 66199 h 230409"/>
              <a:gd name="connsiteX73" fmla="*/ 41720 w 230314"/>
              <a:gd name="connsiteY73" fmla="*/ 76581 h 230409"/>
              <a:gd name="connsiteX74" fmla="*/ 38195 w 230314"/>
              <a:gd name="connsiteY74" fmla="*/ 83820 h 230409"/>
              <a:gd name="connsiteX75" fmla="*/ 35052 w 230314"/>
              <a:gd name="connsiteY75" fmla="*/ 90583 h 230409"/>
              <a:gd name="connsiteX76" fmla="*/ 27527 w 230314"/>
              <a:gd name="connsiteY76" fmla="*/ 92392 h 230409"/>
              <a:gd name="connsiteX77" fmla="*/ 21336 w 230314"/>
              <a:gd name="connsiteY77" fmla="*/ 94107 h 230409"/>
              <a:gd name="connsiteX78" fmla="*/ 14192 w 230314"/>
              <a:gd name="connsiteY78" fmla="*/ 96012 h 230409"/>
              <a:gd name="connsiteX79" fmla="*/ 14192 w 230314"/>
              <a:gd name="connsiteY79" fmla="*/ 133921 h 230409"/>
              <a:gd name="connsiteX80" fmla="*/ 21431 w 230314"/>
              <a:gd name="connsiteY80" fmla="*/ 135731 h 230409"/>
              <a:gd name="connsiteX81" fmla="*/ 27908 w 230314"/>
              <a:gd name="connsiteY81" fmla="*/ 137446 h 230409"/>
              <a:gd name="connsiteX82" fmla="*/ 34957 w 230314"/>
              <a:gd name="connsiteY82" fmla="*/ 139065 h 230409"/>
              <a:gd name="connsiteX83" fmla="*/ 37814 w 230314"/>
              <a:gd name="connsiteY83" fmla="*/ 146780 h 230409"/>
              <a:gd name="connsiteX84" fmla="*/ 40958 w 230314"/>
              <a:gd name="connsiteY84" fmla="*/ 153448 h 230409"/>
              <a:gd name="connsiteX85" fmla="*/ 34004 w 230314"/>
              <a:gd name="connsiteY85" fmla="*/ 165640 h 230409"/>
              <a:gd name="connsiteX86" fmla="*/ 30766 w 230314"/>
              <a:gd name="connsiteY86" fmla="*/ 171926 h 230409"/>
              <a:gd name="connsiteX87" fmla="*/ 35814 w 230314"/>
              <a:gd name="connsiteY87" fmla="*/ 176784 h 230409"/>
              <a:gd name="connsiteX88" fmla="*/ 53816 w 230314"/>
              <a:gd name="connsiteY88" fmla="*/ 193357 h 230409"/>
              <a:gd name="connsiteX89" fmla="*/ 58674 w 230314"/>
              <a:gd name="connsiteY89" fmla="*/ 197263 h 230409"/>
              <a:gd name="connsiteX90" fmla="*/ 64199 w 230314"/>
              <a:gd name="connsiteY90" fmla="*/ 194405 h 230409"/>
              <a:gd name="connsiteX91" fmla="*/ 70771 w 230314"/>
              <a:gd name="connsiteY91" fmla="*/ 190690 h 230409"/>
              <a:gd name="connsiteX92" fmla="*/ 77057 w 230314"/>
              <a:gd name="connsiteY92" fmla="*/ 187547 h 230409"/>
              <a:gd name="connsiteX93" fmla="*/ 91821 w 230314"/>
              <a:gd name="connsiteY93" fmla="*/ 193834 h 230409"/>
              <a:gd name="connsiteX94" fmla="*/ 93631 w 230314"/>
              <a:gd name="connsiteY94" fmla="*/ 200501 h 230409"/>
              <a:gd name="connsiteX95" fmla="*/ 95726 w 230314"/>
              <a:gd name="connsiteY95" fmla="*/ 207740 h 230409"/>
              <a:gd name="connsiteX96" fmla="*/ 98012 w 230314"/>
              <a:gd name="connsiteY96" fmla="*/ 214122 h 230409"/>
              <a:gd name="connsiteX97" fmla="*/ 136303 w 230314"/>
              <a:gd name="connsiteY97" fmla="*/ 214122 h 230409"/>
              <a:gd name="connsiteX98" fmla="*/ 138493 w 230314"/>
              <a:gd name="connsiteY98" fmla="*/ 207645 h 230409"/>
              <a:gd name="connsiteX99" fmla="*/ 140684 w 230314"/>
              <a:gd name="connsiteY99" fmla="*/ 199930 h 230409"/>
              <a:gd name="connsiteX100" fmla="*/ 142589 w 230314"/>
              <a:gd name="connsiteY100" fmla="*/ 193738 h 230409"/>
              <a:gd name="connsiteX101" fmla="*/ 157639 w 230314"/>
              <a:gd name="connsiteY101" fmla="*/ 188023 h 230409"/>
              <a:gd name="connsiteX102" fmla="*/ 170974 w 230314"/>
              <a:gd name="connsiteY102" fmla="*/ 195358 h 230409"/>
              <a:gd name="connsiteX103" fmla="*/ 177070 w 230314"/>
              <a:gd name="connsiteY103" fmla="*/ 198025 h 230409"/>
              <a:gd name="connsiteX104" fmla="*/ 158210 w 230314"/>
              <a:gd name="connsiteY104" fmla="*/ 176879 h 230409"/>
              <a:gd name="connsiteX105" fmla="*/ 156020 w 230314"/>
              <a:gd name="connsiteY105" fmla="*/ 178117 h 230409"/>
              <a:gd name="connsiteX106" fmla="*/ 138398 w 230314"/>
              <a:gd name="connsiteY106" fmla="*/ 184785 h 230409"/>
              <a:gd name="connsiteX107" fmla="*/ 136588 w 230314"/>
              <a:gd name="connsiteY107" fmla="*/ 185071 h 230409"/>
              <a:gd name="connsiteX108" fmla="*/ 135636 w 230314"/>
              <a:gd name="connsiteY108" fmla="*/ 186595 h 230409"/>
              <a:gd name="connsiteX109" fmla="*/ 131540 w 230314"/>
              <a:gd name="connsiteY109" fmla="*/ 197644 h 230409"/>
              <a:gd name="connsiteX110" fmla="*/ 129635 w 230314"/>
              <a:gd name="connsiteY110" fmla="*/ 204502 h 230409"/>
              <a:gd name="connsiteX111" fmla="*/ 104870 w 230314"/>
              <a:gd name="connsiteY111" fmla="*/ 204502 h 230409"/>
              <a:gd name="connsiteX112" fmla="*/ 103060 w 230314"/>
              <a:gd name="connsiteY112" fmla="*/ 198215 h 230409"/>
              <a:gd name="connsiteX113" fmla="*/ 100108 w 230314"/>
              <a:gd name="connsiteY113" fmla="*/ 188119 h 230409"/>
              <a:gd name="connsiteX114" fmla="*/ 99441 w 230314"/>
              <a:gd name="connsiteY114" fmla="*/ 186500 h 230409"/>
              <a:gd name="connsiteX115" fmla="*/ 97822 w 230314"/>
              <a:gd name="connsiteY115" fmla="*/ 185833 h 230409"/>
              <a:gd name="connsiteX116" fmla="*/ 79629 w 230314"/>
              <a:gd name="connsiteY116" fmla="*/ 178117 h 230409"/>
              <a:gd name="connsiteX117" fmla="*/ 78105 w 230314"/>
              <a:gd name="connsiteY117" fmla="*/ 177165 h 230409"/>
              <a:gd name="connsiteX118" fmla="*/ 76486 w 230314"/>
              <a:gd name="connsiteY118" fmla="*/ 177736 h 230409"/>
              <a:gd name="connsiteX119" fmla="*/ 66199 w 230314"/>
              <a:gd name="connsiteY119" fmla="*/ 182404 h 230409"/>
              <a:gd name="connsiteX120" fmla="*/ 60103 w 230314"/>
              <a:gd name="connsiteY120" fmla="*/ 185833 h 230409"/>
              <a:gd name="connsiteX121" fmla="*/ 42767 w 230314"/>
              <a:gd name="connsiteY121" fmla="*/ 169831 h 230409"/>
              <a:gd name="connsiteX122" fmla="*/ 50863 w 230314"/>
              <a:gd name="connsiteY122" fmla="*/ 155829 h 230409"/>
              <a:gd name="connsiteX123" fmla="*/ 51911 w 230314"/>
              <a:gd name="connsiteY123" fmla="*/ 154210 h 230409"/>
              <a:gd name="connsiteX124" fmla="*/ 51245 w 230314"/>
              <a:gd name="connsiteY124" fmla="*/ 152400 h 230409"/>
              <a:gd name="connsiteX125" fmla="*/ 46863 w 230314"/>
              <a:gd name="connsiteY125" fmla="*/ 142684 h 230409"/>
              <a:gd name="connsiteX126" fmla="*/ 43910 w 230314"/>
              <a:gd name="connsiteY126" fmla="*/ 133445 h 230409"/>
              <a:gd name="connsiteX127" fmla="*/ 43434 w 230314"/>
              <a:gd name="connsiteY127" fmla="*/ 130397 h 230409"/>
              <a:gd name="connsiteX128" fmla="*/ 40386 w 230314"/>
              <a:gd name="connsiteY128" fmla="*/ 130016 h 230409"/>
              <a:gd name="connsiteX129" fmla="*/ 30861 w 230314"/>
              <a:gd name="connsiteY129" fmla="*/ 128016 h 230409"/>
              <a:gd name="connsiteX130" fmla="*/ 24098 w 230314"/>
              <a:gd name="connsiteY130" fmla="*/ 126206 h 230409"/>
              <a:gd name="connsiteX131" fmla="*/ 24098 w 230314"/>
              <a:gd name="connsiteY131" fmla="*/ 103060 h 230409"/>
              <a:gd name="connsiteX132" fmla="*/ 30480 w 230314"/>
              <a:gd name="connsiteY132" fmla="*/ 101346 h 230409"/>
              <a:gd name="connsiteX133" fmla="*/ 39529 w 230314"/>
              <a:gd name="connsiteY133" fmla="*/ 99346 h 230409"/>
              <a:gd name="connsiteX134" fmla="*/ 41529 w 230314"/>
              <a:gd name="connsiteY134" fmla="*/ 99060 h 230409"/>
              <a:gd name="connsiteX135" fmla="*/ 42577 w 230314"/>
              <a:gd name="connsiteY135" fmla="*/ 97346 h 230409"/>
              <a:gd name="connsiteX136" fmla="*/ 47339 w 230314"/>
              <a:gd name="connsiteY136" fmla="*/ 87439 h 230409"/>
              <a:gd name="connsiteX137" fmla="*/ 51816 w 230314"/>
              <a:gd name="connsiteY137" fmla="*/ 78962 h 230409"/>
              <a:gd name="connsiteX138" fmla="*/ 53340 w 230314"/>
              <a:gd name="connsiteY138" fmla="*/ 76867 h 230409"/>
              <a:gd name="connsiteX139" fmla="*/ 52102 w 230314"/>
              <a:gd name="connsiteY139" fmla="*/ 74581 h 230409"/>
              <a:gd name="connsiteX140" fmla="*/ 43434 w 230314"/>
              <a:gd name="connsiteY140" fmla="*/ 60388 h 230409"/>
              <a:gd name="connsiteX141" fmla="*/ 60674 w 230314"/>
              <a:gd name="connsiteY141" fmla="*/ 43625 h 230409"/>
              <a:gd name="connsiteX142" fmla="*/ 75533 w 230314"/>
              <a:gd name="connsiteY142" fmla="*/ 52006 h 230409"/>
              <a:gd name="connsiteX143" fmla="*/ 77343 w 230314"/>
              <a:gd name="connsiteY143" fmla="*/ 53340 h 230409"/>
              <a:gd name="connsiteX144" fmla="*/ 79438 w 230314"/>
              <a:gd name="connsiteY144" fmla="*/ 52483 h 230409"/>
              <a:gd name="connsiteX145" fmla="*/ 97822 w 230314"/>
              <a:gd name="connsiteY145" fmla="*/ 45625 h 230409"/>
              <a:gd name="connsiteX146" fmla="*/ 100679 w 230314"/>
              <a:gd name="connsiteY146" fmla="*/ 45529 h 230409"/>
              <a:gd name="connsiteX147" fmla="*/ 101537 w 230314"/>
              <a:gd name="connsiteY147" fmla="*/ 42863 h 230409"/>
              <a:gd name="connsiteX148" fmla="*/ 104489 w 230314"/>
              <a:gd name="connsiteY148" fmla="*/ 32671 h 230409"/>
              <a:gd name="connsiteX149" fmla="*/ 106394 w 230314"/>
              <a:gd name="connsiteY149" fmla="*/ 25908 h 230409"/>
              <a:gd name="connsiteX150" fmla="*/ 130778 w 230314"/>
              <a:gd name="connsiteY150" fmla="*/ 25908 h 230409"/>
              <a:gd name="connsiteX151" fmla="*/ 135446 w 230314"/>
              <a:gd name="connsiteY151" fmla="*/ 41815 h 230409"/>
              <a:gd name="connsiteX152" fmla="*/ 135922 w 230314"/>
              <a:gd name="connsiteY152" fmla="*/ 43720 h 230409"/>
              <a:gd name="connsiteX153" fmla="*/ 137731 w 230314"/>
              <a:gd name="connsiteY153" fmla="*/ 44482 h 230409"/>
              <a:gd name="connsiteX154" fmla="*/ 147733 w 230314"/>
              <a:gd name="connsiteY154" fmla="*/ 48196 h 230409"/>
              <a:gd name="connsiteX155" fmla="*/ 155924 w 230314"/>
              <a:gd name="connsiteY155" fmla="*/ 52102 h 230409"/>
              <a:gd name="connsiteX156" fmla="*/ 157448 w 230314"/>
              <a:gd name="connsiteY156" fmla="*/ 53245 h 230409"/>
              <a:gd name="connsiteX157" fmla="*/ 159353 w 230314"/>
              <a:gd name="connsiteY157" fmla="*/ 52768 h 230409"/>
              <a:gd name="connsiteX158" fmla="*/ 169545 w 230314"/>
              <a:gd name="connsiteY158" fmla="*/ 48006 h 230409"/>
              <a:gd name="connsiteX159" fmla="*/ 175927 w 230314"/>
              <a:gd name="connsiteY159" fmla="*/ 44482 h 230409"/>
              <a:gd name="connsiteX160" fmla="*/ 184880 w 230314"/>
              <a:gd name="connsiteY160" fmla="*/ 52388 h 230409"/>
              <a:gd name="connsiteX161" fmla="*/ 193643 w 230314"/>
              <a:gd name="connsiteY161" fmla="*/ 60579 h 230409"/>
              <a:gd name="connsiteX162" fmla="*/ 185166 w 230314"/>
              <a:gd name="connsiteY162" fmla="*/ 74295 h 230409"/>
              <a:gd name="connsiteX163" fmla="*/ 183928 w 230314"/>
              <a:gd name="connsiteY163" fmla="*/ 76009 h 230409"/>
              <a:gd name="connsiteX164" fmla="*/ 184690 w 230314"/>
              <a:gd name="connsiteY164" fmla="*/ 78010 h 230409"/>
              <a:gd name="connsiteX165" fmla="*/ 196025 w 230314"/>
              <a:gd name="connsiteY165" fmla="*/ 100489 h 230409"/>
              <a:gd name="connsiteX166" fmla="*/ 197072 w 230314"/>
              <a:gd name="connsiteY166" fmla="*/ 100489 h 230409"/>
              <a:gd name="connsiteX167" fmla="*/ 205168 w 230314"/>
              <a:gd name="connsiteY167" fmla="*/ 102298 h 230409"/>
              <a:gd name="connsiteX168" fmla="*/ 211931 w 230314"/>
              <a:gd name="connsiteY168" fmla="*/ 104108 h 230409"/>
              <a:gd name="connsiteX169" fmla="*/ 211931 w 230314"/>
              <a:gd name="connsiteY169" fmla="*/ 127254 h 230409"/>
              <a:gd name="connsiteX170" fmla="*/ 205550 w 230314"/>
              <a:gd name="connsiteY170" fmla="*/ 128968 h 230409"/>
              <a:gd name="connsiteX171" fmla="*/ 196501 w 230314"/>
              <a:gd name="connsiteY171" fmla="*/ 130969 h 230409"/>
              <a:gd name="connsiteX172" fmla="*/ 194596 w 230314"/>
              <a:gd name="connsiteY172" fmla="*/ 131254 h 230409"/>
              <a:gd name="connsiteX173" fmla="*/ 193548 w 230314"/>
              <a:gd name="connsiteY173" fmla="*/ 132874 h 230409"/>
              <a:gd name="connsiteX174" fmla="*/ 188785 w 230314"/>
              <a:gd name="connsiteY174" fmla="*/ 143256 h 230409"/>
              <a:gd name="connsiteX175" fmla="*/ 184690 w 230314"/>
              <a:gd name="connsiteY175" fmla="*/ 150971 h 230409"/>
              <a:gd name="connsiteX176" fmla="*/ 182309 w 230314"/>
              <a:gd name="connsiteY176" fmla="*/ 153352 h 230409"/>
              <a:gd name="connsiteX177" fmla="*/ 184118 w 230314"/>
              <a:gd name="connsiteY177" fmla="*/ 156115 h 230409"/>
              <a:gd name="connsiteX178" fmla="*/ 189071 w 230314"/>
              <a:gd name="connsiteY178" fmla="*/ 164306 h 230409"/>
              <a:gd name="connsiteX179" fmla="*/ 192691 w 230314"/>
              <a:gd name="connsiteY179" fmla="*/ 170021 h 230409"/>
              <a:gd name="connsiteX180" fmla="*/ 175450 w 230314"/>
              <a:gd name="connsiteY180" fmla="*/ 186785 h 230409"/>
              <a:gd name="connsiteX181" fmla="*/ 160496 w 230314"/>
              <a:gd name="connsiteY181" fmla="*/ 178308 h 230409"/>
              <a:gd name="connsiteX182" fmla="*/ 158210 w 230314"/>
              <a:gd name="connsiteY182" fmla="*/ 176879 h 230409"/>
              <a:gd name="connsiteX183" fmla="*/ 117824 w 230314"/>
              <a:gd name="connsiteY183" fmla="*/ 78296 h 230409"/>
              <a:gd name="connsiteX184" fmla="*/ 80963 w 230314"/>
              <a:gd name="connsiteY184" fmla="*/ 115157 h 230409"/>
              <a:gd name="connsiteX185" fmla="*/ 117824 w 230314"/>
              <a:gd name="connsiteY185" fmla="*/ 152019 h 230409"/>
              <a:gd name="connsiteX186" fmla="*/ 154686 w 230314"/>
              <a:gd name="connsiteY186" fmla="*/ 115157 h 230409"/>
              <a:gd name="connsiteX187" fmla="*/ 117824 w 230314"/>
              <a:gd name="connsiteY187" fmla="*/ 78296 h 230409"/>
              <a:gd name="connsiteX188" fmla="*/ 117824 w 230314"/>
              <a:gd name="connsiteY188" fmla="*/ 142589 h 230409"/>
              <a:gd name="connsiteX189" fmla="*/ 90488 w 230314"/>
              <a:gd name="connsiteY189" fmla="*/ 115252 h 230409"/>
              <a:gd name="connsiteX190" fmla="*/ 117824 w 230314"/>
              <a:gd name="connsiteY190" fmla="*/ 87916 h 230409"/>
              <a:gd name="connsiteX191" fmla="*/ 145161 w 230314"/>
              <a:gd name="connsiteY191" fmla="*/ 115252 h 230409"/>
              <a:gd name="connsiteX192" fmla="*/ 117824 w 230314"/>
              <a:gd name="connsiteY192" fmla="*/ 142589 h 2304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</a:cxnLst>
            <a:rect l="l" t="t" r="r" b="b"/>
            <a:pathLst>
              <a:path w="230314" h="230409">
                <a:moveTo>
                  <a:pt x="1429" y="1429"/>
                </a:moveTo>
                <a:lnTo>
                  <a:pt x="0" y="63722"/>
                </a:lnTo>
                <a:lnTo>
                  <a:pt x="63722" y="0"/>
                </a:lnTo>
                <a:lnTo>
                  <a:pt x="1429" y="1429"/>
                </a:lnTo>
                <a:close/>
                <a:moveTo>
                  <a:pt x="10763" y="10763"/>
                </a:moveTo>
                <a:lnTo>
                  <a:pt x="40196" y="10096"/>
                </a:lnTo>
                <a:lnTo>
                  <a:pt x="10096" y="40196"/>
                </a:lnTo>
                <a:lnTo>
                  <a:pt x="10763" y="10763"/>
                </a:lnTo>
                <a:close/>
                <a:moveTo>
                  <a:pt x="228886" y="228981"/>
                </a:moveTo>
                <a:lnTo>
                  <a:pt x="230314" y="166688"/>
                </a:lnTo>
                <a:lnTo>
                  <a:pt x="166592" y="230410"/>
                </a:lnTo>
                <a:lnTo>
                  <a:pt x="228886" y="228981"/>
                </a:lnTo>
                <a:close/>
                <a:moveTo>
                  <a:pt x="219551" y="219646"/>
                </a:moveTo>
                <a:lnTo>
                  <a:pt x="190119" y="220313"/>
                </a:lnTo>
                <a:lnTo>
                  <a:pt x="220218" y="190214"/>
                </a:lnTo>
                <a:lnTo>
                  <a:pt x="219551" y="219646"/>
                </a:lnTo>
                <a:close/>
                <a:moveTo>
                  <a:pt x="228886" y="1429"/>
                </a:moveTo>
                <a:lnTo>
                  <a:pt x="166592" y="0"/>
                </a:lnTo>
                <a:lnTo>
                  <a:pt x="230314" y="63722"/>
                </a:lnTo>
                <a:lnTo>
                  <a:pt x="228886" y="1429"/>
                </a:lnTo>
                <a:close/>
                <a:moveTo>
                  <a:pt x="190119" y="10096"/>
                </a:moveTo>
                <a:lnTo>
                  <a:pt x="219551" y="10763"/>
                </a:lnTo>
                <a:lnTo>
                  <a:pt x="220218" y="40196"/>
                </a:lnTo>
                <a:lnTo>
                  <a:pt x="190119" y="10096"/>
                </a:lnTo>
                <a:close/>
                <a:moveTo>
                  <a:pt x="1429" y="228981"/>
                </a:moveTo>
                <a:lnTo>
                  <a:pt x="63722" y="230410"/>
                </a:lnTo>
                <a:lnTo>
                  <a:pt x="0" y="166688"/>
                </a:lnTo>
                <a:lnTo>
                  <a:pt x="1429" y="228981"/>
                </a:lnTo>
                <a:close/>
                <a:moveTo>
                  <a:pt x="40100" y="220313"/>
                </a:moveTo>
                <a:lnTo>
                  <a:pt x="10668" y="219646"/>
                </a:lnTo>
                <a:lnTo>
                  <a:pt x="10001" y="190214"/>
                </a:lnTo>
                <a:lnTo>
                  <a:pt x="40100" y="220313"/>
                </a:lnTo>
                <a:close/>
                <a:moveTo>
                  <a:pt x="177070" y="198025"/>
                </a:moveTo>
                <a:lnTo>
                  <a:pt x="181832" y="193548"/>
                </a:lnTo>
                <a:cubicBezTo>
                  <a:pt x="190405" y="185452"/>
                  <a:pt x="196405" y="179642"/>
                  <a:pt x="199549" y="176308"/>
                </a:cubicBezTo>
                <a:lnTo>
                  <a:pt x="204788" y="170688"/>
                </a:lnTo>
                <a:lnTo>
                  <a:pt x="200311" y="164401"/>
                </a:lnTo>
                <a:cubicBezTo>
                  <a:pt x="199263" y="162973"/>
                  <a:pt x="198215" y="161258"/>
                  <a:pt x="197072" y="159258"/>
                </a:cubicBezTo>
                <a:cubicBezTo>
                  <a:pt x="195834" y="157163"/>
                  <a:pt x="194786" y="155353"/>
                  <a:pt x="193929" y="154019"/>
                </a:cubicBezTo>
                <a:cubicBezTo>
                  <a:pt x="195167" y="152019"/>
                  <a:pt x="196405" y="149542"/>
                  <a:pt x="197453" y="146494"/>
                </a:cubicBezTo>
                <a:cubicBezTo>
                  <a:pt x="198692" y="143256"/>
                  <a:pt x="199644" y="141256"/>
                  <a:pt x="200311" y="139922"/>
                </a:cubicBezTo>
                <a:cubicBezTo>
                  <a:pt x="202501" y="139541"/>
                  <a:pt x="204978" y="138875"/>
                  <a:pt x="207835" y="138113"/>
                </a:cubicBezTo>
                <a:cubicBezTo>
                  <a:pt x="210407" y="137446"/>
                  <a:pt x="212408" y="136874"/>
                  <a:pt x="214027" y="136398"/>
                </a:cubicBezTo>
                <a:lnTo>
                  <a:pt x="221171" y="134493"/>
                </a:lnTo>
                <a:lnTo>
                  <a:pt x="221171" y="96583"/>
                </a:lnTo>
                <a:lnTo>
                  <a:pt x="213931" y="94774"/>
                </a:lnTo>
                <a:cubicBezTo>
                  <a:pt x="212217" y="94393"/>
                  <a:pt x="210026" y="93726"/>
                  <a:pt x="207454" y="93059"/>
                </a:cubicBezTo>
                <a:cubicBezTo>
                  <a:pt x="204692" y="92297"/>
                  <a:pt x="202025" y="91630"/>
                  <a:pt x="199549" y="91250"/>
                </a:cubicBezTo>
                <a:cubicBezTo>
                  <a:pt x="198406" y="88392"/>
                  <a:pt x="196596" y="83534"/>
                  <a:pt x="194310" y="77343"/>
                </a:cubicBezTo>
                <a:cubicBezTo>
                  <a:pt x="196310" y="74295"/>
                  <a:pt x="198787" y="70199"/>
                  <a:pt x="201644" y="65246"/>
                </a:cubicBezTo>
                <a:lnTo>
                  <a:pt x="205550" y="58483"/>
                </a:lnTo>
                <a:lnTo>
                  <a:pt x="199644" y="53340"/>
                </a:lnTo>
                <a:cubicBezTo>
                  <a:pt x="197453" y="51435"/>
                  <a:pt x="194691" y="48768"/>
                  <a:pt x="191357" y="45529"/>
                </a:cubicBezTo>
                <a:cubicBezTo>
                  <a:pt x="187642" y="41719"/>
                  <a:pt x="184309" y="38767"/>
                  <a:pt x="181166" y="36576"/>
                </a:cubicBezTo>
                <a:lnTo>
                  <a:pt x="176498" y="33338"/>
                </a:lnTo>
                <a:lnTo>
                  <a:pt x="171450" y="35909"/>
                </a:lnTo>
                <a:cubicBezTo>
                  <a:pt x="170021" y="36671"/>
                  <a:pt x="167830" y="37814"/>
                  <a:pt x="164497" y="39719"/>
                </a:cubicBezTo>
                <a:cubicBezTo>
                  <a:pt x="162306" y="41053"/>
                  <a:pt x="160496" y="42100"/>
                  <a:pt x="158782" y="42767"/>
                </a:cubicBezTo>
                <a:cubicBezTo>
                  <a:pt x="156591" y="41529"/>
                  <a:pt x="153924" y="40386"/>
                  <a:pt x="150685" y="39243"/>
                </a:cubicBezTo>
                <a:cubicBezTo>
                  <a:pt x="147256" y="38005"/>
                  <a:pt x="145066" y="37147"/>
                  <a:pt x="143637" y="36671"/>
                </a:cubicBezTo>
                <a:cubicBezTo>
                  <a:pt x="141922" y="30575"/>
                  <a:pt x="140589" y="25908"/>
                  <a:pt x="139541" y="22860"/>
                </a:cubicBezTo>
                <a:lnTo>
                  <a:pt x="137350" y="16383"/>
                </a:lnTo>
                <a:lnTo>
                  <a:pt x="99060" y="16383"/>
                </a:lnTo>
                <a:lnTo>
                  <a:pt x="96964" y="23146"/>
                </a:lnTo>
                <a:cubicBezTo>
                  <a:pt x="96393" y="25146"/>
                  <a:pt x="95631" y="27527"/>
                  <a:pt x="94964" y="30194"/>
                </a:cubicBezTo>
                <a:cubicBezTo>
                  <a:pt x="94107" y="33052"/>
                  <a:pt x="93535" y="35433"/>
                  <a:pt x="93059" y="37052"/>
                </a:cubicBezTo>
                <a:cubicBezTo>
                  <a:pt x="90583" y="37814"/>
                  <a:pt x="86201" y="39433"/>
                  <a:pt x="78200" y="42672"/>
                </a:cubicBezTo>
                <a:cubicBezTo>
                  <a:pt x="74581" y="40386"/>
                  <a:pt x="70009" y="37814"/>
                  <a:pt x="64484" y="35242"/>
                </a:cubicBezTo>
                <a:lnTo>
                  <a:pt x="58579" y="32480"/>
                </a:lnTo>
                <a:lnTo>
                  <a:pt x="53816" y="36957"/>
                </a:lnTo>
                <a:cubicBezTo>
                  <a:pt x="45339" y="44863"/>
                  <a:pt x="39338" y="50673"/>
                  <a:pt x="36100" y="54102"/>
                </a:cubicBezTo>
                <a:lnTo>
                  <a:pt x="30671" y="59817"/>
                </a:lnTo>
                <a:lnTo>
                  <a:pt x="35242" y="66199"/>
                </a:lnTo>
                <a:cubicBezTo>
                  <a:pt x="36957" y="68485"/>
                  <a:pt x="39053" y="72009"/>
                  <a:pt x="41720" y="76581"/>
                </a:cubicBezTo>
                <a:cubicBezTo>
                  <a:pt x="40576" y="78581"/>
                  <a:pt x="39433" y="80963"/>
                  <a:pt x="38195" y="83820"/>
                </a:cubicBezTo>
                <a:cubicBezTo>
                  <a:pt x="36767" y="86963"/>
                  <a:pt x="35814" y="89154"/>
                  <a:pt x="35052" y="90583"/>
                </a:cubicBezTo>
                <a:cubicBezTo>
                  <a:pt x="32766" y="90964"/>
                  <a:pt x="30289" y="91630"/>
                  <a:pt x="27527" y="92392"/>
                </a:cubicBezTo>
                <a:cubicBezTo>
                  <a:pt x="24955" y="93059"/>
                  <a:pt x="22955" y="93631"/>
                  <a:pt x="21336" y="94107"/>
                </a:cubicBezTo>
                <a:lnTo>
                  <a:pt x="14192" y="96012"/>
                </a:lnTo>
                <a:lnTo>
                  <a:pt x="14192" y="133921"/>
                </a:lnTo>
                <a:lnTo>
                  <a:pt x="21431" y="135731"/>
                </a:lnTo>
                <a:cubicBezTo>
                  <a:pt x="23146" y="136112"/>
                  <a:pt x="25337" y="136684"/>
                  <a:pt x="27908" y="137446"/>
                </a:cubicBezTo>
                <a:cubicBezTo>
                  <a:pt x="30575" y="138113"/>
                  <a:pt x="32861" y="138684"/>
                  <a:pt x="34957" y="139065"/>
                </a:cubicBezTo>
                <a:cubicBezTo>
                  <a:pt x="35624" y="141542"/>
                  <a:pt x="36576" y="144113"/>
                  <a:pt x="37814" y="146780"/>
                </a:cubicBezTo>
                <a:cubicBezTo>
                  <a:pt x="39338" y="150019"/>
                  <a:pt x="40291" y="152114"/>
                  <a:pt x="40958" y="153448"/>
                </a:cubicBezTo>
                <a:cubicBezTo>
                  <a:pt x="37719" y="158877"/>
                  <a:pt x="35338" y="162973"/>
                  <a:pt x="34004" y="165640"/>
                </a:cubicBezTo>
                <a:lnTo>
                  <a:pt x="30766" y="171926"/>
                </a:lnTo>
                <a:lnTo>
                  <a:pt x="35814" y="176784"/>
                </a:lnTo>
                <a:cubicBezTo>
                  <a:pt x="44291" y="185071"/>
                  <a:pt x="50387" y="190595"/>
                  <a:pt x="53816" y="193357"/>
                </a:cubicBezTo>
                <a:lnTo>
                  <a:pt x="58674" y="197263"/>
                </a:lnTo>
                <a:lnTo>
                  <a:pt x="64199" y="194405"/>
                </a:lnTo>
                <a:cubicBezTo>
                  <a:pt x="65627" y="193643"/>
                  <a:pt x="67723" y="192500"/>
                  <a:pt x="70771" y="190690"/>
                </a:cubicBezTo>
                <a:cubicBezTo>
                  <a:pt x="73057" y="189357"/>
                  <a:pt x="75152" y="188309"/>
                  <a:pt x="77057" y="187547"/>
                </a:cubicBezTo>
                <a:cubicBezTo>
                  <a:pt x="79058" y="188404"/>
                  <a:pt x="83153" y="190214"/>
                  <a:pt x="91821" y="193834"/>
                </a:cubicBezTo>
                <a:cubicBezTo>
                  <a:pt x="92297" y="195263"/>
                  <a:pt x="92869" y="197358"/>
                  <a:pt x="93631" y="200501"/>
                </a:cubicBezTo>
                <a:cubicBezTo>
                  <a:pt x="94297" y="203359"/>
                  <a:pt x="94964" y="205740"/>
                  <a:pt x="95726" y="207740"/>
                </a:cubicBezTo>
                <a:lnTo>
                  <a:pt x="98012" y="214122"/>
                </a:lnTo>
                <a:lnTo>
                  <a:pt x="136303" y="214122"/>
                </a:lnTo>
                <a:lnTo>
                  <a:pt x="138493" y="207645"/>
                </a:lnTo>
                <a:cubicBezTo>
                  <a:pt x="139160" y="205645"/>
                  <a:pt x="139922" y="203073"/>
                  <a:pt x="140684" y="199930"/>
                </a:cubicBezTo>
                <a:cubicBezTo>
                  <a:pt x="141446" y="196977"/>
                  <a:pt x="142113" y="194977"/>
                  <a:pt x="142589" y="193738"/>
                </a:cubicBezTo>
                <a:cubicBezTo>
                  <a:pt x="147447" y="192596"/>
                  <a:pt x="152495" y="190690"/>
                  <a:pt x="157639" y="188023"/>
                </a:cubicBezTo>
                <a:cubicBezTo>
                  <a:pt x="162020" y="190690"/>
                  <a:pt x="166497" y="193167"/>
                  <a:pt x="170974" y="195358"/>
                </a:cubicBezTo>
                <a:lnTo>
                  <a:pt x="177070" y="198025"/>
                </a:lnTo>
                <a:close/>
                <a:moveTo>
                  <a:pt x="158210" y="176879"/>
                </a:moveTo>
                <a:lnTo>
                  <a:pt x="156020" y="178117"/>
                </a:lnTo>
                <a:cubicBezTo>
                  <a:pt x="149828" y="181642"/>
                  <a:pt x="143828" y="183832"/>
                  <a:pt x="138398" y="184785"/>
                </a:cubicBezTo>
                <a:lnTo>
                  <a:pt x="136588" y="185071"/>
                </a:lnTo>
                <a:lnTo>
                  <a:pt x="135636" y="186595"/>
                </a:lnTo>
                <a:cubicBezTo>
                  <a:pt x="134112" y="188976"/>
                  <a:pt x="132779" y="192596"/>
                  <a:pt x="131540" y="197644"/>
                </a:cubicBezTo>
                <a:cubicBezTo>
                  <a:pt x="130778" y="200977"/>
                  <a:pt x="130112" y="203168"/>
                  <a:pt x="129635" y="204502"/>
                </a:cubicBezTo>
                <a:lnTo>
                  <a:pt x="104870" y="204502"/>
                </a:lnTo>
                <a:cubicBezTo>
                  <a:pt x="104394" y="203073"/>
                  <a:pt x="103727" y="201073"/>
                  <a:pt x="103060" y="198215"/>
                </a:cubicBezTo>
                <a:cubicBezTo>
                  <a:pt x="101917" y="193453"/>
                  <a:pt x="100965" y="190214"/>
                  <a:pt x="100108" y="188119"/>
                </a:cubicBezTo>
                <a:lnTo>
                  <a:pt x="99441" y="186500"/>
                </a:lnTo>
                <a:lnTo>
                  <a:pt x="97822" y="185833"/>
                </a:lnTo>
                <a:cubicBezTo>
                  <a:pt x="82582" y="179451"/>
                  <a:pt x="79915" y="178213"/>
                  <a:pt x="79629" y="178117"/>
                </a:cubicBezTo>
                <a:lnTo>
                  <a:pt x="78105" y="177165"/>
                </a:lnTo>
                <a:lnTo>
                  <a:pt x="76486" y="177736"/>
                </a:lnTo>
                <a:cubicBezTo>
                  <a:pt x="73438" y="178594"/>
                  <a:pt x="70104" y="180118"/>
                  <a:pt x="66199" y="182404"/>
                </a:cubicBezTo>
                <a:cubicBezTo>
                  <a:pt x="63341" y="184118"/>
                  <a:pt x="61341" y="185166"/>
                  <a:pt x="60103" y="185833"/>
                </a:cubicBezTo>
                <a:cubicBezTo>
                  <a:pt x="57721" y="183928"/>
                  <a:pt x="52768" y="179546"/>
                  <a:pt x="42767" y="169831"/>
                </a:cubicBezTo>
                <a:cubicBezTo>
                  <a:pt x="43815" y="167735"/>
                  <a:pt x="46101" y="163639"/>
                  <a:pt x="50863" y="155829"/>
                </a:cubicBezTo>
                <a:lnTo>
                  <a:pt x="51911" y="154210"/>
                </a:lnTo>
                <a:lnTo>
                  <a:pt x="51245" y="152400"/>
                </a:lnTo>
                <a:cubicBezTo>
                  <a:pt x="50959" y="151543"/>
                  <a:pt x="50197" y="149733"/>
                  <a:pt x="46863" y="142684"/>
                </a:cubicBezTo>
                <a:cubicBezTo>
                  <a:pt x="45244" y="139255"/>
                  <a:pt x="44291" y="136112"/>
                  <a:pt x="43910" y="133445"/>
                </a:cubicBezTo>
                <a:lnTo>
                  <a:pt x="43434" y="130397"/>
                </a:lnTo>
                <a:lnTo>
                  <a:pt x="40386" y="130016"/>
                </a:lnTo>
                <a:cubicBezTo>
                  <a:pt x="37814" y="129730"/>
                  <a:pt x="34576" y="129064"/>
                  <a:pt x="30861" y="128016"/>
                </a:cubicBezTo>
                <a:cubicBezTo>
                  <a:pt x="28099" y="127254"/>
                  <a:pt x="25908" y="126682"/>
                  <a:pt x="24098" y="126206"/>
                </a:cubicBezTo>
                <a:lnTo>
                  <a:pt x="24098" y="103060"/>
                </a:lnTo>
                <a:cubicBezTo>
                  <a:pt x="25717" y="102584"/>
                  <a:pt x="27908" y="102013"/>
                  <a:pt x="30480" y="101346"/>
                </a:cubicBezTo>
                <a:cubicBezTo>
                  <a:pt x="34100" y="100393"/>
                  <a:pt x="37052" y="99727"/>
                  <a:pt x="39529" y="99346"/>
                </a:cubicBezTo>
                <a:lnTo>
                  <a:pt x="41529" y="99060"/>
                </a:lnTo>
                <a:lnTo>
                  <a:pt x="42577" y="97346"/>
                </a:lnTo>
                <a:cubicBezTo>
                  <a:pt x="43529" y="95631"/>
                  <a:pt x="45053" y="92488"/>
                  <a:pt x="47339" y="87439"/>
                </a:cubicBezTo>
                <a:cubicBezTo>
                  <a:pt x="49435" y="82677"/>
                  <a:pt x="50959" y="80200"/>
                  <a:pt x="51816" y="78962"/>
                </a:cubicBezTo>
                <a:lnTo>
                  <a:pt x="53340" y="76867"/>
                </a:lnTo>
                <a:lnTo>
                  <a:pt x="52102" y="74581"/>
                </a:lnTo>
                <a:cubicBezTo>
                  <a:pt x="48578" y="68199"/>
                  <a:pt x="45625" y="63532"/>
                  <a:pt x="43434" y="60388"/>
                </a:cubicBezTo>
                <a:cubicBezTo>
                  <a:pt x="45815" y="57817"/>
                  <a:pt x="50768" y="52959"/>
                  <a:pt x="60674" y="43625"/>
                </a:cubicBezTo>
                <a:cubicBezTo>
                  <a:pt x="67056" y="46672"/>
                  <a:pt x="72009" y="49530"/>
                  <a:pt x="75533" y="52006"/>
                </a:cubicBezTo>
                <a:lnTo>
                  <a:pt x="77343" y="53340"/>
                </a:lnTo>
                <a:lnTo>
                  <a:pt x="79438" y="52483"/>
                </a:lnTo>
                <a:cubicBezTo>
                  <a:pt x="94107" y="46387"/>
                  <a:pt x="97250" y="45720"/>
                  <a:pt x="97822" y="45625"/>
                </a:cubicBezTo>
                <a:lnTo>
                  <a:pt x="100679" y="45529"/>
                </a:lnTo>
                <a:lnTo>
                  <a:pt x="101537" y="42863"/>
                </a:lnTo>
                <a:cubicBezTo>
                  <a:pt x="101917" y="41719"/>
                  <a:pt x="102870" y="38290"/>
                  <a:pt x="104489" y="32671"/>
                </a:cubicBezTo>
                <a:cubicBezTo>
                  <a:pt x="105156" y="30099"/>
                  <a:pt x="105823" y="27813"/>
                  <a:pt x="106394" y="25908"/>
                </a:cubicBezTo>
                <a:lnTo>
                  <a:pt x="130778" y="25908"/>
                </a:lnTo>
                <a:cubicBezTo>
                  <a:pt x="131731" y="28575"/>
                  <a:pt x="133159" y="33338"/>
                  <a:pt x="135446" y="41815"/>
                </a:cubicBezTo>
                <a:lnTo>
                  <a:pt x="135922" y="43720"/>
                </a:lnTo>
                <a:lnTo>
                  <a:pt x="137731" y="44482"/>
                </a:lnTo>
                <a:cubicBezTo>
                  <a:pt x="138970" y="45053"/>
                  <a:pt x="142304" y="46292"/>
                  <a:pt x="147733" y="48196"/>
                </a:cubicBezTo>
                <a:cubicBezTo>
                  <a:pt x="152400" y="49816"/>
                  <a:pt x="154686" y="51244"/>
                  <a:pt x="155924" y="52102"/>
                </a:cubicBezTo>
                <a:lnTo>
                  <a:pt x="157448" y="53245"/>
                </a:lnTo>
                <a:lnTo>
                  <a:pt x="159353" y="52768"/>
                </a:lnTo>
                <a:cubicBezTo>
                  <a:pt x="162401" y="52006"/>
                  <a:pt x="165830" y="50387"/>
                  <a:pt x="169545" y="48006"/>
                </a:cubicBezTo>
                <a:cubicBezTo>
                  <a:pt x="172593" y="46196"/>
                  <a:pt x="174593" y="45148"/>
                  <a:pt x="175927" y="44482"/>
                </a:cubicBezTo>
                <a:cubicBezTo>
                  <a:pt x="178499" y="46292"/>
                  <a:pt x="181546" y="48958"/>
                  <a:pt x="184880" y="52388"/>
                </a:cubicBezTo>
                <a:cubicBezTo>
                  <a:pt x="188500" y="55912"/>
                  <a:pt x="191357" y="58674"/>
                  <a:pt x="193643" y="60579"/>
                </a:cubicBezTo>
                <a:cubicBezTo>
                  <a:pt x="190024" y="66865"/>
                  <a:pt x="187166" y="71438"/>
                  <a:pt x="185166" y="74295"/>
                </a:cubicBezTo>
                <a:lnTo>
                  <a:pt x="183928" y="76009"/>
                </a:lnTo>
                <a:lnTo>
                  <a:pt x="184690" y="78010"/>
                </a:lnTo>
                <a:cubicBezTo>
                  <a:pt x="192881" y="100489"/>
                  <a:pt x="192881" y="100489"/>
                  <a:pt x="196025" y="100489"/>
                </a:cubicBezTo>
                <a:lnTo>
                  <a:pt x="197072" y="100489"/>
                </a:lnTo>
                <a:cubicBezTo>
                  <a:pt x="199358" y="100775"/>
                  <a:pt x="202121" y="101441"/>
                  <a:pt x="205168" y="102298"/>
                </a:cubicBezTo>
                <a:cubicBezTo>
                  <a:pt x="207931" y="103060"/>
                  <a:pt x="210121" y="103632"/>
                  <a:pt x="211931" y="104108"/>
                </a:cubicBezTo>
                <a:lnTo>
                  <a:pt x="211931" y="127254"/>
                </a:lnTo>
                <a:cubicBezTo>
                  <a:pt x="210312" y="127730"/>
                  <a:pt x="208121" y="128302"/>
                  <a:pt x="205550" y="128968"/>
                </a:cubicBezTo>
                <a:cubicBezTo>
                  <a:pt x="202025" y="129921"/>
                  <a:pt x="198977" y="130588"/>
                  <a:pt x="196501" y="130969"/>
                </a:cubicBezTo>
                <a:lnTo>
                  <a:pt x="194596" y="131254"/>
                </a:lnTo>
                <a:lnTo>
                  <a:pt x="193548" y="132874"/>
                </a:lnTo>
                <a:cubicBezTo>
                  <a:pt x="192405" y="134684"/>
                  <a:pt x="190881" y="138017"/>
                  <a:pt x="188785" y="143256"/>
                </a:cubicBezTo>
                <a:cubicBezTo>
                  <a:pt x="186976" y="147923"/>
                  <a:pt x="185547" y="150019"/>
                  <a:pt x="184690" y="150971"/>
                </a:cubicBezTo>
                <a:lnTo>
                  <a:pt x="182309" y="153352"/>
                </a:lnTo>
                <a:lnTo>
                  <a:pt x="184118" y="156115"/>
                </a:lnTo>
                <a:cubicBezTo>
                  <a:pt x="184785" y="157067"/>
                  <a:pt x="186404" y="159734"/>
                  <a:pt x="189071" y="164306"/>
                </a:cubicBezTo>
                <a:cubicBezTo>
                  <a:pt x="190405" y="166497"/>
                  <a:pt x="191548" y="168402"/>
                  <a:pt x="192691" y="170021"/>
                </a:cubicBezTo>
                <a:cubicBezTo>
                  <a:pt x="190214" y="172688"/>
                  <a:pt x="185261" y="177641"/>
                  <a:pt x="175450" y="186785"/>
                </a:cubicBezTo>
                <a:cubicBezTo>
                  <a:pt x="170402" y="184309"/>
                  <a:pt x="165354" y="181546"/>
                  <a:pt x="160496" y="178308"/>
                </a:cubicBezTo>
                <a:lnTo>
                  <a:pt x="158210" y="176879"/>
                </a:lnTo>
                <a:close/>
                <a:moveTo>
                  <a:pt x="117824" y="78296"/>
                </a:moveTo>
                <a:cubicBezTo>
                  <a:pt x="97536" y="78296"/>
                  <a:pt x="80963" y="94869"/>
                  <a:pt x="80963" y="115157"/>
                </a:cubicBezTo>
                <a:cubicBezTo>
                  <a:pt x="80963" y="135446"/>
                  <a:pt x="97536" y="152019"/>
                  <a:pt x="117824" y="152019"/>
                </a:cubicBezTo>
                <a:cubicBezTo>
                  <a:pt x="138113" y="152019"/>
                  <a:pt x="154686" y="135446"/>
                  <a:pt x="154686" y="115157"/>
                </a:cubicBezTo>
                <a:cubicBezTo>
                  <a:pt x="154686" y="94869"/>
                  <a:pt x="138113" y="78296"/>
                  <a:pt x="117824" y="78296"/>
                </a:cubicBezTo>
                <a:close/>
                <a:moveTo>
                  <a:pt x="117824" y="142589"/>
                </a:moveTo>
                <a:cubicBezTo>
                  <a:pt x="102679" y="142589"/>
                  <a:pt x="90488" y="130302"/>
                  <a:pt x="90488" y="115252"/>
                </a:cubicBezTo>
                <a:cubicBezTo>
                  <a:pt x="90488" y="100108"/>
                  <a:pt x="102775" y="87916"/>
                  <a:pt x="117824" y="87916"/>
                </a:cubicBezTo>
                <a:cubicBezTo>
                  <a:pt x="132874" y="87916"/>
                  <a:pt x="145161" y="100203"/>
                  <a:pt x="145161" y="115252"/>
                </a:cubicBezTo>
                <a:cubicBezTo>
                  <a:pt x="145161" y="130302"/>
                  <a:pt x="132874" y="142589"/>
                  <a:pt x="117824" y="142589"/>
                </a:cubicBez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grpSp>
        <p:nvGrpSpPr>
          <p:cNvPr id="505" name="Group 504">
            <a:extLst>
              <a:ext uri="{FF2B5EF4-FFF2-40B4-BE49-F238E27FC236}">
                <a16:creationId xmlns:a16="http://schemas.microsoft.com/office/drawing/2014/main" id="{E107479C-05B4-41AA-97E4-22ACEE890C52}"/>
              </a:ext>
            </a:extLst>
          </p:cNvPr>
          <p:cNvGrpSpPr/>
          <p:nvPr/>
        </p:nvGrpSpPr>
        <p:grpSpPr>
          <a:xfrm>
            <a:off x="6701550" y="4087592"/>
            <a:ext cx="195643" cy="228600"/>
            <a:chOff x="6604475" y="3542513"/>
            <a:chExt cx="195643" cy="228600"/>
          </a:xfrm>
        </p:grpSpPr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B7516222-DA71-4E18-A531-4C6A33AA7B38}"/>
                </a:ext>
              </a:extLst>
            </p:cNvPr>
            <p:cNvSpPr/>
            <p:nvPr/>
          </p:nvSpPr>
          <p:spPr>
            <a:xfrm>
              <a:off x="6636574" y="3542513"/>
              <a:ext cx="163544" cy="228600"/>
            </a:xfrm>
            <a:custGeom>
              <a:avLst/>
              <a:gdLst>
                <a:gd name="connsiteX0" fmla="*/ 158972 w 163544"/>
                <a:gd name="connsiteY0" fmla="*/ 44767 h 228600"/>
                <a:gd name="connsiteX1" fmla="*/ 158972 w 163544"/>
                <a:gd name="connsiteY1" fmla="*/ 44196 h 228600"/>
                <a:gd name="connsiteX2" fmla="*/ 158305 w 163544"/>
                <a:gd name="connsiteY2" fmla="*/ 44196 h 228600"/>
                <a:gd name="connsiteX3" fmla="*/ 114014 w 163544"/>
                <a:gd name="connsiteY3" fmla="*/ 4286 h 228600"/>
                <a:gd name="connsiteX4" fmla="*/ 114014 w 163544"/>
                <a:gd name="connsiteY4" fmla="*/ 4286 h 228600"/>
                <a:gd name="connsiteX5" fmla="*/ 114014 w 163544"/>
                <a:gd name="connsiteY5" fmla="*/ 4286 h 228600"/>
                <a:gd name="connsiteX6" fmla="*/ 109252 w 163544"/>
                <a:gd name="connsiteY6" fmla="*/ 0 h 228600"/>
                <a:gd name="connsiteX7" fmla="*/ 0 w 163544"/>
                <a:gd name="connsiteY7" fmla="*/ 0 h 228600"/>
                <a:gd name="connsiteX8" fmla="*/ 0 w 163544"/>
                <a:gd name="connsiteY8" fmla="*/ 228600 h 228600"/>
                <a:gd name="connsiteX9" fmla="*/ 163544 w 163544"/>
                <a:gd name="connsiteY9" fmla="*/ 228600 h 228600"/>
                <a:gd name="connsiteX10" fmla="*/ 163544 w 163544"/>
                <a:gd name="connsiteY10" fmla="*/ 49054 h 228600"/>
                <a:gd name="connsiteX11" fmla="*/ 158972 w 163544"/>
                <a:gd name="connsiteY11" fmla="*/ 44767 h 228600"/>
                <a:gd name="connsiteX12" fmla="*/ 114109 w 163544"/>
                <a:gd name="connsiteY12" fmla="*/ 17145 h 228600"/>
                <a:gd name="connsiteX13" fmla="*/ 144113 w 163544"/>
                <a:gd name="connsiteY13" fmla="*/ 44196 h 228600"/>
                <a:gd name="connsiteX14" fmla="*/ 114109 w 163544"/>
                <a:gd name="connsiteY14" fmla="*/ 44196 h 228600"/>
                <a:gd name="connsiteX15" fmla="*/ 114109 w 163544"/>
                <a:gd name="connsiteY15" fmla="*/ 17145 h 228600"/>
                <a:gd name="connsiteX16" fmla="*/ 154114 w 163544"/>
                <a:gd name="connsiteY16" fmla="*/ 218980 h 228600"/>
                <a:gd name="connsiteX17" fmla="*/ 9620 w 163544"/>
                <a:gd name="connsiteY17" fmla="*/ 218980 h 228600"/>
                <a:gd name="connsiteX18" fmla="*/ 9620 w 163544"/>
                <a:gd name="connsiteY18" fmla="*/ 9525 h 228600"/>
                <a:gd name="connsiteX19" fmla="*/ 104584 w 163544"/>
                <a:gd name="connsiteY19" fmla="*/ 9525 h 228600"/>
                <a:gd name="connsiteX20" fmla="*/ 104584 w 163544"/>
                <a:gd name="connsiteY20" fmla="*/ 53721 h 228600"/>
                <a:gd name="connsiteX21" fmla="*/ 154114 w 163544"/>
                <a:gd name="connsiteY21" fmla="*/ 53721 h 228600"/>
                <a:gd name="connsiteX22" fmla="*/ 154114 w 163544"/>
                <a:gd name="connsiteY22" fmla="*/ 218980 h 228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63544" h="228600">
                  <a:moveTo>
                    <a:pt x="158972" y="44767"/>
                  </a:moveTo>
                  <a:lnTo>
                    <a:pt x="158972" y="44196"/>
                  </a:lnTo>
                  <a:lnTo>
                    <a:pt x="158305" y="44196"/>
                  </a:lnTo>
                  <a:lnTo>
                    <a:pt x="114014" y="4286"/>
                  </a:lnTo>
                  <a:lnTo>
                    <a:pt x="114014" y="4286"/>
                  </a:lnTo>
                  <a:lnTo>
                    <a:pt x="114014" y="4286"/>
                  </a:lnTo>
                  <a:lnTo>
                    <a:pt x="109252" y="0"/>
                  </a:lnTo>
                  <a:lnTo>
                    <a:pt x="0" y="0"/>
                  </a:lnTo>
                  <a:lnTo>
                    <a:pt x="0" y="228600"/>
                  </a:lnTo>
                  <a:lnTo>
                    <a:pt x="163544" y="228600"/>
                  </a:lnTo>
                  <a:lnTo>
                    <a:pt x="163544" y="49054"/>
                  </a:lnTo>
                  <a:lnTo>
                    <a:pt x="158972" y="44767"/>
                  </a:lnTo>
                  <a:close/>
                  <a:moveTo>
                    <a:pt x="114109" y="17145"/>
                  </a:moveTo>
                  <a:lnTo>
                    <a:pt x="144113" y="44196"/>
                  </a:lnTo>
                  <a:lnTo>
                    <a:pt x="114109" y="44196"/>
                  </a:lnTo>
                  <a:lnTo>
                    <a:pt x="114109" y="17145"/>
                  </a:lnTo>
                  <a:close/>
                  <a:moveTo>
                    <a:pt x="154114" y="218980"/>
                  </a:moveTo>
                  <a:lnTo>
                    <a:pt x="9620" y="218980"/>
                  </a:lnTo>
                  <a:lnTo>
                    <a:pt x="9620" y="9525"/>
                  </a:lnTo>
                  <a:lnTo>
                    <a:pt x="104584" y="9525"/>
                  </a:lnTo>
                  <a:lnTo>
                    <a:pt x="104584" y="53721"/>
                  </a:lnTo>
                  <a:lnTo>
                    <a:pt x="154114" y="53721"/>
                  </a:lnTo>
                  <a:lnTo>
                    <a:pt x="154114" y="21898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52F5F61F-68DB-47D9-BD0D-EA44BFCE672D}"/>
                </a:ext>
              </a:extLst>
            </p:cNvPr>
            <p:cNvSpPr/>
            <p:nvPr/>
          </p:nvSpPr>
          <p:spPr>
            <a:xfrm>
              <a:off x="6653243" y="3706057"/>
              <a:ext cx="131540" cy="10953"/>
            </a:xfrm>
            <a:custGeom>
              <a:avLst/>
              <a:gdLst>
                <a:gd name="connsiteX0" fmla="*/ 0 w 131540"/>
                <a:gd name="connsiteY0" fmla="*/ 0 h 10953"/>
                <a:gd name="connsiteX1" fmla="*/ 131540 w 131540"/>
                <a:gd name="connsiteY1" fmla="*/ 0 h 10953"/>
                <a:gd name="connsiteX2" fmla="*/ 131540 w 131540"/>
                <a:gd name="connsiteY2" fmla="*/ 10954 h 10953"/>
                <a:gd name="connsiteX3" fmla="*/ 0 w 131540"/>
                <a:gd name="connsiteY3" fmla="*/ 10954 h 10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1540" h="10953">
                  <a:moveTo>
                    <a:pt x="0" y="0"/>
                  </a:moveTo>
                  <a:lnTo>
                    <a:pt x="131540" y="0"/>
                  </a:lnTo>
                  <a:lnTo>
                    <a:pt x="131540" y="10954"/>
                  </a:lnTo>
                  <a:lnTo>
                    <a:pt x="0" y="10954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5BA7F799-A983-49E2-8356-26531BE35A20}"/>
                </a:ext>
              </a:extLst>
            </p:cNvPr>
            <p:cNvSpPr/>
            <p:nvPr/>
          </p:nvSpPr>
          <p:spPr>
            <a:xfrm>
              <a:off x="6653243" y="3689865"/>
              <a:ext cx="131540" cy="10953"/>
            </a:xfrm>
            <a:custGeom>
              <a:avLst/>
              <a:gdLst>
                <a:gd name="connsiteX0" fmla="*/ 0 w 131540"/>
                <a:gd name="connsiteY0" fmla="*/ 0 h 10953"/>
                <a:gd name="connsiteX1" fmla="*/ 131540 w 131540"/>
                <a:gd name="connsiteY1" fmla="*/ 0 h 10953"/>
                <a:gd name="connsiteX2" fmla="*/ 131540 w 131540"/>
                <a:gd name="connsiteY2" fmla="*/ 10954 h 10953"/>
                <a:gd name="connsiteX3" fmla="*/ 0 w 131540"/>
                <a:gd name="connsiteY3" fmla="*/ 10954 h 10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1540" h="10953">
                  <a:moveTo>
                    <a:pt x="0" y="0"/>
                  </a:moveTo>
                  <a:lnTo>
                    <a:pt x="131540" y="0"/>
                  </a:lnTo>
                  <a:lnTo>
                    <a:pt x="131540" y="10954"/>
                  </a:lnTo>
                  <a:lnTo>
                    <a:pt x="0" y="10954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002E8069-FE6A-49D3-9D6C-C5B7D8F65541}"/>
                </a:ext>
              </a:extLst>
            </p:cNvPr>
            <p:cNvSpPr/>
            <p:nvPr/>
          </p:nvSpPr>
          <p:spPr>
            <a:xfrm>
              <a:off x="6653243" y="3673672"/>
              <a:ext cx="131540" cy="10953"/>
            </a:xfrm>
            <a:custGeom>
              <a:avLst/>
              <a:gdLst>
                <a:gd name="connsiteX0" fmla="*/ 0 w 131540"/>
                <a:gd name="connsiteY0" fmla="*/ 0 h 10953"/>
                <a:gd name="connsiteX1" fmla="*/ 131540 w 131540"/>
                <a:gd name="connsiteY1" fmla="*/ 0 h 10953"/>
                <a:gd name="connsiteX2" fmla="*/ 131540 w 131540"/>
                <a:gd name="connsiteY2" fmla="*/ 10954 h 10953"/>
                <a:gd name="connsiteX3" fmla="*/ 0 w 131540"/>
                <a:gd name="connsiteY3" fmla="*/ 10954 h 10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1540" h="10953">
                  <a:moveTo>
                    <a:pt x="0" y="0"/>
                  </a:moveTo>
                  <a:lnTo>
                    <a:pt x="131540" y="0"/>
                  </a:lnTo>
                  <a:lnTo>
                    <a:pt x="131540" y="10954"/>
                  </a:lnTo>
                  <a:lnTo>
                    <a:pt x="0" y="10954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702C5CBC-740E-4268-B13C-B0B97F4C53D7}"/>
                </a:ext>
              </a:extLst>
            </p:cNvPr>
            <p:cNvSpPr/>
            <p:nvPr/>
          </p:nvSpPr>
          <p:spPr>
            <a:xfrm>
              <a:off x="6653243" y="3657575"/>
              <a:ext cx="131540" cy="10953"/>
            </a:xfrm>
            <a:custGeom>
              <a:avLst/>
              <a:gdLst>
                <a:gd name="connsiteX0" fmla="*/ 0 w 131540"/>
                <a:gd name="connsiteY0" fmla="*/ 0 h 10953"/>
                <a:gd name="connsiteX1" fmla="*/ 131540 w 131540"/>
                <a:gd name="connsiteY1" fmla="*/ 0 h 10953"/>
                <a:gd name="connsiteX2" fmla="*/ 131540 w 131540"/>
                <a:gd name="connsiteY2" fmla="*/ 10954 h 10953"/>
                <a:gd name="connsiteX3" fmla="*/ 0 w 131540"/>
                <a:gd name="connsiteY3" fmla="*/ 10954 h 10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1540" h="10953">
                  <a:moveTo>
                    <a:pt x="0" y="0"/>
                  </a:moveTo>
                  <a:lnTo>
                    <a:pt x="131540" y="0"/>
                  </a:lnTo>
                  <a:lnTo>
                    <a:pt x="131540" y="10954"/>
                  </a:lnTo>
                  <a:lnTo>
                    <a:pt x="0" y="10954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3431CB6A-F703-4ED5-998B-112898C16298}"/>
                </a:ext>
              </a:extLst>
            </p:cNvPr>
            <p:cNvSpPr/>
            <p:nvPr/>
          </p:nvSpPr>
          <p:spPr>
            <a:xfrm>
              <a:off x="6653243" y="3641383"/>
              <a:ext cx="131540" cy="10953"/>
            </a:xfrm>
            <a:custGeom>
              <a:avLst/>
              <a:gdLst>
                <a:gd name="connsiteX0" fmla="*/ 0 w 131540"/>
                <a:gd name="connsiteY0" fmla="*/ 0 h 10953"/>
                <a:gd name="connsiteX1" fmla="*/ 131540 w 131540"/>
                <a:gd name="connsiteY1" fmla="*/ 0 h 10953"/>
                <a:gd name="connsiteX2" fmla="*/ 131540 w 131540"/>
                <a:gd name="connsiteY2" fmla="*/ 10954 h 10953"/>
                <a:gd name="connsiteX3" fmla="*/ 0 w 131540"/>
                <a:gd name="connsiteY3" fmla="*/ 10954 h 10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1540" h="10953">
                  <a:moveTo>
                    <a:pt x="0" y="0"/>
                  </a:moveTo>
                  <a:lnTo>
                    <a:pt x="131540" y="0"/>
                  </a:lnTo>
                  <a:lnTo>
                    <a:pt x="131540" y="10954"/>
                  </a:lnTo>
                  <a:lnTo>
                    <a:pt x="0" y="10954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30B162DA-EC59-4992-B5A9-2557BE887456}"/>
                </a:ext>
              </a:extLst>
            </p:cNvPr>
            <p:cNvSpPr/>
            <p:nvPr/>
          </p:nvSpPr>
          <p:spPr>
            <a:xfrm>
              <a:off x="6653243" y="3625285"/>
              <a:ext cx="131540" cy="10953"/>
            </a:xfrm>
            <a:custGeom>
              <a:avLst/>
              <a:gdLst>
                <a:gd name="connsiteX0" fmla="*/ 0 w 131540"/>
                <a:gd name="connsiteY0" fmla="*/ 0 h 10953"/>
                <a:gd name="connsiteX1" fmla="*/ 131540 w 131540"/>
                <a:gd name="connsiteY1" fmla="*/ 0 h 10953"/>
                <a:gd name="connsiteX2" fmla="*/ 131540 w 131540"/>
                <a:gd name="connsiteY2" fmla="*/ 10954 h 10953"/>
                <a:gd name="connsiteX3" fmla="*/ 0 w 131540"/>
                <a:gd name="connsiteY3" fmla="*/ 10954 h 10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1540" h="10953">
                  <a:moveTo>
                    <a:pt x="0" y="0"/>
                  </a:moveTo>
                  <a:lnTo>
                    <a:pt x="131540" y="0"/>
                  </a:lnTo>
                  <a:lnTo>
                    <a:pt x="131540" y="10954"/>
                  </a:lnTo>
                  <a:lnTo>
                    <a:pt x="0" y="10954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7D1FADB4-26BE-4091-8977-CE127517E136}"/>
                </a:ext>
              </a:extLst>
            </p:cNvPr>
            <p:cNvSpPr/>
            <p:nvPr/>
          </p:nvSpPr>
          <p:spPr>
            <a:xfrm>
              <a:off x="6604475" y="3564802"/>
              <a:ext cx="102679" cy="46577"/>
            </a:xfrm>
            <a:custGeom>
              <a:avLst/>
              <a:gdLst>
                <a:gd name="connsiteX0" fmla="*/ 0 w 102679"/>
                <a:gd name="connsiteY0" fmla="*/ 0 h 46577"/>
                <a:gd name="connsiteX1" fmla="*/ 102679 w 102679"/>
                <a:gd name="connsiteY1" fmla="*/ 0 h 46577"/>
                <a:gd name="connsiteX2" fmla="*/ 102679 w 102679"/>
                <a:gd name="connsiteY2" fmla="*/ 46577 h 46577"/>
                <a:gd name="connsiteX3" fmla="*/ 0 w 102679"/>
                <a:gd name="connsiteY3" fmla="*/ 46577 h 46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679" h="46577">
                  <a:moveTo>
                    <a:pt x="0" y="0"/>
                  </a:moveTo>
                  <a:lnTo>
                    <a:pt x="102679" y="0"/>
                  </a:lnTo>
                  <a:lnTo>
                    <a:pt x="102679" y="46577"/>
                  </a:lnTo>
                  <a:lnTo>
                    <a:pt x="0" y="46577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A131B348-4310-4ADF-BC1A-2B371F5D5263}"/>
                </a:ext>
              </a:extLst>
            </p:cNvPr>
            <p:cNvSpPr/>
            <p:nvPr/>
          </p:nvSpPr>
          <p:spPr>
            <a:xfrm>
              <a:off x="6741159" y="3733108"/>
              <a:ext cx="43719" cy="10953"/>
            </a:xfrm>
            <a:custGeom>
              <a:avLst/>
              <a:gdLst>
                <a:gd name="connsiteX0" fmla="*/ 0 w 43719"/>
                <a:gd name="connsiteY0" fmla="*/ 0 h 10953"/>
                <a:gd name="connsiteX1" fmla="*/ 43720 w 43719"/>
                <a:gd name="connsiteY1" fmla="*/ 0 h 10953"/>
                <a:gd name="connsiteX2" fmla="*/ 43720 w 43719"/>
                <a:gd name="connsiteY2" fmla="*/ 10954 h 10953"/>
                <a:gd name="connsiteX3" fmla="*/ 0 w 43719"/>
                <a:gd name="connsiteY3" fmla="*/ 10954 h 10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19" h="10953">
                  <a:moveTo>
                    <a:pt x="0" y="0"/>
                  </a:moveTo>
                  <a:lnTo>
                    <a:pt x="43720" y="0"/>
                  </a:lnTo>
                  <a:lnTo>
                    <a:pt x="43720" y="10954"/>
                  </a:lnTo>
                  <a:lnTo>
                    <a:pt x="0" y="10954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grpSp>
          <p:nvGrpSpPr>
            <p:cNvPr id="475" name="Graphic 2">
              <a:extLst>
                <a:ext uri="{FF2B5EF4-FFF2-40B4-BE49-F238E27FC236}">
                  <a16:creationId xmlns:a16="http://schemas.microsoft.com/office/drawing/2014/main" id="{89980954-E44E-4233-96AB-F5E4ED36C171}"/>
                </a:ext>
              </a:extLst>
            </p:cNvPr>
            <p:cNvGrpSpPr/>
            <p:nvPr/>
          </p:nvGrpSpPr>
          <p:grpSpPr>
            <a:xfrm>
              <a:off x="6616667" y="3574136"/>
              <a:ext cx="78295" cy="27812"/>
              <a:chOff x="6616667" y="3492436"/>
              <a:chExt cx="78295" cy="27812"/>
            </a:xfrm>
            <a:solidFill>
              <a:srgbClr val="FFFFFF"/>
            </a:solidFill>
          </p:grpSpPr>
          <p:sp>
            <p:nvSpPr>
              <p:cNvPr id="476" name="Freeform: Shape 475">
                <a:extLst>
                  <a:ext uri="{FF2B5EF4-FFF2-40B4-BE49-F238E27FC236}">
                    <a16:creationId xmlns:a16="http://schemas.microsoft.com/office/drawing/2014/main" id="{B3826BB8-8A60-4B38-BD04-8E59AEEAF2A2}"/>
                  </a:ext>
                </a:extLst>
              </p:cNvPr>
              <p:cNvSpPr/>
              <p:nvPr/>
            </p:nvSpPr>
            <p:spPr>
              <a:xfrm>
                <a:off x="6616667" y="3493103"/>
                <a:ext cx="19050" cy="26670"/>
              </a:xfrm>
              <a:custGeom>
                <a:avLst/>
                <a:gdLst>
                  <a:gd name="connsiteX0" fmla="*/ 19050 w 19050"/>
                  <a:gd name="connsiteY0" fmla="*/ 21527 h 26670"/>
                  <a:gd name="connsiteX1" fmla="*/ 19050 w 19050"/>
                  <a:gd name="connsiteY1" fmla="*/ 26670 h 26670"/>
                  <a:gd name="connsiteX2" fmla="*/ 0 w 19050"/>
                  <a:gd name="connsiteY2" fmla="*/ 26670 h 26670"/>
                  <a:gd name="connsiteX3" fmla="*/ 0 w 19050"/>
                  <a:gd name="connsiteY3" fmla="*/ 0 h 26670"/>
                  <a:gd name="connsiteX4" fmla="*/ 5715 w 19050"/>
                  <a:gd name="connsiteY4" fmla="*/ 0 h 26670"/>
                  <a:gd name="connsiteX5" fmla="*/ 5715 w 19050"/>
                  <a:gd name="connsiteY5" fmla="*/ 21527 h 26670"/>
                  <a:gd name="connsiteX6" fmla="*/ 19050 w 19050"/>
                  <a:gd name="connsiteY6" fmla="*/ 21527 h 266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9050" h="26670">
                    <a:moveTo>
                      <a:pt x="19050" y="21527"/>
                    </a:moveTo>
                    <a:lnTo>
                      <a:pt x="19050" y="26670"/>
                    </a:lnTo>
                    <a:lnTo>
                      <a:pt x="0" y="26670"/>
                    </a:lnTo>
                    <a:lnTo>
                      <a:pt x="0" y="0"/>
                    </a:lnTo>
                    <a:lnTo>
                      <a:pt x="5715" y="0"/>
                    </a:lnTo>
                    <a:lnTo>
                      <a:pt x="5715" y="21527"/>
                    </a:lnTo>
                    <a:lnTo>
                      <a:pt x="19050" y="21527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77" name="Freeform: Shape 476">
                <a:extLst>
                  <a:ext uri="{FF2B5EF4-FFF2-40B4-BE49-F238E27FC236}">
                    <a16:creationId xmlns:a16="http://schemas.microsoft.com/office/drawing/2014/main" id="{9014A692-0609-4658-BE17-63395C69E8A6}"/>
                  </a:ext>
                </a:extLst>
              </p:cNvPr>
              <p:cNvSpPr/>
              <p:nvPr/>
            </p:nvSpPr>
            <p:spPr>
              <a:xfrm>
                <a:off x="6638384" y="3492626"/>
                <a:ext cx="28289" cy="27622"/>
              </a:xfrm>
              <a:custGeom>
                <a:avLst/>
                <a:gdLst>
                  <a:gd name="connsiteX0" fmla="*/ 7144 w 28289"/>
                  <a:gd name="connsiteY0" fmla="*/ 25718 h 27622"/>
                  <a:gd name="connsiteX1" fmla="*/ 1905 w 28289"/>
                  <a:gd name="connsiteY1" fmla="*/ 20669 h 27622"/>
                  <a:gd name="connsiteX2" fmla="*/ 0 w 28289"/>
                  <a:gd name="connsiteY2" fmla="*/ 13811 h 27622"/>
                  <a:gd name="connsiteX3" fmla="*/ 1905 w 28289"/>
                  <a:gd name="connsiteY3" fmla="*/ 6953 h 27622"/>
                  <a:gd name="connsiteX4" fmla="*/ 7144 w 28289"/>
                  <a:gd name="connsiteY4" fmla="*/ 1905 h 27622"/>
                  <a:gd name="connsiteX5" fmla="*/ 14192 w 28289"/>
                  <a:gd name="connsiteY5" fmla="*/ 0 h 27622"/>
                  <a:gd name="connsiteX6" fmla="*/ 21241 w 28289"/>
                  <a:gd name="connsiteY6" fmla="*/ 1905 h 27622"/>
                  <a:gd name="connsiteX7" fmla="*/ 26384 w 28289"/>
                  <a:gd name="connsiteY7" fmla="*/ 6953 h 27622"/>
                  <a:gd name="connsiteX8" fmla="*/ 28289 w 28289"/>
                  <a:gd name="connsiteY8" fmla="*/ 13811 h 27622"/>
                  <a:gd name="connsiteX9" fmla="*/ 26384 w 28289"/>
                  <a:gd name="connsiteY9" fmla="*/ 20669 h 27622"/>
                  <a:gd name="connsiteX10" fmla="*/ 21241 w 28289"/>
                  <a:gd name="connsiteY10" fmla="*/ 25718 h 27622"/>
                  <a:gd name="connsiteX11" fmla="*/ 14192 w 28289"/>
                  <a:gd name="connsiteY11" fmla="*/ 27623 h 27622"/>
                  <a:gd name="connsiteX12" fmla="*/ 7144 w 28289"/>
                  <a:gd name="connsiteY12" fmla="*/ 25718 h 27622"/>
                  <a:gd name="connsiteX13" fmla="*/ 18288 w 28289"/>
                  <a:gd name="connsiteY13" fmla="*/ 21241 h 27622"/>
                  <a:gd name="connsiteX14" fmla="*/ 21336 w 28289"/>
                  <a:gd name="connsiteY14" fmla="*/ 18098 h 27622"/>
                  <a:gd name="connsiteX15" fmla="*/ 22479 w 28289"/>
                  <a:gd name="connsiteY15" fmla="*/ 13811 h 27622"/>
                  <a:gd name="connsiteX16" fmla="*/ 21336 w 28289"/>
                  <a:gd name="connsiteY16" fmla="*/ 9620 h 27622"/>
                  <a:gd name="connsiteX17" fmla="*/ 18288 w 28289"/>
                  <a:gd name="connsiteY17" fmla="*/ 6477 h 27622"/>
                  <a:gd name="connsiteX18" fmla="*/ 14192 w 28289"/>
                  <a:gd name="connsiteY18" fmla="*/ 5334 h 27622"/>
                  <a:gd name="connsiteX19" fmla="*/ 10097 w 28289"/>
                  <a:gd name="connsiteY19" fmla="*/ 6477 h 27622"/>
                  <a:gd name="connsiteX20" fmla="*/ 7049 w 28289"/>
                  <a:gd name="connsiteY20" fmla="*/ 9620 h 27622"/>
                  <a:gd name="connsiteX21" fmla="*/ 5906 w 28289"/>
                  <a:gd name="connsiteY21" fmla="*/ 13811 h 27622"/>
                  <a:gd name="connsiteX22" fmla="*/ 7049 w 28289"/>
                  <a:gd name="connsiteY22" fmla="*/ 18098 h 27622"/>
                  <a:gd name="connsiteX23" fmla="*/ 10097 w 28289"/>
                  <a:gd name="connsiteY23" fmla="*/ 21241 h 27622"/>
                  <a:gd name="connsiteX24" fmla="*/ 14192 w 28289"/>
                  <a:gd name="connsiteY24" fmla="*/ 22384 h 27622"/>
                  <a:gd name="connsiteX25" fmla="*/ 18288 w 28289"/>
                  <a:gd name="connsiteY25" fmla="*/ 21241 h 276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28289" h="27622">
                    <a:moveTo>
                      <a:pt x="7144" y="25718"/>
                    </a:moveTo>
                    <a:cubicBezTo>
                      <a:pt x="4953" y="24479"/>
                      <a:pt x="3239" y="22765"/>
                      <a:pt x="1905" y="20669"/>
                    </a:cubicBezTo>
                    <a:cubicBezTo>
                      <a:pt x="572" y="18574"/>
                      <a:pt x="0" y="16288"/>
                      <a:pt x="0" y="13811"/>
                    </a:cubicBezTo>
                    <a:cubicBezTo>
                      <a:pt x="0" y="11335"/>
                      <a:pt x="667" y="9049"/>
                      <a:pt x="1905" y="6953"/>
                    </a:cubicBezTo>
                    <a:cubicBezTo>
                      <a:pt x="3143" y="4858"/>
                      <a:pt x="4953" y="3143"/>
                      <a:pt x="7144" y="1905"/>
                    </a:cubicBezTo>
                    <a:cubicBezTo>
                      <a:pt x="9335" y="667"/>
                      <a:pt x="11621" y="0"/>
                      <a:pt x="14192" y="0"/>
                    </a:cubicBezTo>
                    <a:cubicBezTo>
                      <a:pt x="16764" y="0"/>
                      <a:pt x="19050" y="667"/>
                      <a:pt x="21241" y="1905"/>
                    </a:cubicBezTo>
                    <a:cubicBezTo>
                      <a:pt x="23432" y="3143"/>
                      <a:pt x="25146" y="4858"/>
                      <a:pt x="26384" y="6953"/>
                    </a:cubicBezTo>
                    <a:cubicBezTo>
                      <a:pt x="27718" y="9049"/>
                      <a:pt x="28289" y="11335"/>
                      <a:pt x="28289" y="13811"/>
                    </a:cubicBezTo>
                    <a:cubicBezTo>
                      <a:pt x="28289" y="16288"/>
                      <a:pt x="27623" y="18574"/>
                      <a:pt x="26384" y="20669"/>
                    </a:cubicBezTo>
                    <a:cubicBezTo>
                      <a:pt x="25146" y="22765"/>
                      <a:pt x="23336" y="24479"/>
                      <a:pt x="21241" y="25718"/>
                    </a:cubicBezTo>
                    <a:cubicBezTo>
                      <a:pt x="19050" y="26956"/>
                      <a:pt x="16669" y="27623"/>
                      <a:pt x="14192" y="27623"/>
                    </a:cubicBezTo>
                    <a:cubicBezTo>
                      <a:pt x="11621" y="27623"/>
                      <a:pt x="9239" y="26956"/>
                      <a:pt x="7144" y="25718"/>
                    </a:cubicBezTo>
                    <a:close/>
                    <a:moveTo>
                      <a:pt x="18288" y="21241"/>
                    </a:moveTo>
                    <a:cubicBezTo>
                      <a:pt x="19526" y="20479"/>
                      <a:pt x="20574" y="19431"/>
                      <a:pt x="21336" y="18098"/>
                    </a:cubicBezTo>
                    <a:cubicBezTo>
                      <a:pt x="22098" y="16764"/>
                      <a:pt x="22479" y="15335"/>
                      <a:pt x="22479" y="13811"/>
                    </a:cubicBezTo>
                    <a:cubicBezTo>
                      <a:pt x="22479" y="12287"/>
                      <a:pt x="22098" y="10859"/>
                      <a:pt x="21336" y="9620"/>
                    </a:cubicBezTo>
                    <a:cubicBezTo>
                      <a:pt x="20574" y="8287"/>
                      <a:pt x="19526" y="7239"/>
                      <a:pt x="18288" y="6477"/>
                    </a:cubicBezTo>
                    <a:cubicBezTo>
                      <a:pt x="17050" y="5715"/>
                      <a:pt x="15621" y="5334"/>
                      <a:pt x="14192" y="5334"/>
                    </a:cubicBezTo>
                    <a:cubicBezTo>
                      <a:pt x="12764" y="5334"/>
                      <a:pt x="11335" y="5715"/>
                      <a:pt x="10097" y="6477"/>
                    </a:cubicBezTo>
                    <a:cubicBezTo>
                      <a:pt x="8858" y="7239"/>
                      <a:pt x="7811" y="8287"/>
                      <a:pt x="7049" y="9620"/>
                    </a:cubicBezTo>
                    <a:cubicBezTo>
                      <a:pt x="6287" y="10954"/>
                      <a:pt x="5906" y="12383"/>
                      <a:pt x="5906" y="13811"/>
                    </a:cubicBezTo>
                    <a:cubicBezTo>
                      <a:pt x="5906" y="15335"/>
                      <a:pt x="6287" y="16764"/>
                      <a:pt x="7049" y="18098"/>
                    </a:cubicBezTo>
                    <a:cubicBezTo>
                      <a:pt x="7811" y="19431"/>
                      <a:pt x="8858" y="20479"/>
                      <a:pt x="10097" y="21241"/>
                    </a:cubicBezTo>
                    <a:cubicBezTo>
                      <a:pt x="11430" y="22003"/>
                      <a:pt x="12764" y="22384"/>
                      <a:pt x="14192" y="22384"/>
                    </a:cubicBezTo>
                    <a:cubicBezTo>
                      <a:pt x="15621" y="22384"/>
                      <a:pt x="16955" y="22003"/>
                      <a:pt x="18288" y="2124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78" name="Freeform: Shape 477">
                <a:extLst>
                  <a:ext uri="{FF2B5EF4-FFF2-40B4-BE49-F238E27FC236}">
                    <a16:creationId xmlns:a16="http://schemas.microsoft.com/office/drawing/2014/main" id="{0665C3DA-8146-43EE-8845-5EC70790CC59}"/>
                  </a:ext>
                </a:extLst>
              </p:cNvPr>
              <p:cNvSpPr/>
              <p:nvPr/>
            </p:nvSpPr>
            <p:spPr>
              <a:xfrm>
                <a:off x="6669912" y="3492436"/>
                <a:ext cx="25050" cy="27622"/>
              </a:xfrm>
              <a:custGeom>
                <a:avLst/>
                <a:gdLst>
                  <a:gd name="connsiteX0" fmla="*/ 13240 w 25050"/>
                  <a:gd name="connsiteY0" fmla="*/ 12287 h 27622"/>
                  <a:gd name="connsiteX1" fmla="*/ 25051 w 25050"/>
                  <a:gd name="connsiteY1" fmla="*/ 12287 h 27622"/>
                  <a:gd name="connsiteX2" fmla="*/ 25051 w 25050"/>
                  <a:gd name="connsiteY2" fmla="*/ 23241 h 27622"/>
                  <a:gd name="connsiteX3" fmla="*/ 20193 w 25050"/>
                  <a:gd name="connsiteY3" fmla="*/ 26479 h 27622"/>
                  <a:gd name="connsiteX4" fmla="*/ 14288 w 25050"/>
                  <a:gd name="connsiteY4" fmla="*/ 27622 h 27622"/>
                  <a:gd name="connsiteX5" fmla="*/ 7239 w 25050"/>
                  <a:gd name="connsiteY5" fmla="*/ 25717 h 27622"/>
                  <a:gd name="connsiteX6" fmla="*/ 2000 w 25050"/>
                  <a:gd name="connsiteY6" fmla="*/ 20669 h 27622"/>
                  <a:gd name="connsiteX7" fmla="*/ 0 w 25050"/>
                  <a:gd name="connsiteY7" fmla="*/ 13811 h 27622"/>
                  <a:gd name="connsiteX8" fmla="*/ 2000 w 25050"/>
                  <a:gd name="connsiteY8" fmla="*/ 6953 h 27622"/>
                  <a:gd name="connsiteX9" fmla="*/ 7239 w 25050"/>
                  <a:gd name="connsiteY9" fmla="*/ 1905 h 27622"/>
                  <a:gd name="connsiteX10" fmla="*/ 14288 w 25050"/>
                  <a:gd name="connsiteY10" fmla="*/ 0 h 27622"/>
                  <a:gd name="connsiteX11" fmla="*/ 20193 w 25050"/>
                  <a:gd name="connsiteY11" fmla="*/ 1143 h 27622"/>
                  <a:gd name="connsiteX12" fmla="*/ 25051 w 25050"/>
                  <a:gd name="connsiteY12" fmla="*/ 4381 h 27622"/>
                  <a:gd name="connsiteX13" fmla="*/ 20859 w 25050"/>
                  <a:gd name="connsiteY13" fmla="*/ 8096 h 27622"/>
                  <a:gd name="connsiteX14" fmla="*/ 17812 w 25050"/>
                  <a:gd name="connsiteY14" fmla="*/ 5905 h 27622"/>
                  <a:gd name="connsiteX15" fmla="*/ 14192 w 25050"/>
                  <a:gd name="connsiteY15" fmla="*/ 5048 h 27622"/>
                  <a:gd name="connsiteX16" fmla="*/ 10001 w 25050"/>
                  <a:gd name="connsiteY16" fmla="*/ 6191 h 27622"/>
                  <a:gd name="connsiteX17" fmla="*/ 6953 w 25050"/>
                  <a:gd name="connsiteY17" fmla="*/ 9334 h 27622"/>
                  <a:gd name="connsiteX18" fmla="*/ 5810 w 25050"/>
                  <a:gd name="connsiteY18" fmla="*/ 13525 h 27622"/>
                  <a:gd name="connsiteX19" fmla="*/ 6953 w 25050"/>
                  <a:gd name="connsiteY19" fmla="*/ 17812 h 27622"/>
                  <a:gd name="connsiteX20" fmla="*/ 10001 w 25050"/>
                  <a:gd name="connsiteY20" fmla="*/ 20955 h 27622"/>
                  <a:gd name="connsiteX21" fmla="*/ 14192 w 25050"/>
                  <a:gd name="connsiteY21" fmla="*/ 22098 h 27622"/>
                  <a:gd name="connsiteX22" fmla="*/ 16954 w 25050"/>
                  <a:gd name="connsiteY22" fmla="*/ 21622 h 27622"/>
                  <a:gd name="connsiteX23" fmla="*/ 19431 w 25050"/>
                  <a:gd name="connsiteY23" fmla="*/ 20383 h 27622"/>
                  <a:gd name="connsiteX24" fmla="*/ 19431 w 25050"/>
                  <a:gd name="connsiteY24" fmla="*/ 16288 h 27622"/>
                  <a:gd name="connsiteX25" fmla="*/ 13240 w 25050"/>
                  <a:gd name="connsiteY25" fmla="*/ 16288 h 27622"/>
                  <a:gd name="connsiteX26" fmla="*/ 13240 w 25050"/>
                  <a:gd name="connsiteY26" fmla="*/ 12287 h 276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25050" h="27622">
                    <a:moveTo>
                      <a:pt x="13240" y="12287"/>
                    </a:moveTo>
                    <a:lnTo>
                      <a:pt x="25051" y="12287"/>
                    </a:lnTo>
                    <a:lnTo>
                      <a:pt x="25051" y="23241"/>
                    </a:lnTo>
                    <a:cubicBezTo>
                      <a:pt x="23717" y="24670"/>
                      <a:pt x="22098" y="25717"/>
                      <a:pt x="20193" y="26479"/>
                    </a:cubicBezTo>
                    <a:cubicBezTo>
                      <a:pt x="18288" y="27242"/>
                      <a:pt x="16288" y="27622"/>
                      <a:pt x="14288" y="27622"/>
                    </a:cubicBezTo>
                    <a:cubicBezTo>
                      <a:pt x="11716" y="27622"/>
                      <a:pt x="9430" y="26956"/>
                      <a:pt x="7239" y="25717"/>
                    </a:cubicBezTo>
                    <a:cubicBezTo>
                      <a:pt x="5048" y="24479"/>
                      <a:pt x="3334" y="22765"/>
                      <a:pt x="2000" y="20669"/>
                    </a:cubicBezTo>
                    <a:cubicBezTo>
                      <a:pt x="667" y="18574"/>
                      <a:pt x="0" y="16288"/>
                      <a:pt x="0" y="13811"/>
                    </a:cubicBezTo>
                    <a:cubicBezTo>
                      <a:pt x="0" y="11335"/>
                      <a:pt x="667" y="9049"/>
                      <a:pt x="2000" y="6953"/>
                    </a:cubicBezTo>
                    <a:cubicBezTo>
                      <a:pt x="3334" y="4858"/>
                      <a:pt x="5048" y="3143"/>
                      <a:pt x="7239" y="1905"/>
                    </a:cubicBezTo>
                    <a:cubicBezTo>
                      <a:pt x="9430" y="667"/>
                      <a:pt x="11811" y="0"/>
                      <a:pt x="14288" y="0"/>
                    </a:cubicBezTo>
                    <a:cubicBezTo>
                      <a:pt x="16288" y="0"/>
                      <a:pt x="18288" y="381"/>
                      <a:pt x="20193" y="1143"/>
                    </a:cubicBezTo>
                    <a:cubicBezTo>
                      <a:pt x="22098" y="1905"/>
                      <a:pt x="23717" y="3048"/>
                      <a:pt x="25051" y="4381"/>
                    </a:cubicBezTo>
                    <a:lnTo>
                      <a:pt x="20859" y="8096"/>
                    </a:lnTo>
                    <a:cubicBezTo>
                      <a:pt x="20098" y="7144"/>
                      <a:pt x="19050" y="6477"/>
                      <a:pt x="17812" y="5905"/>
                    </a:cubicBezTo>
                    <a:cubicBezTo>
                      <a:pt x="16573" y="5334"/>
                      <a:pt x="15430" y="5048"/>
                      <a:pt x="14192" y="5048"/>
                    </a:cubicBezTo>
                    <a:cubicBezTo>
                      <a:pt x="12763" y="5048"/>
                      <a:pt x="11334" y="5429"/>
                      <a:pt x="10001" y="6191"/>
                    </a:cubicBezTo>
                    <a:cubicBezTo>
                      <a:pt x="8667" y="6953"/>
                      <a:pt x="7715" y="8001"/>
                      <a:pt x="6953" y="9334"/>
                    </a:cubicBezTo>
                    <a:cubicBezTo>
                      <a:pt x="6191" y="10668"/>
                      <a:pt x="5810" y="12097"/>
                      <a:pt x="5810" y="13525"/>
                    </a:cubicBezTo>
                    <a:cubicBezTo>
                      <a:pt x="5810" y="15050"/>
                      <a:pt x="6191" y="16478"/>
                      <a:pt x="6953" y="17812"/>
                    </a:cubicBezTo>
                    <a:cubicBezTo>
                      <a:pt x="7715" y="19145"/>
                      <a:pt x="8763" y="20193"/>
                      <a:pt x="10001" y="20955"/>
                    </a:cubicBezTo>
                    <a:cubicBezTo>
                      <a:pt x="11334" y="21717"/>
                      <a:pt x="12668" y="22098"/>
                      <a:pt x="14192" y="22098"/>
                    </a:cubicBezTo>
                    <a:cubicBezTo>
                      <a:pt x="15145" y="22098"/>
                      <a:pt x="16002" y="21908"/>
                      <a:pt x="16954" y="21622"/>
                    </a:cubicBezTo>
                    <a:cubicBezTo>
                      <a:pt x="17812" y="21336"/>
                      <a:pt x="18669" y="20860"/>
                      <a:pt x="19431" y="20383"/>
                    </a:cubicBezTo>
                    <a:lnTo>
                      <a:pt x="19431" y="16288"/>
                    </a:lnTo>
                    <a:lnTo>
                      <a:pt x="13240" y="16288"/>
                    </a:lnTo>
                    <a:lnTo>
                      <a:pt x="13240" y="12287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</p:grpSp>
      <p:grpSp>
        <p:nvGrpSpPr>
          <p:cNvPr id="479" name="Graphic 2">
            <a:extLst>
              <a:ext uri="{FF2B5EF4-FFF2-40B4-BE49-F238E27FC236}">
                <a16:creationId xmlns:a16="http://schemas.microsoft.com/office/drawing/2014/main" id="{89980954-E44E-4233-96AB-F5E4ED36C171}"/>
              </a:ext>
            </a:extLst>
          </p:cNvPr>
          <p:cNvGrpSpPr/>
          <p:nvPr/>
        </p:nvGrpSpPr>
        <p:grpSpPr>
          <a:xfrm>
            <a:off x="7915860" y="4126740"/>
            <a:ext cx="226125" cy="150209"/>
            <a:chOff x="7027002" y="3499961"/>
            <a:chExt cx="226125" cy="150209"/>
          </a:xfrm>
          <a:solidFill>
            <a:srgbClr val="000000"/>
          </a:solidFill>
        </p:grpSpPr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C4F42A2B-6D9F-4740-BB25-99581AEA44D8}"/>
                </a:ext>
              </a:extLst>
            </p:cNvPr>
            <p:cNvSpPr/>
            <p:nvPr/>
          </p:nvSpPr>
          <p:spPr>
            <a:xfrm>
              <a:off x="7027002" y="3499961"/>
              <a:ext cx="226125" cy="150209"/>
            </a:xfrm>
            <a:custGeom>
              <a:avLst/>
              <a:gdLst>
                <a:gd name="connsiteX0" fmla="*/ 97919 w 226125"/>
                <a:gd name="connsiteY0" fmla="*/ 9525 h 150209"/>
                <a:gd name="connsiteX1" fmla="*/ 102396 w 226125"/>
                <a:gd name="connsiteY1" fmla="*/ 9716 h 150209"/>
                <a:gd name="connsiteX2" fmla="*/ 149354 w 226125"/>
                <a:gd name="connsiteY2" fmla="*/ 41434 h 150209"/>
                <a:gd name="connsiteX3" fmla="*/ 152211 w 226125"/>
                <a:gd name="connsiteY3" fmla="*/ 47054 h 150209"/>
                <a:gd name="connsiteX4" fmla="*/ 158498 w 226125"/>
                <a:gd name="connsiteY4" fmla="*/ 46673 h 150209"/>
                <a:gd name="connsiteX5" fmla="*/ 162403 w 226125"/>
                <a:gd name="connsiteY5" fmla="*/ 46482 h 150209"/>
                <a:gd name="connsiteX6" fmla="*/ 168499 w 226125"/>
                <a:gd name="connsiteY6" fmla="*/ 46482 h 150209"/>
                <a:gd name="connsiteX7" fmla="*/ 216505 w 226125"/>
                <a:gd name="connsiteY7" fmla="*/ 95155 h 150209"/>
                <a:gd name="connsiteX8" fmla="*/ 190025 w 226125"/>
                <a:gd name="connsiteY8" fmla="*/ 140303 h 150209"/>
                <a:gd name="connsiteX9" fmla="*/ 133923 w 226125"/>
                <a:gd name="connsiteY9" fmla="*/ 140399 h 150209"/>
                <a:gd name="connsiteX10" fmla="*/ 133923 w 226125"/>
                <a:gd name="connsiteY10" fmla="*/ 103346 h 150209"/>
                <a:gd name="connsiteX11" fmla="*/ 152307 w 226125"/>
                <a:gd name="connsiteY11" fmla="*/ 103346 h 150209"/>
                <a:gd name="connsiteX12" fmla="*/ 140781 w 226125"/>
                <a:gd name="connsiteY12" fmla="*/ 88106 h 150209"/>
                <a:gd name="connsiteX13" fmla="*/ 120683 w 226125"/>
                <a:gd name="connsiteY13" fmla="*/ 61532 h 150209"/>
                <a:gd name="connsiteX14" fmla="*/ 113064 w 226125"/>
                <a:gd name="connsiteY14" fmla="*/ 51435 h 150209"/>
                <a:gd name="connsiteX15" fmla="*/ 105444 w 226125"/>
                <a:gd name="connsiteY15" fmla="*/ 61532 h 150209"/>
                <a:gd name="connsiteX16" fmla="*/ 85346 w 226125"/>
                <a:gd name="connsiteY16" fmla="*/ 88106 h 150209"/>
                <a:gd name="connsiteX17" fmla="*/ 73821 w 226125"/>
                <a:gd name="connsiteY17" fmla="*/ 103346 h 150209"/>
                <a:gd name="connsiteX18" fmla="*/ 90775 w 226125"/>
                <a:gd name="connsiteY18" fmla="*/ 103346 h 150209"/>
                <a:gd name="connsiteX19" fmla="*/ 90775 w 226125"/>
                <a:gd name="connsiteY19" fmla="*/ 140494 h 150209"/>
                <a:gd name="connsiteX20" fmla="*/ 35911 w 226125"/>
                <a:gd name="connsiteY20" fmla="*/ 140684 h 150209"/>
                <a:gd name="connsiteX21" fmla="*/ 17242 w 226125"/>
                <a:gd name="connsiteY21" fmla="*/ 128492 h 150209"/>
                <a:gd name="connsiteX22" fmla="*/ 9527 w 226125"/>
                <a:gd name="connsiteY22" fmla="*/ 106775 h 150209"/>
                <a:gd name="connsiteX23" fmla="*/ 34387 w 226125"/>
                <a:gd name="connsiteY23" fmla="*/ 71533 h 150209"/>
                <a:gd name="connsiteX24" fmla="*/ 40293 w 226125"/>
                <a:gd name="connsiteY24" fmla="*/ 69437 h 150209"/>
                <a:gd name="connsiteX25" fmla="*/ 40769 w 226125"/>
                <a:gd name="connsiteY25" fmla="*/ 63246 h 150209"/>
                <a:gd name="connsiteX26" fmla="*/ 97919 w 226125"/>
                <a:gd name="connsiteY26" fmla="*/ 9525 h 150209"/>
                <a:gd name="connsiteX27" fmla="*/ 97919 w 226125"/>
                <a:gd name="connsiteY27" fmla="*/ 0 h 150209"/>
                <a:gd name="connsiteX28" fmla="*/ 31244 w 226125"/>
                <a:gd name="connsiteY28" fmla="*/ 62579 h 150209"/>
                <a:gd name="connsiteX29" fmla="*/ 2 w 226125"/>
                <a:gd name="connsiteY29" fmla="*/ 106775 h 150209"/>
                <a:gd name="connsiteX30" fmla="*/ 9908 w 226125"/>
                <a:gd name="connsiteY30" fmla="*/ 134588 h 150209"/>
                <a:gd name="connsiteX31" fmla="*/ 34292 w 226125"/>
                <a:gd name="connsiteY31" fmla="*/ 150114 h 150209"/>
                <a:gd name="connsiteX32" fmla="*/ 35435 w 226125"/>
                <a:gd name="connsiteY32" fmla="*/ 150209 h 150209"/>
                <a:gd name="connsiteX33" fmla="*/ 90870 w 226125"/>
                <a:gd name="connsiteY33" fmla="*/ 150019 h 150209"/>
                <a:gd name="connsiteX34" fmla="*/ 100300 w 226125"/>
                <a:gd name="connsiteY34" fmla="*/ 150019 h 150209"/>
                <a:gd name="connsiteX35" fmla="*/ 100300 w 226125"/>
                <a:gd name="connsiteY35" fmla="*/ 93821 h 150209"/>
                <a:gd name="connsiteX36" fmla="*/ 92966 w 226125"/>
                <a:gd name="connsiteY36" fmla="*/ 93821 h 150209"/>
                <a:gd name="connsiteX37" fmla="*/ 113064 w 226125"/>
                <a:gd name="connsiteY37" fmla="*/ 67246 h 150209"/>
                <a:gd name="connsiteX38" fmla="*/ 133161 w 226125"/>
                <a:gd name="connsiteY38" fmla="*/ 93821 h 150209"/>
                <a:gd name="connsiteX39" fmla="*/ 124398 w 226125"/>
                <a:gd name="connsiteY39" fmla="*/ 93821 h 150209"/>
                <a:gd name="connsiteX40" fmla="*/ 124398 w 226125"/>
                <a:gd name="connsiteY40" fmla="*/ 150019 h 150209"/>
                <a:gd name="connsiteX41" fmla="*/ 133828 w 226125"/>
                <a:gd name="connsiteY41" fmla="*/ 149924 h 150209"/>
                <a:gd name="connsiteX42" fmla="*/ 192312 w 226125"/>
                <a:gd name="connsiteY42" fmla="*/ 149828 h 150209"/>
                <a:gd name="connsiteX43" fmla="*/ 226125 w 226125"/>
                <a:gd name="connsiteY43" fmla="*/ 95155 h 150209"/>
                <a:gd name="connsiteX44" fmla="*/ 168594 w 226125"/>
                <a:gd name="connsiteY44" fmla="*/ 36957 h 150209"/>
                <a:gd name="connsiteX45" fmla="*/ 162498 w 226125"/>
                <a:gd name="connsiteY45" fmla="*/ 36957 h 150209"/>
                <a:gd name="connsiteX46" fmla="*/ 158022 w 226125"/>
                <a:gd name="connsiteY46" fmla="*/ 37148 h 150209"/>
                <a:gd name="connsiteX47" fmla="*/ 103348 w 226125"/>
                <a:gd name="connsiteY47" fmla="*/ 191 h 150209"/>
                <a:gd name="connsiteX48" fmla="*/ 97919 w 226125"/>
                <a:gd name="connsiteY48" fmla="*/ 0 h 150209"/>
                <a:gd name="connsiteX49" fmla="*/ 97919 w 226125"/>
                <a:gd name="connsiteY49" fmla="*/ 0 h 150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226125" h="150209">
                  <a:moveTo>
                    <a:pt x="97919" y="9525"/>
                  </a:moveTo>
                  <a:cubicBezTo>
                    <a:pt x="99348" y="9525"/>
                    <a:pt x="100872" y="9620"/>
                    <a:pt x="102396" y="9716"/>
                  </a:cubicBezTo>
                  <a:cubicBezTo>
                    <a:pt x="122303" y="11240"/>
                    <a:pt x="140210" y="23432"/>
                    <a:pt x="149354" y="41434"/>
                  </a:cubicBezTo>
                  <a:lnTo>
                    <a:pt x="152211" y="47054"/>
                  </a:lnTo>
                  <a:lnTo>
                    <a:pt x="158498" y="46673"/>
                  </a:lnTo>
                  <a:cubicBezTo>
                    <a:pt x="159831" y="46577"/>
                    <a:pt x="161070" y="46482"/>
                    <a:pt x="162403" y="46482"/>
                  </a:cubicBezTo>
                  <a:lnTo>
                    <a:pt x="168499" y="46482"/>
                  </a:lnTo>
                  <a:cubicBezTo>
                    <a:pt x="194979" y="46482"/>
                    <a:pt x="216505" y="68294"/>
                    <a:pt x="216505" y="95155"/>
                  </a:cubicBezTo>
                  <a:cubicBezTo>
                    <a:pt x="216505" y="114205"/>
                    <a:pt x="205932" y="132112"/>
                    <a:pt x="190025" y="140303"/>
                  </a:cubicBezTo>
                  <a:lnTo>
                    <a:pt x="133923" y="140399"/>
                  </a:lnTo>
                  <a:lnTo>
                    <a:pt x="133923" y="103346"/>
                  </a:lnTo>
                  <a:lnTo>
                    <a:pt x="152307" y="103346"/>
                  </a:lnTo>
                  <a:lnTo>
                    <a:pt x="140781" y="88106"/>
                  </a:lnTo>
                  <a:lnTo>
                    <a:pt x="120683" y="61532"/>
                  </a:lnTo>
                  <a:lnTo>
                    <a:pt x="113064" y="51435"/>
                  </a:lnTo>
                  <a:lnTo>
                    <a:pt x="105444" y="61532"/>
                  </a:lnTo>
                  <a:lnTo>
                    <a:pt x="85346" y="88106"/>
                  </a:lnTo>
                  <a:lnTo>
                    <a:pt x="73821" y="103346"/>
                  </a:lnTo>
                  <a:lnTo>
                    <a:pt x="90775" y="103346"/>
                  </a:lnTo>
                  <a:lnTo>
                    <a:pt x="90775" y="140494"/>
                  </a:lnTo>
                  <a:lnTo>
                    <a:pt x="35911" y="140684"/>
                  </a:lnTo>
                  <a:cubicBezTo>
                    <a:pt x="28672" y="138589"/>
                    <a:pt x="22100" y="134303"/>
                    <a:pt x="17242" y="128492"/>
                  </a:cubicBezTo>
                  <a:cubicBezTo>
                    <a:pt x="12194" y="122492"/>
                    <a:pt x="9527" y="114776"/>
                    <a:pt x="9527" y="106775"/>
                  </a:cubicBezTo>
                  <a:cubicBezTo>
                    <a:pt x="9622" y="90869"/>
                    <a:pt x="19623" y="76676"/>
                    <a:pt x="34387" y="71533"/>
                  </a:cubicBezTo>
                  <a:lnTo>
                    <a:pt x="40293" y="69437"/>
                  </a:lnTo>
                  <a:lnTo>
                    <a:pt x="40769" y="63246"/>
                  </a:lnTo>
                  <a:cubicBezTo>
                    <a:pt x="43055" y="33147"/>
                    <a:pt x="68106" y="9525"/>
                    <a:pt x="97919" y="9525"/>
                  </a:cubicBezTo>
                  <a:moveTo>
                    <a:pt x="97919" y="0"/>
                  </a:moveTo>
                  <a:cubicBezTo>
                    <a:pt x="63248" y="0"/>
                    <a:pt x="33911" y="27146"/>
                    <a:pt x="31244" y="62579"/>
                  </a:cubicBezTo>
                  <a:cubicBezTo>
                    <a:pt x="12575" y="69056"/>
                    <a:pt x="97" y="86773"/>
                    <a:pt x="2" y="106775"/>
                  </a:cubicBezTo>
                  <a:cubicBezTo>
                    <a:pt x="-93" y="116872"/>
                    <a:pt x="3431" y="126778"/>
                    <a:pt x="9908" y="134588"/>
                  </a:cubicBezTo>
                  <a:cubicBezTo>
                    <a:pt x="16194" y="142208"/>
                    <a:pt x="24767" y="147638"/>
                    <a:pt x="34292" y="150114"/>
                  </a:cubicBezTo>
                  <a:cubicBezTo>
                    <a:pt x="34673" y="150209"/>
                    <a:pt x="35054" y="150209"/>
                    <a:pt x="35435" y="150209"/>
                  </a:cubicBezTo>
                  <a:lnTo>
                    <a:pt x="90870" y="150019"/>
                  </a:lnTo>
                  <a:lnTo>
                    <a:pt x="100300" y="150019"/>
                  </a:lnTo>
                  <a:lnTo>
                    <a:pt x="100300" y="93821"/>
                  </a:lnTo>
                  <a:lnTo>
                    <a:pt x="92966" y="93821"/>
                  </a:lnTo>
                  <a:lnTo>
                    <a:pt x="113064" y="67246"/>
                  </a:lnTo>
                  <a:lnTo>
                    <a:pt x="133161" y="93821"/>
                  </a:lnTo>
                  <a:lnTo>
                    <a:pt x="124398" y="93821"/>
                  </a:lnTo>
                  <a:lnTo>
                    <a:pt x="124398" y="150019"/>
                  </a:lnTo>
                  <a:lnTo>
                    <a:pt x="133828" y="149924"/>
                  </a:lnTo>
                  <a:lnTo>
                    <a:pt x="192312" y="149828"/>
                  </a:lnTo>
                  <a:cubicBezTo>
                    <a:pt x="212600" y="140494"/>
                    <a:pt x="226125" y="118491"/>
                    <a:pt x="226125" y="95155"/>
                  </a:cubicBezTo>
                  <a:cubicBezTo>
                    <a:pt x="226125" y="63056"/>
                    <a:pt x="200313" y="36957"/>
                    <a:pt x="168594" y="36957"/>
                  </a:cubicBezTo>
                  <a:lnTo>
                    <a:pt x="162498" y="36957"/>
                  </a:lnTo>
                  <a:cubicBezTo>
                    <a:pt x="160974" y="36957"/>
                    <a:pt x="159450" y="37052"/>
                    <a:pt x="158022" y="37148"/>
                  </a:cubicBezTo>
                  <a:cubicBezTo>
                    <a:pt x="147354" y="16002"/>
                    <a:pt x="126684" y="2000"/>
                    <a:pt x="103348" y="191"/>
                  </a:cubicBezTo>
                  <a:cubicBezTo>
                    <a:pt x="101348" y="95"/>
                    <a:pt x="99633" y="0"/>
                    <a:pt x="97919" y="0"/>
                  </a:cubicBezTo>
                  <a:lnTo>
                    <a:pt x="97919" y="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B0E87BA8-266C-462D-BDD5-B37000FFF5C5}"/>
                </a:ext>
              </a:extLst>
            </p:cNvPr>
            <p:cNvSpPr/>
            <p:nvPr/>
          </p:nvSpPr>
          <p:spPr>
            <a:xfrm>
              <a:off x="7151305" y="3649884"/>
              <a:ext cx="9334" cy="95"/>
            </a:xfrm>
            <a:custGeom>
              <a:avLst/>
              <a:gdLst>
                <a:gd name="connsiteX0" fmla="*/ 9335 w 9334"/>
                <a:gd name="connsiteY0" fmla="*/ 0 h 95"/>
                <a:gd name="connsiteX1" fmla="*/ 0 w 9334"/>
                <a:gd name="connsiteY1" fmla="*/ 95 h 95"/>
                <a:gd name="connsiteX2" fmla="*/ 9335 w 9334"/>
                <a:gd name="connsiteY2" fmla="*/ 95 h 95"/>
                <a:gd name="connsiteX3" fmla="*/ 9335 w 9334"/>
                <a:gd name="connsiteY3" fmla="*/ 0 h 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34" h="95">
                  <a:moveTo>
                    <a:pt x="9335" y="0"/>
                  </a:moveTo>
                  <a:lnTo>
                    <a:pt x="0" y="95"/>
                  </a:lnTo>
                  <a:lnTo>
                    <a:pt x="9335" y="95"/>
                  </a:lnTo>
                  <a:lnTo>
                    <a:pt x="9335" y="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grpSp>
        <p:nvGrpSpPr>
          <p:cNvPr id="482" name="Graphic 2">
            <a:extLst>
              <a:ext uri="{FF2B5EF4-FFF2-40B4-BE49-F238E27FC236}">
                <a16:creationId xmlns:a16="http://schemas.microsoft.com/office/drawing/2014/main" id="{89980954-E44E-4233-96AB-F5E4ED36C171}"/>
              </a:ext>
            </a:extLst>
          </p:cNvPr>
          <p:cNvGrpSpPr/>
          <p:nvPr/>
        </p:nvGrpSpPr>
        <p:grpSpPr>
          <a:xfrm>
            <a:off x="9093103" y="4089973"/>
            <a:ext cx="226218" cy="186975"/>
            <a:chOff x="7429625" y="3463194"/>
            <a:chExt cx="226218" cy="186975"/>
          </a:xfrm>
          <a:solidFill>
            <a:srgbClr val="000000"/>
          </a:solidFill>
        </p:grpSpPr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1F3BB42B-1BBE-4E37-A5B3-E6E6527D5372}"/>
                </a:ext>
              </a:extLst>
            </p:cNvPr>
            <p:cNvSpPr/>
            <p:nvPr/>
          </p:nvSpPr>
          <p:spPr>
            <a:xfrm>
              <a:off x="7429625" y="3463194"/>
              <a:ext cx="226218" cy="186975"/>
            </a:xfrm>
            <a:custGeom>
              <a:avLst/>
              <a:gdLst>
                <a:gd name="connsiteX0" fmla="*/ 216694 w 226218"/>
                <a:gd name="connsiteY0" fmla="*/ 9525 h 186975"/>
                <a:gd name="connsiteX1" fmla="*/ 216694 w 226218"/>
                <a:gd name="connsiteY1" fmla="*/ 177451 h 186975"/>
                <a:gd name="connsiteX2" fmla="*/ 9716 w 226218"/>
                <a:gd name="connsiteY2" fmla="*/ 177451 h 186975"/>
                <a:gd name="connsiteX3" fmla="*/ 9716 w 226218"/>
                <a:gd name="connsiteY3" fmla="*/ 9906 h 186975"/>
                <a:gd name="connsiteX4" fmla="*/ 93345 w 226218"/>
                <a:gd name="connsiteY4" fmla="*/ 9811 h 186975"/>
                <a:gd name="connsiteX5" fmla="*/ 93345 w 226218"/>
                <a:gd name="connsiteY5" fmla="*/ 64579 h 186975"/>
                <a:gd name="connsiteX6" fmla="*/ 74962 w 226218"/>
                <a:gd name="connsiteY6" fmla="*/ 64579 h 186975"/>
                <a:gd name="connsiteX7" fmla="*/ 86487 w 226218"/>
                <a:gd name="connsiteY7" fmla="*/ 79820 h 186975"/>
                <a:gd name="connsiteX8" fmla="*/ 106585 w 226218"/>
                <a:gd name="connsiteY8" fmla="*/ 106394 h 186975"/>
                <a:gd name="connsiteX9" fmla="*/ 114205 w 226218"/>
                <a:gd name="connsiteY9" fmla="*/ 116491 h 186975"/>
                <a:gd name="connsiteX10" fmla="*/ 121825 w 226218"/>
                <a:gd name="connsiteY10" fmla="*/ 106394 h 186975"/>
                <a:gd name="connsiteX11" fmla="*/ 141922 w 226218"/>
                <a:gd name="connsiteY11" fmla="*/ 79820 h 186975"/>
                <a:gd name="connsiteX12" fmla="*/ 153448 w 226218"/>
                <a:gd name="connsiteY12" fmla="*/ 64579 h 186975"/>
                <a:gd name="connsiteX13" fmla="*/ 136493 w 226218"/>
                <a:gd name="connsiteY13" fmla="*/ 64579 h 186975"/>
                <a:gd name="connsiteX14" fmla="*/ 136493 w 226218"/>
                <a:gd name="connsiteY14" fmla="*/ 9716 h 186975"/>
                <a:gd name="connsiteX15" fmla="*/ 216694 w 226218"/>
                <a:gd name="connsiteY15" fmla="*/ 9525 h 186975"/>
                <a:gd name="connsiteX16" fmla="*/ 226219 w 226218"/>
                <a:gd name="connsiteY16" fmla="*/ 0 h 186975"/>
                <a:gd name="connsiteX17" fmla="*/ 136303 w 226218"/>
                <a:gd name="connsiteY17" fmla="*/ 191 h 186975"/>
                <a:gd name="connsiteX18" fmla="*/ 126873 w 226218"/>
                <a:gd name="connsiteY18" fmla="*/ 191 h 186975"/>
                <a:gd name="connsiteX19" fmla="*/ 126873 w 226218"/>
                <a:gd name="connsiteY19" fmla="*/ 74104 h 186975"/>
                <a:gd name="connsiteX20" fmla="*/ 134207 w 226218"/>
                <a:gd name="connsiteY20" fmla="*/ 74104 h 186975"/>
                <a:gd name="connsiteX21" fmla="*/ 114110 w 226218"/>
                <a:gd name="connsiteY21" fmla="*/ 100679 h 186975"/>
                <a:gd name="connsiteX22" fmla="*/ 94012 w 226218"/>
                <a:gd name="connsiteY22" fmla="*/ 74104 h 186975"/>
                <a:gd name="connsiteX23" fmla="*/ 102775 w 226218"/>
                <a:gd name="connsiteY23" fmla="*/ 74104 h 186975"/>
                <a:gd name="connsiteX24" fmla="*/ 102775 w 226218"/>
                <a:gd name="connsiteY24" fmla="*/ 191 h 186975"/>
                <a:gd name="connsiteX25" fmla="*/ 93345 w 226218"/>
                <a:gd name="connsiteY25" fmla="*/ 286 h 186975"/>
                <a:gd name="connsiteX26" fmla="*/ 0 w 226218"/>
                <a:gd name="connsiteY26" fmla="*/ 381 h 186975"/>
                <a:gd name="connsiteX27" fmla="*/ 0 w 226218"/>
                <a:gd name="connsiteY27" fmla="*/ 186976 h 186975"/>
                <a:gd name="connsiteX28" fmla="*/ 226028 w 226218"/>
                <a:gd name="connsiteY28" fmla="*/ 186976 h 186975"/>
                <a:gd name="connsiteX29" fmla="*/ 226028 w 226218"/>
                <a:gd name="connsiteY29" fmla="*/ 0 h 186975"/>
                <a:gd name="connsiteX30" fmla="*/ 226219 w 226218"/>
                <a:gd name="connsiteY30" fmla="*/ 0 h 18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6218" h="186975">
                  <a:moveTo>
                    <a:pt x="216694" y="9525"/>
                  </a:moveTo>
                  <a:lnTo>
                    <a:pt x="216694" y="177451"/>
                  </a:lnTo>
                  <a:lnTo>
                    <a:pt x="9716" y="177451"/>
                  </a:lnTo>
                  <a:lnTo>
                    <a:pt x="9716" y="9906"/>
                  </a:lnTo>
                  <a:lnTo>
                    <a:pt x="93345" y="9811"/>
                  </a:lnTo>
                  <a:lnTo>
                    <a:pt x="93345" y="64579"/>
                  </a:lnTo>
                  <a:lnTo>
                    <a:pt x="74962" y="64579"/>
                  </a:lnTo>
                  <a:lnTo>
                    <a:pt x="86487" y="79820"/>
                  </a:lnTo>
                  <a:lnTo>
                    <a:pt x="106585" y="106394"/>
                  </a:lnTo>
                  <a:lnTo>
                    <a:pt x="114205" y="116491"/>
                  </a:lnTo>
                  <a:lnTo>
                    <a:pt x="121825" y="106394"/>
                  </a:lnTo>
                  <a:lnTo>
                    <a:pt x="141922" y="79820"/>
                  </a:lnTo>
                  <a:lnTo>
                    <a:pt x="153448" y="64579"/>
                  </a:lnTo>
                  <a:lnTo>
                    <a:pt x="136493" y="64579"/>
                  </a:lnTo>
                  <a:lnTo>
                    <a:pt x="136493" y="9716"/>
                  </a:lnTo>
                  <a:lnTo>
                    <a:pt x="216694" y="9525"/>
                  </a:lnTo>
                  <a:moveTo>
                    <a:pt x="226219" y="0"/>
                  </a:moveTo>
                  <a:lnTo>
                    <a:pt x="136303" y="191"/>
                  </a:lnTo>
                  <a:lnTo>
                    <a:pt x="126873" y="191"/>
                  </a:lnTo>
                  <a:lnTo>
                    <a:pt x="126873" y="74104"/>
                  </a:lnTo>
                  <a:lnTo>
                    <a:pt x="134207" y="74104"/>
                  </a:lnTo>
                  <a:lnTo>
                    <a:pt x="114110" y="100679"/>
                  </a:lnTo>
                  <a:lnTo>
                    <a:pt x="94012" y="74104"/>
                  </a:lnTo>
                  <a:lnTo>
                    <a:pt x="102775" y="74104"/>
                  </a:lnTo>
                  <a:lnTo>
                    <a:pt x="102775" y="191"/>
                  </a:lnTo>
                  <a:lnTo>
                    <a:pt x="93345" y="286"/>
                  </a:lnTo>
                  <a:lnTo>
                    <a:pt x="0" y="381"/>
                  </a:lnTo>
                  <a:lnTo>
                    <a:pt x="0" y="186976"/>
                  </a:lnTo>
                  <a:lnTo>
                    <a:pt x="226028" y="186976"/>
                  </a:lnTo>
                  <a:lnTo>
                    <a:pt x="226028" y="0"/>
                  </a:lnTo>
                  <a:lnTo>
                    <a:pt x="226219" y="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C4D058E3-7F43-41F6-850C-82840636B7DB}"/>
                </a:ext>
              </a:extLst>
            </p:cNvPr>
            <p:cNvSpPr/>
            <p:nvPr/>
          </p:nvSpPr>
          <p:spPr>
            <a:xfrm>
              <a:off x="7523161" y="3463385"/>
              <a:ext cx="9429" cy="95"/>
            </a:xfrm>
            <a:custGeom>
              <a:avLst/>
              <a:gdLst>
                <a:gd name="connsiteX0" fmla="*/ 9430 w 9429"/>
                <a:gd name="connsiteY0" fmla="*/ 0 h 95"/>
                <a:gd name="connsiteX1" fmla="*/ 0 w 9429"/>
                <a:gd name="connsiteY1" fmla="*/ 0 h 95"/>
                <a:gd name="connsiteX2" fmla="*/ 0 w 9429"/>
                <a:gd name="connsiteY2" fmla="*/ 95 h 95"/>
                <a:gd name="connsiteX3" fmla="*/ 9430 w 9429"/>
                <a:gd name="connsiteY3" fmla="*/ 0 h 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429" h="95">
                  <a:moveTo>
                    <a:pt x="9430" y="0"/>
                  </a:moveTo>
                  <a:lnTo>
                    <a:pt x="0" y="0"/>
                  </a:lnTo>
                  <a:lnTo>
                    <a:pt x="0" y="95"/>
                  </a:lnTo>
                  <a:lnTo>
                    <a:pt x="9430" y="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485" name="Freeform: Shape 484">
            <a:extLst>
              <a:ext uri="{FF2B5EF4-FFF2-40B4-BE49-F238E27FC236}">
                <a16:creationId xmlns:a16="http://schemas.microsoft.com/office/drawing/2014/main" id="{B926C33C-9276-41A0-8C01-11176120E058}"/>
              </a:ext>
            </a:extLst>
          </p:cNvPr>
          <p:cNvSpPr/>
          <p:nvPr/>
        </p:nvSpPr>
        <p:spPr>
          <a:xfrm>
            <a:off x="10322284" y="4087592"/>
            <a:ext cx="228504" cy="228504"/>
          </a:xfrm>
          <a:custGeom>
            <a:avLst/>
            <a:gdLst>
              <a:gd name="connsiteX0" fmla="*/ 193453 w 228504"/>
              <a:gd name="connsiteY0" fmla="*/ 9525 h 228504"/>
              <a:gd name="connsiteX1" fmla="*/ 193453 w 228504"/>
              <a:gd name="connsiteY1" fmla="*/ 25527 h 228504"/>
              <a:gd name="connsiteX2" fmla="*/ 193453 w 228504"/>
              <a:gd name="connsiteY2" fmla="*/ 35052 h 228504"/>
              <a:gd name="connsiteX3" fmla="*/ 202978 w 228504"/>
              <a:gd name="connsiteY3" fmla="*/ 35052 h 228504"/>
              <a:gd name="connsiteX4" fmla="*/ 218980 w 228504"/>
              <a:gd name="connsiteY4" fmla="*/ 35052 h 228504"/>
              <a:gd name="connsiteX5" fmla="*/ 218980 w 228504"/>
              <a:gd name="connsiteY5" fmla="*/ 193453 h 228504"/>
              <a:gd name="connsiteX6" fmla="*/ 202978 w 228504"/>
              <a:gd name="connsiteY6" fmla="*/ 193453 h 228504"/>
              <a:gd name="connsiteX7" fmla="*/ 193453 w 228504"/>
              <a:gd name="connsiteY7" fmla="*/ 193453 h 228504"/>
              <a:gd name="connsiteX8" fmla="*/ 193453 w 228504"/>
              <a:gd name="connsiteY8" fmla="*/ 202978 h 228504"/>
              <a:gd name="connsiteX9" fmla="*/ 193453 w 228504"/>
              <a:gd name="connsiteY9" fmla="*/ 218980 h 228504"/>
              <a:gd name="connsiteX10" fmla="*/ 35052 w 228504"/>
              <a:gd name="connsiteY10" fmla="*/ 218980 h 228504"/>
              <a:gd name="connsiteX11" fmla="*/ 35052 w 228504"/>
              <a:gd name="connsiteY11" fmla="*/ 202978 h 228504"/>
              <a:gd name="connsiteX12" fmla="*/ 35052 w 228504"/>
              <a:gd name="connsiteY12" fmla="*/ 193453 h 228504"/>
              <a:gd name="connsiteX13" fmla="*/ 25527 w 228504"/>
              <a:gd name="connsiteY13" fmla="*/ 193453 h 228504"/>
              <a:gd name="connsiteX14" fmla="*/ 9525 w 228504"/>
              <a:gd name="connsiteY14" fmla="*/ 193453 h 228504"/>
              <a:gd name="connsiteX15" fmla="*/ 9525 w 228504"/>
              <a:gd name="connsiteY15" fmla="*/ 35052 h 228504"/>
              <a:gd name="connsiteX16" fmla="*/ 25527 w 228504"/>
              <a:gd name="connsiteY16" fmla="*/ 35052 h 228504"/>
              <a:gd name="connsiteX17" fmla="*/ 35052 w 228504"/>
              <a:gd name="connsiteY17" fmla="*/ 35052 h 228504"/>
              <a:gd name="connsiteX18" fmla="*/ 35052 w 228504"/>
              <a:gd name="connsiteY18" fmla="*/ 25527 h 228504"/>
              <a:gd name="connsiteX19" fmla="*/ 35052 w 228504"/>
              <a:gd name="connsiteY19" fmla="*/ 9525 h 228504"/>
              <a:gd name="connsiteX20" fmla="*/ 193453 w 228504"/>
              <a:gd name="connsiteY20" fmla="*/ 9525 h 228504"/>
              <a:gd name="connsiteX21" fmla="*/ 202978 w 228504"/>
              <a:gd name="connsiteY21" fmla="*/ 0 h 228504"/>
              <a:gd name="connsiteX22" fmla="*/ 25527 w 228504"/>
              <a:gd name="connsiteY22" fmla="*/ 0 h 228504"/>
              <a:gd name="connsiteX23" fmla="*/ 25527 w 228504"/>
              <a:gd name="connsiteY23" fmla="*/ 25527 h 228504"/>
              <a:gd name="connsiteX24" fmla="*/ 0 w 228504"/>
              <a:gd name="connsiteY24" fmla="*/ 25527 h 228504"/>
              <a:gd name="connsiteX25" fmla="*/ 0 w 228504"/>
              <a:gd name="connsiteY25" fmla="*/ 202978 h 228504"/>
              <a:gd name="connsiteX26" fmla="*/ 25527 w 228504"/>
              <a:gd name="connsiteY26" fmla="*/ 202978 h 228504"/>
              <a:gd name="connsiteX27" fmla="*/ 25527 w 228504"/>
              <a:gd name="connsiteY27" fmla="*/ 228505 h 228504"/>
              <a:gd name="connsiteX28" fmla="*/ 202978 w 228504"/>
              <a:gd name="connsiteY28" fmla="*/ 228505 h 228504"/>
              <a:gd name="connsiteX29" fmla="*/ 202978 w 228504"/>
              <a:gd name="connsiteY29" fmla="*/ 202978 h 228504"/>
              <a:gd name="connsiteX30" fmla="*/ 228505 w 228504"/>
              <a:gd name="connsiteY30" fmla="*/ 202978 h 228504"/>
              <a:gd name="connsiteX31" fmla="*/ 228505 w 228504"/>
              <a:gd name="connsiteY31" fmla="*/ 25527 h 228504"/>
              <a:gd name="connsiteX32" fmla="*/ 202978 w 228504"/>
              <a:gd name="connsiteY32" fmla="*/ 25527 h 228504"/>
              <a:gd name="connsiteX33" fmla="*/ 202978 w 228504"/>
              <a:gd name="connsiteY33" fmla="*/ 0 h 228504"/>
              <a:gd name="connsiteX34" fmla="*/ 202978 w 228504"/>
              <a:gd name="connsiteY34" fmla="*/ 0 h 228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228504" h="228504">
                <a:moveTo>
                  <a:pt x="193453" y="9525"/>
                </a:moveTo>
                <a:lnTo>
                  <a:pt x="193453" y="25527"/>
                </a:lnTo>
                <a:lnTo>
                  <a:pt x="193453" y="35052"/>
                </a:lnTo>
                <a:lnTo>
                  <a:pt x="202978" y="35052"/>
                </a:lnTo>
                <a:lnTo>
                  <a:pt x="218980" y="35052"/>
                </a:lnTo>
                <a:lnTo>
                  <a:pt x="218980" y="193453"/>
                </a:lnTo>
                <a:lnTo>
                  <a:pt x="202978" y="193453"/>
                </a:lnTo>
                <a:lnTo>
                  <a:pt x="193453" y="193453"/>
                </a:lnTo>
                <a:lnTo>
                  <a:pt x="193453" y="202978"/>
                </a:lnTo>
                <a:lnTo>
                  <a:pt x="193453" y="218980"/>
                </a:lnTo>
                <a:lnTo>
                  <a:pt x="35052" y="218980"/>
                </a:lnTo>
                <a:lnTo>
                  <a:pt x="35052" y="202978"/>
                </a:lnTo>
                <a:lnTo>
                  <a:pt x="35052" y="193453"/>
                </a:lnTo>
                <a:lnTo>
                  <a:pt x="25527" y="193453"/>
                </a:lnTo>
                <a:lnTo>
                  <a:pt x="9525" y="193453"/>
                </a:lnTo>
                <a:lnTo>
                  <a:pt x="9525" y="35052"/>
                </a:lnTo>
                <a:lnTo>
                  <a:pt x="25527" y="35052"/>
                </a:lnTo>
                <a:lnTo>
                  <a:pt x="35052" y="35052"/>
                </a:lnTo>
                <a:lnTo>
                  <a:pt x="35052" y="25527"/>
                </a:lnTo>
                <a:lnTo>
                  <a:pt x="35052" y="9525"/>
                </a:lnTo>
                <a:lnTo>
                  <a:pt x="193453" y="9525"/>
                </a:lnTo>
                <a:moveTo>
                  <a:pt x="202978" y="0"/>
                </a:moveTo>
                <a:lnTo>
                  <a:pt x="25527" y="0"/>
                </a:lnTo>
                <a:lnTo>
                  <a:pt x="25527" y="25527"/>
                </a:lnTo>
                <a:lnTo>
                  <a:pt x="0" y="25527"/>
                </a:lnTo>
                <a:lnTo>
                  <a:pt x="0" y="202978"/>
                </a:lnTo>
                <a:lnTo>
                  <a:pt x="25527" y="202978"/>
                </a:lnTo>
                <a:lnTo>
                  <a:pt x="25527" y="228505"/>
                </a:lnTo>
                <a:lnTo>
                  <a:pt x="202978" y="228505"/>
                </a:lnTo>
                <a:lnTo>
                  <a:pt x="202978" y="202978"/>
                </a:lnTo>
                <a:lnTo>
                  <a:pt x="228505" y="202978"/>
                </a:lnTo>
                <a:lnTo>
                  <a:pt x="228505" y="25527"/>
                </a:lnTo>
                <a:lnTo>
                  <a:pt x="202978" y="25527"/>
                </a:lnTo>
                <a:lnTo>
                  <a:pt x="202978" y="0"/>
                </a:lnTo>
                <a:lnTo>
                  <a:pt x="202978" y="0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486" name="Freeform: Shape 485">
            <a:extLst>
              <a:ext uri="{FF2B5EF4-FFF2-40B4-BE49-F238E27FC236}">
                <a16:creationId xmlns:a16="http://schemas.microsoft.com/office/drawing/2014/main" id="{1C160D6B-0EE6-4E8F-AD03-8D3DB8A8DA52}"/>
              </a:ext>
            </a:extLst>
          </p:cNvPr>
          <p:cNvSpPr/>
          <p:nvPr/>
        </p:nvSpPr>
        <p:spPr>
          <a:xfrm>
            <a:off x="10375577" y="4140837"/>
            <a:ext cx="121919" cy="121920"/>
          </a:xfrm>
          <a:custGeom>
            <a:avLst/>
            <a:gdLst>
              <a:gd name="connsiteX0" fmla="*/ 79724 w 121919"/>
              <a:gd name="connsiteY0" fmla="*/ 9525 h 121920"/>
              <a:gd name="connsiteX1" fmla="*/ 79724 w 121919"/>
              <a:gd name="connsiteY1" fmla="*/ 32671 h 121920"/>
              <a:gd name="connsiteX2" fmla="*/ 79724 w 121919"/>
              <a:gd name="connsiteY2" fmla="*/ 42196 h 121920"/>
              <a:gd name="connsiteX3" fmla="*/ 89249 w 121919"/>
              <a:gd name="connsiteY3" fmla="*/ 42196 h 121920"/>
              <a:gd name="connsiteX4" fmla="*/ 112395 w 121919"/>
              <a:gd name="connsiteY4" fmla="*/ 42196 h 121920"/>
              <a:gd name="connsiteX5" fmla="*/ 112395 w 121919"/>
              <a:gd name="connsiteY5" fmla="*/ 79724 h 121920"/>
              <a:gd name="connsiteX6" fmla="*/ 89249 w 121919"/>
              <a:gd name="connsiteY6" fmla="*/ 79724 h 121920"/>
              <a:gd name="connsiteX7" fmla="*/ 79724 w 121919"/>
              <a:gd name="connsiteY7" fmla="*/ 79724 h 121920"/>
              <a:gd name="connsiteX8" fmla="*/ 79724 w 121919"/>
              <a:gd name="connsiteY8" fmla="*/ 89249 h 121920"/>
              <a:gd name="connsiteX9" fmla="*/ 79724 w 121919"/>
              <a:gd name="connsiteY9" fmla="*/ 112395 h 121920"/>
              <a:gd name="connsiteX10" fmla="*/ 42196 w 121919"/>
              <a:gd name="connsiteY10" fmla="*/ 112395 h 121920"/>
              <a:gd name="connsiteX11" fmla="*/ 42196 w 121919"/>
              <a:gd name="connsiteY11" fmla="*/ 89249 h 121920"/>
              <a:gd name="connsiteX12" fmla="*/ 42196 w 121919"/>
              <a:gd name="connsiteY12" fmla="*/ 79724 h 121920"/>
              <a:gd name="connsiteX13" fmla="*/ 32671 w 121919"/>
              <a:gd name="connsiteY13" fmla="*/ 79724 h 121920"/>
              <a:gd name="connsiteX14" fmla="*/ 9525 w 121919"/>
              <a:gd name="connsiteY14" fmla="*/ 79724 h 121920"/>
              <a:gd name="connsiteX15" fmla="*/ 9525 w 121919"/>
              <a:gd name="connsiteY15" fmla="*/ 42196 h 121920"/>
              <a:gd name="connsiteX16" fmla="*/ 32671 w 121919"/>
              <a:gd name="connsiteY16" fmla="*/ 42196 h 121920"/>
              <a:gd name="connsiteX17" fmla="*/ 42196 w 121919"/>
              <a:gd name="connsiteY17" fmla="*/ 42196 h 121920"/>
              <a:gd name="connsiteX18" fmla="*/ 42196 w 121919"/>
              <a:gd name="connsiteY18" fmla="*/ 32671 h 121920"/>
              <a:gd name="connsiteX19" fmla="*/ 42196 w 121919"/>
              <a:gd name="connsiteY19" fmla="*/ 9525 h 121920"/>
              <a:gd name="connsiteX20" fmla="*/ 79724 w 121919"/>
              <a:gd name="connsiteY20" fmla="*/ 9525 h 121920"/>
              <a:gd name="connsiteX21" fmla="*/ 89249 w 121919"/>
              <a:gd name="connsiteY21" fmla="*/ 0 h 121920"/>
              <a:gd name="connsiteX22" fmla="*/ 32671 w 121919"/>
              <a:gd name="connsiteY22" fmla="*/ 0 h 121920"/>
              <a:gd name="connsiteX23" fmla="*/ 32671 w 121919"/>
              <a:gd name="connsiteY23" fmla="*/ 32671 h 121920"/>
              <a:gd name="connsiteX24" fmla="*/ 0 w 121919"/>
              <a:gd name="connsiteY24" fmla="*/ 32671 h 121920"/>
              <a:gd name="connsiteX25" fmla="*/ 0 w 121919"/>
              <a:gd name="connsiteY25" fmla="*/ 89249 h 121920"/>
              <a:gd name="connsiteX26" fmla="*/ 32671 w 121919"/>
              <a:gd name="connsiteY26" fmla="*/ 89249 h 121920"/>
              <a:gd name="connsiteX27" fmla="*/ 32671 w 121919"/>
              <a:gd name="connsiteY27" fmla="*/ 121920 h 121920"/>
              <a:gd name="connsiteX28" fmla="*/ 89249 w 121919"/>
              <a:gd name="connsiteY28" fmla="*/ 121920 h 121920"/>
              <a:gd name="connsiteX29" fmla="*/ 89249 w 121919"/>
              <a:gd name="connsiteY29" fmla="*/ 89249 h 121920"/>
              <a:gd name="connsiteX30" fmla="*/ 121920 w 121919"/>
              <a:gd name="connsiteY30" fmla="*/ 89249 h 121920"/>
              <a:gd name="connsiteX31" fmla="*/ 121920 w 121919"/>
              <a:gd name="connsiteY31" fmla="*/ 32671 h 121920"/>
              <a:gd name="connsiteX32" fmla="*/ 89249 w 121919"/>
              <a:gd name="connsiteY32" fmla="*/ 32671 h 121920"/>
              <a:gd name="connsiteX33" fmla="*/ 89249 w 121919"/>
              <a:gd name="connsiteY33" fmla="*/ 0 h 121920"/>
              <a:gd name="connsiteX34" fmla="*/ 89249 w 121919"/>
              <a:gd name="connsiteY34" fmla="*/ 0 h 121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21919" h="121920">
                <a:moveTo>
                  <a:pt x="79724" y="9525"/>
                </a:moveTo>
                <a:lnTo>
                  <a:pt x="79724" y="32671"/>
                </a:lnTo>
                <a:lnTo>
                  <a:pt x="79724" y="42196"/>
                </a:lnTo>
                <a:lnTo>
                  <a:pt x="89249" y="42196"/>
                </a:lnTo>
                <a:lnTo>
                  <a:pt x="112395" y="42196"/>
                </a:lnTo>
                <a:lnTo>
                  <a:pt x="112395" y="79724"/>
                </a:lnTo>
                <a:lnTo>
                  <a:pt x="89249" y="79724"/>
                </a:lnTo>
                <a:lnTo>
                  <a:pt x="79724" y="79724"/>
                </a:lnTo>
                <a:lnTo>
                  <a:pt x="79724" y="89249"/>
                </a:lnTo>
                <a:lnTo>
                  <a:pt x="79724" y="112395"/>
                </a:lnTo>
                <a:lnTo>
                  <a:pt x="42196" y="112395"/>
                </a:lnTo>
                <a:lnTo>
                  <a:pt x="42196" y="89249"/>
                </a:lnTo>
                <a:lnTo>
                  <a:pt x="42196" y="79724"/>
                </a:lnTo>
                <a:lnTo>
                  <a:pt x="32671" y="79724"/>
                </a:lnTo>
                <a:lnTo>
                  <a:pt x="9525" y="79724"/>
                </a:lnTo>
                <a:lnTo>
                  <a:pt x="9525" y="42196"/>
                </a:lnTo>
                <a:lnTo>
                  <a:pt x="32671" y="42196"/>
                </a:lnTo>
                <a:lnTo>
                  <a:pt x="42196" y="42196"/>
                </a:lnTo>
                <a:lnTo>
                  <a:pt x="42196" y="32671"/>
                </a:lnTo>
                <a:lnTo>
                  <a:pt x="42196" y="9525"/>
                </a:lnTo>
                <a:lnTo>
                  <a:pt x="79724" y="9525"/>
                </a:lnTo>
                <a:moveTo>
                  <a:pt x="89249" y="0"/>
                </a:move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89249"/>
                </a:lnTo>
                <a:lnTo>
                  <a:pt x="32671" y="89249"/>
                </a:lnTo>
                <a:lnTo>
                  <a:pt x="32671" y="121920"/>
                </a:lnTo>
                <a:lnTo>
                  <a:pt x="89249" y="121920"/>
                </a:lnTo>
                <a:lnTo>
                  <a:pt x="89249" y="89249"/>
                </a:lnTo>
                <a:lnTo>
                  <a:pt x="121920" y="89249"/>
                </a:lnTo>
                <a:lnTo>
                  <a:pt x="121920" y="32671"/>
                </a:lnTo>
                <a:lnTo>
                  <a:pt x="89249" y="32671"/>
                </a:lnTo>
                <a:lnTo>
                  <a:pt x="89249" y="0"/>
                </a:lnTo>
                <a:lnTo>
                  <a:pt x="89249" y="0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487" name="Freeform: Shape 486">
            <a:extLst>
              <a:ext uri="{FF2B5EF4-FFF2-40B4-BE49-F238E27FC236}">
                <a16:creationId xmlns:a16="http://schemas.microsoft.com/office/drawing/2014/main" id="{8763974E-DB70-4681-A892-18F9A5DF6732}"/>
              </a:ext>
            </a:extLst>
          </p:cNvPr>
          <p:cNvSpPr/>
          <p:nvPr/>
        </p:nvSpPr>
        <p:spPr>
          <a:xfrm>
            <a:off x="1805302" y="4865398"/>
            <a:ext cx="227458" cy="176117"/>
          </a:xfrm>
          <a:custGeom>
            <a:avLst/>
            <a:gdLst>
              <a:gd name="connsiteX0" fmla="*/ 165165 w 227458"/>
              <a:gd name="connsiteY0" fmla="*/ 53435 h 176117"/>
              <a:gd name="connsiteX1" fmla="*/ 165165 w 227458"/>
              <a:gd name="connsiteY1" fmla="*/ 62960 h 176117"/>
              <a:gd name="connsiteX2" fmla="*/ 217934 w 227458"/>
              <a:gd name="connsiteY2" fmla="*/ 116396 h 176117"/>
              <a:gd name="connsiteX3" fmla="*/ 187835 w 227458"/>
              <a:gd name="connsiteY3" fmla="*/ 166307 h 176117"/>
              <a:gd name="connsiteX4" fmla="*/ 40197 w 227458"/>
              <a:gd name="connsiteY4" fmla="*/ 166783 h 176117"/>
              <a:gd name="connsiteX5" fmla="*/ 18290 w 227458"/>
              <a:gd name="connsiteY5" fmla="*/ 152781 h 176117"/>
              <a:gd name="connsiteX6" fmla="*/ 9527 w 227458"/>
              <a:gd name="connsiteY6" fmla="*/ 128016 h 176117"/>
              <a:gd name="connsiteX7" fmla="*/ 2 w 227458"/>
              <a:gd name="connsiteY7" fmla="*/ 127921 h 176117"/>
              <a:gd name="connsiteX8" fmla="*/ 10955 w 227458"/>
              <a:gd name="connsiteY8" fmla="*/ 158782 h 176117"/>
              <a:gd name="connsiteX9" fmla="*/ 37816 w 227458"/>
              <a:gd name="connsiteY9" fmla="*/ 175927 h 176117"/>
              <a:gd name="connsiteX10" fmla="*/ 40102 w 227458"/>
              <a:gd name="connsiteY10" fmla="*/ 176117 h 176117"/>
              <a:gd name="connsiteX11" fmla="*/ 188882 w 227458"/>
              <a:gd name="connsiteY11" fmla="*/ 175736 h 176117"/>
              <a:gd name="connsiteX12" fmla="*/ 190883 w 227458"/>
              <a:gd name="connsiteY12" fmla="*/ 175260 h 176117"/>
              <a:gd name="connsiteX13" fmla="*/ 227459 w 227458"/>
              <a:gd name="connsiteY13" fmla="*/ 116300 h 176117"/>
              <a:gd name="connsiteX14" fmla="*/ 165165 w 227458"/>
              <a:gd name="connsiteY14" fmla="*/ 53435 h 176117"/>
              <a:gd name="connsiteX15" fmla="*/ 13432 w 227458"/>
              <a:gd name="connsiteY15" fmla="*/ 94012 h 176117"/>
              <a:gd name="connsiteX16" fmla="*/ 15908 w 227458"/>
              <a:gd name="connsiteY16" fmla="*/ 94583 h 176117"/>
              <a:gd name="connsiteX17" fmla="*/ 17337 w 227458"/>
              <a:gd name="connsiteY17" fmla="*/ 98012 h 176117"/>
              <a:gd name="connsiteX18" fmla="*/ 18480 w 227458"/>
              <a:gd name="connsiteY18" fmla="*/ 100393 h 176117"/>
              <a:gd name="connsiteX19" fmla="*/ 14765 w 227458"/>
              <a:gd name="connsiteY19" fmla="*/ 107061 h 176117"/>
              <a:gd name="connsiteX20" fmla="*/ 10860 w 227458"/>
              <a:gd name="connsiteY20" fmla="*/ 114586 h 176117"/>
              <a:gd name="connsiteX21" fmla="*/ 16956 w 227458"/>
              <a:gd name="connsiteY21" fmla="*/ 120491 h 176117"/>
              <a:gd name="connsiteX22" fmla="*/ 29910 w 227458"/>
              <a:gd name="connsiteY22" fmla="*/ 132398 h 176117"/>
              <a:gd name="connsiteX23" fmla="*/ 35720 w 227458"/>
              <a:gd name="connsiteY23" fmla="*/ 137065 h 176117"/>
              <a:gd name="connsiteX24" fmla="*/ 42388 w 227458"/>
              <a:gd name="connsiteY24" fmla="*/ 133541 h 176117"/>
              <a:gd name="connsiteX25" fmla="*/ 47150 w 227458"/>
              <a:gd name="connsiteY25" fmla="*/ 130874 h 176117"/>
              <a:gd name="connsiteX26" fmla="*/ 49151 w 227458"/>
              <a:gd name="connsiteY26" fmla="*/ 129731 h 176117"/>
              <a:gd name="connsiteX27" fmla="*/ 55532 w 227458"/>
              <a:gd name="connsiteY27" fmla="*/ 132398 h 176117"/>
              <a:gd name="connsiteX28" fmla="*/ 56104 w 227458"/>
              <a:gd name="connsiteY28" fmla="*/ 134684 h 176117"/>
              <a:gd name="connsiteX29" fmla="*/ 57723 w 227458"/>
              <a:gd name="connsiteY29" fmla="*/ 140208 h 176117"/>
              <a:gd name="connsiteX30" fmla="*/ 60390 w 227458"/>
              <a:gd name="connsiteY30" fmla="*/ 147828 h 176117"/>
              <a:gd name="connsiteX31" fmla="*/ 93918 w 227458"/>
              <a:gd name="connsiteY31" fmla="*/ 147828 h 176117"/>
              <a:gd name="connsiteX32" fmla="*/ 96585 w 227458"/>
              <a:gd name="connsiteY32" fmla="*/ 140113 h 176117"/>
              <a:gd name="connsiteX33" fmla="*/ 98204 w 227458"/>
              <a:gd name="connsiteY33" fmla="*/ 134302 h 176117"/>
              <a:gd name="connsiteX34" fmla="*/ 98585 w 227458"/>
              <a:gd name="connsiteY34" fmla="*/ 132779 h 176117"/>
              <a:gd name="connsiteX35" fmla="*/ 105158 w 227458"/>
              <a:gd name="connsiteY35" fmla="*/ 130302 h 176117"/>
              <a:gd name="connsiteX36" fmla="*/ 112682 w 227458"/>
              <a:gd name="connsiteY36" fmla="*/ 134302 h 176117"/>
              <a:gd name="connsiteX37" fmla="*/ 119731 w 227458"/>
              <a:gd name="connsiteY37" fmla="*/ 137636 h 176117"/>
              <a:gd name="connsiteX38" fmla="*/ 125446 w 227458"/>
              <a:gd name="connsiteY38" fmla="*/ 132302 h 176117"/>
              <a:gd name="connsiteX39" fmla="*/ 138019 w 227458"/>
              <a:gd name="connsiteY39" fmla="*/ 120015 h 176117"/>
              <a:gd name="connsiteX40" fmla="*/ 144305 w 227458"/>
              <a:gd name="connsiteY40" fmla="*/ 113252 h 176117"/>
              <a:gd name="connsiteX41" fmla="*/ 138971 w 227458"/>
              <a:gd name="connsiteY41" fmla="*/ 105727 h 176117"/>
              <a:gd name="connsiteX42" fmla="*/ 136876 w 227458"/>
              <a:gd name="connsiteY42" fmla="*/ 102394 h 176117"/>
              <a:gd name="connsiteX43" fmla="*/ 136114 w 227458"/>
              <a:gd name="connsiteY43" fmla="*/ 101060 h 176117"/>
              <a:gd name="connsiteX44" fmla="*/ 137543 w 227458"/>
              <a:gd name="connsiteY44" fmla="*/ 97726 h 176117"/>
              <a:gd name="connsiteX45" fmla="*/ 138400 w 227458"/>
              <a:gd name="connsiteY45" fmla="*/ 95536 h 176117"/>
              <a:gd name="connsiteX46" fmla="*/ 141543 w 227458"/>
              <a:gd name="connsiteY46" fmla="*/ 94679 h 176117"/>
              <a:gd name="connsiteX47" fmla="*/ 154402 w 227458"/>
              <a:gd name="connsiteY47" fmla="*/ 91250 h 176117"/>
              <a:gd name="connsiteX48" fmla="*/ 154402 w 227458"/>
              <a:gd name="connsiteY48" fmla="*/ 57245 h 176117"/>
              <a:gd name="connsiteX49" fmla="*/ 145734 w 227458"/>
              <a:gd name="connsiteY49" fmla="*/ 55054 h 176117"/>
              <a:gd name="connsiteX50" fmla="*/ 141353 w 227458"/>
              <a:gd name="connsiteY50" fmla="*/ 53912 h 176117"/>
              <a:gd name="connsiteX51" fmla="*/ 138019 w 227458"/>
              <a:gd name="connsiteY51" fmla="*/ 53054 h 176117"/>
              <a:gd name="connsiteX52" fmla="*/ 136209 w 227458"/>
              <a:gd name="connsiteY52" fmla="*/ 48101 h 176117"/>
              <a:gd name="connsiteX53" fmla="*/ 140210 w 227458"/>
              <a:gd name="connsiteY53" fmla="*/ 41434 h 176117"/>
              <a:gd name="connsiteX54" fmla="*/ 144877 w 227458"/>
              <a:gd name="connsiteY54" fmla="*/ 33338 h 176117"/>
              <a:gd name="connsiteX55" fmla="*/ 137828 w 227458"/>
              <a:gd name="connsiteY55" fmla="*/ 27146 h 176117"/>
              <a:gd name="connsiteX56" fmla="*/ 132304 w 227458"/>
              <a:gd name="connsiteY56" fmla="*/ 21908 h 176117"/>
              <a:gd name="connsiteX57" fmla="*/ 124398 w 227458"/>
              <a:gd name="connsiteY57" fmla="*/ 15050 h 176117"/>
              <a:gd name="connsiteX58" fmla="*/ 118778 w 227458"/>
              <a:gd name="connsiteY58" fmla="*/ 11144 h 176117"/>
              <a:gd name="connsiteX59" fmla="*/ 112682 w 227458"/>
              <a:gd name="connsiteY59" fmla="*/ 14192 h 176117"/>
              <a:gd name="connsiteX60" fmla="*/ 107444 w 227458"/>
              <a:gd name="connsiteY60" fmla="*/ 17145 h 176117"/>
              <a:gd name="connsiteX61" fmla="*/ 106015 w 227458"/>
              <a:gd name="connsiteY61" fmla="*/ 18002 h 176117"/>
              <a:gd name="connsiteX62" fmla="*/ 101919 w 227458"/>
              <a:gd name="connsiteY62" fmla="*/ 16288 h 176117"/>
              <a:gd name="connsiteX63" fmla="*/ 99252 w 227458"/>
              <a:gd name="connsiteY63" fmla="*/ 15335 h 176117"/>
              <a:gd name="connsiteX64" fmla="*/ 96966 w 227458"/>
              <a:gd name="connsiteY64" fmla="*/ 7811 h 176117"/>
              <a:gd name="connsiteX65" fmla="*/ 94394 w 227458"/>
              <a:gd name="connsiteY65" fmla="*/ 0 h 176117"/>
              <a:gd name="connsiteX66" fmla="*/ 60676 w 227458"/>
              <a:gd name="connsiteY66" fmla="*/ 0 h 176117"/>
              <a:gd name="connsiteX67" fmla="*/ 58199 w 227458"/>
              <a:gd name="connsiteY67" fmla="*/ 8096 h 176117"/>
              <a:gd name="connsiteX68" fmla="*/ 56771 w 227458"/>
              <a:gd name="connsiteY68" fmla="*/ 13145 h 176117"/>
              <a:gd name="connsiteX69" fmla="*/ 56104 w 227458"/>
              <a:gd name="connsiteY69" fmla="*/ 15526 h 176117"/>
              <a:gd name="connsiteX70" fmla="*/ 50103 w 227458"/>
              <a:gd name="connsiteY70" fmla="*/ 17812 h 176117"/>
              <a:gd name="connsiteX71" fmla="*/ 42102 w 227458"/>
              <a:gd name="connsiteY71" fmla="*/ 13621 h 176117"/>
              <a:gd name="connsiteX72" fmla="*/ 35054 w 227458"/>
              <a:gd name="connsiteY72" fmla="*/ 10287 h 176117"/>
              <a:gd name="connsiteX73" fmla="*/ 29339 w 227458"/>
              <a:gd name="connsiteY73" fmla="*/ 15621 h 176117"/>
              <a:gd name="connsiteX74" fmla="*/ 16670 w 227458"/>
              <a:gd name="connsiteY74" fmla="*/ 27908 h 176117"/>
              <a:gd name="connsiteX75" fmla="*/ 10193 w 227458"/>
              <a:gd name="connsiteY75" fmla="*/ 34766 h 176117"/>
              <a:gd name="connsiteX76" fmla="*/ 15718 w 227458"/>
              <a:gd name="connsiteY76" fmla="*/ 42386 h 176117"/>
              <a:gd name="connsiteX77" fmla="*/ 18671 w 227458"/>
              <a:gd name="connsiteY77" fmla="*/ 47054 h 176117"/>
              <a:gd name="connsiteX78" fmla="*/ 17242 w 227458"/>
              <a:gd name="connsiteY78" fmla="*/ 50102 h 176117"/>
              <a:gd name="connsiteX79" fmla="*/ 16099 w 227458"/>
              <a:gd name="connsiteY79" fmla="*/ 52578 h 176117"/>
              <a:gd name="connsiteX80" fmla="*/ 12860 w 227458"/>
              <a:gd name="connsiteY80" fmla="*/ 53435 h 176117"/>
              <a:gd name="connsiteX81" fmla="*/ 287 w 227458"/>
              <a:gd name="connsiteY81" fmla="*/ 56674 h 176117"/>
              <a:gd name="connsiteX82" fmla="*/ 287 w 227458"/>
              <a:gd name="connsiteY82" fmla="*/ 90583 h 176117"/>
              <a:gd name="connsiteX83" fmla="*/ 8955 w 227458"/>
              <a:gd name="connsiteY83" fmla="*/ 92774 h 176117"/>
              <a:gd name="connsiteX84" fmla="*/ 13432 w 227458"/>
              <a:gd name="connsiteY84" fmla="*/ 94012 h 176117"/>
              <a:gd name="connsiteX85" fmla="*/ 9812 w 227458"/>
              <a:gd name="connsiteY85" fmla="*/ 64008 h 176117"/>
              <a:gd name="connsiteX86" fmla="*/ 15623 w 227458"/>
              <a:gd name="connsiteY86" fmla="*/ 62389 h 176117"/>
              <a:gd name="connsiteX87" fmla="*/ 20480 w 227458"/>
              <a:gd name="connsiteY87" fmla="*/ 61246 h 176117"/>
              <a:gd name="connsiteX88" fmla="*/ 22862 w 227458"/>
              <a:gd name="connsiteY88" fmla="*/ 60769 h 176117"/>
              <a:gd name="connsiteX89" fmla="*/ 23909 w 227458"/>
              <a:gd name="connsiteY89" fmla="*/ 58579 h 176117"/>
              <a:gd name="connsiteX90" fmla="*/ 26195 w 227458"/>
              <a:gd name="connsiteY90" fmla="*/ 53626 h 176117"/>
              <a:gd name="connsiteX91" fmla="*/ 28481 w 227458"/>
              <a:gd name="connsiteY91" fmla="*/ 48958 h 176117"/>
              <a:gd name="connsiteX92" fmla="*/ 29815 w 227458"/>
              <a:gd name="connsiteY92" fmla="*/ 46577 h 176117"/>
              <a:gd name="connsiteX93" fmla="*/ 28481 w 227458"/>
              <a:gd name="connsiteY93" fmla="*/ 44196 h 176117"/>
              <a:gd name="connsiteX94" fmla="*/ 23719 w 227458"/>
              <a:gd name="connsiteY94" fmla="*/ 36481 h 176117"/>
              <a:gd name="connsiteX95" fmla="*/ 22766 w 227458"/>
              <a:gd name="connsiteY95" fmla="*/ 35242 h 176117"/>
              <a:gd name="connsiteX96" fmla="*/ 23814 w 227458"/>
              <a:gd name="connsiteY96" fmla="*/ 34100 h 176117"/>
              <a:gd name="connsiteX97" fmla="*/ 36006 w 227458"/>
              <a:gd name="connsiteY97" fmla="*/ 22288 h 176117"/>
              <a:gd name="connsiteX98" fmla="*/ 36959 w 227458"/>
              <a:gd name="connsiteY98" fmla="*/ 21431 h 176117"/>
              <a:gd name="connsiteX99" fmla="*/ 38102 w 227458"/>
              <a:gd name="connsiteY99" fmla="*/ 22003 h 176117"/>
              <a:gd name="connsiteX100" fmla="*/ 47150 w 227458"/>
              <a:gd name="connsiteY100" fmla="*/ 26956 h 176117"/>
              <a:gd name="connsiteX101" fmla="*/ 49246 w 227458"/>
              <a:gd name="connsiteY101" fmla="*/ 28289 h 176117"/>
              <a:gd name="connsiteX102" fmla="*/ 51532 w 227458"/>
              <a:gd name="connsiteY102" fmla="*/ 27337 h 176117"/>
              <a:gd name="connsiteX103" fmla="*/ 61533 w 227458"/>
              <a:gd name="connsiteY103" fmla="*/ 23527 h 176117"/>
              <a:gd name="connsiteX104" fmla="*/ 64010 w 227458"/>
              <a:gd name="connsiteY104" fmla="*/ 22765 h 176117"/>
              <a:gd name="connsiteX105" fmla="*/ 66105 w 227458"/>
              <a:gd name="connsiteY105" fmla="*/ 15431 h 176117"/>
              <a:gd name="connsiteX106" fmla="*/ 67439 w 227458"/>
              <a:gd name="connsiteY106" fmla="*/ 10668 h 176117"/>
              <a:gd name="connsiteX107" fmla="*/ 67820 w 227458"/>
              <a:gd name="connsiteY107" fmla="*/ 9334 h 176117"/>
              <a:gd name="connsiteX108" fmla="*/ 87632 w 227458"/>
              <a:gd name="connsiteY108" fmla="*/ 9334 h 176117"/>
              <a:gd name="connsiteX109" fmla="*/ 88108 w 227458"/>
              <a:gd name="connsiteY109" fmla="*/ 10668 h 176117"/>
              <a:gd name="connsiteX110" fmla="*/ 90870 w 227458"/>
              <a:gd name="connsiteY110" fmla="*/ 20098 h 176117"/>
              <a:gd name="connsiteX111" fmla="*/ 91537 w 227458"/>
              <a:gd name="connsiteY111" fmla="*/ 22384 h 176117"/>
              <a:gd name="connsiteX112" fmla="*/ 98776 w 227458"/>
              <a:gd name="connsiteY112" fmla="*/ 25051 h 176117"/>
              <a:gd name="connsiteX113" fmla="*/ 103729 w 227458"/>
              <a:gd name="connsiteY113" fmla="*/ 27242 h 176117"/>
              <a:gd name="connsiteX114" fmla="*/ 105729 w 227458"/>
              <a:gd name="connsiteY114" fmla="*/ 28384 h 176117"/>
              <a:gd name="connsiteX115" fmla="*/ 107825 w 227458"/>
              <a:gd name="connsiteY115" fmla="*/ 27527 h 176117"/>
              <a:gd name="connsiteX116" fmla="*/ 112397 w 227458"/>
              <a:gd name="connsiteY116" fmla="*/ 25146 h 176117"/>
              <a:gd name="connsiteX117" fmla="*/ 116969 w 227458"/>
              <a:gd name="connsiteY117" fmla="*/ 22574 h 176117"/>
              <a:gd name="connsiteX118" fmla="*/ 118016 w 227458"/>
              <a:gd name="connsiteY118" fmla="*/ 22098 h 176117"/>
              <a:gd name="connsiteX119" fmla="*/ 118969 w 227458"/>
              <a:gd name="connsiteY119" fmla="*/ 22765 h 176117"/>
              <a:gd name="connsiteX120" fmla="*/ 125541 w 227458"/>
              <a:gd name="connsiteY120" fmla="*/ 28480 h 176117"/>
              <a:gd name="connsiteX121" fmla="*/ 131542 w 227458"/>
              <a:gd name="connsiteY121" fmla="*/ 34195 h 176117"/>
              <a:gd name="connsiteX122" fmla="*/ 132685 w 227458"/>
              <a:gd name="connsiteY122" fmla="*/ 35242 h 176117"/>
              <a:gd name="connsiteX123" fmla="*/ 131923 w 227458"/>
              <a:gd name="connsiteY123" fmla="*/ 36576 h 176117"/>
              <a:gd name="connsiteX124" fmla="*/ 126970 w 227458"/>
              <a:gd name="connsiteY124" fmla="*/ 44767 h 176117"/>
              <a:gd name="connsiteX125" fmla="*/ 125636 w 227458"/>
              <a:gd name="connsiteY125" fmla="*/ 46768 h 176117"/>
              <a:gd name="connsiteX126" fmla="*/ 126494 w 227458"/>
              <a:gd name="connsiteY126" fmla="*/ 49054 h 176117"/>
              <a:gd name="connsiteX127" fmla="*/ 130208 w 227458"/>
              <a:gd name="connsiteY127" fmla="*/ 58960 h 176117"/>
              <a:gd name="connsiteX128" fmla="*/ 131256 w 227458"/>
              <a:gd name="connsiteY128" fmla="*/ 61436 h 176117"/>
              <a:gd name="connsiteX129" fmla="*/ 133828 w 227458"/>
              <a:gd name="connsiteY129" fmla="*/ 61913 h 176117"/>
              <a:gd name="connsiteX130" fmla="*/ 138876 w 227458"/>
              <a:gd name="connsiteY130" fmla="*/ 63056 h 176117"/>
              <a:gd name="connsiteX131" fmla="*/ 143543 w 227458"/>
              <a:gd name="connsiteY131" fmla="*/ 64294 h 176117"/>
              <a:gd name="connsiteX132" fmla="*/ 144972 w 227458"/>
              <a:gd name="connsiteY132" fmla="*/ 64675 h 176117"/>
              <a:gd name="connsiteX133" fmla="*/ 144972 w 227458"/>
              <a:gd name="connsiteY133" fmla="*/ 83820 h 176117"/>
              <a:gd name="connsiteX134" fmla="*/ 139162 w 227458"/>
              <a:gd name="connsiteY134" fmla="*/ 85439 h 176117"/>
              <a:gd name="connsiteX135" fmla="*/ 134304 w 227458"/>
              <a:gd name="connsiteY135" fmla="*/ 86582 h 176117"/>
              <a:gd name="connsiteX136" fmla="*/ 131923 w 227458"/>
              <a:gd name="connsiteY136" fmla="*/ 87058 h 176117"/>
              <a:gd name="connsiteX137" fmla="*/ 130875 w 227458"/>
              <a:gd name="connsiteY137" fmla="*/ 89249 h 176117"/>
              <a:gd name="connsiteX138" fmla="*/ 128780 w 227458"/>
              <a:gd name="connsiteY138" fmla="*/ 94202 h 176117"/>
              <a:gd name="connsiteX139" fmla="*/ 126684 w 227458"/>
              <a:gd name="connsiteY139" fmla="*/ 98679 h 176117"/>
              <a:gd name="connsiteX140" fmla="*/ 125160 w 227458"/>
              <a:gd name="connsiteY140" fmla="*/ 101156 h 176117"/>
              <a:gd name="connsiteX141" fmla="*/ 128875 w 227458"/>
              <a:gd name="connsiteY141" fmla="*/ 107251 h 176117"/>
              <a:gd name="connsiteX142" fmla="*/ 131351 w 227458"/>
              <a:gd name="connsiteY142" fmla="*/ 111157 h 176117"/>
              <a:gd name="connsiteX143" fmla="*/ 132209 w 227458"/>
              <a:gd name="connsiteY143" fmla="*/ 112395 h 176117"/>
              <a:gd name="connsiteX144" fmla="*/ 131161 w 227458"/>
              <a:gd name="connsiteY144" fmla="*/ 113538 h 176117"/>
              <a:gd name="connsiteX145" fmla="*/ 118969 w 227458"/>
              <a:gd name="connsiteY145" fmla="*/ 125349 h 176117"/>
              <a:gd name="connsiteX146" fmla="*/ 118016 w 227458"/>
              <a:gd name="connsiteY146" fmla="*/ 126206 h 176117"/>
              <a:gd name="connsiteX147" fmla="*/ 116873 w 227458"/>
              <a:gd name="connsiteY147" fmla="*/ 125635 h 176117"/>
              <a:gd name="connsiteX148" fmla="*/ 108015 w 227458"/>
              <a:gd name="connsiteY148" fmla="*/ 120777 h 176117"/>
              <a:gd name="connsiteX149" fmla="*/ 105729 w 227458"/>
              <a:gd name="connsiteY149" fmla="*/ 119348 h 176117"/>
              <a:gd name="connsiteX150" fmla="*/ 103348 w 227458"/>
              <a:gd name="connsiteY150" fmla="*/ 120586 h 176117"/>
              <a:gd name="connsiteX151" fmla="*/ 93918 w 227458"/>
              <a:gd name="connsiteY151" fmla="*/ 124206 h 176117"/>
              <a:gd name="connsiteX152" fmla="*/ 91537 w 227458"/>
              <a:gd name="connsiteY152" fmla="*/ 124777 h 176117"/>
              <a:gd name="connsiteX153" fmla="*/ 90584 w 227458"/>
              <a:gd name="connsiteY153" fmla="*/ 127064 h 176117"/>
              <a:gd name="connsiteX154" fmla="*/ 88965 w 227458"/>
              <a:gd name="connsiteY154" fmla="*/ 132112 h 176117"/>
              <a:gd name="connsiteX155" fmla="*/ 87536 w 227458"/>
              <a:gd name="connsiteY155" fmla="*/ 137065 h 176117"/>
              <a:gd name="connsiteX156" fmla="*/ 87060 w 227458"/>
              <a:gd name="connsiteY156" fmla="*/ 138398 h 176117"/>
              <a:gd name="connsiteX157" fmla="*/ 67058 w 227458"/>
              <a:gd name="connsiteY157" fmla="*/ 138398 h 176117"/>
              <a:gd name="connsiteX158" fmla="*/ 66581 w 227458"/>
              <a:gd name="connsiteY158" fmla="*/ 137160 h 176117"/>
              <a:gd name="connsiteX159" fmla="*/ 65248 w 227458"/>
              <a:gd name="connsiteY159" fmla="*/ 132588 h 176117"/>
              <a:gd name="connsiteX160" fmla="*/ 63914 w 227458"/>
              <a:gd name="connsiteY160" fmla="*/ 127635 h 176117"/>
              <a:gd name="connsiteX161" fmla="*/ 63248 w 227458"/>
              <a:gd name="connsiteY161" fmla="*/ 125540 h 176117"/>
              <a:gd name="connsiteX162" fmla="*/ 61152 w 227458"/>
              <a:gd name="connsiteY162" fmla="*/ 124682 h 176117"/>
              <a:gd name="connsiteX163" fmla="*/ 50865 w 227458"/>
              <a:gd name="connsiteY163" fmla="*/ 120301 h 176117"/>
              <a:gd name="connsiteX164" fmla="*/ 49055 w 227458"/>
              <a:gd name="connsiteY164" fmla="*/ 119539 h 176117"/>
              <a:gd name="connsiteX165" fmla="*/ 47246 w 227458"/>
              <a:gd name="connsiteY165" fmla="*/ 120301 h 176117"/>
              <a:gd name="connsiteX166" fmla="*/ 42197 w 227458"/>
              <a:gd name="connsiteY166" fmla="*/ 122777 h 176117"/>
              <a:gd name="connsiteX167" fmla="*/ 37816 w 227458"/>
              <a:gd name="connsiteY167" fmla="*/ 125254 h 176117"/>
              <a:gd name="connsiteX168" fmla="*/ 36673 w 227458"/>
              <a:gd name="connsiteY168" fmla="*/ 125825 h 176117"/>
              <a:gd name="connsiteX169" fmla="*/ 35720 w 227458"/>
              <a:gd name="connsiteY169" fmla="*/ 125063 h 176117"/>
              <a:gd name="connsiteX170" fmla="*/ 23433 w 227458"/>
              <a:gd name="connsiteY170" fmla="*/ 113729 h 176117"/>
              <a:gd name="connsiteX171" fmla="*/ 22385 w 227458"/>
              <a:gd name="connsiteY171" fmla="*/ 112776 h 176117"/>
              <a:gd name="connsiteX172" fmla="*/ 23052 w 227458"/>
              <a:gd name="connsiteY172" fmla="*/ 111538 h 176117"/>
              <a:gd name="connsiteX173" fmla="*/ 27815 w 227458"/>
              <a:gd name="connsiteY173" fmla="*/ 103251 h 176117"/>
              <a:gd name="connsiteX174" fmla="*/ 29148 w 227458"/>
              <a:gd name="connsiteY174" fmla="*/ 101060 h 176117"/>
              <a:gd name="connsiteX175" fmla="*/ 28100 w 227458"/>
              <a:gd name="connsiteY175" fmla="*/ 98774 h 176117"/>
              <a:gd name="connsiteX176" fmla="*/ 25910 w 227458"/>
              <a:gd name="connsiteY176" fmla="*/ 94107 h 176117"/>
              <a:gd name="connsiteX177" fmla="*/ 24195 w 227458"/>
              <a:gd name="connsiteY177" fmla="*/ 89440 h 176117"/>
              <a:gd name="connsiteX178" fmla="*/ 23433 w 227458"/>
              <a:gd name="connsiteY178" fmla="*/ 86582 h 176117"/>
              <a:gd name="connsiteX179" fmla="*/ 20480 w 227458"/>
              <a:gd name="connsiteY179" fmla="*/ 86011 h 176117"/>
              <a:gd name="connsiteX180" fmla="*/ 15908 w 227458"/>
              <a:gd name="connsiteY180" fmla="*/ 84963 h 176117"/>
              <a:gd name="connsiteX181" fmla="*/ 11241 w 227458"/>
              <a:gd name="connsiteY181" fmla="*/ 83725 h 176117"/>
              <a:gd name="connsiteX182" fmla="*/ 9812 w 227458"/>
              <a:gd name="connsiteY182" fmla="*/ 83153 h 176117"/>
              <a:gd name="connsiteX183" fmla="*/ 9812 w 227458"/>
              <a:gd name="connsiteY183" fmla="*/ 64008 h 176117"/>
              <a:gd name="connsiteX184" fmla="*/ 77440 w 227458"/>
              <a:gd name="connsiteY184" fmla="*/ 98584 h 176117"/>
              <a:gd name="connsiteX185" fmla="*/ 102110 w 227458"/>
              <a:gd name="connsiteY185" fmla="*/ 73914 h 176117"/>
              <a:gd name="connsiteX186" fmla="*/ 77440 w 227458"/>
              <a:gd name="connsiteY186" fmla="*/ 49244 h 176117"/>
              <a:gd name="connsiteX187" fmla="*/ 52770 w 227458"/>
              <a:gd name="connsiteY187" fmla="*/ 73914 h 176117"/>
              <a:gd name="connsiteX188" fmla="*/ 77440 w 227458"/>
              <a:gd name="connsiteY188" fmla="*/ 98584 h 176117"/>
              <a:gd name="connsiteX189" fmla="*/ 77440 w 227458"/>
              <a:gd name="connsiteY189" fmla="*/ 58769 h 176117"/>
              <a:gd name="connsiteX190" fmla="*/ 92585 w 227458"/>
              <a:gd name="connsiteY190" fmla="*/ 73914 h 176117"/>
              <a:gd name="connsiteX191" fmla="*/ 77440 w 227458"/>
              <a:gd name="connsiteY191" fmla="*/ 89059 h 176117"/>
              <a:gd name="connsiteX192" fmla="*/ 62295 w 227458"/>
              <a:gd name="connsiteY192" fmla="*/ 73914 h 176117"/>
              <a:gd name="connsiteX193" fmla="*/ 77440 w 227458"/>
              <a:gd name="connsiteY193" fmla="*/ 58769 h 176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</a:cxnLst>
            <a:rect l="l" t="t" r="r" b="b"/>
            <a:pathLst>
              <a:path w="227458" h="176117">
                <a:moveTo>
                  <a:pt x="165165" y="53435"/>
                </a:moveTo>
                <a:lnTo>
                  <a:pt x="165165" y="62960"/>
                </a:lnTo>
                <a:cubicBezTo>
                  <a:pt x="194216" y="62960"/>
                  <a:pt x="217934" y="86963"/>
                  <a:pt x="217934" y="116396"/>
                </a:cubicBezTo>
                <a:cubicBezTo>
                  <a:pt x="217934" y="137636"/>
                  <a:pt x="205837" y="157543"/>
                  <a:pt x="187835" y="166307"/>
                </a:cubicBezTo>
                <a:lnTo>
                  <a:pt x="40197" y="166783"/>
                </a:lnTo>
                <a:cubicBezTo>
                  <a:pt x="31625" y="164592"/>
                  <a:pt x="23909" y="159639"/>
                  <a:pt x="18290" y="152781"/>
                </a:cubicBezTo>
                <a:cubicBezTo>
                  <a:pt x="12575" y="145828"/>
                  <a:pt x="9431" y="137065"/>
                  <a:pt x="9527" y="128016"/>
                </a:cubicBezTo>
                <a:lnTo>
                  <a:pt x="2" y="127921"/>
                </a:lnTo>
                <a:cubicBezTo>
                  <a:pt x="-94" y="139160"/>
                  <a:pt x="3812" y="150209"/>
                  <a:pt x="10955" y="158782"/>
                </a:cubicBezTo>
                <a:cubicBezTo>
                  <a:pt x="17813" y="167068"/>
                  <a:pt x="27338" y="173165"/>
                  <a:pt x="37816" y="175927"/>
                </a:cubicBezTo>
                <a:cubicBezTo>
                  <a:pt x="38768" y="176117"/>
                  <a:pt x="39530" y="176117"/>
                  <a:pt x="40102" y="176117"/>
                </a:cubicBezTo>
                <a:lnTo>
                  <a:pt x="188882" y="175736"/>
                </a:lnTo>
                <a:lnTo>
                  <a:pt x="190883" y="175260"/>
                </a:lnTo>
                <a:cubicBezTo>
                  <a:pt x="212790" y="165164"/>
                  <a:pt x="227459" y="141446"/>
                  <a:pt x="227459" y="116300"/>
                </a:cubicBezTo>
                <a:cubicBezTo>
                  <a:pt x="227459" y="81629"/>
                  <a:pt x="199455" y="53435"/>
                  <a:pt x="165165" y="53435"/>
                </a:cubicBezTo>
                <a:close/>
                <a:moveTo>
                  <a:pt x="13432" y="94012"/>
                </a:moveTo>
                <a:cubicBezTo>
                  <a:pt x="14289" y="94202"/>
                  <a:pt x="15146" y="94393"/>
                  <a:pt x="15908" y="94583"/>
                </a:cubicBezTo>
                <a:cubicBezTo>
                  <a:pt x="16289" y="95631"/>
                  <a:pt x="16766" y="96774"/>
                  <a:pt x="17337" y="98012"/>
                </a:cubicBezTo>
                <a:lnTo>
                  <a:pt x="18480" y="100393"/>
                </a:lnTo>
                <a:cubicBezTo>
                  <a:pt x="16766" y="103251"/>
                  <a:pt x="15527" y="105442"/>
                  <a:pt x="14765" y="107061"/>
                </a:cubicBezTo>
                <a:lnTo>
                  <a:pt x="10860" y="114586"/>
                </a:lnTo>
                <a:lnTo>
                  <a:pt x="16956" y="120491"/>
                </a:lnTo>
                <a:cubicBezTo>
                  <a:pt x="23052" y="126301"/>
                  <a:pt x="27338" y="130397"/>
                  <a:pt x="29910" y="132398"/>
                </a:cubicBezTo>
                <a:lnTo>
                  <a:pt x="35720" y="137065"/>
                </a:lnTo>
                <a:lnTo>
                  <a:pt x="42388" y="133541"/>
                </a:lnTo>
                <a:cubicBezTo>
                  <a:pt x="43436" y="132969"/>
                  <a:pt x="44960" y="132112"/>
                  <a:pt x="47150" y="130874"/>
                </a:cubicBezTo>
                <a:cubicBezTo>
                  <a:pt x="47817" y="130492"/>
                  <a:pt x="48484" y="130111"/>
                  <a:pt x="49151" y="129731"/>
                </a:cubicBezTo>
                <a:cubicBezTo>
                  <a:pt x="50579" y="130302"/>
                  <a:pt x="52580" y="131159"/>
                  <a:pt x="55532" y="132398"/>
                </a:cubicBezTo>
                <a:cubicBezTo>
                  <a:pt x="55723" y="133064"/>
                  <a:pt x="55913" y="133826"/>
                  <a:pt x="56104" y="134684"/>
                </a:cubicBezTo>
                <a:cubicBezTo>
                  <a:pt x="56580" y="136874"/>
                  <a:pt x="57152" y="138779"/>
                  <a:pt x="57723" y="140208"/>
                </a:cubicBezTo>
                <a:lnTo>
                  <a:pt x="60390" y="147828"/>
                </a:lnTo>
                <a:lnTo>
                  <a:pt x="93918" y="147828"/>
                </a:lnTo>
                <a:lnTo>
                  <a:pt x="96585" y="140113"/>
                </a:lnTo>
                <a:cubicBezTo>
                  <a:pt x="97061" y="138589"/>
                  <a:pt x="97633" y="136684"/>
                  <a:pt x="98204" y="134302"/>
                </a:cubicBezTo>
                <a:cubicBezTo>
                  <a:pt x="98300" y="133731"/>
                  <a:pt x="98490" y="133255"/>
                  <a:pt x="98585" y="132779"/>
                </a:cubicBezTo>
                <a:cubicBezTo>
                  <a:pt x="100776" y="132112"/>
                  <a:pt x="102967" y="131255"/>
                  <a:pt x="105158" y="130302"/>
                </a:cubicBezTo>
                <a:cubicBezTo>
                  <a:pt x="107634" y="131731"/>
                  <a:pt x="110111" y="133064"/>
                  <a:pt x="112682" y="134302"/>
                </a:cubicBezTo>
                <a:lnTo>
                  <a:pt x="119731" y="137636"/>
                </a:lnTo>
                <a:lnTo>
                  <a:pt x="125446" y="132302"/>
                </a:lnTo>
                <a:cubicBezTo>
                  <a:pt x="131542" y="126492"/>
                  <a:pt x="135828" y="122396"/>
                  <a:pt x="138019" y="120015"/>
                </a:cubicBezTo>
                <a:lnTo>
                  <a:pt x="144305" y="113252"/>
                </a:lnTo>
                <a:lnTo>
                  <a:pt x="138971" y="105727"/>
                </a:lnTo>
                <a:cubicBezTo>
                  <a:pt x="138305" y="104775"/>
                  <a:pt x="137638" y="103727"/>
                  <a:pt x="136876" y="102394"/>
                </a:cubicBezTo>
                <a:lnTo>
                  <a:pt x="136114" y="101060"/>
                </a:lnTo>
                <a:cubicBezTo>
                  <a:pt x="136590" y="100013"/>
                  <a:pt x="137066" y="98869"/>
                  <a:pt x="137543" y="97726"/>
                </a:cubicBezTo>
                <a:cubicBezTo>
                  <a:pt x="137924" y="96869"/>
                  <a:pt x="138209" y="96107"/>
                  <a:pt x="138400" y="95536"/>
                </a:cubicBezTo>
                <a:cubicBezTo>
                  <a:pt x="139448" y="95345"/>
                  <a:pt x="140495" y="95059"/>
                  <a:pt x="141543" y="94679"/>
                </a:cubicBezTo>
                <a:lnTo>
                  <a:pt x="154402" y="91250"/>
                </a:lnTo>
                <a:lnTo>
                  <a:pt x="154402" y="57245"/>
                </a:lnTo>
                <a:lnTo>
                  <a:pt x="145734" y="55054"/>
                </a:lnTo>
                <a:cubicBezTo>
                  <a:pt x="144591" y="54769"/>
                  <a:pt x="143067" y="54388"/>
                  <a:pt x="141353" y="53912"/>
                </a:cubicBezTo>
                <a:cubicBezTo>
                  <a:pt x="140210" y="53626"/>
                  <a:pt x="139067" y="53340"/>
                  <a:pt x="138019" y="53054"/>
                </a:cubicBezTo>
                <a:cubicBezTo>
                  <a:pt x="137447" y="51625"/>
                  <a:pt x="136876" y="50006"/>
                  <a:pt x="136209" y="48101"/>
                </a:cubicBezTo>
                <a:cubicBezTo>
                  <a:pt x="137352" y="46196"/>
                  <a:pt x="138686" y="44006"/>
                  <a:pt x="140210" y="41434"/>
                </a:cubicBezTo>
                <a:lnTo>
                  <a:pt x="144877" y="33338"/>
                </a:lnTo>
                <a:lnTo>
                  <a:pt x="137828" y="27146"/>
                </a:lnTo>
                <a:cubicBezTo>
                  <a:pt x="136400" y="25908"/>
                  <a:pt x="134495" y="24098"/>
                  <a:pt x="132304" y="21908"/>
                </a:cubicBezTo>
                <a:cubicBezTo>
                  <a:pt x="129542" y="19050"/>
                  <a:pt x="126970" y="16764"/>
                  <a:pt x="124398" y="15050"/>
                </a:cubicBezTo>
                <a:lnTo>
                  <a:pt x="118778" y="11144"/>
                </a:lnTo>
                <a:lnTo>
                  <a:pt x="112682" y="14192"/>
                </a:lnTo>
                <a:cubicBezTo>
                  <a:pt x="111635" y="14764"/>
                  <a:pt x="110015" y="15621"/>
                  <a:pt x="107444" y="17145"/>
                </a:cubicBezTo>
                <a:cubicBezTo>
                  <a:pt x="106967" y="17431"/>
                  <a:pt x="106491" y="17717"/>
                  <a:pt x="106015" y="18002"/>
                </a:cubicBezTo>
                <a:cubicBezTo>
                  <a:pt x="104777" y="17431"/>
                  <a:pt x="103443" y="16859"/>
                  <a:pt x="101919" y="16288"/>
                </a:cubicBezTo>
                <a:lnTo>
                  <a:pt x="99252" y="15335"/>
                </a:lnTo>
                <a:cubicBezTo>
                  <a:pt x="98300" y="12097"/>
                  <a:pt x="97538" y="9525"/>
                  <a:pt x="96966" y="7811"/>
                </a:cubicBezTo>
                <a:lnTo>
                  <a:pt x="94394" y="0"/>
                </a:lnTo>
                <a:lnTo>
                  <a:pt x="60676" y="0"/>
                </a:lnTo>
                <a:lnTo>
                  <a:pt x="58199" y="8096"/>
                </a:lnTo>
                <a:cubicBezTo>
                  <a:pt x="57723" y="9525"/>
                  <a:pt x="57247" y="11240"/>
                  <a:pt x="56771" y="13145"/>
                </a:cubicBezTo>
                <a:lnTo>
                  <a:pt x="56104" y="15526"/>
                </a:lnTo>
                <a:cubicBezTo>
                  <a:pt x="54580" y="16097"/>
                  <a:pt x="52675" y="16764"/>
                  <a:pt x="50103" y="17812"/>
                </a:cubicBezTo>
                <a:cubicBezTo>
                  <a:pt x="47817" y="16478"/>
                  <a:pt x="45150" y="15050"/>
                  <a:pt x="42102" y="13621"/>
                </a:cubicBezTo>
                <a:lnTo>
                  <a:pt x="35054" y="10287"/>
                </a:lnTo>
                <a:lnTo>
                  <a:pt x="29339" y="15621"/>
                </a:lnTo>
                <a:cubicBezTo>
                  <a:pt x="23243" y="21241"/>
                  <a:pt x="19052" y="25337"/>
                  <a:pt x="16670" y="27908"/>
                </a:cubicBezTo>
                <a:lnTo>
                  <a:pt x="10193" y="34766"/>
                </a:lnTo>
                <a:lnTo>
                  <a:pt x="15718" y="42386"/>
                </a:lnTo>
                <a:cubicBezTo>
                  <a:pt x="16480" y="43529"/>
                  <a:pt x="17528" y="45053"/>
                  <a:pt x="18671" y="47054"/>
                </a:cubicBezTo>
                <a:cubicBezTo>
                  <a:pt x="18194" y="48006"/>
                  <a:pt x="17718" y="48958"/>
                  <a:pt x="17242" y="50102"/>
                </a:cubicBezTo>
                <a:cubicBezTo>
                  <a:pt x="16861" y="51054"/>
                  <a:pt x="16480" y="51911"/>
                  <a:pt x="16099" y="52578"/>
                </a:cubicBezTo>
                <a:cubicBezTo>
                  <a:pt x="15051" y="52769"/>
                  <a:pt x="14003" y="53054"/>
                  <a:pt x="12860" y="53435"/>
                </a:cubicBezTo>
                <a:lnTo>
                  <a:pt x="287" y="56674"/>
                </a:lnTo>
                <a:lnTo>
                  <a:pt x="287" y="90583"/>
                </a:lnTo>
                <a:lnTo>
                  <a:pt x="8955" y="92774"/>
                </a:lnTo>
                <a:cubicBezTo>
                  <a:pt x="10193" y="93059"/>
                  <a:pt x="11622" y="93440"/>
                  <a:pt x="13432" y="94012"/>
                </a:cubicBezTo>
                <a:close/>
                <a:moveTo>
                  <a:pt x="9812" y="64008"/>
                </a:moveTo>
                <a:lnTo>
                  <a:pt x="15623" y="62389"/>
                </a:lnTo>
                <a:cubicBezTo>
                  <a:pt x="17432" y="61913"/>
                  <a:pt x="19052" y="61532"/>
                  <a:pt x="20480" y="61246"/>
                </a:cubicBezTo>
                <a:lnTo>
                  <a:pt x="22862" y="60769"/>
                </a:lnTo>
                <a:lnTo>
                  <a:pt x="23909" y="58579"/>
                </a:lnTo>
                <a:cubicBezTo>
                  <a:pt x="24386" y="57531"/>
                  <a:pt x="25148" y="56007"/>
                  <a:pt x="26195" y="53626"/>
                </a:cubicBezTo>
                <a:cubicBezTo>
                  <a:pt x="26957" y="51816"/>
                  <a:pt x="27719" y="50292"/>
                  <a:pt x="28481" y="48958"/>
                </a:cubicBezTo>
                <a:lnTo>
                  <a:pt x="29815" y="46577"/>
                </a:lnTo>
                <a:lnTo>
                  <a:pt x="28481" y="44196"/>
                </a:lnTo>
                <a:cubicBezTo>
                  <a:pt x="26481" y="40767"/>
                  <a:pt x="24862" y="38195"/>
                  <a:pt x="23719" y="36481"/>
                </a:cubicBezTo>
                <a:lnTo>
                  <a:pt x="22766" y="35242"/>
                </a:lnTo>
                <a:lnTo>
                  <a:pt x="23814" y="34100"/>
                </a:lnTo>
                <a:cubicBezTo>
                  <a:pt x="26100" y="31718"/>
                  <a:pt x="30196" y="27718"/>
                  <a:pt x="36006" y="22288"/>
                </a:cubicBezTo>
                <a:lnTo>
                  <a:pt x="36959" y="21431"/>
                </a:lnTo>
                <a:lnTo>
                  <a:pt x="38102" y="22003"/>
                </a:lnTo>
                <a:cubicBezTo>
                  <a:pt x="41721" y="23717"/>
                  <a:pt x="44769" y="25432"/>
                  <a:pt x="47150" y="26956"/>
                </a:cubicBezTo>
                <a:lnTo>
                  <a:pt x="49246" y="28289"/>
                </a:lnTo>
                <a:lnTo>
                  <a:pt x="51532" y="27337"/>
                </a:lnTo>
                <a:cubicBezTo>
                  <a:pt x="56866" y="25146"/>
                  <a:pt x="59819" y="24098"/>
                  <a:pt x="61533" y="23527"/>
                </a:cubicBezTo>
                <a:lnTo>
                  <a:pt x="64010" y="22765"/>
                </a:lnTo>
                <a:lnTo>
                  <a:pt x="66105" y="15431"/>
                </a:lnTo>
                <a:cubicBezTo>
                  <a:pt x="66581" y="13621"/>
                  <a:pt x="67058" y="12002"/>
                  <a:pt x="67439" y="10668"/>
                </a:cubicBezTo>
                <a:lnTo>
                  <a:pt x="67820" y="9334"/>
                </a:lnTo>
                <a:lnTo>
                  <a:pt x="87632" y="9334"/>
                </a:lnTo>
                <a:lnTo>
                  <a:pt x="88108" y="10668"/>
                </a:lnTo>
                <a:cubicBezTo>
                  <a:pt x="88775" y="12763"/>
                  <a:pt x="89727" y="15907"/>
                  <a:pt x="90870" y="20098"/>
                </a:cubicBezTo>
                <a:lnTo>
                  <a:pt x="91537" y="22384"/>
                </a:lnTo>
                <a:lnTo>
                  <a:pt x="98776" y="25051"/>
                </a:lnTo>
                <a:cubicBezTo>
                  <a:pt x="100776" y="25717"/>
                  <a:pt x="102395" y="26479"/>
                  <a:pt x="103729" y="27242"/>
                </a:cubicBezTo>
                <a:lnTo>
                  <a:pt x="105729" y="28384"/>
                </a:lnTo>
                <a:lnTo>
                  <a:pt x="107825" y="27527"/>
                </a:lnTo>
                <a:cubicBezTo>
                  <a:pt x="109158" y="26956"/>
                  <a:pt x="110777" y="26194"/>
                  <a:pt x="112397" y="25146"/>
                </a:cubicBezTo>
                <a:cubicBezTo>
                  <a:pt x="114587" y="23908"/>
                  <a:pt x="116016" y="23050"/>
                  <a:pt x="116969" y="22574"/>
                </a:cubicBezTo>
                <a:lnTo>
                  <a:pt x="118016" y="22098"/>
                </a:lnTo>
                <a:lnTo>
                  <a:pt x="118969" y="22765"/>
                </a:lnTo>
                <a:cubicBezTo>
                  <a:pt x="120874" y="24098"/>
                  <a:pt x="123065" y="26003"/>
                  <a:pt x="125541" y="28480"/>
                </a:cubicBezTo>
                <a:cubicBezTo>
                  <a:pt x="127922" y="30861"/>
                  <a:pt x="130018" y="32766"/>
                  <a:pt x="131542" y="34195"/>
                </a:cubicBezTo>
                <a:lnTo>
                  <a:pt x="132685" y="35242"/>
                </a:lnTo>
                <a:lnTo>
                  <a:pt x="131923" y="36576"/>
                </a:lnTo>
                <a:cubicBezTo>
                  <a:pt x="129923" y="40005"/>
                  <a:pt x="128303" y="42767"/>
                  <a:pt x="126970" y="44767"/>
                </a:cubicBezTo>
                <a:lnTo>
                  <a:pt x="125636" y="46768"/>
                </a:lnTo>
                <a:lnTo>
                  <a:pt x="126494" y="49054"/>
                </a:lnTo>
                <a:cubicBezTo>
                  <a:pt x="128113" y="53435"/>
                  <a:pt x="129351" y="56959"/>
                  <a:pt x="130208" y="58960"/>
                </a:cubicBezTo>
                <a:lnTo>
                  <a:pt x="131256" y="61436"/>
                </a:lnTo>
                <a:lnTo>
                  <a:pt x="133828" y="61913"/>
                </a:lnTo>
                <a:cubicBezTo>
                  <a:pt x="135352" y="62198"/>
                  <a:pt x="137066" y="62579"/>
                  <a:pt x="138876" y="63056"/>
                </a:cubicBezTo>
                <a:cubicBezTo>
                  <a:pt x="140781" y="63532"/>
                  <a:pt x="142305" y="64008"/>
                  <a:pt x="143543" y="64294"/>
                </a:cubicBezTo>
                <a:lnTo>
                  <a:pt x="144972" y="64675"/>
                </a:lnTo>
                <a:lnTo>
                  <a:pt x="144972" y="83820"/>
                </a:lnTo>
                <a:lnTo>
                  <a:pt x="139162" y="85439"/>
                </a:lnTo>
                <a:cubicBezTo>
                  <a:pt x="137352" y="85916"/>
                  <a:pt x="135733" y="86297"/>
                  <a:pt x="134304" y="86582"/>
                </a:cubicBezTo>
                <a:lnTo>
                  <a:pt x="131923" y="87058"/>
                </a:lnTo>
                <a:lnTo>
                  <a:pt x="130875" y="89249"/>
                </a:lnTo>
                <a:cubicBezTo>
                  <a:pt x="130399" y="90202"/>
                  <a:pt x="129732" y="91821"/>
                  <a:pt x="128780" y="94202"/>
                </a:cubicBezTo>
                <a:cubicBezTo>
                  <a:pt x="128113" y="96012"/>
                  <a:pt x="127446" y="97441"/>
                  <a:pt x="126684" y="98679"/>
                </a:cubicBezTo>
                <a:lnTo>
                  <a:pt x="125160" y="101156"/>
                </a:lnTo>
                <a:lnTo>
                  <a:pt x="128875" y="107251"/>
                </a:lnTo>
                <a:cubicBezTo>
                  <a:pt x="129732" y="108775"/>
                  <a:pt x="130589" y="110014"/>
                  <a:pt x="131351" y="111157"/>
                </a:cubicBezTo>
                <a:lnTo>
                  <a:pt x="132209" y="112395"/>
                </a:lnTo>
                <a:lnTo>
                  <a:pt x="131161" y="113538"/>
                </a:lnTo>
                <a:cubicBezTo>
                  <a:pt x="128970" y="115824"/>
                  <a:pt x="124874" y="119825"/>
                  <a:pt x="118969" y="125349"/>
                </a:cubicBezTo>
                <a:lnTo>
                  <a:pt x="118016" y="126206"/>
                </a:lnTo>
                <a:lnTo>
                  <a:pt x="116873" y="125635"/>
                </a:lnTo>
                <a:cubicBezTo>
                  <a:pt x="113921" y="124206"/>
                  <a:pt x="110873" y="122587"/>
                  <a:pt x="108015" y="120777"/>
                </a:cubicBezTo>
                <a:lnTo>
                  <a:pt x="105729" y="119348"/>
                </a:lnTo>
                <a:lnTo>
                  <a:pt x="103348" y="120586"/>
                </a:lnTo>
                <a:cubicBezTo>
                  <a:pt x="100109" y="122301"/>
                  <a:pt x="96871" y="123444"/>
                  <a:pt x="93918" y="124206"/>
                </a:cubicBezTo>
                <a:lnTo>
                  <a:pt x="91537" y="124777"/>
                </a:lnTo>
                <a:lnTo>
                  <a:pt x="90584" y="127064"/>
                </a:lnTo>
                <a:cubicBezTo>
                  <a:pt x="90108" y="128111"/>
                  <a:pt x="89537" y="129731"/>
                  <a:pt x="88965" y="132112"/>
                </a:cubicBezTo>
                <a:cubicBezTo>
                  <a:pt x="88489" y="134112"/>
                  <a:pt x="88013" y="135826"/>
                  <a:pt x="87536" y="137065"/>
                </a:cubicBezTo>
                <a:lnTo>
                  <a:pt x="87060" y="138398"/>
                </a:lnTo>
                <a:lnTo>
                  <a:pt x="67058" y="138398"/>
                </a:lnTo>
                <a:lnTo>
                  <a:pt x="66581" y="137160"/>
                </a:lnTo>
                <a:cubicBezTo>
                  <a:pt x="66105" y="135922"/>
                  <a:pt x="65724" y="134398"/>
                  <a:pt x="65248" y="132588"/>
                </a:cubicBezTo>
                <a:cubicBezTo>
                  <a:pt x="64676" y="130302"/>
                  <a:pt x="64200" y="128683"/>
                  <a:pt x="63914" y="127635"/>
                </a:cubicBezTo>
                <a:lnTo>
                  <a:pt x="63248" y="125540"/>
                </a:lnTo>
                <a:lnTo>
                  <a:pt x="61152" y="124682"/>
                </a:lnTo>
                <a:cubicBezTo>
                  <a:pt x="55151" y="122110"/>
                  <a:pt x="52294" y="120872"/>
                  <a:pt x="50865" y="120301"/>
                </a:cubicBezTo>
                <a:lnTo>
                  <a:pt x="49055" y="119539"/>
                </a:lnTo>
                <a:lnTo>
                  <a:pt x="47246" y="120301"/>
                </a:lnTo>
                <a:cubicBezTo>
                  <a:pt x="45722" y="120872"/>
                  <a:pt x="44102" y="121730"/>
                  <a:pt x="42197" y="122777"/>
                </a:cubicBezTo>
                <a:cubicBezTo>
                  <a:pt x="40197" y="124016"/>
                  <a:pt x="38768" y="124777"/>
                  <a:pt x="37816" y="125254"/>
                </a:cubicBezTo>
                <a:lnTo>
                  <a:pt x="36673" y="125825"/>
                </a:lnTo>
                <a:lnTo>
                  <a:pt x="35720" y="125063"/>
                </a:lnTo>
                <a:cubicBezTo>
                  <a:pt x="34101" y="123825"/>
                  <a:pt x="30672" y="120777"/>
                  <a:pt x="23433" y="113729"/>
                </a:cubicBezTo>
                <a:lnTo>
                  <a:pt x="22385" y="112776"/>
                </a:lnTo>
                <a:lnTo>
                  <a:pt x="23052" y="111538"/>
                </a:lnTo>
                <a:cubicBezTo>
                  <a:pt x="24005" y="109728"/>
                  <a:pt x="25529" y="106966"/>
                  <a:pt x="27815" y="103251"/>
                </a:cubicBezTo>
                <a:lnTo>
                  <a:pt x="29148" y="101060"/>
                </a:lnTo>
                <a:lnTo>
                  <a:pt x="28100" y="98774"/>
                </a:lnTo>
                <a:cubicBezTo>
                  <a:pt x="27719" y="97822"/>
                  <a:pt x="26957" y="96393"/>
                  <a:pt x="25910" y="94107"/>
                </a:cubicBezTo>
                <a:cubicBezTo>
                  <a:pt x="25148" y="92488"/>
                  <a:pt x="24576" y="90868"/>
                  <a:pt x="24195" y="89440"/>
                </a:cubicBezTo>
                <a:lnTo>
                  <a:pt x="23433" y="86582"/>
                </a:lnTo>
                <a:lnTo>
                  <a:pt x="20480" y="86011"/>
                </a:lnTo>
                <a:cubicBezTo>
                  <a:pt x="19052" y="85725"/>
                  <a:pt x="17528" y="85344"/>
                  <a:pt x="15908" y="84963"/>
                </a:cubicBezTo>
                <a:cubicBezTo>
                  <a:pt x="14003" y="84392"/>
                  <a:pt x="12479" y="84010"/>
                  <a:pt x="11241" y="83725"/>
                </a:cubicBezTo>
                <a:lnTo>
                  <a:pt x="9812" y="83153"/>
                </a:lnTo>
                <a:lnTo>
                  <a:pt x="9812" y="64008"/>
                </a:lnTo>
                <a:close/>
                <a:moveTo>
                  <a:pt x="77440" y="98584"/>
                </a:moveTo>
                <a:cubicBezTo>
                  <a:pt x="91061" y="98584"/>
                  <a:pt x="102110" y="87535"/>
                  <a:pt x="102110" y="73914"/>
                </a:cubicBezTo>
                <a:cubicBezTo>
                  <a:pt x="102110" y="60293"/>
                  <a:pt x="91061" y="49244"/>
                  <a:pt x="77440" y="49244"/>
                </a:cubicBezTo>
                <a:cubicBezTo>
                  <a:pt x="63819" y="49244"/>
                  <a:pt x="52770" y="60293"/>
                  <a:pt x="52770" y="73914"/>
                </a:cubicBezTo>
                <a:cubicBezTo>
                  <a:pt x="52770" y="87535"/>
                  <a:pt x="63819" y="98584"/>
                  <a:pt x="77440" y="98584"/>
                </a:cubicBezTo>
                <a:close/>
                <a:moveTo>
                  <a:pt x="77440" y="58769"/>
                </a:moveTo>
                <a:cubicBezTo>
                  <a:pt x="85822" y="58769"/>
                  <a:pt x="92585" y="65532"/>
                  <a:pt x="92585" y="73914"/>
                </a:cubicBezTo>
                <a:cubicBezTo>
                  <a:pt x="92585" y="82296"/>
                  <a:pt x="85822" y="89059"/>
                  <a:pt x="77440" y="89059"/>
                </a:cubicBezTo>
                <a:cubicBezTo>
                  <a:pt x="69058" y="89059"/>
                  <a:pt x="62295" y="82296"/>
                  <a:pt x="62295" y="73914"/>
                </a:cubicBezTo>
                <a:cubicBezTo>
                  <a:pt x="62295" y="65532"/>
                  <a:pt x="69058" y="58769"/>
                  <a:pt x="77440" y="58769"/>
                </a:cubicBez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488" name="Freeform: Shape 487">
            <a:extLst>
              <a:ext uri="{FF2B5EF4-FFF2-40B4-BE49-F238E27FC236}">
                <a16:creationId xmlns:a16="http://schemas.microsoft.com/office/drawing/2014/main" id="{D19B3628-D160-4C37-924F-3DD84801BE3F}"/>
              </a:ext>
            </a:extLst>
          </p:cNvPr>
          <p:cNvSpPr/>
          <p:nvPr/>
        </p:nvSpPr>
        <p:spPr>
          <a:xfrm>
            <a:off x="2934991" y="4840355"/>
            <a:ext cx="225839" cy="222980"/>
          </a:xfrm>
          <a:custGeom>
            <a:avLst/>
            <a:gdLst>
              <a:gd name="connsiteX0" fmla="*/ 225840 w 225839"/>
              <a:gd name="connsiteY0" fmla="*/ 117348 h 222980"/>
              <a:gd name="connsiteX1" fmla="*/ 168309 w 225839"/>
              <a:gd name="connsiteY1" fmla="*/ 59150 h 222980"/>
              <a:gd name="connsiteX2" fmla="*/ 162213 w 225839"/>
              <a:gd name="connsiteY2" fmla="*/ 59150 h 222980"/>
              <a:gd name="connsiteX3" fmla="*/ 157736 w 225839"/>
              <a:gd name="connsiteY3" fmla="*/ 59341 h 222980"/>
              <a:gd name="connsiteX4" fmla="*/ 103062 w 225839"/>
              <a:gd name="connsiteY4" fmla="*/ 22384 h 222980"/>
              <a:gd name="connsiteX5" fmla="*/ 97919 w 225839"/>
              <a:gd name="connsiteY5" fmla="*/ 22193 h 222980"/>
              <a:gd name="connsiteX6" fmla="*/ 31244 w 225839"/>
              <a:gd name="connsiteY6" fmla="*/ 84773 h 222980"/>
              <a:gd name="connsiteX7" fmla="*/ 2 w 225839"/>
              <a:gd name="connsiteY7" fmla="*/ 128968 h 222980"/>
              <a:gd name="connsiteX8" fmla="*/ 9908 w 225839"/>
              <a:gd name="connsiteY8" fmla="*/ 156782 h 222980"/>
              <a:gd name="connsiteX9" fmla="*/ 34292 w 225839"/>
              <a:gd name="connsiteY9" fmla="*/ 172307 h 222980"/>
              <a:gd name="connsiteX10" fmla="*/ 35435 w 225839"/>
              <a:gd name="connsiteY10" fmla="*/ 172402 h 222980"/>
              <a:gd name="connsiteX11" fmla="*/ 192216 w 225839"/>
              <a:gd name="connsiteY11" fmla="*/ 172022 h 222980"/>
              <a:gd name="connsiteX12" fmla="*/ 225840 w 225839"/>
              <a:gd name="connsiteY12" fmla="*/ 117348 h 222980"/>
              <a:gd name="connsiteX13" fmla="*/ 35721 w 225839"/>
              <a:gd name="connsiteY13" fmla="*/ 162877 h 222980"/>
              <a:gd name="connsiteX14" fmla="*/ 17052 w 225839"/>
              <a:gd name="connsiteY14" fmla="*/ 150685 h 222980"/>
              <a:gd name="connsiteX15" fmla="*/ 9336 w 225839"/>
              <a:gd name="connsiteY15" fmla="*/ 128968 h 222980"/>
              <a:gd name="connsiteX16" fmla="*/ 34197 w 225839"/>
              <a:gd name="connsiteY16" fmla="*/ 93726 h 222980"/>
              <a:gd name="connsiteX17" fmla="*/ 40102 w 225839"/>
              <a:gd name="connsiteY17" fmla="*/ 91631 h 222980"/>
              <a:gd name="connsiteX18" fmla="*/ 40578 w 225839"/>
              <a:gd name="connsiteY18" fmla="*/ 85439 h 222980"/>
              <a:gd name="connsiteX19" fmla="*/ 97728 w 225839"/>
              <a:gd name="connsiteY19" fmla="*/ 31623 h 222980"/>
              <a:gd name="connsiteX20" fmla="*/ 102205 w 225839"/>
              <a:gd name="connsiteY20" fmla="*/ 31813 h 222980"/>
              <a:gd name="connsiteX21" fmla="*/ 149163 w 225839"/>
              <a:gd name="connsiteY21" fmla="*/ 63532 h 222980"/>
              <a:gd name="connsiteX22" fmla="*/ 152021 w 225839"/>
              <a:gd name="connsiteY22" fmla="*/ 69151 h 222980"/>
              <a:gd name="connsiteX23" fmla="*/ 158307 w 225839"/>
              <a:gd name="connsiteY23" fmla="*/ 68771 h 222980"/>
              <a:gd name="connsiteX24" fmla="*/ 162213 w 225839"/>
              <a:gd name="connsiteY24" fmla="*/ 68580 h 222980"/>
              <a:gd name="connsiteX25" fmla="*/ 168309 w 225839"/>
              <a:gd name="connsiteY25" fmla="*/ 68580 h 222980"/>
              <a:gd name="connsiteX26" fmla="*/ 216315 w 225839"/>
              <a:gd name="connsiteY26" fmla="*/ 117253 h 222980"/>
              <a:gd name="connsiteX27" fmla="*/ 189835 w 225839"/>
              <a:gd name="connsiteY27" fmla="*/ 162401 h 222980"/>
              <a:gd name="connsiteX28" fmla="*/ 35721 w 225839"/>
              <a:gd name="connsiteY28" fmla="*/ 162877 h 222980"/>
              <a:gd name="connsiteX29" fmla="*/ 11908 w 225839"/>
              <a:gd name="connsiteY29" fmla="*/ 16288 h 222980"/>
              <a:gd name="connsiteX30" fmla="*/ 35625 w 225839"/>
              <a:gd name="connsiteY30" fmla="*/ 40005 h 222980"/>
              <a:gd name="connsiteX31" fmla="*/ 42388 w 225839"/>
              <a:gd name="connsiteY31" fmla="*/ 33242 h 222980"/>
              <a:gd name="connsiteX32" fmla="*/ 18671 w 225839"/>
              <a:gd name="connsiteY32" fmla="*/ 9525 h 222980"/>
              <a:gd name="connsiteX33" fmla="*/ 47436 w 225839"/>
              <a:gd name="connsiteY33" fmla="*/ 9525 h 222980"/>
              <a:gd name="connsiteX34" fmla="*/ 47436 w 225839"/>
              <a:gd name="connsiteY34" fmla="*/ 0 h 222980"/>
              <a:gd name="connsiteX35" fmla="*/ 2383 w 225839"/>
              <a:gd name="connsiteY35" fmla="*/ 0 h 222980"/>
              <a:gd name="connsiteX36" fmla="*/ 2383 w 225839"/>
              <a:gd name="connsiteY36" fmla="*/ 45053 h 222980"/>
              <a:gd name="connsiteX37" fmla="*/ 11908 w 225839"/>
              <a:gd name="connsiteY37" fmla="*/ 45053 h 222980"/>
              <a:gd name="connsiteX38" fmla="*/ 11908 w 225839"/>
              <a:gd name="connsiteY38" fmla="*/ 16288 h 222980"/>
              <a:gd name="connsiteX39" fmla="*/ 215934 w 225839"/>
              <a:gd name="connsiteY39" fmla="*/ 206692 h 222980"/>
              <a:gd name="connsiteX40" fmla="*/ 192216 w 225839"/>
              <a:gd name="connsiteY40" fmla="*/ 182975 h 222980"/>
              <a:gd name="connsiteX41" fmla="*/ 185454 w 225839"/>
              <a:gd name="connsiteY41" fmla="*/ 189738 h 222980"/>
              <a:gd name="connsiteX42" fmla="*/ 209171 w 225839"/>
              <a:gd name="connsiteY42" fmla="*/ 213455 h 222980"/>
              <a:gd name="connsiteX43" fmla="*/ 180405 w 225839"/>
              <a:gd name="connsiteY43" fmla="*/ 213455 h 222980"/>
              <a:gd name="connsiteX44" fmla="*/ 180405 w 225839"/>
              <a:gd name="connsiteY44" fmla="*/ 222980 h 222980"/>
              <a:gd name="connsiteX45" fmla="*/ 225459 w 225839"/>
              <a:gd name="connsiteY45" fmla="*/ 222980 h 222980"/>
              <a:gd name="connsiteX46" fmla="*/ 225459 w 225839"/>
              <a:gd name="connsiteY46" fmla="*/ 177927 h 222980"/>
              <a:gd name="connsiteX47" fmla="*/ 215934 w 225839"/>
              <a:gd name="connsiteY47" fmla="*/ 177927 h 222980"/>
              <a:gd name="connsiteX48" fmla="*/ 215934 w 225839"/>
              <a:gd name="connsiteY48" fmla="*/ 206692 h 222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225839" h="222980">
                <a:moveTo>
                  <a:pt x="225840" y="117348"/>
                </a:moveTo>
                <a:cubicBezTo>
                  <a:pt x="225840" y="85249"/>
                  <a:pt x="200027" y="59150"/>
                  <a:pt x="168309" y="59150"/>
                </a:cubicBezTo>
                <a:lnTo>
                  <a:pt x="162213" y="59150"/>
                </a:lnTo>
                <a:cubicBezTo>
                  <a:pt x="160689" y="59150"/>
                  <a:pt x="159165" y="59246"/>
                  <a:pt x="157736" y="59341"/>
                </a:cubicBezTo>
                <a:cubicBezTo>
                  <a:pt x="147068" y="38195"/>
                  <a:pt x="126399" y="24193"/>
                  <a:pt x="103062" y="22384"/>
                </a:cubicBezTo>
                <a:cubicBezTo>
                  <a:pt x="101348" y="22288"/>
                  <a:pt x="99633" y="22193"/>
                  <a:pt x="97919" y="22193"/>
                </a:cubicBezTo>
                <a:cubicBezTo>
                  <a:pt x="63248" y="22193"/>
                  <a:pt x="33911" y="49339"/>
                  <a:pt x="31244" y="84773"/>
                </a:cubicBezTo>
                <a:cubicBezTo>
                  <a:pt x="12575" y="91250"/>
                  <a:pt x="97" y="108966"/>
                  <a:pt x="2" y="128968"/>
                </a:cubicBezTo>
                <a:cubicBezTo>
                  <a:pt x="-93" y="139065"/>
                  <a:pt x="3431" y="148971"/>
                  <a:pt x="9908" y="156782"/>
                </a:cubicBezTo>
                <a:cubicBezTo>
                  <a:pt x="16194" y="164401"/>
                  <a:pt x="24767" y="169831"/>
                  <a:pt x="34292" y="172307"/>
                </a:cubicBezTo>
                <a:cubicBezTo>
                  <a:pt x="34673" y="172402"/>
                  <a:pt x="35054" y="172402"/>
                  <a:pt x="35435" y="172402"/>
                </a:cubicBezTo>
                <a:lnTo>
                  <a:pt x="192216" y="172022"/>
                </a:lnTo>
                <a:cubicBezTo>
                  <a:pt x="212219" y="162687"/>
                  <a:pt x="225840" y="140684"/>
                  <a:pt x="225840" y="117348"/>
                </a:cubicBezTo>
                <a:close/>
                <a:moveTo>
                  <a:pt x="35721" y="162877"/>
                </a:moveTo>
                <a:cubicBezTo>
                  <a:pt x="28482" y="160782"/>
                  <a:pt x="21909" y="156496"/>
                  <a:pt x="17052" y="150685"/>
                </a:cubicBezTo>
                <a:cubicBezTo>
                  <a:pt x="12003" y="144590"/>
                  <a:pt x="9336" y="136969"/>
                  <a:pt x="9336" y="128968"/>
                </a:cubicBezTo>
                <a:cubicBezTo>
                  <a:pt x="9432" y="113062"/>
                  <a:pt x="19433" y="98869"/>
                  <a:pt x="34197" y="93726"/>
                </a:cubicBezTo>
                <a:lnTo>
                  <a:pt x="40102" y="91631"/>
                </a:lnTo>
                <a:lnTo>
                  <a:pt x="40578" y="85439"/>
                </a:lnTo>
                <a:cubicBezTo>
                  <a:pt x="42864" y="55245"/>
                  <a:pt x="68010" y="31623"/>
                  <a:pt x="97728" y="31623"/>
                </a:cubicBezTo>
                <a:cubicBezTo>
                  <a:pt x="99157" y="31623"/>
                  <a:pt x="100681" y="31718"/>
                  <a:pt x="102205" y="31813"/>
                </a:cubicBezTo>
                <a:cubicBezTo>
                  <a:pt x="122112" y="33338"/>
                  <a:pt x="140019" y="45529"/>
                  <a:pt x="149163" y="63532"/>
                </a:cubicBezTo>
                <a:lnTo>
                  <a:pt x="152021" y="69151"/>
                </a:lnTo>
                <a:lnTo>
                  <a:pt x="158307" y="68771"/>
                </a:lnTo>
                <a:cubicBezTo>
                  <a:pt x="159641" y="68675"/>
                  <a:pt x="160879" y="68580"/>
                  <a:pt x="162213" y="68580"/>
                </a:cubicBezTo>
                <a:lnTo>
                  <a:pt x="168309" y="68580"/>
                </a:lnTo>
                <a:cubicBezTo>
                  <a:pt x="194788" y="68580"/>
                  <a:pt x="216315" y="90392"/>
                  <a:pt x="216315" y="117253"/>
                </a:cubicBezTo>
                <a:cubicBezTo>
                  <a:pt x="216315" y="136303"/>
                  <a:pt x="205742" y="154210"/>
                  <a:pt x="189835" y="162401"/>
                </a:cubicBezTo>
                <a:lnTo>
                  <a:pt x="35721" y="162877"/>
                </a:lnTo>
                <a:close/>
                <a:moveTo>
                  <a:pt x="11908" y="16288"/>
                </a:moveTo>
                <a:lnTo>
                  <a:pt x="35625" y="40005"/>
                </a:lnTo>
                <a:lnTo>
                  <a:pt x="42388" y="33242"/>
                </a:lnTo>
                <a:lnTo>
                  <a:pt x="18671" y="9525"/>
                </a:lnTo>
                <a:lnTo>
                  <a:pt x="47436" y="9525"/>
                </a:lnTo>
                <a:lnTo>
                  <a:pt x="47436" y="0"/>
                </a:lnTo>
                <a:lnTo>
                  <a:pt x="2383" y="0"/>
                </a:lnTo>
                <a:lnTo>
                  <a:pt x="2383" y="45053"/>
                </a:lnTo>
                <a:lnTo>
                  <a:pt x="11908" y="45053"/>
                </a:lnTo>
                <a:lnTo>
                  <a:pt x="11908" y="16288"/>
                </a:lnTo>
                <a:close/>
                <a:moveTo>
                  <a:pt x="215934" y="206692"/>
                </a:moveTo>
                <a:lnTo>
                  <a:pt x="192216" y="182975"/>
                </a:lnTo>
                <a:lnTo>
                  <a:pt x="185454" y="189738"/>
                </a:lnTo>
                <a:lnTo>
                  <a:pt x="209171" y="213455"/>
                </a:lnTo>
                <a:lnTo>
                  <a:pt x="180405" y="213455"/>
                </a:lnTo>
                <a:lnTo>
                  <a:pt x="180405" y="222980"/>
                </a:lnTo>
                <a:lnTo>
                  <a:pt x="225459" y="222980"/>
                </a:lnTo>
                <a:lnTo>
                  <a:pt x="225459" y="177927"/>
                </a:lnTo>
                <a:lnTo>
                  <a:pt x="215934" y="177927"/>
                </a:lnTo>
                <a:lnTo>
                  <a:pt x="215934" y="206692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9" name="Freeform: Shape 488">
            <a:extLst>
              <a:ext uri="{FF2B5EF4-FFF2-40B4-BE49-F238E27FC236}">
                <a16:creationId xmlns:a16="http://schemas.microsoft.com/office/drawing/2014/main" id="{8490514C-4520-4395-BEC8-CBA7906F6DD9}"/>
              </a:ext>
            </a:extLst>
          </p:cNvPr>
          <p:cNvSpPr/>
          <p:nvPr/>
        </p:nvSpPr>
        <p:spPr>
          <a:xfrm>
            <a:off x="683143" y="4855636"/>
            <a:ext cx="227647" cy="195643"/>
          </a:xfrm>
          <a:custGeom>
            <a:avLst/>
            <a:gdLst>
              <a:gd name="connsiteX0" fmla="*/ 167069 w 227647"/>
              <a:gd name="connsiteY0" fmla="*/ 36957 h 195643"/>
              <a:gd name="connsiteX1" fmla="*/ 159544 w 227647"/>
              <a:gd name="connsiteY1" fmla="*/ 36957 h 195643"/>
              <a:gd name="connsiteX2" fmla="*/ 104299 w 227647"/>
              <a:gd name="connsiteY2" fmla="*/ 191 h 195643"/>
              <a:gd name="connsiteX3" fmla="*/ 98774 w 227647"/>
              <a:gd name="connsiteY3" fmla="*/ 0 h 195643"/>
              <a:gd name="connsiteX4" fmla="*/ 51530 w 227647"/>
              <a:gd name="connsiteY4" fmla="*/ 19336 h 195643"/>
              <a:gd name="connsiteX5" fmla="*/ 29623 w 227647"/>
              <a:gd name="connsiteY5" fmla="*/ 64008 h 195643"/>
              <a:gd name="connsiteX6" fmla="*/ 0 w 227647"/>
              <a:gd name="connsiteY6" fmla="*/ 102108 h 195643"/>
              <a:gd name="connsiteX7" fmla="*/ 9335 w 227647"/>
              <a:gd name="connsiteY7" fmla="*/ 103822 h 195643"/>
              <a:gd name="connsiteX8" fmla="*/ 35719 w 227647"/>
              <a:gd name="connsiteY8" fmla="*/ 71819 h 195643"/>
              <a:gd name="connsiteX9" fmla="*/ 38672 w 227647"/>
              <a:gd name="connsiteY9" fmla="*/ 70771 h 195643"/>
              <a:gd name="connsiteX10" fmla="*/ 38862 w 227647"/>
              <a:gd name="connsiteY10" fmla="*/ 67723 h 195643"/>
              <a:gd name="connsiteX11" fmla="*/ 58103 w 227647"/>
              <a:gd name="connsiteY11" fmla="*/ 26194 h 195643"/>
              <a:gd name="connsiteX12" fmla="*/ 98774 w 227647"/>
              <a:gd name="connsiteY12" fmla="*/ 9525 h 195643"/>
              <a:gd name="connsiteX13" fmla="*/ 103346 w 227647"/>
              <a:gd name="connsiteY13" fmla="*/ 9716 h 195643"/>
              <a:gd name="connsiteX14" fmla="*/ 152495 w 227647"/>
              <a:gd name="connsiteY14" fmla="*/ 44005 h 195643"/>
              <a:gd name="connsiteX15" fmla="*/ 154115 w 227647"/>
              <a:gd name="connsiteY15" fmla="*/ 46863 h 195643"/>
              <a:gd name="connsiteX16" fmla="*/ 157258 w 227647"/>
              <a:gd name="connsiteY16" fmla="*/ 46672 h 195643"/>
              <a:gd name="connsiteX17" fmla="*/ 161163 w 227647"/>
              <a:gd name="connsiteY17" fmla="*/ 46482 h 195643"/>
              <a:gd name="connsiteX18" fmla="*/ 167069 w 227647"/>
              <a:gd name="connsiteY18" fmla="*/ 46482 h 195643"/>
              <a:gd name="connsiteX19" fmla="*/ 218123 w 227647"/>
              <a:gd name="connsiteY19" fmla="*/ 99917 h 195643"/>
              <a:gd name="connsiteX20" fmla="*/ 188976 w 227647"/>
              <a:gd name="connsiteY20" fmla="*/ 149828 h 195643"/>
              <a:gd name="connsiteX21" fmla="*/ 127921 w 227647"/>
              <a:gd name="connsiteY21" fmla="*/ 149924 h 195643"/>
              <a:gd name="connsiteX22" fmla="*/ 118396 w 227647"/>
              <a:gd name="connsiteY22" fmla="*/ 159544 h 195643"/>
              <a:gd name="connsiteX23" fmla="*/ 190119 w 227647"/>
              <a:gd name="connsiteY23" fmla="*/ 159353 h 195643"/>
              <a:gd name="connsiteX24" fmla="*/ 192119 w 227647"/>
              <a:gd name="connsiteY24" fmla="*/ 158877 h 195643"/>
              <a:gd name="connsiteX25" fmla="*/ 227648 w 227647"/>
              <a:gd name="connsiteY25" fmla="*/ 99917 h 195643"/>
              <a:gd name="connsiteX26" fmla="*/ 167069 w 227647"/>
              <a:gd name="connsiteY26" fmla="*/ 36957 h 195643"/>
              <a:gd name="connsiteX27" fmla="*/ 70866 w 227647"/>
              <a:gd name="connsiteY27" fmla="*/ 135350 h 195643"/>
              <a:gd name="connsiteX28" fmla="*/ 116015 w 227647"/>
              <a:gd name="connsiteY28" fmla="*/ 84772 h 195643"/>
              <a:gd name="connsiteX29" fmla="*/ 108871 w 227647"/>
              <a:gd name="connsiteY29" fmla="*/ 78391 h 195643"/>
              <a:gd name="connsiteX30" fmla="*/ 49625 w 227647"/>
              <a:gd name="connsiteY30" fmla="*/ 144780 h 195643"/>
              <a:gd name="connsiteX31" fmla="*/ 104584 w 227647"/>
              <a:gd name="connsiteY31" fmla="*/ 144780 h 195643"/>
              <a:gd name="connsiteX32" fmla="*/ 60484 w 227647"/>
              <a:gd name="connsiteY32" fmla="*/ 188881 h 195643"/>
              <a:gd name="connsiteX33" fmla="*/ 67247 w 227647"/>
              <a:gd name="connsiteY33" fmla="*/ 195644 h 195643"/>
              <a:gd name="connsiteX34" fmla="*/ 127540 w 227647"/>
              <a:gd name="connsiteY34" fmla="*/ 135350 h 195643"/>
              <a:gd name="connsiteX35" fmla="*/ 70866 w 227647"/>
              <a:gd name="connsiteY35" fmla="*/ 135350 h 195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227647" h="195643">
                <a:moveTo>
                  <a:pt x="167069" y="36957"/>
                </a:moveTo>
                <a:lnTo>
                  <a:pt x="159544" y="36957"/>
                </a:lnTo>
                <a:cubicBezTo>
                  <a:pt x="148304" y="16002"/>
                  <a:pt x="127349" y="2096"/>
                  <a:pt x="104299" y="191"/>
                </a:cubicBezTo>
                <a:cubicBezTo>
                  <a:pt x="102489" y="0"/>
                  <a:pt x="100584" y="0"/>
                  <a:pt x="98774" y="0"/>
                </a:cubicBezTo>
                <a:cubicBezTo>
                  <a:pt x="81248" y="0"/>
                  <a:pt x="64389" y="6858"/>
                  <a:pt x="51530" y="19336"/>
                </a:cubicBezTo>
                <a:cubicBezTo>
                  <a:pt x="39338" y="31052"/>
                  <a:pt x="31623" y="46768"/>
                  <a:pt x="29623" y="64008"/>
                </a:cubicBezTo>
                <a:cubicBezTo>
                  <a:pt x="14383" y="70580"/>
                  <a:pt x="3048" y="84963"/>
                  <a:pt x="0" y="102108"/>
                </a:cubicBezTo>
                <a:lnTo>
                  <a:pt x="9335" y="103822"/>
                </a:lnTo>
                <a:cubicBezTo>
                  <a:pt x="12097" y="88963"/>
                  <a:pt x="22193" y="76676"/>
                  <a:pt x="35719" y="71819"/>
                </a:cubicBezTo>
                <a:lnTo>
                  <a:pt x="38672" y="70771"/>
                </a:lnTo>
                <a:lnTo>
                  <a:pt x="38862" y="67723"/>
                </a:lnTo>
                <a:cubicBezTo>
                  <a:pt x="40100" y="51721"/>
                  <a:pt x="46863" y="36957"/>
                  <a:pt x="58103" y="26194"/>
                </a:cubicBezTo>
                <a:cubicBezTo>
                  <a:pt x="69247" y="15431"/>
                  <a:pt x="83725" y="9525"/>
                  <a:pt x="98774" y="9525"/>
                </a:cubicBezTo>
                <a:cubicBezTo>
                  <a:pt x="100298" y="9525"/>
                  <a:pt x="101727" y="9525"/>
                  <a:pt x="103346" y="9716"/>
                </a:cubicBezTo>
                <a:cubicBezTo>
                  <a:pt x="124206" y="11335"/>
                  <a:pt x="143066" y="24479"/>
                  <a:pt x="152495" y="44005"/>
                </a:cubicBezTo>
                <a:lnTo>
                  <a:pt x="154115" y="46863"/>
                </a:lnTo>
                <a:lnTo>
                  <a:pt x="157258" y="46672"/>
                </a:lnTo>
                <a:cubicBezTo>
                  <a:pt x="158591" y="46577"/>
                  <a:pt x="159925" y="46482"/>
                  <a:pt x="161163" y="46482"/>
                </a:cubicBezTo>
                <a:lnTo>
                  <a:pt x="167069" y="46482"/>
                </a:lnTo>
                <a:cubicBezTo>
                  <a:pt x="195263" y="46482"/>
                  <a:pt x="218123" y="70485"/>
                  <a:pt x="218123" y="99917"/>
                </a:cubicBezTo>
                <a:cubicBezTo>
                  <a:pt x="218123" y="121158"/>
                  <a:pt x="206407" y="141065"/>
                  <a:pt x="188976" y="149828"/>
                </a:cubicBezTo>
                <a:lnTo>
                  <a:pt x="127921" y="149924"/>
                </a:lnTo>
                <a:lnTo>
                  <a:pt x="118396" y="159544"/>
                </a:lnTo>
                <a:lnTo>
                  <a:pt x="190119" y="159353"/>
                </a:lnTo>
                <a:lnTo>
                  <a:pt x="192119" y="158877"/>
                </a:lnTo>
                <a:cubicBezTo>
                  <a:pt x="213360" y="148780"/>
                  <a:pt x="227648" y="125159"/>
                  <a:pt x="227648" y="99917"/>
                </a:cubicBezTo>
                <a:cubicBezTo>
                  <a:pt x="227648" y="65246"/>
                  <a:pt x="200501" y="36957"/>
                  <a:pt x="167069" y="36957"/>
                </a:cubicBezTo>
                <a:close/>
                <a:moveTo>
                  <a:pt x="70866" y="135350"/>
                </a:moveTo>
                <a:lnTo>
                  <a:pt x="116015" y="84772"/>
                </a:lnTo>
                <a:lnTo>
                  <a:pt x="108871" y="78391"/>
                </a:lnTo>
                <a:lnTo>
                  <a:pt x="49625" y="144780"/>
                </a:lnTo>
                <a:lnTo>
                  <a:pt x="104584" y="144780"/>
                </a:lnTo>
                <a:lnTo>
                  <a:pt x="60484" y="188881"/>
                </a:lnTo>
                <a:lnTo>
                  <a:pt x="67247" y="195644"/>
                </a:lnTo>
                <a:lnTo>
                  <a:pt x="127540" y="135350"/>
                </a:lnTo>
                <a:lnTo>
                  <a:pt x="70866" y="135350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dirty="0">
              <a:highlight>
                <a:srgbClr val="212354"/>
              </a:highlight>
            </a:endParaRPr>
          </a:p>
        </p:txBody>
      </p:sp>
      <p:sp>
        <p:nvSpPr>
          <p:cNvPr id="490" name="Freeform: Shape 489">
            <a:extLst>
              <a:ext uri="{FF2B5EF4-FFF2-40B4-BE49-F238E27FC236}">
                <a16:creationId xmlns:a16="http://schemas.microsoft.com/office/drawing/2014/main" id="{90D1B4B1-D72F-4160-A81C-38C1C71F301E}"/>
              </a:ext>
            </a:extLst>
          </p:cNvPr>
          <p:cNvSpPr/>
          <p:nvPr/>
        </p:nvSpPr>
        <p:spPr>
          <a:xfrm>
            <a:off x="4373035" y="4816737"/>
            <a:ext cx="228600" cy="228600"/>
          </a:xfrm>
          <a:custGeom>
            <a:avLst/>
            <a:gdLst>
              <a:gd name="connsiteX0" fmla="*/ 114300 w 228600"/>
              <a:gd name="connsiteY0" fmla="*/ 0 h 228600"/>
              <a:gd name="connsiteX1" fmla="*/ 0 w 228600"/>
              <a:gd name="connsiteY1" fmla="*/ 114300 h 228600"/>
              <a:gd name="connsiteX2" fmla="*/ 114300 w 228600"/>
              <a:gd name="connsiteY2" fmla="*/ 228600 h 228600"/>
              <a:gd name="connsiteX3" fmla="*/ 228600 w 228600"/>
              <a:gd name="connsiteY3" fmla="*/ 114300 h 228600"/>
              <a:gd name="connsiteX4" fmla="*/ 114300 w 228600"/>
              <a:gd name="connsiteY4" fmla="*/ 0 h 228600"/>
              <a:gd name="connsiteX5" fmla="*/ 114300 w 228600"/>
              <a:gd name="connsiteY5" fmla="*/ 9525 h 228600"/>
              <a:gd name="connsiteX6" fmla="*/ 218789 w 228600"/>
              <a:gd name="connsiteY6" fmla="*/ 109538 h 228600"/>
              <a:gd name="connsiteX7" fmla="*/ 112300 w 228600"/>
              <a:gd name="connsiteY7" fmla="*/ 109538 h 228600"/>
              <a:gd name="connsiteX8" fmla="*/ 36576 w 228600"/>
              <a:gd name="connsiteY8" fmla="*/ 184309 h 228600"/>
              <a:gd name="connsiteX9" fmla="*/ 9525 w 228600"/>
              <a:gd name="connsiteY9" fmla="*/ 114300 h 228600"/>
              <a:gd name="connsiteX10" fmla="*/ 114300 w 228600"/>
              <a:gd name="connsiteY10" fmla="*/ 9525 h 228600"/>
              <a:gd name="connsiteX11" fmla="*/ 114300 w 228600"/>
              <a:gd name="connsiteY11" fmla="*/ 219075 h 228600"/>
              <a:gd name="connsiteX12" fmla="*/ 43244 w 228600"/>
              <a:gd name="connsiteY12" fmla="*/ 191071 h 228600"/>
              <a:gd name="connsiteX13" fmla="*/ 116205 w 228600"/>
              <a:gd name="connsiteY13" fmla="*/ 119063 h 228600"/>
              <a:gd name="connsiteX14" fmla="*/ 218789 w 228600"/>
              <a:gd name="connsiteY14" fmla="*/ 119063 h 228600"/>
              <a:gd name="connsiteX15" fmla="*/ 114300 w 228600"/>
              <a:gd name="connsiteY15" fmla="*/ 219075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28600" h="228600">
                <a:moveTo>
                  <a:pt x="114300" y="0"/>
                </a:moveTo>
                <a:cubicBezTo>
                  <a:pt x="51149" y="0"/>
                  <a:pt x="0" y="51149"/>
                  <a:pt x="0" y="114300"/>
                </a:cubicBezTo>
                <a:cubicBezTo>
                  <a:pt x="0" y="177451"/>
                  <a:pt x="51149" y="228600"/>
                  <a:pt x="114300" y="228600"/>
                </a:cubicBezTo>
                <a:cubicBezTo>
                  <a:pt x="177451" y="228600"/>
                  <a:pt x="228600" y="177451"/>
                  <a:pt x="228600" y="114300"/>
                </a:cubicBezTo>
                <a:cubicBezTo>
                  <a:pt x="228600" y="51245"/>
                  <a:pt x="177356" y="0"/>
                  <a:pt x="114300" y="0"/>
                </a:cubicBezTo>
                <a:close/>
                <a:moveTo>
                  <a:pt x="114300" y="9525"/>
                </a:moveTo>
                <a:cubicBezTo>
                  <a:pt x="170498" y="9525"/>
                  <a:pt x="216313" y="54007"/>
                  <a:pt x="218789" y="109538"/>
                </a:cubicBezTo>
                <a:lnTo>
                  <a:pt x="112300" y="109538"/>
                </a:lnTo>
                <a:lnTo>
                  <a:pt x="36576" y="184309"/>
                </a:lnTo>
                <a:cubicBezTo>
                  <a:pt x="19812" y="165735"/>
                  <a:pt x="9525" y="141256"/>
                  <a:pt x="9525" y="114300"/>
                </a:cubicBezTo>
                <a:cubicBezTo>
                  <a:pt x="9525" y="56579"/>
                  <a:pt x="56483" y="9525"/>
                  <a:pt x="114300" y="9525"/>
                </a:cubicBezTo>
                <a:close/>
                <a:moveTo>
                  <a:pt x="114300" y="219075"/>
                </a:moveTo>
                <a:cubicBezTo>
                  <a:pt x="86868" y="219075"/>
                  <a:pt x="62008" y="208407"/>
                  <a:pt x="43244" y="191071"/>
                </a:cubicBezTo>
                <a:lnTo>
                  <a:pt x="116205" y="119063"/>
                </a:lnTo>
                <a:lnTo>
                  <a:pt x="218789" y="119063"/>
                </a:lnTo>
                <a:cubicBezTo>
                  <a:pt x="216313" y="174688"/>
                  <a:pt x="170402" y="219075"/>
                  <a:pt x="114300" y="219075"/>
                </a:cubicBez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491" name="Freeform: Shape 490">
            <a:extLst>
              <a:ext uri="{FF2B5EF4-FFF2-40B4-BE49-F238E27FC236}">
                <a16:creationId xmlns:a16="http://schemas.microsoft.com/office/drawing/2014/main" id="{69A76B97-9928-4DDA-8AEF-6A6480ECF6F6}"/>
              </a:ext>
            </a:extLst>
          </p:cNvPr>
          <p:cNvSpPr/>
          <p:nvPr/>
        </p:nvSpPr>
        <p:spPr>
          <a:xfrm>
            <a:off x="5498005" y="4793480"/>
            <a:ext cx="224504" cy="164211"/>
          </a:xfrm>
          <a:custGeom>
            <a:avLst/>
            <a:gdLst>
              <a:gd name="connsiteX0" fmla="*/ 82106 w 224504"/>
              <a:gd name="connsiteY0" fmla="*/ 45815 h 164211"/>
              <a:gd name="connsiteX1" fmla="*/ 183356 w 224504"/>
              <a:gd name="connsiteY1" fmla="*/ 45815 h 164211"/>
              <a:gd name="connsiteX2" fmla="*/ 183356 w 224504"/>
              <a:gd name="connsiteY2" fmla="*/ 64770 h 164211"/>
              <a:gd name="connsiteX3" fmla="*/ 224504 w 224504"/>
              <a:gd name="connsiteY3" fmla="*/ 41053 h 164211"/>
              <a:gd name="connsiteX4" fmla="*/ 183356 w 224504"/>
              <a:gd name="connsiteY4" fmla="*/ 17336 h 164211"/>
              <a:gd name="connsiteX5" fmla="*/ 183356 w 224504"/>
              <a:gd name="connsiteY5" fmla="*/ 36290 h 164211"/>
              <a:gd name="connsiteX6" fmla="*/ 82106 w 224504"/>
              <a:gd name="connsiteY6" fmla="*/ 36290 h 164211"/>
              <a:gd name="connsiteX7" fmla="*/ 82106 w 224504"/>
              <a:gd name="connsiteY7" fmla="*/ 0 h 164211"/>
              <a:gd name="connsiteX8" fmla="*/ 0 w 224504"/>
              <a:gd name="connsiteY8" fmla="*/ 0 h 164211"/>
              <a:gd name="connsiteX9" fmla="*/ 0 w 224504"/>
              <a:gd name="connsiteY9" fmla="*/ 82106 h 164211"/>
              <a:gd name="connsiteX10" fmla="*/ 82106 w 224504"/>
              <a:gd name="connsiteY10" fmla="*/ 82106 h 164211"/>
              <a:gd name="connsiteX11" fmla="*/ 82106 w 224504"/>
              <a:gd name="connsiteY11" fmla="*/ 45815 h 164211"/>
              <a:gd name="connsiteX12" fmla="*/ 72581 w 224504"/>
              <a:gd name="connsiteY12" fmla="*/ 72581 h 164211"/>
              <a:gd name="connsiteX13" fmla="*/ 9525 w 224504"/>
              <a:gd name="connsiteY13" fmla="*/ 72581 h 164211"/>
              <a:gd name="connsiteX14" fmla="*/ 9525 w 224504"/>
              <a:gd name="connsiteY14" fmla="*/ 9525 h 164211"/>
              <a:gd name="connsiteX15" fmla="*/ 72581 w 224504"/>
              <a:gd name="connsiteY15" fmla="*/ 9525 h 164211"/>
              <a:gd name="connsiteX16" fmla="*/ 72581 w 224504"/>
              <a:gd name="connsiteY16" fmla="*/ 72581 h 164211"/>
              <a:gd name="connsiteX17" fmla="*/ 142399 w 224504"/>
              <a:gd name="connsiteY17" fmla="*/ 118396 h 164211"/>
              <a:gd name="connsiteX18" fmla="*/ 41148 w 224504"/>
              <a:gd name="connsiteY18" fmla="*/ 118396 h 164211"/>
              <a:gd name="connsiteX19" fmla="*/ 41148 w 224504"/>
              <a:gd name="connsiteY19" fmla="*/ 99441 h 164211"/>
              <a:gd name="connsiteX20" fmla="*/ 0 w 224504"/>
              <a:gd name="connsiteY20" fmla="*/ 123158 h 164211"/>
              <a:gd name="connsiteX21" fmla="*/ 41148 w 224504"/>
              <a:gd name="connsiteY21" fmla="*/ 146875 h 164211"/>
              <a:gd name="connsiteX22" fmla="*/ 41148 w 224504"/>
              <a:gd name="connsiteY22" fmla="*/ 127921 h 164211"/>
              <a:gd name="connsiteX23" fmla="*/ 142399 w 224504"/>
              <a:gd name="connsiteY23" fmla="*/ 127921 h 164211"/>
              <a:gd name="connsiteX24" fmla="*/ 142399 w 224504"/>
              <a:gd name="connsiteY24" fmla="*/ 164211 h 164211"/>
              <a:gd name="connsiteX25" fmla="*/ 224504 w 224504"/>
              <a:gd name="connsiteY25" fmla="*/ 164211 h 164211"/>
              <a:gd name="connsiteX26" fmla="*/ 224504 w 224504"/>
              <a:gd name="connsiteY26" fmla="*/ 82106 h 164211"/>
              <a:gd name="connsiteX27" fmla="*/ 142399 w 224504"/>
              <a:gd name="connsiteY27" fmla="*/ 82106 h 164211"/>
              <a:gd name="connsiteX28" fmla="*/ 142399 w 224504"/>
              <a:gd name="connsiteY28" fmla="*/ 118396 h 164211"/>
              <a:gd name="connsiteX29" fmla="*/ 151924 w 224504"/>
              <a:gd name="connsiteY29" fmla="*/ 91631 h 164211"/>
              <a:gd name="connsiteX30" fmla="*/ 214979 w 224504"/>
              <a:gd name="connsiteY30" fmla="*/ 91631 h 164211"/>
              <a:gd name="connsiteX31" fmla="*/ 214979 w 224504"/>
              <a:gd name="connsiteY31" fmla="*/ 154686 h 164211"/>
              <a:gd name="connsiteX32" fmla="*/ 151924 w 224504"/>
              <a:gd name="connsiteY32" fmla="*/ 154686 h 164211"/>
              <a:gd name="connsiteX33" fmla="*/ 151924 w 224504"/>
              <a:gd name="connsiteY33" fmla="*/ 91631 h 164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224504" h="164211">
                <a:moveTo>
                  <a:pt x="82106" y="45815"/>
                </a:moveTo>
                <a:lnTo>
                  <a:pt x="183356" y="45815"/>
                </a:lnTo>
                <a:lnTo>
                  <a:pt x="183356" y="64770"/>
                </a:lnTo>
                <a:lnTo>
                  <a:pt x="224504" y="41053"/>
                </a:lnTo>
                <a:lnTo>
                  <a:pt x="183356" y="17336"/>
                </a:lnTo>
                <a:lnTo>
                  <a:pt x="183356" y="36290"/>
                </a:lnTo>
                <a:lnTo>
                  <a:pt x="82106" y="36290"/>
                </a:lnTo>
                <a:lnTo>
                  <a:pt x="82106" y="0"/>
                </a:lnTo>
                <a:lnTo>
                  <a:pt x="0" y="0"/>
                </a:lnTo>
                <a:lnTo>
                  <a:pt x="0" y="82106"/>
                </a:lnTo>
                <a:lnTo>
                  <a:pt x="82106" y="82106"/>
                </a:lnTo>
                <a:lnTo>
                  <a:pt x="82106" y="45815"/>
                </a:lnTo>
                <a:close/>
                <a:moveTo>
                  <a:pt x="72581" y="72581"/>
                </a:moveTo>
                <a:lnTo>
                  <a:pt x="9525" y="72581"/>
                </a:lnTo>
                <a:lnTo>
                  <a:pt x="9525" y="9525"/>
                </a:lnTo>
                <a:lnTo>
                  <a:pt x="72581" y="9525"/>
                </a:lnTo>
                <a:lnTo>
                  <a:pt x="72581" y="72581"/>
                </a:lnTo>
                <a:close/>
                <a:moveTo>
                  <a:pt x="142399" y="118396"/>
                </a:moveTo>
                <a:lnTo>
                  <a:pt x="41148" y="118396"/>
                </a:lnTo>
                <a:lnTo>
                  <a:pt x="41148" y="99441"/>
                </a:lnTo>
                <a:lnTo>
                  <a:pt x="0" y="123158"/>
                </a:lnTo>
                <a:lnTo>
                  <a:pt x="41148" y="146875"/>
                </a:lnTo>
                <a:lnTo>
                  <a:pt x="41148" y="127921"/>
                </a:lnTo>
                <a:lnTo>
                  <a:pt x="142399" y="127921"/>
                </a:lnTo>
                <a:lnTo>
                  <a:pt x="142399" y="164211"/>
                </a:lnTo>
                <a:lnTo>
                  <a:pt x="224504" y="164211"/>
                </a:lnTo>
                <a:lnTo>
                  <a:pt x="224504" y="82106"/>
                </a:lnTo>
                <a:lnTo>
                  <a:pt x="142399" y="82106"/>
                </a:lnTo>
                <a:lnTo>
                  <a:pt x="142399" y="118396"/>
                </a:lnTo>
                <a:close/>
                <a:moveTo>
                  <a:pt x="151924" y="91631"/>
                </a:moveTo>
                <a:lnTo>
                  <a:pt x="214979" y="91631"/>
                </a:lnTo>
                <a:lnTo>
                  <a:pt x="214979" y="154686"/>
                </a:lnTo>
                <a:lnTo>
                  <a:pt x="151924" y="154686"/>
                </a:lnTo>
                <a:lnTo>
                  <a:pt x="151924" y="91631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492" name="Freeform: Shape 491">
            <a:extLst>
              <a:ext uri="{FF2B5EF4-FFF2-40B4-BE49-F238E27FC236}">
                <a16:creationId xmlns:a16="http://schemas.microsoft.com/office/drawing/2014/main" id="{61D9E40B-3323-4719-A814-714D02E2BBCE}"/>
              </a:ext>
            </a:extLst>
          </p:cNvPr>
          <p:cNvSpPr/>
          <p:nvPr/>
        </p:nvSpPr>
        <p:spPr>
          <a:xfrm>
            <a:off x="6656496" y="4732044"/>
            <a:ext cx="285750" cy="285750"/>
          </a:xfrm>
          <a:custGeom>
            <a:avLst/>
            <a:gdLst>
              <a:gd name="connsiteX0" fmla="*/ 53340 w 285750"/>
              <a:gd name="connsiteY0" fmla="*/ 174307 h 285750"/>
              <a:gd name="connsiteX1" fmla="*/ 129445 w 285750"/>
              <a:gd name="connsiteY1" fmla="*/ 174307 h 285750"/>
              <a:gd name="connsiteX2" fmla="*/ 129445 w 285750"/>
              <a:gd name="connsiteY2" fmla="*/ 141351 h 285750"/>
              <a:gd name="connsiteX3" fmla="*/ 53340 w 285750"/>
              <a:gd name="connsiteY3" fmla="*/ 141351 h 285750"/>
              <a:gd name="connsiteX4" fmla="*/ 53340 w 285750"/>
              <a:gd name="connsiteY4" fmla="*/ 174307 h 285750"/>
              <a:gd name="connsiteX5" fmla="*/ 58102 w 285750"/>
              <a:gd name="connsiteY5" fmla="*/ 146113 h 285750"/>
              <a:gd name="connsiteX6" fmla="*/ 124682 w 285750"/>
              <a:gd name="connsiteY6" fmla="*/ 146113 h 285750"/>
              <a:gd name="connsiteX7" fmla="*/ 124682 w 285750"/>
              <a:gd name="connsiteY7" fmla="*/ 169545 h 285750"/>
              <a:gd name="connsiteX8" fmla="*/ 58102 w 285750"/>
              <a:gd name="connsiteY8" fmla="*/ 169545 h 285750"/>
              <a:gd name="connsiteX9" fmla="*/ 58102 w 285750"/>
              <a:gd name="connsiteY9" fmla="*/ 146113 h 285750"/>
              <a:gd name="connsiteX10" fmla="*/ 0 w 285750"/>
              <a:gd name="connsiteY10" fmla="*/ 0 h 285750"/>
              <a:gd name="connsiteX11" fmla="*/ 0 w 285750"/>
              <a:gd name="connsiteY11" fmla="*/ 285750 h 285750"/>
              <a:gd name="connsiteX12" fmla="*/ 285750 w 285750"/>
              <a:gd name="connsiteY12" fmla="*/ 285750 h 285750"/>
              <a:gd name="connsiteX13" fmla="*/ 285750 w 285750"/>
              <a:gd name="connsiteY13" fmla="*/ 0 h 285750"/>
              <a:gd name="connsiteX14" fmla="*/ 0 w 285750"/>
              <a:gd name="connsiteY14" fmla="*/ 0 h 285750"/>
              <a:gd name="connsiteX15" fmla="*/ 276225 w 285750"/>
              <a:gd name="connsiteY15" fmla="*/ 276225 h 285750"/>
              <a:gd name="connsiteX16" fmla="*/ 9525 w 285750"/>
              <a:gd name="connsiteY16" fmla="*/ 276225 h 285750"/>
              <a:gd name="connsiteX17" fmla="*/ 9525 w 285750"/>
              <a:gd name="connsiteY17" fmla="*/ 9525 h 285750"/>
              <a:gd name="connsiteX18" fmla="*/ 276225 w 285750"/>
              <a:gd name="connsiteY18" fmla="*/ 9525 h 285750"/>
              <a:gd name="connsiteX19" fmla="*/ 276225 w 285750"/>
              <a:gd name="connsiteY19" fmla="*/ 276225 h 285750"/>
              <a:gd name="connsiteX20" fmla="*/ 226504 w 285750"/>
              <a:gd name="connsiteY20" fmla="*/ 158210 h 285750"/>
              <a:gd name="connsiteX21" fmla="*/ 227933 w 285750"/>
              <a:gd name="connsiteY21" fmla="*/ 164306 h 285750"/>
              <a:gd name="connsiteX22" fmla="*/ 233934 w 285750"/>
              <a:gd name="connsiteY22" fmla="*/ 165545 h 285750"/>
              <a:gd name="connsiteX23" fmla="*/ 248317 w 285750"/>
              <a:gd name="connsiteY23" fmla="*/ 182975 h 285750"/>
              <a:gd name="connsiteX24" fmla="*/ 248317 w 285750"/>
              <a:gd name="connsiteY24" fmla="*/ 188595 h 285750"/>
              <a:gd name="connsiteX25" fmla="*/ 235363 w 285750"/>
              <a:gd name="connsiteY25" fmla="*/ 205740 h 285750"/>
              <a:gd name="connsiteX26" fmla="*/ 182975 w 285750"/>
              <a:gd name="connsiteY26" fmla="*/ 205740 h 285750"/>
              <a:gd name="connsiteX27" fmla="*/ 170021 w 285750"/>
              <a:gd name="connsiteY27" fmla="*/ 188595 h 285750"/>
              <a:gd name="connsiteX28" fmla="*/ 170021 w 285750"/>
              <a:gd name="connsiteY28" fmla="*/ 182499 h 285750"/>
              <a:gd name="connsiteX29" fmla="*/ 160496 w 285750"/>
              <a:gd name="connsiteY29" fmla="*/ 182499 h 285750"/>
              <a:gd name="connsiteX30" fmla="*/ 160496 w 285750"/>
              <a:gd name="connsiteY30" fmla="*/ 188595 h 285750"/>
              <a:gd name="connsiteX31" fmla="*/ 181832 w 285750"/>
              <a:gd name="connsiteY31" fmla="*/ 215265 h 285750"/>
              <a:gd name="connsiteX32" fmla="*/ 236506 w 285750"/>
              <a:gd name="connsiteY32" fmla="*/ 215265 h 285750"/>
              <a:gd name="connsiteX33" fmla="*/ 257842 w 285750"/>
              <a:gd name="connsiteY33" fmla="*/ 188595 h 285750"/>
              <a:gd name="connsiteX34" fmla="*/ 257842 w 285750"/>
              <a:gd name="connsiteY34" fmla="*/ 182975 h 285750"/>
              <a:gd name="connsiteX35" fmla="*/ 235839 w 285750"/>
              <a:gd name="connsiteY35" fmla="*/ 156115 h 285750"/>
              <a:gd name="connsiteX36" fmla="*/ 215360 w 285750"/>
              <a:gd name="connsiteY36" fmla="*/ 135636 h 285750"/>
              <a:gd name="connsiteX37" fmla="*/ 215360 w 285750"/>
              <a:gd name="connsiteY37" fmla="*/ 145542 h 285750"/>
              <a:gd name="connsiteX38" fmla="*/ 226504 w 285750"/>
              <a:gd name="connsiteY38" fmla="*/ 158210 h 285750"/>
              <a:gd name="connsiteX39" fmla="*/ 61246 w 285750"/>
              <a:gd name="connsiteY39" fmla="*/ 160687 h 285750"/>
              <a:gd name="connsiteX40" fmla="*/ 62960 w 285750"/>
              <a:gd name="connsiteY40" fmla="*/ 160687 h 285750"/>
              <a:gd name="connsiteX41" fmla="*/ 62960 w 285750"/>
              <a:gd name="connsiteY41" fmla="*/ 162687 h 285750"/>
              <a:gd name="connsiteX42" fmla="*/ 64865 w 285750"/>
              <a:gd name="connsiteY42" fmla="*/ 162687 h 285750"/>
              <a:gd name="connsiteX43" fmla="*/ 64865 w 285750"/>
              <a:gd name="connsiteY43" fmla="*/ 164973 h 285750"/>
              <a:gd name="connsiteX44" fmla="*/ 71342 w 285750"/>
              <a:gd name="connsiteY44" fmla="*/ 164973 h 285750"/>
              <a:gd name="connsiteX45" fmla="*/ 71438 w 285750"/>
              <a:gd name="connsiteY45" fmla="*/ 162687 h 285750"/>
              <a:gd name="connsiteX46" fmla="*/ 73533 w 285750"/>
              <a:gd name="connsiteY46" fmla="*/ 162687 h 285750"/>
              <a:gd name="connsiteX47" fmla="*/ 73533 w 285750"/>
              <a:gd name="connsiteY47" fmla="*/ 160687 h 285750"/>
              <a:gd name="connsiteX48" fmla="*/ 75057 w 285750"/>
              <a:gd name="connsiteY48" fmla="*/ 160687 h 285750"/>
              <a:gd name="connsiteX49" fmla="*/ 75057 w 285750"/>
              <a:gd name="connsiteY49" fmla="*/ 151162 h 285750"/>
              <a:gd name="connsiteX50" fmla="*/ 61246 w 285750"/>
              <a:gd name="connsiteY50" fmla="*/ 151162 h 285750"/>
              <a:gd name="connsiteX51" fmla="*/ 61246 w 285750"/>
              <a:gd name="connsiteY51" fmla="*/ 160687 h 285750"/>
              <a:gd name="connsiteX52" fmla="*/ 84487 w 285750"/>
              <a:gd name="connsiteY52" fmla="*/ 160687 h 285750"/>
              <a:gd name="connsiteX53" fmla="*/ 86201 w 285750"/>
              <a:gd name="connsiteY53" fmla="*/ 160687 h 285750"/>
              <a:gd name="connsiteX54" fmla="*/ 86201 w 285750"/>
              <a:gd name="connsiteY54" fmla="*/ 162687 h 285750"/>
              <a:gd name="connsiteX55" fmla="*/ 88106 w 285750"/>
              <a:gd name="connsiteY55" fmla="*/ 162687 h 285750"/>
              <a:gd name="connsiteX56" fmla="*/ 88106 w 285750"/>
              <a:gd name="connsiteY56" fmla="*/ 164973 h 285750"/>
              <a:gd name="connsiteX57" fmla="*/ 94583 w 285750"/>
              <a:gd name="connsiteY57" fmla="*/ 164973 h 285750"/>
              <a:gd name="connsiteX58" fmla="*/ 94679 w 285750"/>
              <a:gd name="connsiteY58" fmla="*/ 162687 h 285750"/>
              <a:gd name="connsiteX59" fmla="*/ 96774 w 285750"/>
              <a:gd name="connsiteY59" fmla="*/ 162687 h 285750"/>
              <a:gd name="connsiteX60" fmla="*/ 96774 w 285750"/>
              <a:gd name="connsiteY60" fmla="*/ 160687 h 285750"/>
              <a:gd name="connsiteX61" fmla="*/ 98298 w 285750"/>
              <a:gd name="connsiteY61" fmla="*/ 160687 h 285750"/>
              <a:gd name="connsiteX62" fmla="*/ 98298 w 285750"/>
              <a:gd name="connsiteY62" fmla="*/ 151162 h 285750"/>
              <a:gd name="connsiteX63" fmla="*/ 84487 w 285750"/>
              <a:gd name="connsiteY63" fmla="*/ 151162 h 285750"/>
              <a:gd name="connsiteX64" fmla="*/ 84487 w 285750"/>
              <a:gd name="connsiteY64" fmla="*/ 160687 h 285750"/>
              <a:gd name="connsiteX65" fmla="*/ 107728 w 285750"/>
              <a:gd name="connsiteY65" fmla="*/ 160687 h 285750"/>
              <a:gd name="connsiteX66" fmla="*/ 109442 w 285750"/>
              <a:gd name="connsiteY66" fmla="*/ 160687 h 285750"/>
              <a:gd name="connsiteX67" fmla="*/ 109442 w 285750"/>
              <a:gd name="connsiteY67" fmla="*/ 162687 h 285750"/>
              <a:gd name="connsiteX68" fmla="*/ 111347 w 285750"/>
              <a:gd name="connsiteY68" fmla="*/ 162687 h 285750"/>
              <a:gd name="connsiteX69" fmla="*/ 111347 w 285750"/>
              <a:gd name="connsiteY69" fmla="*/ 164973 h 285750"/>
              <a:gd name="connsiteX70" fmla="*/ 117824 w 285750"/>
              <a:gd name="connsiteY70" fmla="*/ 164973 h 285750"/>
              <a:gd name="connsiteX71" fmla="*/ 117920 w 285750"/>
              <a:gd name="connsiteY71" fmla="*/ 162687 h 285750"/>
              <a:gd name="connsiteX72" fmla="*/ 120015 w 285750"/>
              <a:gd name="connsiteY72" fmla="*/ 162687 h 285750"/>
              <a:gd name="connsiteX73" fmla="*/ 120015 w 285750"/>
              <a:gd name="connsiteY73" fmla="*/ 160687 h 285750"/>
              <a:gd name="connsiteX74" fmla="*/ 121539 w 285750"/>
              <a:gd name="connsiteY74" fmla="*/ 160687 h 285750"/>
              <a:gd name="connsiteX75" fmla="*/ 121539 w 285750"/>
              <a:gd name="connsiteY75" fmla="*/ 151162 h 285750"/>
              <a:gd name="connsiteX76" fmla="*/ 107728 w 285750"/>
              <a:gd name="connsiteY76" fmla="*/ 151162 h 285750"/>
              <a:gd name="connsiteX77" fmla="*/ 107728 w 285750"/>
              <a:gd name="connsiteY77" fmla="*/ 160687 h 285750"/>
              <a:gd name="connsiteX78" fmla="*/ 211550 w 285750"/>
              <a:gd name="connsiteY78" fmla="*/ 141351 h 285750"/>
              <a:gd name="connsiteX79" fmla="*/ 135446 w 285750"/>
              <a:gd name="connsiteY79" fmla="*/ 141351 h 285750"/>
              <a:gd name="connsiteX80" fmla="*/ 135446 w 285750"/>
              <a:gd name="connsiteY80" fmla="*/ 174307 h 285750"/>
              <a:gd name="connsiteX81" fmla="*/ 211550 w 285750"/>
              <a:gd name="connsiteY81" fmla="*/ 174307 h 285750"/>
              <a:gd name="connsiteX82" fmla="*/ 211550 w 285750"/>
              <a:gd name="connsiteY82" fmla="*/ 141351 h 285750"/>
              <a:gd name="connsiteX83" fmla="*/ 206788 w 285750"/>
              <a:gd name="connsiteY83" fmla="*/ 169545 h 285750"/>
              <a:gd name="connsiteX84" fmla="*/ 140208 w 285750"/>
              <a:gd name="connsiteY84" fmla="*/ 169545 h 285750"/>
              <a:gd name="connsiteX85" fmla="*/ 140208 w 285750"/>
              <a:gd name="connsiteY85" fmla="*/ 146113 h 285750"/>
              <a:gd name="connsiteX86" fmla="*/ 206788 w 285750"/>
              <a:gd name="connsiteY86" fmla="*/ 146113 h 285750"/>
              <a:gd name="connsiteX87" fmla="*/ 206788 w 285750"/>
              <a:gd name="connsiteY87" fmla="*/ 169545 h 285750"/>
              <a:gd name="connsiteX88" fmla="*/ 168116 w 285750"/>
              <a:gd name="connsiteY88" fmla="*/ 162592 h 285750"/>
              <a:gd name="connsiteX89" fmla="*/ 170021 w 285750"/>
              <a:gd name="connsiteY89" fmla="*/ 162592 h 285750"/>
              <a:gd name="connsiteX90" fmla="*/ 170021 w 285750"/>
              <a:gd name="connsiteY90" fmla="*/ 164878 h 285750"/>
              <a:gd name="connsiteX91" fmla="*/ 176498 w 285750"/>
              <a:gd name="connsiteY91" fmla="*/ 164878 h 285750"/>
              <a:gd name="connsiteX92" fmla="*/ 176593 w 285750"/>
              <a:gd name="connsiteY92" fmla="*/ 162592 h 285750"/>
              <a:gd name="connsiteX93" fmla="*/ 178689 w 285750"/>
              <a:gd name="connsiteY93" fmla="*/ 162592 h 285750"/>
              <a:gd name="connsiteX94" fmla="*/ 178689 w 285750"/>
              <a:gd name="connsiteY94" fmla="*/ 160592 h 285750"/>
              <a:gd name="connsiteX95" fmla="*/ 180213 w 285750"/>
              <a:gd name="connsiteY95" fmla="*/ 160592 h 285750"/>
              <a:gd name="connsiteX96" fmla="*/ 180213 w 285750"/>
              <a:gd name="connsiteY96" fmla="*/ 151067 h 285750"/>
              <a:gd name="connsiteX97" fmla="*/ 166402 w 285750"/>
              <a:gd name="connsiteY97" fmla="*/ 151067 h 285750"/>
              <a:gd name="connsiteX98" fmla="*/ 166402 w 285750"/>
              <a:gd name="connsiteY98" fmla="*/ 160592 h 285750"/>
              <a:gd name="connsiteX99" fmla="*/ 168116 w 285750"/>
              <a:gd name="connsiteY99" fmla="*/ 160592 h 285750"/>
              <a:gd name="connsiteX100" fmla="*/ 168116 w 285750"/>
              <a:gd name="connsiteY100" fmla="*/ 162592 h 285750"/>
              <a:gd name="connsiteX101" fmla="*/ 145161 w 285750"/>
              <a:gd name="connsiteY101" fmla="*/ 162592 h 285750"/>
              <a:gd name="connsiteX102" fmla="*/ 147066 w 285750"/>
              <a:gd name="connsiteY102" fmla="*/ 162592 h 285750"/>
              <a:gd name="connsiteX103" fmla="*/ 147066 w 285750"/>
              <a:gd name="connsiteY103" fmla="*/ 164878 h 285750"/>
              <a:gd name="connsiteX104" fmla="*/ 153543 w 285750"/>
              <a:gd name="connsiteY104" fmla="*/ 164878 h 285750"/>
              <a:gd name="connsiteX105" fmla="*/ 153638 w 285750"/>
              <a:gd name="connsiteY105" fmla="*/ 162592 h 285750"/>
              <a:gd name="connsiteX106" fmla="*/ 155734 w 285750"/>
              <a:gd name="connsiteY106" fmla="*/ 162592 h 285750"/>
              <a:gd name="connsiteX107" fmla="*/ 155734 w 285750"/>
              <a:gd name="connsiteY107" fmla="*/ 160592 h 285750"/>
              <a:gd name="connsiteX108" fmla="*/ 157258 w 285750"/>
              <a:gd name="connsiteY108" fmla="*/ 160592 h 285750"/>
              <a:gd name="connsiteX109" fmla="*/ 157258 w 285750"/>
              <a:gd name="connsiteY109" fmla="*/ 151067 h 285750"/>
              <a:gd name="connsiteX110" fmla="*/ 143446 w 285750"/>
              <a:gd name="connsiteY110" fmla="*/ 151067 h 285750"/>
              <a:gd name="connsiteX111" fmla="*/ 143446 w 285750"/>
              <a:gd name="connsiteY111" fmla="*/ 160592 h 285750"/>
              <a:gd name="connsiteX112" fmla="*/ 145161 w 285750"/>
              <a:gd name="connsiteY112" fmla="*/ 160592 h 285750"/>
              <a:gd name="connsiteX113" fmla="*/ 145161 w 285750"/>
              <a:gd name="connsiteY113" fmla="*/ 162592 h 285750"/>
              <a:gd name="connsiteX114" fmla="*/ 191167 w 285750"/>
              <a:gd name="connsiteY114" fmla="*/ 162592 h 285750"/>
              <a:gd name="connsiteX115" fmla="*/ 193072 w 285750"/>
              <a:gd name="connsiteY115" fmla="*/ 162592 h 285750"/>
              <a:gd name="connsiteX116" fmla="*/ 193072 w 285750"/>
              <a:gd name="connsiteY116" fmla="*/ 164878 h 285750"/>
              <a:gd name="connsiteX117" fmla="*/ 199549 w 285750"/>
              <a:gd name="connsiteY117" fmla="*/ 164878 h 285750"/>
              <a:gd name="connsiteX118" fmla="*/ 199644 w 285750"/>
              <a:gd name="connsiteY118" fmla="*/ 162592 h 285750"/>
              <a:gd name="connsiteX119" fmla="*/ 201739 w 285750"/>
              <a:gd name="connsiteY119" fmla="*/ 162592 h 285750"/>
              <a:gd name="connsiteX120" fmla="*/ 201739 w 285750"/>
              <a:gd name="connsiteY120" fmla="*/ 160592 h 285750"/>
              <a:gd name="connsiteX121" fmla="*/ 203263 w 285750"/>
              <a:gd name="connsiteY121" fmla="*/ 160592 h 285750"/>
              <a:gd name="connsiteX122" fmla="*/ 203263 w 285750"/>
              <a:gd name="connsiteY122" fmla="*/ 151067 h 285750"/>
              <a:gd name="connsiteX123" fmla="*/ 189452 w 285750"/>
              <a:gd name="connsiteY123" fmla="*/ 151067 h 285750"/>
              <a:gd name="connsiteX124" fmla="*/ 189452 w 285750"/>
              <a:gd name="connsiteY124" fmla="*/ 160592 h 285750"/>
              <a:gd name="connsiteX125" fmla="*/ 191167 w 285750"/>
              <a:gd name="connsiteY125" fmla="*/ 160592 h 285750"/>
              <a:gd name="connsiteX126" fmla="*/ 191167 w 285750"/>
              <a:gd name="connsiteY126" fmla="*/ 162592 h 285750"/>
              <a:gd name="connsiteX127" fmla="*/ 45910 w 285750"/>
              <a:gd name="connsiteY127" fmla="*/ 215932 h 285750"/>
              <a:gd name="connsiteX128" fmla="*/ 83439 w 285750"/>
              <a:gd name="connsiteY128" fmla="*/ 215932 h 285750"/>
              <a:gd name="connsiteX129" fmla="*/ 83439 w 285750"/>
              <a:gd name="connsiteY129" fmla="*/ 215932 h 285750"/>
              <a:gd name="connsiteX130" fmla="*/ 99155 w 285750"/>
              <a:gd name="connsiteY130" fmla="*/ 215932 h 285750"/>
              <a:gd name="connsiteX131" fmla="*/ 99155 w 285750"/>
              <a:gd name="connsiteY131" fmla="*/ 181928 h 285750"/>
              <a:gd name="connsiteX132" fmla="*/ 89630 w 285750"/>
              <a:gd name="connsiteY132" fmla="*/ 181928 h 285750"/>
              <a:gd name="connsiteX133" fmla="*/ 89630 w 285750"/>
              <a:gd name="connsiteY133" fmla="*/ 206407 h 285750"/>
              <a:gd name="connsiteX134" fmla="*/ 76390 w 285750"/>
              <a:gd name="connsiteY134" fmla="*/ 206407 h 285750"/>
              <a:gd name="connsiteX135" fmla="*/ 76390 w 285750"/>
              <a:gd name="connsiteY135" fmla="*/ 181928 h 285750"/>
              <a:gd name="connsiteX136" fmla="*/ 52959 w 285750"/>
              <a:gd name="connsiteY136" fmla="*/ 181928 h 285750"/>
              <a:gd name="connsiteX137" fmla="*/ 52959 w 285750"/>
              <a:gd name="connsiteY137" fmla="*/ 206407 h 285750"/>
              <a:gd name="connsiteX138" fmla="*/ 39814 w 285750"/>
              <a:gd name="connsiteY138" fmla="*/ 206407 h 285750"/>
              <a:gd name="connsiteX139" fmla="*/ 39814 w 285750"/>
              <a:gd name="connsiteY139" fmla="*/ 79343 h 285750"/>
              <a:gd name="connsiteX140" fmla="*/ 89725 w 285750"/>
              <a:gd name="connsiteY140" fmla="*/ 79343 h 285750"/>
              <a:gd name="connsiteX141" fmla="*/ 89725 w 285750"/>
              <a:gd name="connsiteY141" fmla="*/ 130873 h 285750"/>
              <a:gd name="connsiteX142" fmla="*/ 99250 w 285750"/>
              <a:gd name="connsiteY142" fmla="*/ 130873 h 285750"/>
              <a:gd name="connsiteX143" fmla="*/ 99250 w 285750"/>
              <a:gd name="connsiteY143" fmla="*/ 69818 h 285750"/>
              <a:gd name="connsiteX144" fmla="*/ 30289 w 285750"/>
              <a:gd name="connsiteY144" fmla="*/ 69818 h 285750"/>
              <a:gd name="connsiteX145" fmla="*/ 30289 w 285750"/>
              <a:gd name="connsiteY145" fmla="*/ 215932 h 285750"/>
              <a:gd name="connsiteX146" fmla="*/ 45910 w 285750"/>
              <a:gd name="connsiteY146" fmla="*/ 215932 h 285750"/>
              <a:gd name="connsiteX147" fmla="*/ 45910 w 285750"/>
              <a:gd name="connsiteY147" fmla="*/ 215932 h 285750"/>
              <a:gd name="connsiteX148" fmla="*/ 81153 w 285750"/>
              <a:gd name="connsiteY148" fmla="*/ 88963 h 285750"/>
              <a:gd name="connsiteX149" fmla="*/ 66961 w 285750"/>
              <a:gd name="connsiteY149" fmla="*/ 88963 h 285750"/>
              <a:gd name="connsiteX150" fmla="*/ 66961 w 285750"/>
              <a:gd name="connsiteY150" fmla="*/ 104204 h 285750"/>
              <a:gd name="connsiteX151" fmla="*/ 81153 w 285750"/>
              <a:gd name="connsiteY151" fmla="*/ 104204 h 285750"/>
              <a:gd name="connsiteX152" fmla="*/ 81153 w 285750"/>
              <a:gd name="connsiteY152" fmla="*/ 88963 h 285750"/>
              <a:gd name="connsiteX153" fmla="*/ 62293 w 285750"/>
              <a:gd name="connsiteY153" fmla="*/ 88963 h 285750"/>
              <a:gd name="connsiteX154" fmla="*/ 48101 w 285750"/>
              <a:gd name="connsiteY154" fmla="*/ 88963 h 285750"/>
              <a:gd name="connsiteX155" fmla="*/ 48101 w 285750"/>
              <a:gd name="connsiteY155" fmla="*/ 104204 h 285750"/>
              <a:gd name="connsiteX156" fmla="*/ 62293 w 285750"/>
              <a:gd name="connsiteY156" fmla="*/ 104204 h 285750"/>
              <a:gd name="connsiteX157" fmla="*/ 62293 w 285750"/>
              <a:gd name="connsiteY157" fmla="*/ 88963 h 285750"/>
              <a:gd name="connsiteX158" fmla="*/ 67056 w 285750"/>
              <a:gd name="connsiteY158" fmla="*/ 124015 h 285750"/>
              <a:gd name="connsiteX159" fmla="*/ 81248 w 285750"/>
              <a:gd name="connsiteY159" fmla="*/ 124015 h 285750"/>
              <a:gd name="connsiteX160" fmla="*/ 81248 w 285750"/>
              <a:gd name="connsiteY160" fmla="*/ 108776 h 285750"/>
              <a:gd name="connsiteX161" fmla="*/ 67056 w 285750"/>
              <a:gd name="connsiteY161" fmla="*/ 108776 h 285750"/>
              <a:gd name="connsiteX162" fmla="*/ 67056 w 285750"/>
              <a:gd name="connsiteY162" fmla="*/ 124015 h 285750"/>
              <a:gd name="connsiteX163" fmla="*/ 48101 w 285750"/>
              <a:gd name="connsiteY163" fmla="*/ 124015 h 285750"/>
              <a:gd name="connsiteX164" fmla="*/ 62293 w 285750"/>
              <a:gd name="connsiteY164" fmla="*/ 124015 h 285750"/>
              <a:gd name="connsiteX165" fmla="*/ 62293 w 285750"/>
              <a:gd name="connsiteY165" fmla="*/ 108776 h 285750"/>
              <a:gd name="connsiteX166" fmla="*/ 48101 w 285750"/>
              <a:gd name="connsiteY166" fmla="*/ 108776 h 285750"/>
              <a:gd name="connsiteX167" fmla="*/ 48101 w 285750"/>
              <a:gd name="connsiteY167" fmla="*/ 124015 h 285750"/>
              <a:gd name="connsiteX168" fmla="*/ 164687 w 285750"/>
              <a:gd name="connsiteY168" fmla="*/ 128969 h 285750"/>
              <a:gd name="connsiteX169" fmla="*/ 159925 w 285750"/>
              <a:gd name="connsiteY169" fmla="*/ 128969 h 285750"/>
              <a:gd name="connsiteX170" fmla="*/ 159925 w 285750"/>
              <a:gd name="connsiteY170" fmla="*/ 133445 h 285750"/>
              <a:gd name="connsiteX171" fmla="*/ 164687 w 285750"/>
              <a:gd name="connsiteY171" fmla="*/ 133445 h 285750"/>
              <a:gd name="connsiteX172" fmla="*/ 164687 w 285750"/>
              <a:gd name="connsiteY172" fmla="*/ 128969 h 285750"/>
              <a:gd name="connsiteX173" fmla="*/ 164687 w 285750"/>
              <a:gd name="connsiteY173" fmla="*/ 119920 h 285750"/>
              <a:gd name="connsiteX174" fmla="*/ 159925 w 285750"/>
              <a:gd name="connsiteY174" fmla="*/ 119920 h 285750"/>
              <a:gd name="connsiteX175" fmla="*/ 159925 w 285750"/>
              <a:gd name="connsiteY175" fmla="*/ 124396 h 285750"/>
              <a:gd name="connsiteX176" fmla="*/ 164687 w 285750"/>
              <a:gd name="connsiteY176" fmla="*/ 124396 h 285750"/>
              <a:gd name="connsiteX177" fmla="*/ 164687 w 285750"/>
              <a:gd name="connsiteY177" fmla="*/ 119920 h 285750"/>
              <a:gd name="connsiteX178" fmla="*/ 154876 w 285750"/>
              <a:gd name="connsiteY178" fmla="*/ 74581 h 285750"/>
              <a:gd name="connsiteX179" fmla="*/ 149828 w 285750"/>
              <a:gd name="connsiteY179" fmla="*/ 74581 h 285750"/>
              <a:gd name="connsiteX180" fmla="*/ 149828 w 285750"/>
              <a:gd name="connsiteY180" fmla="*/ 79343 h 285750"/>
              <a:gd name="connsiteX181" fmla="*/ 154876 w 285750"/>
              <a:gd name="connsiteY181" fmla="*/ 79343 h 285750"/>
              <a:gd name="connsiteX182" fmla="*/ 154876 w 285750"/>
              <a:gd name="connsiteY182" fmla="*/ 74581 h 285750"/>
              <a:gd name="connsiteX183" fmla="*/ 164687 w 285750"/>
              <a:gd name="connsiteY183" fmla="*/ 138017 h 285750"/>
              <a:gd name="connsiteX184" fmla="*/ 159925 w 285750"/>
              <a:gd name="connsiteY184" fmla="*/ 138017 h 285750"/>
              <a:gd name="connsiteX185" fmla="*/ 159925 w 285750"/>
              <a:gd name="connsiteY185" fmla="*/ 140398 h 285750"/>
              <a:gd name="connsiteX186" fmla="*/ 164687 w 285750"/>
              <a:gd name="connsiteY186" fmla="*/ 140398 h 285750"/>
              <a:gd name="connsiteX187" fmla="*/ 164687 w 285750"/>
              <a:gd name="connsiteY187" fmla="*/ 138017 h 285750"/>
              <a:gd name="connsiteX188" fmla="*/ 164687 w 285750"/>
              <a:gd name="connsiteY188" fmla="*/ 101917 h 285750"/>
              <a:gd name="connsiteX189" fmla="*/ 159925 w 285750"/>
              <a:gd name="connsiteY189" fmla="*/ 101917 h 285750"/>
              <a:gd name="connsiteX190" fmla="*/ 159925 w 285750"/>
              <a:gd name="connsiteY190" fmla="*/ 106394 h 285750"/>
              <a:gd name="connsiteX191" fmla="*/ 164687 w 285750"/>
              <a:gd name="connsiteY191" fmla="*/ 106394 h 285750"/>
              <a:gd name="connsiteX192" fmla="*/ 164687 w 285750"/>
              <a:gd name="connsiteY192" fmla="*/ 101917 h 285750"/>
              <a:gd name="connsiteX193" fmla="*/ 164687 w 285750"/>
              <a:gd name="connsiteY193" fmla="*/ 83820 h 285750"/>
              <a:gd name="connsiteX194" fmla="*/ 159925 w 285750"/>
              <a:gd name="connsiteY194" fmla="*/ 83820 h 285750"/>
              <a:gd name="connsiteX195" fmla="*/ 159925 w 285750"/>
              <a:gd name="connsiteY195" fmla="*/ 88297 h 285750"/>
              <a:gd name="connsiteX196" fmla="*/ 164687 w 285750"/>
              <a:gd name="connsiteY196" fmla="*/ 88297 h 285750"/>
              <a:gd name="connsiteX197" fmla="*/ 164687 w 285750"/>
              <a:gd name="connsiteY197" fmla="*/ 83820 h 285750"/>
              <a:gd name="connsiteX198" fmla="*/ 164687 w 285750"/>
              <a:gd name="connsiteY198" fmla="*/ 74581 h 285750"/>
              <a:gd name="connsiteX199" fmla="*/ 159925 w 285750"/>
              <a:gd name="connsiteY199" fmla="*/ 74581 h 285750"/>
              <a:gd name="connsiteX200" fmla="*/ 159925 w 285750"/>
              <a:gd name="connsiteY200" fmla="*/ 79343 h 285750"/>
              <a:gd name="connsiteX201" fmla="*/ 164687 w 285750"/>
              <a:gd name="connsiteY201" fmla="*/ 79343 h 285750"/>
              <a:gd name="connsiteX202" fmla="*/ 164687 w 285750"/>
              <a:gd name="connsiteY202" fmla="*/ 74581 h 285750"/>
              <a:gd name="connsiteX203" fmla="*/ 144780 w 285750"/>
              <a:gd name="connsiteY203" fmla="*/ 74581 h 285750"/>
              <a:gd name="connsiteX204" fmla="*/ 139732 w 285750"/>
              <a:gd name="connsiteY204" fmla="*/ 74581 h 285750"/>
              <a:gd name="connsiteX205" fmla="*/ 139732 w 285750"/>
              <a:gd name="connsiteY205" fmla="*/ 79343 h 285750"/>
              <a:gd name="connsiteX206" fmla="*/ 144780 w 285750"/>
              <a:gd name="connsiteY206" fmla="*/ 79343 h 285750"/>
              <a:gd name="connsiteX207" fmla="*/ 144780 w 285750"/>
              <a:gd name="connsiteY207" fmla="*/ 74581 h 285750"/>
              <a:gd name="connsiteX208" fmla="*/ 164687 w 285750"/>
              <a:gd name="connsiteY208" fmla="*/ 92869 h 285750"/>
              <a:gd name="connsiteX209" fmla="*/ 159925 w 285750"/>
              <a:gd name="connsiteY209" fmla="*/ 92869 h 285750"/>
              <a:gd name="connsiteX210" fmla="*/ 159925 w 285750"/>
              <a:gd name="connsiteY210" fmla="*/ 97346 h 285750"/>
              <a:gd name="connsiteX211" fmla="*/ 164687 w 285750"/>
              <a:gd name="connsiteY211" fmla="*/ 97346 h 285750"/>
              <a:gd name="connsiteX212" fmla="*/ 164687 w 285750"/>
              <a:gd name="connsiteY212" fmla="*/ 92869 h 285750"/>
              <a:gd name="connsiteX213" fmla="*/ 164687 w 285750"/>
              <a:gd name="connsiteY213" fmla="*/ 110871 h 285750"/>
              <a:gd name="connsiteX214" fmla="*/ 159925 w 285750"/>
              <a:gd name="connsiteY214" fmla="*/ 110871 h 285750"/>
              <a:gd name="connsiteX215" fmla="*/ 159925 w 285750"/>
              <a:gd name="connsiteY215" fmla="*/ 115348 h 285750"/>
              <a:gd name="connsiteX216" fmla="*/ 164687 w 285750"/>
              <a:gd name="connsiteY216" fmla="*/ 115348 h 285750"/>
              <a:gd name="connsiteX217" fmla="*/ 164687 w 285750"/>
              <a:gd name="connsiteY217" fmla="*/ 110871 h 285750"/>
              <a:gd name="connsiteX218" fmla="*/ 134683 w 285750"/>
              <a:gd name="connsiteY218" fmla="*/ 74581 h 285750"/>
              <a:gd name="connsiteX219" fmla="*/ 129635 w 285750"/>
              <a:gd name="connsiteY219" fmla="*/ 74581 h 285750"/>
              <a:gd name="connsiteX220" fmla="*/ 129635 w 285750"/>
              <a:gd name="connsiteY220" fmla="*/ 79343 h 285750"/>
              <a:gd name="connsiteX221" fmla="*/ 134683 w 285750"/>
              <a:gd name="connsiteY221" fmla="*/ 79343 h 285750"/>
              <a:gd name="connsiteX222" fmla="*/ 134683 w 285750"/>
              <a:gd name="connsiteY222" fmla="*/ 74581 h 285750"/>
              <a:gd name="connsiteX223" fmla="*/ 114395 w 285750"/>
              <a:gd name="connsiteY223" fmla="*/ 83820 h 285750"/>
              <a:gd name="connsiteX224" fmla="*/ 109633 w 285750"/>
              <a:gd name="connsiteY224" fmla="*/ 83820 h 285750"/>
              <a:gd name="connsiteX225" fmla="*/ 109633 w 285750"/>
              <a:gd name="connsiteY225" fmla="*/ 88297 h 285750"/>
              <a:gd name="connsiteX226" fmla="*/ 114395 w 285750"/>
              <a:gd name="connsiteY226" fmla="*/ 88297 h 285750"/>
              <a:gd name="connsiteX227" fmla="*/ 114395 w 285750"/>
              <a:gd name="connsiteY227" fmla="*/ 83820 h 285750"/>
              <a:gd name="connsiteX228" fmla="*/ 114395 w 285750"/>
              <a:gd name="connsiteY228" fmla="*/ 74581 h 285750"/>
              <a:gd name="connsiteX229" fmla="*/ 109633 w 285750"/>
              <a:gd name="connsiteY229" fmla="*/ 74581 h 285750"/>
              <a:gd name="connsiteX230" fmla="*/ 109633 w 285750"/>
              <a:gd name="connsiteY230" fmla="*/ 79343 h 285750"/>
              <a:gd name="connsiteX231" fmla="*/ 114395 w 285750"/>
              <a:gd name="connsiteY231" fmla="*/ 79343 h 285750"/>
              <a:gd name="connsiteX232" fmla="*/ 114395 w 285750"/>
              <a:gd name="connsiteY232" fmla="*/ 74581 h 285750"/>
              <a:gd name="connsiteX233" fmla="*/ 124587 w 285750"/>
              <a:gd name="connsiteY233" fmla="*/ 74581 h 285750"/>
              <a:gd name="connsiteX234" fmla="*/ 119539 w 285750"/>
              <a:gd name="connsiteY234" fmla="*/ 74581 h 285750"/>
              <a:gd name="connsiteX235" fmla="*/ 119539 w 285750"/>
              <a:gd name="connsiteY235" fmla="*/ 79343 h 285750"/>
              <a:gd name="connsiteX236" fmla="*/ 124587 w 285750"/>
              <a:gd name="connsiteY236" fmla="*/ 79343 h 285750"/>
              <a:gd name="connsiteX237" fmla="*/ 124587 w 285750"/>
              <a:gd name="connsiteY237" fmla="*/ 74581 h 285750"/>
              <a:gd name="connsiteX238" fmla="*/ 114395 w 285750"/>
              <a:gd name="connsiteY238" fmla="*/ 92869 h 285750"/>
              <a:gd name="connsiteX239" fmla="*/ 109633 w 285750"/>
              <a:gd name="connsiteY239" fmla="*/ 92869 h 285750"/>
              <a:gd name="connsiteX240" fmla="*/ 109633 w 285750"/>
              <a:gd name="connsiteY240" fmla="*/ 97346 h 285750"/>
              <a:gd name="connsiteX241" fmla="*/ 114395 w 285750"/>
              <a:gd name="connsiteY241" fmla="*/ 97346 h 285750"/>
              <a:gd name="connsiteX242" fmla="*/ 114395 w 285750"/>
              <a:gd name="connsiteY242" fmla="*/ 92869 h 285750"/>
              <a:gd name="connsiteX243" fmla="*/ 114395 w 285750"/>
              <a:gd name="connsiteY243" fmla="*/ 138017 h 285750"/>
              <a:gd name="connsiteX244" fmla="*/ 109633 w 285750"/>
              <a:gd name="connsiteY244" fmla="*/ 138017 h 285750"/>
              <a:gd name="connsiteX245" fmla="*/ 109633 w 285750"/>
              <a:gd name="connsiteY245" fmla="*/ 140398 h 285750"/>
              <a:gd name="connsiteX246" fmla="*/ 114395 w 285750"/>
              <a:gd name="connsiteY246" fmla="*/ 140398 h 285750"/>
              <a:gd name="connsiteX247" fmla="*/ 114395 w 285750"/>
              <a:gd name="connsiteY247" fmla="*/ 138017 h 285750"/>
              <a:gd name="connsiteX248" fmla="*/ 114395 w 285750"/>
              <a:gd name="connsiteY248" fmla="*/ 128969 h 285750"/>
              <a:gd name="connsiteX249" fmla="*/ 109633 w 285750"/>
              <a:gd name="connsiteY249" fmla="*/ 128969 h 285750"/>
              <a:gd name="connsiteX250" fmla="*/ 109633 w 285750"/>
              <a:gd name="connsiteY250" fmla="*/ 133445 h 285750"/>
              <a:gd name="connsiteX251" fmla="*/ 114395 w 285750"/>
              <a:gd name="connsiteY251" fmla="*/ 133445 h 285750"/>
              <a:gd name="connsiteX252" fmla="*/ 114395 w 285750"/>
              <a:gd name="connsiteY252" fmla="*/ 128969 h 285750"/>
              <a:gd name="connsiteX253" fmla="*/ 114395 w 285750"/>
              <a:gd name="connsiteY253" fmla="*/ 101917 h 285750"/>
              <a:gd name="connsiteX254" fmla="*/ 109633 w 285750"/>
              <a:gd name="connsiteY254" fmla="*/ 101917 h 285750"/>
              <a:gd name="connsiteX255" fmla="*/ 109633 w 285750"/>
              <a:gd name="connsiteY255" fmla="*/ 106394 h 285750"/>
              <a:gd name="connsiteX256" fmla="*/ 114395 w 285750"/>
              <a:gd name="connsiteY256" fmla="*/ 106394 h 285750"/>
              <a:gd name="connsiteX257" fmla="*/ 114395 w 285750"/>
              <a:gd name="connsiteY257" fmla="*/ 101917 h 285750"/>
              <a:gd name="connsiteX258" fmla="*/ 114395 w 285750"/>
              <a:gd name="connsiteY258" fmla="*/ 119920 h 285750"/>
              <a:gd name="connsiteX259" fmla="*/ 109633 w 285750"/>
              <a:gd name="connsiteY259" fmla="*/ 119920 h 285750"/>
              <a:gd name="connsiteX260" fmla="*/ 109633 w 285750"/>
              <a:gd name="connsiteY260" fmla="*/ 124396 h 285750"/>
              <a:gd name="connsiteX261" fmla="*/ 114395 w 285750"/>
              <a:gd name="connsiteY261" fmla="*/ 124396 h 285750"/>
              <a:gd name="connsiteX262" fmla="*/ 114395 w 285750"/>
              <a:gd name="connsiteY262" fmla="*/ 119920 h 285750"/>
              <a:gd name="connsiteX263" fmla="*/ 114395 w 285750"/>
              <a:gd name="connsiteY263" fmla="*/ 110966 h 285750"/>
              <a:gd name="connsiteX264" fmla="*/ 109633 w 285750"/>
              <a:gd name="connsiteY264" fmla="*/ 110966 h 285750"/>
              <a:gd name="connsiteX265" fmla="*/ 109633 w 285750"/>
              <a:gd name="connsiteY265" fmla="*/ 115443 h 285750"/>
              <a:gd name="connsiteX266" fmla="*/ 114395 w 285750"/>
              <a:gd name="connsiteY266" fmla="*/ 115443 h 285750"/>
              <a:gd name="connsiteX267" fmla="*/ 114395 w 285750"/>
              <a:gd name="connsiteY267" fmla="*/ 110966 h 28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</a:cxnLst>
            <a:rect l="l" t="t" r="r" b="b"/>
            <a:pathLst>
              <a:path w="285750" h="285750">
                <a:moveTo>
                  <a:pt x="53340" y="174307"/>
                </a:moveTo>
                <a:lnTo>
                  <a:pt x="129445" y="174307"/>
                </a:lnTo>
                <a:lnTo>
                  <a:pt x="129445" y="141351"/>
                </a:lnTo>
                <a:lnTo>
                  <a:pt x="53340" y="141351"/>
                </a:lnTo>
                <a:lnTo>
                  <a:pt x="53340" y="174307"/>
                </a:lnTo>
                <a:close/>
                <a:moveTo>
                  <a:pt x="58102" y="146113"/>
                </a:moveTo>
                <a:lnTo>
                  <a:pt x="124682" y="146113"/>
                </a:lnTo>
                <a:lnTo>
                  <a:pt x="124682" y="169545"/>
                </a:lnTo>
                <a:lnTo>
                  <a:pt x="58102" y="169545"/>
                </a:lnTo>
                <a:lnTo>
                  <a:pt x="58102" y="146113"/>
                </a:lnTo>
                <a:close/>
                <a:moveTo>
                  <a:pt x="0" y="0"/>
                </a:moveTo>
                <a:lnTo>
                  <a:pt x="0" y="285750"/>
                </a:lnTo>
                <a:lnTo>
                  <a:pt x="285750" y="285750"/>
                </a:lnTo>
                <a:lnTo>
                  <a:pt x="285750" y="0"/>
                </a:lnTo>
                <a:lnTo>
                  <a:pt x="0" y="0"/>
                </a:lnTo>
                <a:close/>
                <a:moveTo>
                  <a:pt x="276225" y="276225"/>
                </a:moveTo>
                <a:lnTo>
                  <a:pt x="9525" y="276225"/>
                </a:lnTo>
                <a:lnTo>
                  <a:pt x="9525" y="9525"/>
                </a:lnTo>
                <a:lnTo>
                  <a:pt x="276225" y="9525"/>
                </a:lnTo>
                <a:lnTo>
                  <a:pt x="276225" y="276225"/>
                </a:lnTo>
                <a:close/>
                <a:moveTo>
                  <a:pt x="226504" y="158210"/>
                </a:moveTo>
                <a:lnTo>
                  <a:pt x="227933" y="164306"/>
                </a:lnTo>
                <a:lnTo>
                  <a:pt x="233934" y="165545"/>
                </a:lnTo>
                <a:cubicBezTo>
                  <a:pt x="242316" y="167164"/>
                  <a:pt x="248317" y="174498"/>
                  <a:pt x="248317" y="182975"/>
                </a:cubicBezTo>
                <a:lnTo>
                  <a:pt x="248317" y="188595"/>
                </a:lnTo>
                <a:cubicBezTo>
                  <a:pt x="248317" y="196691"/>
                  <a:pt x="243078" y="203549"/>
                  <a:pt x="235363" y="205740"/>
                </a:cubicBezTo>
                <a:lnTo>
                  <a:pt x="182975" y="205740"/>
                </a:lnTo>
                <a:cubicBezTo>
                  <a:pt x="175355" y="203549"/>
                  <a:pt x="170021" y="196691"/>
                  <a:pt x="170021" y="188595"/>
                </a:cubicBezTo>
                <a:lnTo>
                  <a:pt x="170021" y="182499"/>
                </a:lnTo>
                <a:lnTo>
                  <a:pt x="160496" y="182499"/>
                </a:lnTo>
                <a:lnTo>
                  <a:pt x="160496" y="188595"/>
                </a:lnTo>
                <a:cubicBezTo>
                  <a:pt x="160496" y="201644"/>
                  <a:pt x="169640" y="212503"/>
                  <a:pt x="181832" y="215265"/>
                </a:cubicBezTo>
                <a:lnTo>
                  <a:pt x="236506" y="215265"/>
                </a:lnTo>
                <a:cubicBezTo>
                  <a:pt x="248698" y="212503"/>
                  <a:pt x="257842" y="201644"/>
                  <a:pt x="257842" y="188595"/>
                </a:cubicBezTo>
                <a:lnTo>
                  <a:pt x="257842" y="182975"/>
                </a:lnTo>
                <a:cubicBezTo>
                  <a:pt x="257842" y="169640"/>
                  <a:pt x="248412" y="158591"/>
                  <a:pt x="235839" y="156115"/>
                </a:cubicBezTo>
                <a:cubicBezTo>
                  <a:pt x="233553" y="145923"/>
                  <a:pt x="225552" y="137922"/>
                  <a:pt x="215360" y="135636"/>
                </a:cubicBezTo>
                <a:lnTo>
                  <a:pt x="215360" y="145542"/>
                </a:lnTo>
                <a:cubicBezTo>
                  <a:pt x="220885" y="147542"/>
                  <a:pt x="225171" y="152210"/>
                  <a:pt x="226504" y="158210"/>
                </a:cubicBezTo>
                <a:close/>
                <a:moveTo>
                  <a:pt x="61246" y="160687"/>
                </a:moveTo>
                <a:lnTo>
                  <a:pt x="62960" y="160687"/>
                </a:lnTo>
                <a:lnTo>
                  <a:pt x="62960" y="162687"/>
                </a:lnTo>
                <a:lnTo>
                  <a:pt x="64865" y="162687"/>
                </a:lnTo>
                <a:lnTo>
                  <a:pt x="64865" y="164973"/>
                </a:lnTo>
                <a:lnTo>
                  <a:pt x="71342" y="164973"/>
                </a:lnTo>
                <a:lnTo>
                  <a:pt x="71438" y="162687"/>
                </a:lnTo>
                <a:lnTo>
                  <a:pt x="73533" y="162687"/>
                </a:lnTo>
                <a:lnTo>
                  <a:pt x="73533" y="160687"/>
                </a:lnTo>
                <a:lnTo>
                  <a:pt x="75057" y="160687"/>
                </a:lnTo>
                <a:lnTo>
                  <a:pt x="75057" y="151162"/>
                </a:lnTo>
                <a:lnTo>
                  <a:pt x="61246" y="151162"/>
                </a:lnTo>
                <a:lnTo>
                  <a:pt x="61246" y="160687"/>
                </a:lnTo>
                <a:close/>
                <a:moveTo>
                  <a:pt x="84487" y="160687"/>
                </a:moveTo>
                <a:lnTo>
                  <a:pt x="86201" y="160687"/>
                </a:lnTo>
                <a:lnTo>
                  <a:pt x="86201" y="162687"/>
                </a:lnTo>
                <a:lnTo>
                  <a:pt x="88106" y="162687"/>
                </a:lnTo>
                <a:lnTo>
                  <a:pt x="88106" y="164973"/>
                </a:lnTo>
                <a:lnTo>
                  <a:pt x="94583" y="164973"/>
                </a:lnTo>
                <a:lnTo>
                  <a:pt x="94679" y="162687"/>
                </a:lnTo>
                <a:lnTo>
                  <a:pt x="96774" y="162687"/>
                </a:lnTo>
                <a:lnTo>
                  <a:pt x="96774" y="160687"/>
                </a:lnTo>
                <a:lnTo>
                  <a:pt x="98298" y="160687"/>
                </a:lnTo>
                <a:lnTo>
                  <a:pt x="98298" y="151162"/>
                </a:lnTo>
                <a:lnTo>
                  <a:pt x="84487" y="151162"/>
                </a:lnTo>
                <a:lnTo>
                  <a:pt x="84487" y="160687"/>
                </a:lnTo>
                <a:close/>
                <a:moveTo>
                  <a:pt x="107728" y="160687"/>
                </a:moveTo>
                <a:lnTo>
                  <a:pt x="109442" y="160687"/>
                </a:lnTo>
                <a:lnTo>
                  <a:pt x="109442" y="162687"/>
                </a:lnTo>
                <a:lnTo>
                  <a:pt x="111347" y="162687"/>
                </a:lnTo>
                <a:lnTo>
                  <a:pt x="111347" y="164973"/>
                </a:lnTo>
                <a:lnTo>
                  <a:pt x="117824" y="164973"/>
                </a:lnTo>
                <a:lnTo>
                  <a:pt x="117920" y="162687"/>
                </a:lnTo>
                <a:lnTo>
                  <a:pt x="120015" y="162687"/>
                </a:lnTo>
                <a:lnTo>
                  <a:pt x="120015" y="160687"/>
                </a:lnTo>
                <a:lnTo>
                  <a:pt x="121539" y="160687"/>
                </a:lnTo>
                <a:lnTo>
                  <a:pt x="121539" y="151162"/>
                </a:lnTo>
                <a:lnTo>
                  <a:pt x="107728" y="151162"/>
                </a:lnTo>
                <a:lnTo>
                  <a:pt x="107728" y="160687"/>
                </a:lnTo>
                <a:close/>
                <a:moveTo>
                  <a:pt x="211550" y="141351"/>
                </a:moveTo>
                <a:lnTo>
                  <a:pt x="135446" y="141351"/>
                </a:lnTo>
                <a:lnTo>
                  <a:pt x="135446" y="174307"/>
                </a:lnTo>
                <a:lnTo>
                  <a:pt x="211550" y="174307"/>
                </a:lnTo>
                <a:lnTo>
                  <a:pt x="211550" y="141351"/>
                </a:lnTo>
                <a:close/>
                <a:moveTo>
                  <a:pt x="206788" y="169545"/>
                </a:moveTo>
                <a:lnTo>
                  <a:pt x="140208" y="169545"/>
                </a:lnTo>
                <a:lnTo>
                  <a:pt x="140208" y="146113"/>
                </a:lnTo>
                <a:lnTo>
                  <a:pt x="206788" y="146113"/>
                </a:lnTo>
                <a:lnTo>
                  <a:pt x="206788" y="169545"/>
                </a:lnTo>
                <a:close/>
                <a:moveTo>
                  <a:pt x="168116" y="162592"/>
                </a:moveTo>
                <a:lnTo>
                  <a:pt x="170021" y="162592"/>
                </a:lnTo>
                <a:lnTo>
                  <a:pt x="170021" y="164878"/>
                </a:lnTo>
                <a:lnTo>
                  <a:pt x="176498" y="164878"/>
                </a:lnTo>
                <a:lnTo>
                  <a:pt x="176593" y="162592"/>
                </a:lnTo>
                <a:lnTo>
                  <a:pt x="178689" y="162592"/>
                </a:lnTo>
                <a:lnTo>
                  <a:pt x="178689" y="160592"/>
                </a:lnTo>
                <a:lnTo>
                  <a:pt x="180213" y="160592"/>
                </a:lnTo>
                <a:lnTo>
                  <a:pt x="180213" y="151067"/>
                </a:lnTo>
                <a:lnTo>
                  <a:pt x="166402" y="151067"/>
                </a:lnTo>
                <a:lnTo>
                  <a:pt x="166402" y="160592"/>
                </a:lnTo>
                <a:lnTo>
                  <a:pt x="168116" y="160592"/>
                </a:lnTo>
                <a:lnTo>
                  <a:pt x="168116" y="162592"/>
                </a:lnTo>
                <a:close/>
                <a:moveTo>
                  <a:pt x="145161" y="162592"/>
                </a:moveTo>
                <a:lnTo>
                  <a:pt x="147066" y="162592"/>
                </a:lnTo>
                <a:lnTo>
                  <a:pt x="147066" y="164878"/>
                </a:lnTo>
                <a:lnTo>
                  <a:pt x="153543" y="164878"/>
                </a:lnTo>
                <a:lnTo>
                  <a:pt x="153638" y="162592"/>
                </a:lnTo>
                <a:lnTo>
                  <a:pt x="155734" y="162592"/>
                </a:lnTo>
                <a:lnTo>
                  <a:pt x="155734" y="160592"/>
                </a:lnTo>
                <a:lnTo>
                  <a:pt x="157258" y="160592"/>
                </a:lnTo>
                <a:lnTo>
                  <a:pt x="157258" y="151067"/>
                </a:lnTo>
                <a:lnTo>
                  <a:pt x="143446" y="151067"/>
                </a:lnTo>
                <a:lnTo>
                  <a:pt x="143446" y="160592"/>
                </a:lnTo>
                <a:lnTo>
                  <a:pt x="145161" y="160592"/>
                </a:lnTo>
                <a:lnTo>
                  <a:pt x="145161" y="162592"/>
                </a:lnTo>
                <a:close/>
                <a:moveTo>
                  <a:pt x="191167" y="162592"/>
                </a:moveTo>
                <a:lnTo>
                  <a:pt x="193072" y="162592"/>
                </a:lnTo>
                <a:lnTo>
                  <a:pt x="193072" y="164878"/>
                </a:lnTo>
                <a:lnTo>
                  <a:pt x="199549" y="164878"/>
                </a:lnTo>
                <a:lnTo>
                  <a:pt x="199644" y="162592"/>
                </a:lnTo>
                <a:lnTo>
                  <a:pt x="201739" y="162592"/>
                </a:lnTo>
                <a:lnTo>
                  <a:pt x="201739" y="160592"/>
                </a:lnTo>
                <a:lnTo>
                  <a:pt x="203263" y="160592"/>
                </a:lnTo>
                <a:lnTo>
                  <a:pt x="203263" y="151067"/>
                </a:lnTo>
                <a:lnTo>
                  <a:pt x="189452" y="151067"/>
                </a:lnTo>
                <a:lnTo>
                  <a:pt x="189452" y="160592"/>
                </a:lnTo>
                <a:lnTo>
                  <a:pt x="191167" y="160592"/>
                </a:lnTo>
                <a:lnTo>
                  <a:pt x="191167" y="162592"/>
                </a:lnTo>
                <a:close/>
                <a:moveTo>
                  <a:pt x="45910" y="215932"/>
                </a:moveTo>
                <a:lnTo>
                  <a:pt x="83439" y="215932"/>
                </a:lnTo>
                <a:lnTo>
                  <a:pt x="83439" y="215932"/>
                </a:lnTo>
                <a:lnTo>
                  <a:pt x="99155" y="215932"/>
                </a:lnTo>
                <a:lnTo>
                  <a:pt x="99155" y="181928"/>
                </a:lnTo>
                <a:lnTo>
                  <a:pt x="89630" y="181928"/>
                </a:lnTo>
                <a:lnTo>
                  <a:pt x="89630" y="206407"/>
                </a:lnTo>
                <a:lnTo>
                  <a:pt x="76390" y="206407"/>
                </a:lnTo>
                <a:lnTo>
                  <a:pt x="76390" y="181928"/>
                </a:lnTo>
                <a:lnTo>
                  <a:pt x="52959" y="181928"/>
                </a:lnTo>
                <a:lnTo>
                  <a:pt x="52959" y="206407"/>
                </a:lnTo>
                <a:lnTo>
                  <a:pt x="39814" y="206407"/>
                </a:lnTo>
                <a:lnTo>
                  <a:pt x="39814" y="79343"/>
                </a:lnTo>
                <a:lnTo>
                  <a:pt x="89725" y="79343"/>
                </a:lnTo>
                <a:lnTo>
                  <a:pt x="89725" y="130873"/>
                </a:lnTo>
                <a:lnTo>
                  <a:pt x="99250" y="130873"/>
                </a:lnTo>
                <a:lnTo>
                  <a:pt x="99250" y="69818"/>
                </a:lnTo>
                <a:lnTo>
                  <a:pt x="30289" y="69818"/>
                </a:lnTo>
                <a:lnTo>
                  <a:pt x="30289" y="215932"/>
                </a:lnTo>
                <a:lnTo>
                  <a:pt x="45910" y="215932"/>
                </a:lnTo>
                <a:lnTo>
                  <a:pt x="45910" y="215932"/>
                </a:lnTo>
                <a:close/>
                <a:moveTo>
                  <a:pt x="81153" y="88963"/>
                </a:moveTo>
                <a:lnTo>
                  <a:pt x="66961" y="88963"/>
                </a:lnTo>
                <a:lnTo>
                  <a:pt x="66961" y="104204"/>
                </a:lnTo>
                <a:lnTo>
                  <a:pt x="81153" y="104204"/>
                </a:lnTo>
                <a:lnTo>
                  <a:pt x="81153" y="88963"/>
                </a:lnTo>
                <a:close/>
                <a:moveTo>
                  <a:pt x="62293" y="88963"/>
                </a:moveTo>
                <a:lnTo>
                  <a:pt x="48101" y="88963"/>
                </a:lnTo>
                <a:lnTo>
                  <a:pt x="48101" y="104204"/>
                </a:lnTo>
                <a:lnTo>
                  <a:pt x="62293" y="104204"/>
                </a:lnTo>
                <a:lnTo>
                  <a:pt x="62293" y="88963"/>
                </a:lnTo>
                <a:close/>
                <a:moveTo>
                  <a:pt x="67056" y="124015"/>
                </a:moveTo>
                <a:lnTo>
                  <a:pt x="81248" y="124015"/>
                </a:lnTo>
                <a:lnTo>
                  <a:pt x="81248" y="108776"/>
                </a:lnTo>
                <a:lnTo>
                  <a:pt x="67056" y="108776"/>
                </a:lnTo>
                <a:lnTo>
                  <a:pt x="67056" y="124015"/>
                </a:lnTo>
                <a:close/>
                <a:moveTo>
                  <a:pt x="48101" y="124015"/>
                </a:moveTo>
                <a:lnTo>
                  <a:pt x="62293" y="124015"/>
                </a:lnTo>
                <a:lnTo>
                  <a:pt x="62293" y="108776"/>
                </a:lnTo>
                <a:lnTo>
                  <a:pt x="48101" y="108776"/>
                </a:lnTo>
                <a:lnTo>
                  <a:pt x="48101" y="124015"/>
                </a:lnTo>
                <a:close/>
                <a:moveTo>
                  <a:pt x="164687" y="128969"/>
                </a:moveTo>
                <a:lnTo>
                  <a:pt x="159925" y="128969"/>
                </a:lnTo>
                <a:lnTo>
                  <a:pt x="159925" y="133445"/>
                </a:lnTo>
                <a:lnTo>
                  <a:pt x="164687" y="133445"/>
                </a:lnTo>
                <a:lnTo>
                  <a:pt x="164687" y="128969"/>
                </a:lnTo>
                <a:close/>
                <a:moveTo>
                  <a:pt x="164687" y="119920"/>
                </a:moveTo>
                <a:lnTo>
                  <a:pt x="159925" y="119920"/>
                </a:lnTo>
                <a:lnTo>
                  <a:pt x="159925" y="124396"/>
                </a:lnTo>
                <a:lnTo>
                  <a:pt x="164687" y="124396"/>
                </a:lnTo>
                <a:lnTo>
                  <a:pt x="164687" y="119920"/>
                </a:lnTo>
                <a:close/>
                <a:moveTo>
                  <a:pt x="154876" y="74581"/>
                </a:moveTo>
                <a:lnTo>
                  <a:pt x="149828" y="74581"/>
                </a:lnTo>
                <a:lnTo>
                  <a:pt x="149828" y="79343"/>
                </a:lnTo>
                <a:lnTo>
                  <a:pt x="154876" y="79343"/>
                </a:lnTo>
                <a:lnTo>
                  <a:pt x="154876" y="74581"/>
                </a:lnTo>
                <a:close/>
                <a:moveTo>
                  <a:pt x="164687" y="138017"/>
                </a:moveTo>
                <a:lnTo>
                  <a:pt x="159925" y="138017"/>
                </a:lnTo>
                <a:lnTo>
                  <a:pt x="159925" y="140398"/>
                </a:lnTo>
                <a:lnTo>
                  <a:pt x="164687" y="140398"/>
                </a:lnTo>
                <a:lnTo>
                  <a:pt x="164687" y="138017"/>
                </a:lnTo>
                <a:close/>
                <a:moveTo>
                  <a:pt x="164687" y="101917"/>
                </a:moveTo>
                <a:lnTo>
                  <a:pt x="159925" y="101917"/>
                </a:lnTo>
                <a:lnTo>
                  <a:pt x="159925" y="106394"/>
                </a:lnTo>
                <a:lnTo>
                  <a:pt x="164687" y="106394"/>
                </a:lnTo>
                <a:lnTo>
                  <a:pt x="164687" y="101917"/>
                </a:lnTo>
                <a:close/>
                <a:moveTo>
                  <a:pt x="164687" y="83820"/>
                </a:moveTo>
                <a:lnTo>
                  <a:pt x="159925" y="83820"/>
                </a:lnTo>
                <a:lnTo>
                  <a:pt x="159925" y="88297"/>
                </a:lnTo>
                <a:lnTo>
                  <a:pt x="164687" y="88297"/>
                </a:lnTo>
                <a:lnTo>
                  <a:pt x="164687" y="83820"/>
                </a:lnTo>
                <a:close/>
                <a:moveTo>
                  <a:pt x="164687" y="74581"/>
                </a:moveTo>
                <a:lnTo>
                  <a:pt x="159925" y="74581"/>
                </a:lnTo>
                <a:lnTo>
                  <a:pt x="159925" y="79343"/>
                </a:lnTo>
                <a:lnTo>
                  <a:pt x="164687" y="79343"/>
                </a:lnTo>
                <a:lnTo>
                  <a:pt x="164687" y="74581"/>
                </a:lnTo>
                <a:close/>
                <a:moveTo>
                  <a:pt x="144780" y="74581"/>
                </a:moveTo>
                <a:lnTo>
                  <a:pt x="139732" y="74581"/>
                </a:lnTo>
                <a:lnTo>
                  <a:pt x="139732" y="79343"/>
                </a:lnTo>
                <a:lnTo>
                  <a:pt x="144780" y="79343"/>
                </a:lnTo>
                <a:lnTo>
                  <a:pt x="144780" y="74581"/>
                </a:lnTo>
                <a:close/>
                <a:moveTo>
                  <a:pt x="164687" y="92869"/>
                </a:moveTo>
                <a:lnTo>
                  <a:pt x="159925" y="92869"/>
                </a:lnTo>
                <a:lnTo>
                  <a:pt x="159925" y="97346"/>
                </a:lnTo>
                <a:lnTo>
                  <a:pt x="164687" y="97346"/>
                </a:lnTo>
                <a:lnTo>
                  <a:pt x="164687" y="92869"/>
                </a:lnTo>
                <a:close/>
                <a:moveTo>
                  <a:pt x="164687" y="110871"/>
                </a:moveTo>
                <a:lnTo>
                  <a:pt x="159925" y="110871"/>
                </a:lnTo>
                <a:lnTo>
                  <a:pt x="159925" y="115348"/>
                </a:lnTo>
                <a:lnTo>
                  <a:pt x="164687" y="115348"/>
                </a:lnTo>
                <a:lnTo>
                  <a:pt x="164687" y="110871"/>
                </a:lnTo>
                <a:close/>
                <a:moveTo>
                  <a:pt x="134683" y="74581"/>
                </a:moveTo>
                <a:lnTo>
                  <a:pt x="129635" y="74581"/>
                </a:lnTo>
                <a:lnTo>
                  <a:pt x="129635" y="79343"/>
                </a:lnTo>
                <a:lnTo>
                  <a:pt x="134683" y="79343"/>
                </a:lnTo>
                <a:lnTo>
                  <a:pt x="134683" y="74581"/>
                </a:lnTo>
                <a:close/>
                <a:moveTo>
                  <a:pt x="114395" y="83820"/>
                </a:moveTo>
                <a:lnTo>
                  <a:pt x="109633" y="83820"/>
                </a:lnTo>
                <a:lnTo>
                  <a:pt x="109633" y="88297"/>
                </a:lnTo>
                <a:lnTo>
                  <a:pt x="114395" y="88297"/>
                </a:lnTo>
                <a:lnTo>
                  <a:pt x="114395" y="83820"/>
                </a:lnTo>
                <a:close/>
                <a:moveTo>
                  <a:pt x="114395" y="74581"/>
                </a:moveTo>
                <a:lnTo>
                  <a:pt x="109633" y="74581"/>
                </a:lnTo>
                <a:lnTo>
                  <a:pt x="109633" y="79343"/>
                </a:lnTo>
                <a:lnTo>
                  <a:pt x="114395" y="79343"/>
                </a:lnTo>
                <a:lnTo>
                  <a:pt x="114395" y="74581"/>
                </a:lnTo>
                <a:close/>
                <a:moveTo>
                  <a:pt x="124587" y="74581"/>
                </a:moveTo>
                <a:lnTo>
                  <a:pt x="119539" y="74581"/>
                </a:lnTo>
                <a:lnTo>
                  <a:pt x="119539" y="79343"/>
                </a:lnTo>
                <a:lnTo>
                  <a:pt x="124587" y="79343"/>
                </a:lnTo>
                <a:lnTo>
                  <a:pt x="124587" y="74581"/>
                </a:lnTo>
                <a:close/>
                <a:moveTo>
                  <a:pt x="114395" y="92869"/>
                </a:moveTo>
                <a:lnTo>
                  <a:pt x="109633" y="92869"/>
                </a:lnTo>
                <a:lnTo>
                  <a:pt x="109633" y="97346"/>
                </a:lnTo>
                <a:lnTo>
                  <a:pt x="114395" y="97346"/>
                </a:lnTo>
                <a:lnTo>
                  <a:pt x="114395" y="92869"/>
                </a:lnTo>
                <a:close/>
                <a:moveTo>
                  <a:pt x="114395" y="138017"/>
                </a:moveTo>
                <a:lnTo>
                  <a:pt x="109633" y="138017"/>
                </a:lnTo>
                <a:lnTo>
                  <a:pt x="109633" y="140398"/>
                </a:lnTo>
                <a:lnTo>
                  <a:pt x="114395" y="140398"/>
                </a:lnTo>
                <a:lnTo>
                  <a:pt x="114395" y="138017"/>
                </a:lnTo>
                <a:close/>
                <a:moveTo>
                  <a:pt x="114395" y="128969"/>
                </a:moveTo>
                <a:lnTo>
                  <a:pt x="109633" y="128969"/>
                </a:lnTo>
                <a:lnTo>
                  <a:pt x="109633" y="133445"/>
                </a:lnTo>
                <a:lnTo>
                  <a:pt x="114395" y="133445"/>
                </a:lnTo>
                <a:lnTo>
                  <a:pt x="114395" y="128969"/>
                </a:lnTo>
                <a:close/>
                <a:moveTo>
                  <a:pt x="114395" y="101917"/>
                </a:moveTo>
                <a:lnTo>
                  <a:pt x="109633" y="101917"/>
                </a:lnTo>
                <a:lnTo>
                  <a:pt x="109633" y="106394"/>
                </a:lnTo>
                <a:lnTo>
                  <a:pt x="114395" y="106394"/>
                </a:lnTo>
                <a:lnTo>
                  <a:pt x="114395" y="101917"/>
                </a:lnTo>
                <a:close/>
                <a:moveTo>
                  <a:pt x="114395" y="119920"/>
                </a:moveTo>
                <a:lnTo>
                  <a:pt x="109633" y="119920"/>
                </a:lnTo>
                <a:lnTo>
                  <a:pt x="109633" y="124396"/>
                </a:lnTo>
                <a:lnTo>
                  <a:pt x="114395" y="124396"/>
                </a:lnTo>
                <a:lnTo>
                  <a:pt x="114395" y="119920"/>
                </a:lnTo>
                <a:close/>
                <a:moveTo>
                  <a:pt x="114395" y="110966"/>
                </a:moveTo>
                <a:lnTo>
                  <a:pt x="109633" y="110966"/>
                </a:lnTo>
                <a:lnTo>
                  <a:pt x="109633" y="115443"/>
                </a:lnTo>
                <a:lnTo>
                  <a:pt x="114395" y="115443"/>
                </a:lnTo>
                <a:lnTo>
                  <a:pt x="114395" y="110966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493" name="Freeform: Shape 492">
            <a:extLst>
              <a:ext uri="{FF2B5EF4-FFF2-40B4-BE49-F238E27FC236}">
                <a16:creationId xmlns:a16="http://schemas.microsoft.com/office/drawing/2014/main" id="{F59CD75D-DBAD-44DD-8760-4D1B7BE70A7E}"/>
              </a:ext>
            </a:extLst>
          </p:cNvPr>
          <p:cNvSpPr/>
          <p:nvPr/>
        </p:nvSpPr>
        <p:spPr>
          <a:xfrm>
            <a:off x="7886047" y="4732044"/>
            <a:ext cx="285750" cy="285750"/>
          </a:xfrm>
          <a:custGeom>
            <a:avLst/>
            <a:gdLst>
              <a:gd name="connsiteX0" fmla="*/ 90488 w 285750"/>
              <a:gd name="connsiteY0" fmla="*/ 244412 h 285750"/>
              <a:gd name="connsiteX1" fmla="*/ 90583 w 285750"/>
              <a:gd name="connsiteY1" fmla="*/ 244507 h 285750"/>
              <a:gd name="connsiteX2" fmla="*/ 142780 w 285750"/>
              <a:gd name="connsiteY2" fmla="*/ 257175 h 285750"/>
              <a:gd name="connsiteX3" fmla="*/ 257080 w 285750"/>
              <a:gd name="connsiteY3" fmla="*/ 142875 h 285750"/>
              <a:gd name="connsiteX4" fmla="*/ 142780 w 285750"/>
              <a:gd name="connsiteY4" fmla="*/ 28575 h 285750"/>
              <a:gd name="connsiteX5" fmla="*/ 67342 w 285750"/>
              <a:gd name="connsiteY5" fmla="*/ 57150 h 285750"/>
              <a:gd name="connsiteX6" fmla="*/ 67246 w 285750"/>
              <a:gd name="connsiteY6" fmla="*/ 57150 h 285750"/>
              <a:gd name="connsiteX7" fmla="*/ 67246 w 285750"/>
              <a:gd name="connsiteY7" fmla="*/ 57150 h 285750"/>
              <a:gd name="connsiteX8" fmla="*/ 28385 w 285750"/>
              <a:gd name="connsiteY8" fmla="*/ 142875 h 285750"/>
              <a:gd name="connsiteX9" fmla="*/ 90488 w 285750"/>
              <a:gd name="connsiteY9" fmla="*/ 244412 h 285750"/>
              <a:gd name="connsiteX10" fmla="*/ 142875 w 285750"/>
              <a:gd name="connsiteY10" fmla="*/ 247650 h 285750"/>
              <a:gd name="connsiteX11" fmla="*/ 106966 w 285750"/>
              <a:gd name="connsiteY11" fmla="*/ 241173 h 285750"/>
              <a:gd name="connsiteX12" fmla="*/ 111157 w 285750"/>
              <a:gd name="connsiteY12" fmla="*/ 231553 h 285750"/>
              <a:gd name="connsiteX13" fmla="*/ 161639 w 285750"/>
              <a:gd name="connsiteY13" fmla="*/ 204883 h 285750"/>
              <a:gd name="connsiteX14" fmla="*/ 169069 w 285750"/>
              <a:gd name="connsiteY14" fmla="*/ 206883 h 285750"/>
              <a:gd name="connsiteX15" fmla="*/ 180689 w 285750"/>
              <a:gd name="connsiteY15" fmla="*/ 201168 h 285750"/>
              <a:gd name="connsiteX16" fmla="*/ 221647 w 285750"/>
              <a:gd name="connsiteY16" fmla="*/ 207169 h 285750"/>
              <a:gd name="connsiteX17" fmla="*/ 225552 w 285750"/>
              <a:gd name="connsiteY17" fmla="*/ 206978 h 285750"/>
              <a:gd name="connsiteX18" fmla="*/ 142875 w 285750"/>
              <a:gd name="connsiteY18" fmla="*/ 247650 h 285750"/>
              <a:gd name="connsiteX19" fmla="*/ 247650 w 285750"/>
              <a:gd name="connsiteY19" fmla="*/ 142875 h 285750"/>
              <a:gd name="connsiteX20" fmla="*/ 232124 w 285750"/>
              <a:gd name="connsiteY20" fmla="*/ 197548 h 285750"/>
              <a:gd name="connsiteX21" fmla="*/ 232124 w 285750"/>
              <a:gd name="connsiteY21" fmla="*/ 197263 h 285750"/>
              <a:gd name="connsiteX22" fmla="*/ 183928 w 285750"/>
              <a:gd name="connsiteY22" fmla="*/ 192119 h 285750"/>
              <a:gd name="connsiteX23" fmla="*/ 182499 w 285750"/>
              <a:gd name="connsiteY23" fmla="*/ 185738 h 285750"/>
              <a:gd name="connsiteX24" fmla="*/ 190881 w 285750"/>
              <a:gd name="connsiteY24" fmla="*/ 175831 h 285750"/>
              <a:gd name="connsiteX25" fmla="*/ 222313 w 285750"/>
              <a:gd name="connsiteY25" fmla="*/ 74581 h 285750"/>
              <a:gd name="connsiteX26" fmla="*/ 247650 w 285750"/>
              <a:gd name="connsiteY26" fmla="*/ 142875 h 285750"/>
              <a:gd name="connsiteX27" fmla="*/ 183261 w 285750"/>
              <a:gd name="connsiteY27" fmla="*/ 170212 h 285750"/>
              <a:gd name="connsiteX28" fmla="*/ 175736 w 285750"/>
              <a:gd name="connsiteY28" fmla="*/ 179070 h 285750"/>
              <a:gd name="connsiteX29" fmla="*/ 169069 w 285750"/>
              <a:gd name="connsiteY29" fmla="*/ 177451 h 285750"/>
              <a:gd name="connsiteX30" fmla="*/ 158305 w 285750"/>
              <a:gd name="connsiteY30" fmla="*/ 182118 h 285750"/>
              <a:gd name="connsiteX31" fmla="*/ 91630 w 285750"/>
              <a:gd name="connsiteY31" fmla="*/ 112204 h 285750"/>
              <a:gd name="connsiteX32" fmla="*/ 96679 w 285750"/>
              <a:gd name="connsiteY32" fmla="*/ 101155 h 285750"/>
              <a:gd name="connsiteX33" fmla="*/ 95155 w 285750"/>
              <a:gd name="connsiteY33" fmla="*/ 94774 h 285750"/>
              <a:gd name="connsiteX34" fmla="*/ 110966 w 285750"/>
              <a:gd name="connsiteY34" fmla="*/ 82582 h 285750"/>
              <a:gd name="connsiteX35" fmla="*/ 212027 w 285750"/>
              <a:gd name="connsiteY35" fmla="*/ 68485 h 285750"/>
              <a:gd name="connsiteX36" fmla="*/ 183261 w 285750"/>
              <a:gd name="connsiteY36" fmla="*/ 170212 h 285750"/>
              <a:gd name="connsiteX37" fmla="*/ 142875 w 285750"/>
              <a:gd name="connsiteY37" fmla="*/ 38100 h 285750"/>
              <a:gd name="connsiteX38" fmla="*/ 202025 w 285750"/>
              <a:gd name="connsiteY38" fmla="*/ 56483 h 285750"/>
              <a:gd name="connsiteX39" fmla="*/ 105918 w 285750"/>
              <a:gd name="connsiteY39" fmla="*/ 74486 h 285750"/>
              <a:gd name="connsiteX40" fmla="*/ 88582 w 285750"/>
              <a:gd name="connsiteY40" fmla="*/ 87916 h 285750"/>
              <a:gd name="connsiteX41" fmla="*/ 82105 w 285750"/>
              <a:gd name="connsiteY41" fmla="*/ 86296 h 285750"/>
              <a:gd name="connsiteX42" fmla="*/ 77533 w 285750"/>
              <a:gd name="connsiteY42" fmla="*/ 61150 h 285750"/>
              <a:gd name="connsiteX43" fmla="*/ 142875 w 285750"/>
              <a:gd name="connsiteY43" fmla="*/ 38100 h 285750"/>
              <a:gd name="connsiteX44" fmla="*/ 38100 w 285750"/>
              <a:gd name="connsiteY44" fmla="*/ 142875 h 285750"/>
              <a:gd name="connsiteX45" fmla="*/ 68866 w 285750"/>
              <a:gd name="connsiteY45" fmla="*/ 68771 h 285750"/>
              <a:gd name="connsiteX46" fmla="*/ 73057 w 285750"/>
              <a:gd name="connsiteY46" fmla="*/ 89154 h 285750"/>
              <a:gd name="connsiteX47" fmla="*/ 67056 w 285750"/>
              <a:gd name="connsiteY47" fmla="*/ 101060 h 285750"/>
              <a:gd name="connsiteX48" fmla="*/ 69342 w 285750"/>
              <a:gd name="connsiteY48" fmla="*/ 108966 h 285750"/>
              <a:gd name="connsiteX49" fmla="*/ 41624 w 285750"/>
              <a:gd name="connsiteY49" fmla="*/ 169164 h 285750"/>
              <a:gd name="connsiteX50" fmla="*/ 38100 w 285750"/>
              <a:gd name="connsiteY50" fmla="*/ 142875 h 285750"/>
              <a:gd name="connsiteX51" fmla="*/ 76676 w 285750"/>
              <a:gd name="connsiteY51" fmla="*/ 114967 h 285750"/>
              <a:gd name="connsiteX52" fmla="*/ 81724 w 285750"/>
              <a:gd name="connsiteY52" fmla="*/ 115919 h 285750"/>
              <a:gd name="connsiteX53" fmla="*/ 82677 w 285750"/>
              <a:gd name="connsiteY53" fmla="*/ 115824 h 285750"/>
              <a:gd name="connsiteX54" fmla="*/ 154305 w 285750"/>
              <a:gd name="connsiteY54" fmla="*/ 190786 h 285750"/>
              <a:gd name="connsiteX55" fmla="*/ 154114 w 285750"/>
              <a:gd name="connsiteY55" fmla="*/ 192214 h 285750"/>
              <a:gd name="connsiteX56" fmla="*/ 155257 w 285750"/>
              <a:gd name="connsiteY56" fmla="*/ 197834 h 285750"/>
              <a:gd name="connsiteX57" fmla="*/ 108585 w 285750"/>
              <a:gd name="connsiteY57" fmla="*/ 222409 h 285750"/>
              <a:gd name="connsiteX58" fmla="*/ 96393 w 285750"/>
              <a:gd name="connsiteY58" fmla="*/ 215932 h 285750"/>
              <a:gd name="connsiteX59" fmla="*/ 81820 w 285750"/>
              <a:gd name="connsiteY59" fmla="*/ 227838 h 285750"/>
              <a:gd name="connsiteX60" fmla="*/ 47530 w 285750"/>
              <a:gd name="connsiteY60" fmla="*/ 186119 h 285750"/>
              <a:gd name="connsiteX61" fmla="*/ 76676 w 285750"/>
              <a:gd name="connsiteY61" fmla="*/ 114967 h 285750"/>
              <a:gd name="connsiteX62" fmla="*/ 0 w 285750"/>
              <a:gd name="connsiteY62" fmla="*/ 0 h 285750"/>
              <a:gd name="connsiteX63" fmla="*/ 0 w 285750"/>
              <a:gd name="connsiteY63" fmla="*/ 285750 h 285750"/>
              <a:gd name="connsiteX64" fmla="*/ 285750 w 285750"/>
              <a:gd name="connsiteY64" fmla="*/ 285750 h 285750"/>
              <a:gd name="connsiteX65" fmla="*/ 285750 w 285750"/>
              <a:gd name="connsiteY65" fmla="*/ 0 h 285750"/>
              <a:gd name="connsiteX66" fmla="*/ 0 w 285750"/>
              <a:gd name="connsiteY66" fmla="*/ 0 h 285750"/>
              <a:gd name="connsiteX67" fmla="*/ 276225 w 285750"/>
              <a:gd name="connsiteY67" fmla="*/ 276225 h 285750"/>
              <a:gd name="connsiteX68" fmla="*/ 9525 w 285750"/>
              <a:gd name="connsiteY68" fmla="*/ 276225 h 285750"/>
              <a:gd name="connsiteX69" fmla="*/ 9525 w 285750"/>
              <a:gd name="connsiteY69" fmla="*/ 9525 h 285750"/>
              <a:gd name="connsiteX70" fmla="*/ 276225 w 285750"/>
              <a:gd name="connsiteY70" fmla="*/ 9525 h 285750"/>
              <a:gd name="connsiteX71" fmla="*/ 276225 w 285750"/>
              <a:gd name="connsiteY71" fmla="*/ 276225 h 28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</a:cxnLst>
            <a:rect l="l" t="t" r="r" b="b"/>
            <a:pathLst>
              <a:path w="285750" h="285750">
                <a:moveTo>
                  <a:pt x="90488" y="244412"/>
                </a:moveTo>
                <a:cubicBezTo>
                  <a:pt x="90488" y="244412"/>
                  <a:pt x="90583" y="244412"/>
                  <a:pt x="90583" y="244507"/>
                </a:cubicBezTo>
                <a:cubicBezTo>
                  <a:pt x="106204" y="252603"/>
                  <a:pt x="123920" y="257175"/>
                  <a:pt x="142780" y="257175"/>
                </a:cubicBezTo>
                <a:cubicBezTo>
                  <a:pt x="205930" y="257175"/>
                  <a:pt x="257080" y="206026"/>
                  <a:pt x="257080" y="142875"/>
                </a:cubicBezTo>
                <a:cubicBezTo>
                  <a:pt x="257080" y="79724"/>
                  <a:pt x="205930" y="28575"/>
                  <a:pt x="142780" y="28575"/>
                </a:cubicBezTo>
                <a:cubicBezTo>
                  <a:pt x="113824" y="28575"/>
                  <a:pt x="87535" y="39433"/>
                  <a:pt x="67342" y="57150"/>
                </a:cubicBezTo>
                <a:lnTo>
                  <a:pt x="67246" y="57150"/>
                </a:lnTo>
                <a:cubicBezTo>
                  <a:pt x="67246" y="57150"/>
                  <a:pt x="67246" y="57150"/>
                  <a:pt x="67246" y="57150"/>
                </a:cubicBezTo>
                <a:cubicBezTo>
                  <a:pt x="43434" y="78105"/>
                  <a:pt x="28385" y="108680"/>
                  <a:pt x="28385" y="142875"/>
                </a:cubicBezTo>
                <a:cubicBezTo>
                  <a:pt x="28575" y="187166"/>
                  <a:pt x="53721" y="225457"/>
                  <a:pt x="90488" y="244412"/>
                </a:cubicBezTo>
                <a:close/>
                <a:moveTo>
                  <a:pt x="142875" y="247650"/>
                </a:moveTo>
                <a:cubicBezTo>
                  <a:pt x="130302" y="247650"/>
                  <a:pt x="118205" y="245269"/>
                  <a:pt x="106966" y="241173"/>
                </a:cubicBezTo>
                <a:cubicBezTo>
                  <a:pt x="109442" y="238696"/>
                  <a:pt x="110966" y="235268"/>
                  <a:pt x="111157" y="231553"/>
                </a:cubicBezTo>
                <a:cubicBezTo>
                  <a:pt x="129635" y="225552"/>
                  <a:pt x="146590" y="216598"/>
                  <a:pt x="161639" y="204883"/>
                </a:cubicBezTo>
                <a:cubicBezTo>
                  <a:pt x="163830" y="206121"/>
                  <a:pt x="166306" y="206883"/>
                  <a:pt x="169069" y="206883"/>
                </a:cubicBezTo>
                <a:cubicBezTo>
                  <a:pt x="173831" y="206883"/>
                  <a:pt x="178022" y="204597"/>
                  <a:pt x="180689" y="201168"/>
                </a:cubicBezTo>
                <a:cubicBezTo>
                  <a:pt x="193834" y="204978"/>
                  <a:pt x="207550" y="207169"/>
                  <a:pt x="221647" y="207169"/>
                </a:cubicBezTo>
                <a:cubicBezTo>
                  <a:pt x="222885" y="207169"/>
                  <a:pt x="224219" y="207073"/>
                  <a:pt x="225552" y="206978"/>
                </a:cubicBezTo>
                <a:cubicBezTo>
                  <a:pt x="206312" y="231743"/>
                  <a:pt x="176403" y="247650"/>
                  <a:pt x="142875" y="247650"/>
                </a:cubicBezTo>
                <a:close/>
                <a:moveTo>
                  <a:pt x="247650" y="142875"/>
                </a:moveTo>
                <a:cubicBezTo>
                  <a:pt x="247650" y="162878"/>
                  <a:pt x="241935" y="181642"/>
                  <a:pt x="232124" y="197548"/>
                </a:cubicBezTo>
                <a:lnTo>
                  <a:pt x="232124" y="197263"/>
                </a:lnTo>
                <a:cubicBezTo>
                  <a:pt x="215455" y="198501"/>
                  <a:pt x="199263" y="196596"/>
                  <a:pt x="183928" y="192119"/>
                </a:cubicBezTo>
                <a:cubicBezTo>
                  <a:pt x="183928" y="189833"/>
                  <a:pt x="183356" y="187738"/>
                  <a:pt x="182499" y="185738"/>
                </a:cubicBezTo>
                <a:cubicBezTo>
                  <a:pt x="185356" y="182499"/>
                  <a:pt x="188214" y="179261"/>
                  <a:pt x="190881" y="175831"/>
                </a:cubicBezTo>
                <a:cubicBezTo>
                  <a:pt x="213741" y="146113"/>
                  <a:pt x="224695" y="110585"/>
                  <a:pt x="222313" y="74581"/>
                </a:cubicBezTo>
                <a:cubicBezTo>
                  <a:pt x="238030" y="93059"/>
                  <a:pt x="247650" y="116872"/>
                  <a:pt x="247650" y="142875"/>
                </a:cubicBezTo>
                <a:close/>
                <a:moveTo>
                  <a:pt x="183261" y="170212"/>
                </a:moveTo>
                <a:cubicBezTo>
                  <a:pt x="180880" y="173260"/>
                  <a:pt x="178308" y="176213"/>
                  <a:pt x="175736" y="179070"/>
                </a:cubicBezTo>
                <a:cubicBezTo>
                  <a:pt x="173736" y="178022"/>
                  <a:pt x="171450" y="177451"/>
                  <a:pt x="169069" y="177451"/>
                </a:cubicBezTo>
                <a:cubicBezTo>
                  <a:pt x="164782" y="177451"/>
                  <a:pt x="161068" y="179261"/>
                  <a:pt x="158305" y="182118"/>
                </a:cubicBezTo>
                <a:cubicBezTo>
                  <a:pt x="129635" y="167259"/>
                  <a:pt x="106013" y="142780"/>
                  <a:pt x="91630" y="112204"/>
                </a:cubicBezTo>
                <a:cubicBezTo>
                  <a:pt x="94679" y="109442"/>
                  <a:pt x="96679" y="105537"/>
                  <a:pt x="96679" y="101155"/>
                </a:cubicBezTo>
                <a:cubicBezTo>
                  <a:pt x="96679" y="98870"/>
                  <a:pt x="96107" y="96774"/>
                  <a:pt x="95155" y="94774"/>
                </a:cubicBezTo>
                <a:cubicBezTo>
                  <a:pt x="100108" y="90392"/>
                  <a:pt x="105346" y="86201"/>
                  <a:pt x="110966" y="82582"/>
                </a:cubicBezTo>
                <a:cubicBezTo>
                  <a:pt x="140113" y="64103"/>
                  <a:pt x="175831" y="59246"/>
                  <a:pt x="212027" y="68485"/>
                </a:cubicBezTo>
                <a:cubicBezTo>
                  <a:pt x="216217" y="104489"/>
                  <a:pt x="206216" y="140398"/>
                  <a:pt x="183261" y="170212"/>
                </a:cubicBezTo>
                <a:close/>
                <a:moveTo>
                  <a:pt x="142875" y="38100"/>
                </a:moveTo>
                <a:cubicBezTo>
                  <a:pt x="164782" y="38100"/>
                  <a:pt x="185166" y="44863"/>
                  <a:pt x="202025" y="56483"/>
                </a:cubicBezTo>
                <a:cubicBezTo>
                  <a:pt x="167545" y="50578"/>
                  <a:pt x="133921" y="56769"/>
                  <a:pt x="105918" y="74486"/>
                </a:cubicBezTo>
                <a:cubicBezTo>
                  <a:pt x="99727" y="78391"/>
                  <a:pt x="94012" y="82963"/>
                  <a:pt x="88582" y="87916"/>
                </a:cubicBezTo>
                <a:cubicBezTo>
                  <a:pt x="86678" y="86963"/>
                  <a:pt x="84487" y="86296"/>
                  <a:pt x="82105" y="86296"/>
                </a:cubicBezTo>
                <a:cubicBezTo>
                  <a:pt x="79915" y="78200"/>
                  <a:pt x="78486" y="69818"/>
                  <a:pt x="77533" y="61150"/>
                </a:cubicBezTo>
                <a:cubicBezTo>
                  <a:pt x="95440" y="46768"/>
                  <a:pt x="118110" y="38100"/>
                  <a:pt x="142875" y="38100"/>
                </a:cubicBezTo>
                <a:close/>
                <a:moveTo>
                  <a:pt x="38100" y="142875"/>
                </a:moveTo>
                <a:cubicBezTo>
                  <a:pt x="38100" y="114014"/>
                  <a:pt x="49816" y="87725"/>
                  <a:pt x="68866" y="68771"/>
                </a:cubicBezTo>
                <a:cubicBezTo>
                  <a:pt x="69913" y="75724"/>
                  <a:pt x="71247" y="82487"/>
                  <a:pt x="73057" y="89154"/>
                </a:cubicBezTo>
                <a:cubicBezTo>
                  <a:pt x="69437" y="91821"/>
                  <a:pt x="67056" y="96107"/>
                  <a:pt x="67056" y="101060"/>
                </a:cubicBezTo>
                <a:cubicBezTo>
                  <a:pt x="67056" y="104013"/>
                  <a:pt x="67913" y="106680"/>
                  <a:pt x="69342" y="108966"/>
                </a:cubicBezTo>
                <a:cubicBezTo>
                  <a:pt x="56864" y="125825"/>
                  <a:pt x="47530" y="146018"/>
                  <a:pt x="41624" y="169164"/>
                </a:cubicBezTo>
                <a:cubicBezTo>
                  <a:pt x="39338" y="160782"/>
                  <a:pt x="38100" y="152019"/>
                  <a:pt x="38100" y="142875"/>
                </a:cubicBezTo>
                <a:close/>
                <a:moveTo>
                  <a:pt x="76676" y="114967"/>
                </a:moveTo>
                <a:cubicBezTo>
                  <a:pt x="78296" y="115538"/>
                  <a:pt x="80010" y="115919"/>
                  <a:pt x="81724" y="115919"/>
                </a:cubicBezTo>
                <a:cubicBezTo>
                  <a:pt x="82010" y="115919"/>
                  <a:pt x="82391" y="115824"/>
                  <a:pt x="82677" y="115824"/>
                </a:cubicBezTo>
                <a:cubicBezTo>
                  <a:pt x="98012" y="148590"/>
                  <a:pt x="123444" y="174879"/>
                  <a:pt x="154305" y="190786"/>
                </a:cubicBezTo>
                <a:cubicBezTo>
                  <a:pt x="154305" y="191262"/>
                  <a:pt x="154114" y="191738"/>
                  <a:pt x="154114" y="192214"/>
                </a:cubicBezTo>
                <a:cubicBezTo>
                  <a:pt x="154114" y="194215"/>
                  <a:pt x="154496" y="196120"/>
                  <a:pt x="155257" y="197834"/>
                </a:cubicBezTo>
                <a:cubicBezTo>
                  <a:pt x="141351" y="208597"/>
                  <a:pt x="125539" y="216884"/>
                  <a:pt x="108585" y="222409"/>
                </a:cubicBezTo>
                <a:cubicBezTo>
                  <a:pt x="105918" y="218504"/>
                  <a:pt x="101441" y="215932"/>
                  <a:pt x="96393" y="215932"/>
                </a:cubicBezTo>
                <a:cubicBezTo>
                  <a:pt x="89154" y="215932"/>
                  <a:pt x="83248" y="221075"/>
                  <a:pt x="81820" y="227838"/>
                </a:cubicBezTo>
                <a:cubicBezTo>
                  <a:pt x="67056" y="217170"/>
                  <a:pt x="55150" y="202882"/>
                  <a:pt x="47530" y="186119"/>
                </a:cubicBezTo>
                <a:cubicBezTo>
                  <a:pt x="52673" y="158210"/>
                  <a:pt x="62579" y="134207"/>
                  <a:pt x="76676" y="114967"/>
                </a:cubicBezTo>
                <a:close/>
                <a:moveTo>
                  <a:pt x="0" y="0"/>
                </a:moveTo>
                <a:lnTo>
                  <a:pt x="0" y="285750"/>
                </a:lnTo>
                <a:lnTo>
                  <a:pt x="285750" y="285750"/>
                </a:lnTo>
                <a:lnTo>
                  <a:pt x="285750" y="0"/>
                </a:lnTo>
                <a:lnTo>
                  <a:pt x="0" y="0"/>
                </a:lnTo>
                <a:close/>
                <a:moveTo>
                  <a:pt x="276225" y="276225"/>
                </a:moveTo>
                <a:lnTo>
                  <a:pt x="9525" y="276225"/>
                </a:lnTo>
                <a:lnTo>
                  <a:pt x="9525" y="9525"/>
                </a:lnTo>
                <a:lnTo>
                  <a:pt x="276225" y="9525"/>
                </a:lnTo>
                <a:lnTo>
                  <a:pt x="276225" y="276225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494" name="Freeform: Shape 493">
            <a:extLst>
              <a:ext uri="{FF2B5EF4-FFF2-40B4-BE49-F238E27FC236}">
                <a16:creationId xmlns:a16="http://schemas.microsoft.com/office/drawing/2014/main" id="{2E86FB76-7F85-442D-8FEA-CC31A27D7EF4}"/>
              </a:ext>
            </a:extLst>
          </p:cNvPr>
          <p:cNvSpPr/>
          <p:nvPr/>
        </p:nvSpPr>
        <p:spPr>
          <a:xfrm>
            <a:off x="9063337" y="4732044"/>
            <a:ext cx="285750" cy="285750"/>
          </a:xfrm>
          <a:custGeom>
            <a:avLst/>
            <a:gdLst>
              <a:gd name="connsiteX0" fmla="*/ 0 w 285750"/>
              <a:gd name="connsiteY0" fmla="*/ 0 h 285750"/>
              <a:gd name="connsiteX1" fmla="*/ 0 w 285750"/>
              <a:gd name="connsiteY1" fmla="*/ 285750 h 285750"/>
              <a:gd name="connsiteX2" fmla="*/ 285750 w 285750"/>
              <a:gd name="connsiteY2" fmla="*/ 285750 h 285750"/>
              <a:gd name="connsiteX3" fmla="*/ 285750 w 285750"/>
              <a:gd name="connsiteY3" fmla="*/ 0 h 285750"/>
              <a:gd name="connsiteX4" fmla="*/ 0 w 285750"/>
              <a:gd name="connsiteY4" fmla="*/ 0 h 285750"/>
              <a:gd name="connsiteX5" fmla="*/ 276225 w 285750"/>
              <a:gd name="connsiteY5" fmla="*/ 276225 h 285750"/>
              <a:gd name="connsiteX6" fmla="*/ 9525 w 285750"/>
              <a:gd name="connsiteY6" fmla="*/ 276225 h 285750"/>
              <a:gd name="connsiteX7" fmla="*/ 9525 w 285750"/>
              <a:gd name="connsiteY7" fmla="*/ 9525 h 285750"/>
              <a:gd name="connsiteX8" fmla="*/ 276225 w 285750"/>
              <a:gd name="connsiteY8" fmla="*/ 9525 h 285750"/>
              <a:gd name="connsiteX9" fmla="*/ 276225 w 285750"/>
              <a:gd name="connsiteY9" fmla="*/ 276225 h 285750"/>
              <a:gd name="connsiteX10" fmla="*/ 103632 w 285750"/>
              <a:gd name="connsiteY10" fmla="*/ 165926 h 285750"/>
              <a:gd name="connsiteX11" fmla="*/ 133255 w 285750"/>
              <a:gd name="connsiteY11" fmla="*/ 195548 h 285750"/>
              <a:gd name="connsiteX12" fmla="*/ 103632 w 285750"/>
              <a:gd name="connsiteY12" fmla="*/ 225171 h 285750"/>
              <a:gd name="connsiteX13" fmla="*/ 110395 w 285750"/>
              <a:gd name="connsiteY13" fmla="*/ 231934 h 285750"/>
              <a:gd name="connsiteX14" fmla="*/ 146685 w 285750"/>
              <a:gd name="connsiteY14" fmla="*/ 195644 h 285750"/>
              <a:gd name="connsiteX15" fmla="*/ 110395 w 285750"/>
              <a:gd name="connsiteY15" fmla="*/ 159353 h 285750"/>
              <a:gd name="connsiteX16" fmla="*/ 103632 w 285750"/>
              <a:gd name="connsiteY16" fmla="*/ 165926 h 285750"/>
              <a:gd name="connsiteX17" fmla="*/ 64675 w 285750"/>
              <a:gd name="connsiteY17" fmla="*/ 207169 h 285750"/>
              <a:gd name="connsiteX18" fmla="*/ 67056 w 285750"/>
              <a:gd name="connsiteY18" fmla="*/ 207454 h 285750"/>
              <a:gd name="connsiteX19" fmla="*/ 67056 w 285750"/>
              <a:gd name="connsiteY19" fmla="*/ 207454 h 285750"/>
              <a:gd name="connsiteX20" fmla="*/ 93059 w 285750"/>
              <a:gd name="connsiteY20" fmla="*/ 207264 h 285750"/>
              <a:gd name="connsiteX21" fmla="*/ 92964 w 285750"/>
              <a:gd name="connsiteY21" fmla="*/ 197739 h 285750"/>
              <a:gd name="connsiteX22" fmla="*/ 67056 w 285750"/>
              <a:gd name="connsiteY22" fmla="*/ 198025 h 285750"/>
              <a:gd name="connsiteX23" fmla="*/ 45149 w 285750"/>
              <a:gd name="connsiteY23" fmla="*/ 184023 h 285750"/>
              <a:gd name="connsiteX24" fmla="*/ 36386 w 285750"/>
              <a:gd name="connsiteY24" fmla="*/ 159258 h 285750"/>
              <a:gd name="connsiteX25" fmla="*/ 64484 w 285750"/>
              <a:gd name="connsiteY25" fmla="*/ 119539 h 285750"/>
              <a:gd name="connsiteX26" fmla="*/ 67437 w 285750"/>
              <a:gd name="connsiteY26" fmla="*/ 118491 h 285750"/>
              <a:gd name="connsiteX27" fmla="*/ 67723 w 285750"/>
              <a:gd name="connsiteY27" fmla="*/ 115348 h 285750"/>
              <a:gd name="connsiteX28" fmla="*/ 134398 w 285750"/>
              <a:gd name="connsiteY28" fmla="*/ 57341 h 285750"/>
              <a:gd name="connsiteX29" fmla="*/ 185166 w 285750"/>
              <a:gd name="connsiteY29" fmla="*/ 91726 h 285750"/>
              <a:gd name="connsiteX30" fmla="*/ 186595 w 285750"/>
              <a:gd name="connsiteY30" fmla="*/ 94583 h 285750"/>
              <a:gd name="connsiteX31" fmla="*/ 189738 w 285750"/>
              <a:gd name="connsiteY31" fmla="*/ 94393 h 285750"/>
              <a:gd name="connsiteX32" fmla="*/ 193929 w 285750"/>
              <a:gd name="connsiteY32" fmla="*/ 94202 h 285750"/>
              <a:gd name="connsiteX33" fmla="*/ 200025 w 285750"/>
              <a:gd name="connsiteY33" fmla="*/ 94202 h 285750"/>
              <a:gd name="connsiteX34" fmla="*/ 252794 w 285750"/>
              <a:gd name="connsiteY34" fmla="*/ 147638 h 285750"/>
              <a:gd name="connsiteX35" fmla="*/ 222695 w 285750"/>
              <a:gd name="connsiteY35" fmla="*/ 197548 h 285750"/>
              <a:gd name="connsiteX36" fmla="*/ 200597 w 285750"/>
              <a:gd name="connsiteY36" fmla="*/ 197644 h 285750"/>
              <a:gd name="connsiteX37" fmla="*/ 200597 w 285750"/>
              <a:gd name="connsiteY37" fmla="*/ 207169 h 285750"/>
              <a:gd name="connsiteX38" fmla="*/ 223742 w 285750"/>
              <a:gd name="connsiteY38" fmla="*/ 207073 h 285750"/>
              <a:gd name="connsiteX39" fmla="*/ 225743 w 285750"/>
              <a:gd name="connsiteY39" fmla="*/ 206597 h 285750"/>
              <a:gd name="connsiteX40" fmla="*/ 262319 w 285750"/>
              <a:gd name="connsiteY40" fmla="*/ 147638 h 285750"/>
              <a:gd name="connsiteX41" fmla="*/ 200025 w 285750"/>
              <a:gd name="connsiteY41" fmla="*/ 84677 h 285750"/>
              <a:gd name="connsiteX42" fmla="*/ 193929 w 285750"/>
              <a:gd name="connsiteY42" fmla="*/ 84677 h 285750"/>
              <a:gd name="connsiteX43" fmla="*/ 192215 w 285750"/>
              <a:gd name="connsiteY43" fmla="*/ 84677 h 285750"/>
              <a:gd name="connsiteX44" fmla="*/ 135065 w 285750"/>
              <a:gd name="connsiteY44" fmla="*/ 47911 h 285750"/>
              <a:gd name="connsiteX45" fmla="*/ 58388 w 285750"/>
              <a:gd name="connsiteY45" fmla="*/ 111633 h 285750"/>
              <a:gd name="connsiteX46" fmla="*/ 26861 w 285750"/>
              <a:gd name="connsiteY46" fmla="*/ 159163 h 285750"/>
              <a:gd name="connsiteX47" fmla="*/ 37814 w 285750"/>
              <a:gd name="connsiteY47" fmla="*/ 190024 h 285750"/>
              <a:gd name="connsiteX48" fmla="*/ 64675 w 285750"/>
              <a:gd name="connsiteY48" fmla="*/ 207169 h 285750"/>
              <a:gd name="connsiteX49" fmla="*/ 148209 w 285750"/>
              <a:gd name="connsiteY49" fmla="*/ 165926 h 285750"/>
              <a:gd name="connsiteX50" fmla="*/ 177832 w 285750"/>
              <a:gd name="connsiteY50" fmla="*/ 195548 h 285750"/>
              <a:gd name="connsiteX51" fmla="*/ 148209 w 285750"/>
              <a:gd name="connsiteY51" fmla="*/ 225171 h 285750"/>
              <a:gd name="connsiteX52" fmla="*/ 154972 w 285750"/>
              <a:gd name="connsiteY52" fmla="*/ 231934 h 285750"/>
              <a:gd name="connsiteX53" fmla="*/ 191262 w 285750"/>
              <a:gd name="connsiteY53" fmla="*/ 195644 h 285750"/>
              <a:gd name="connsiteX54" fmla="*/ 154972 w 285750"/>
              <a:gd name="connsiteY54" fmla="*/ 159353 h 285750"/>
              <a:gd name="connsiteX55" fmla="*/ 148209 w 285750"/>
              <a:gd name="connsiteY55" fmla="*/ 165926 h 28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285750" h="285750">
                <a:moveTo>
                  <a:pt x="0" y="0"/>
                </a:moveTo>
                <a:lnTo>
                  <a:pt x="0" y="285750"/>
                </a:lnTo>
                <a:lnTo>
                  <a:pt x="285750" y="285750"/>
                </a:lnTo>
                <a:lnTo>
                  <a:pt x="285750" y="0"/>
                </a:lnTo>
                <a:lnTo>
                  <a:pt x="0" y="0"/>
                </a:lnTo>
                <a:close/>
                <a:moveTo>
                  <a:pt x="276225" y="276225"/>
                </a:moveTo>
                <a:lnTo>
                  <a:pt x="9525" y="276225"/>
                </a:lnTo>
                <a:lnTo>
                  <a:pt x="9525" y="9525"/>
                </a:lnTo>
                <a:lnTo>
                  <a:pt x="276225" y="9525"/>
                </a:lnTo>
                <a:lnTo>
                  <a:pt x="276225" y="276225"/>
                </a:lnTo>
                <a:close/>
                <a:moveTo>
                  <a:pt x="103632" y="165926"/>
                </a:moveTo>
                <a:lnTo>
                  <a:pt x="133255" y="195548"/>
                </a:lnTo>
                <a:lnTo>
                  <a:pt x="103632" y="225171"/>
                </a:lnTo>
                <a:lnTo>
                  <a:pt x="110395" y="231934"/>
                </a:lnTo>
                <a:lnTo>
                  <a:pt x="146685" y="195644"/>
                </a:lnTo>
                <a:lnTo>
                  <a:pt x="110395" y="159353"/>
                </a:lnTo>
                <a:lnTo>
                  <a:pt x="103632" y="165926"/>
                </a:lnTo>
                <a:close/>
                <a:moveTo>
                  <a:pt x="64675" y="207169"/>
                </a:moveTo>
                <a:cubicBezTo>
                  <a:pt x="65627" y="207454"/>
                  <a:pt x="66389" y="207454"/>
                  <a:pt x="67056" y="207454"/>
                </a:cubicBezTo>
                <a:lnTo>
                  <a:pt x="67056" y="207454"/>
                </a:lnTo>
                <a:lnTo>
                  <a:pt x="93059" y="207264"/>
                </a:lnTo>
                <a:lnTo>
                  <a:pt x="92964" y="197739"/>
                </a:lnTo>
                <a:lnTo>
                  <a:pt x="67056" y="198025"/>
                </a:lnTo>
                <a:cubicBezTo>
                  <a:pt x="58579" y="195834"/>
                  <a:pt x="50768" y="190881"/>
                  <a:pt x="45149" y="184023"/>
                </a:cubicBezTo>
                <a:cubicBezTo>
                  <a:pt x="39434" y="177070"/>
                  <a:pt x="36291" y="168307"/>
                  <a:pt x="36386" y="159258"/>
                </a:cubicBezTo>
                <a:cubicBezTo>
                  <a:pt x="36481" y="141256"/>
                  <a:pt x="47720" y="125349"/>
                  <a:pt x="64484" y="119539"/>
                </a:cubicBezTo>
                <a:lnTo>
                  <a:pt x="67437" y="118491"/>
                </a:lnTo>
                <a:lnTo>
                  <a:pt x="67723" y="115348"/>
                </a:lnTo>
                <a:cubicBezTo>
                  <a:pt x="70295" y="81153"/>
                  <a:pt x="100203" y="54578"/>
                  <a:pt x="134398" y="57341"/>
                </a:cubicBezTo>
                <a:cubicBezTo>
                  <a:pt x="155925" y="59055"/>
                  <a:pt x="175355" y="72200"/>
                  <a:pt x="185166" y="91726"/>
                </a:cubicBezTo>
                <a:lnTo>
                  <a:pt x="186595" y="94583"/>
                </a:lnTo>
                <a:lnTo>
                  <a:pt x="189738" y="94393"/>
                </a:lnTo>
                <a:cubicBezTo>
                  <a:pt x="191167" y="94298"/>
                  <a:pt x="192500" y="94202"/>
                  <a:pt x="193929" y="94202"/>
                </a:cubicBezTo>
                <a:lnTo>
                  <a:pt x="200025" y="94202"/>
                </a:lnTo>
                <a:cubicBezTo>
                  <a:pt x="229076" y="94202"/>
                  <a:pt x="252794" y="118205"/>
                  <a:pt x="252794" y="147638"/>
                </a:cubicBezTo>
                <a:cubicBezTo>
                  <a:pt x="252794" y="168878"/>
                  <a:pt x="240697" y="188786"/>
                  <a:pt x="222695" y="197548"/>
                </a:cubicBezTo>
                <a:lnTo>
                  <a:pt x="200597" y="197644"/>
                </a:lnTo>
                <a:lnTo>
                  <a:pt x="200597" y="207169"/>
                </a:lnTo>
                <a:lnTo>
                  <a:pt x="223742" y="207073"/>
                </a:lnTo>
                <a:lnTo>
                  <a:pt x="225743" y="206597"/>
                </a:lnTo>
                <a:cubicBezTo>
                  <a:pt x="247650" y="196501"/>
                  <a:pt x="262319" y="172784"/>
                  <a:pt x="262319" y="147638"/>
                </a:cubicBezTo>
                <a:cubicBezTo>
                  <a:pt x="262319" y="112967"/>
                  <a:pt x="234410" y="84677"/>
                  <a:pt x="200025" y="84677"/>
                </a:cubicBezTo>
                <a:lnTo>
                  <a:pt x="193929" y="84677"/>
                </a:lnTo>
                <a:cubicBezTo>
                  <a:pt x="193358" y="84677"/>
                  <a:pt x="192786" y="84677"/>
                  <a:pt x="192215" y="84677"/>
                </a:cubicBezTo>
                <a:cubicBezTo>
                  <a:pt x="180499" y="63722"/>
                  <a:pt x="158877" y="49721"/>
                  <a:pt x="135065" y="47911"/>
                </a:cubicBezTo>
                <a:cubicBezTo>
                  <a:pt x="96393" y="44958"/>
                  <a:pt x="62865" y="73724"/>
                  <a:pt x="58388" y="111633"/>
                </a:cubicBezTo>
                <a:cubicBezTo>
                  <a:pt x="39529" y="119539"/>
                  <a:pt x="26956" y="138303"/>
                  <a:pt x="26861" y="159163"/>
                </a:cubicBezTo>
                <a:cubicBezTo>
                  <a:pt x="26766" y="170402"/>
                  <a:pt x="30671" y="181451"/>
                  <a:pt x="37814" y="190024"/>
                </a:cubicBezTo>
                <a:cubicBezTo>
                  <a:pt x="44768" y="198406"/>
                  <a:pt x="54293" y="204406"/>
                  <a:pt x="64675" y="207169"/>
                </a:cubicBezTo>
                <a:close/>
                <a:moveTo>
                  <a:pt x="148209" y="165926"/>
                </a:moveTo>
                <a:lnTo>
                  <a:pt x="177832" y="195548"/>
                </a:lnTo>
                <a:lnTo>
                  <a:pt x="148209" y="225171"/>
                </a:lnTo>
                <a:lnTo>
                  <a:pt x="154972" y="231934"/>
                </a:lnTo>
                <a:lnTo>
                  <a:pt x="191262" y="195644"/>
                </a:lnTo>
                <a:lnTo>
                  <a:pt x="154972" y="159353"/>
                </a:lnTo>
                <a:lnTo>
                  <a:pt x="148209" y="165926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495" name="Freeform: Shape 494">
            <a:extLst>
              <a:ext uri="{FF2B5EF4-FFF2-40B4-BE49-F238E27FC236}">
                <a16:creationId xmlns:a16="http://schemas.microsoft.com/office/drawing/2014/main" id="{174C5848-F772-4802-A72D-A2B7F833F5B1}"/>
              </a:ext>
            </a:extLst>
          </p:cNvPr>
          <p:cNvSpPr/>
          <p:nvPr/>
        </p:nvSpPr>
        <p:spPr>
          <a:xfrm>
            <a:off x="10324141" y="4761095"/>
            <a:ext cx="224790" cy="225456"/>
          </a:xfrm>
          <a:custGeom>
            <a:avLst/>
            <a:gdLst>
              <a:gd name="connsiteX0" fmla="*/ 192596 w 224790"/>
              <a:gd name="connsiteY0" fmla="*/ 100108 h 225456"/>
              <a:gd name="connsiteX1" fmla="*/ 192596 w 224790"/>
              <a:gd name="connsiteY1" fmla="*/ 65056 h 225456"/>
              <a:gd name="connsiteX2" fmla="*/ 148114 w 224790"/>
              <a:gd name="connsiteY2" fmla="*/ 65056 h 225456"/>
              <a:gd name="connsiteX3" fmla="*/ 148114 w 224790"/>
              <a:gd name="connsiteY3" fmla="*/ 0 h 225456"/>
              <a:gd name="connsiteX4" fmla="*/ 20193 w 224790"/>
              <a:gd name="connsiteY4" fmla="*/ 0 h 225456"/>
              <a:gd name="connsiteX5" fmla="*/ 20193 w 224790"/>
              <a:gd name="connsiteY5" fmla="*/ 97536 h 225456"/>
              <a:gd name="connsiteX6" fmla="*/ 0 w 224790"/>
              <a:gd name="connsiteY6" fmla="*/ 97536 h 225456"/>
              <a:gd name="connsiteX7" fmla="*/ 0 w 224790"/>
              <a:gd name="connsiteY7" fmla="*/ 225457 h 225456"/>
              <a:gd name="connsiteX8" fmla="*/ 152591 w 224790"/>
              <a:gd name="connsiteY8" fmla="*/ 225457 h 225456"/>
              <a:gd name="connsiteX9" fmla="*/ 152591 w 224790"/>
              <a:gd name="connsiteY9" fmla="*/ 180689 h 225456"/>
              <a:gd name="connsiteX10" fmla="*/ 192596 w 224790"/>
              <a:gd name="connsiteY10" fmla="*/ 180689 h 225456"/>
              <a:gd name="connsiteX11" fmla="*/ 192596 w 224790"/>
              <a:gd name="connsiteY11" fmla="*/ 145637 h 225456"/>
              <a:gd name="connsiteX12" fmla="*/ 224790 w 224790"/>
              <a:gd name="connsiteY12" fmla="*/ 122873 h 225456"/>
              <a:gd name="connsiteX13" fmla="*/ 192596 w 224790"/>
              <a:gd name="connsiteY13" fmla="*/ 100108 h 225456"/>
              <a:gd name="connsiteX14" fmla="*/ 183071 w 224790"/>
              <a:gd name="connsiteY14" fmla="*/ 74581 h 225456"/>
              <a:gd name="connsiteX15" fmla="*/ 183071 w 224790"/>
              <a:gd name="connsiteY15" fmla="*/ 93440 h 225456"/>
              <a:gd name="connsiteX16" fmla="*/ 156401 w 224790"/>
              <a:gd name="connsiteY16" fmla="*/ 74581 h 225456"/>
              <a:gd name="connsiteX17" fmla="*/ 183071 w 224790"/>
              <a:gd name="connsiteY17" fmla="*/ 74581 h 225456"/>
              <a:gd name="connsiteX18" fmla="*/ 29718 w 224790"/>
              <a:gd name="connsiteY18" fmla="*/ 9525 h 225456"/>
              <a:gd name="connsiteX19" fmla="*/ 138589 w 224790"/>
              <a:gd name="connsiteY19" fmla="*/ 9525 h 225456"/>
              <a:gd name="connsiteX20" fmla="*/ 138589 w 224790"/>
              <a:gd name="connsiteY20" fmla="*/ 62008 h 225456"/>
              <a:gd name="connsiteX21" fmla="*/ 97250 w 224790"/>
              <a:gd name="connsiteY21" fmla="*/ 32766 h 225456"/>
              <a:gd name="connsiteX22" fmla="*/ 97250 w 224790"/>
              <a:gd name="connsiteY22" fmla="*/ 65056 h 225456"/>
              <a:gd name="connsiteX23" fmla="*/ 73057 w 224790"/>
              <a:gd name="connsiteY23" fmla="*/ 65056 h 225456"/>
              <a:gd name="connsiteX24" fmla="*/ 73057 w 224790"/>
              <a:gd name="connsiteY24" fmla="*/ 97536 h 225456"/>
              <a:gd name="connsiteX25" fmla="*/ 29718 w 224790"/>
              <a:gd name="connsiteY25" fmla="*/ 97536 h 225456"/>
              <a:gd name="connsiteX26" fmla="*/ 29718 w 224790"/>
              <a:gd name="connsiteY26" fmla="*/ 9525 h 225456"/>
              <a:gd name="connsiteX27" fmla="*/ 97250 w 224790"/>
              <a:gd name="connsiteY27" fmla="*/ 74581 h 225456"/>
              <a:gd name="connsiteX28" fmla="*/ 97250 w 224790"/>
              <a:gd name="connsiteY28" fmla="*/ 171164 h 225456"/>
              <a:gd name="connsiteX29" fmla="*/ 82582 w 224790"/>
              <a:gd name="connsiteY29" fmla="*/ 171164 h 225456"/>
              <a:gd name="connsiteX30" fmla="*/ 82582 w 224790"/>
              <a:gd name="connsiteY30" fmla="*/ 74581 h 225456"/>
              <a:gd name="connsiteX31" fmla="*/ 97250 w 224790"/>
              <a:gd name="connsiteY31" fmla="*/ 74581 h 225456"/>
              <a:gd name="connsiteX32" fmla="*/ 143066 w 224790"/>
              <a:gd name="connsiteY32" fmla="*/ 215932 h 225456"/>
              <a:gd name="connsiteX33" fmla="*/ 9525 w 224790"/>
              <a:gd name="connsiteY33" fmla="*/ 215932 h 225456"/>
              <a:gd name="connsiteX34" fmla="*/ 9525 w 224790"/>
              <a:gd name="connsiteY34" fmla="*/ 107061 h 225456"/>
              <a:gd name="connsiteX35" fmla="*/ 73057 w 224790"/>
              <a:gd name="connsiteY35" fmla="*/ 107061 h 225456"/>
              <a:gd name="connsiteX36" fmla="*/ 73057 w 224790"/>
              <a:gd name="connsiteY36" fmla="*/ 180689 h 225456"/>
              <a:gd name="connsiteX37" fmla="*/ 97250 w 224790"/>
              <a:gd name="connsiteY37" fmla="*/ 180689 h 225456"/>
              <a:gd name="connsiteX38" fmla="*/ 97250 w 224790"/>
              <a:gd name="connsiteY38" fmla="*/ 212979 h 225456"/>
              <a:gd name="connsiteX39" fmla="*/ 142970 w 224790"/>
              <a:gd name="connsiteY39" fmla="*/ 180689 h 225456"/>
              <a:gd name="connsiteX40" fmla="*/ 143066 w 224790"/>
              <a:gd name="connsiteY40" fmla="*/ 180689 h 225456"/>
              <a:gd name="connsiteX41" fmla="*/ 143066 w 224790"/>
              <a:gd name="connsiteY41" fmla="*/ 215932 h 225456"/>
              <a:gd name="connsiteX42" fmla="*/ 183071 w 224790"/>
              <a:gd name="connsiteY42" fmla="*/ 171164 h 225456"/>
              <a:gd name="connsiteX43" fmla="*/ 156401 w 224790"/>
              <a:gd name="connsiteY43" fmla="*/ 171164 h 225456"/>
              <a:gd name="connsiteX44" fmla="*/ 183071 w 224790"/>
              <a:gd name="connsiteY44" fmla="*/ 152305 h 225456"/>
              <a:gd name="connsiteX45" fmla="*/ 183071 w 224790"/>
              <a:gd name="connsiteY45" fmla="*/ 171164 h 225456"/>
              <a:gd name="connsiteX46" fmla="*/ 106775 w 224790"/>
              <a:gd name="connsiteY46" fmla="*/ 194596 h 225456"/>
              <a:gd name="connsiteX47" fmla="*/ 106775 w 224790"/>
              <a:gd name="connsiteY47" fmla="*/ 51149 h 225456"/>
              <a:gd name="connsiteX48" fmla="*/ 208217 w 224790"/>
              <a:gd name="connsiteY48" fmla="*/ 122873 h 225456"/>
              <a:gd name="connsiteX49" fmla="*/ 106775 w 224790"/>
              <a:gd name="connsiteY49" fmla="*/ 194596 h 225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</a:cxnLst>
            <a:rect l="l" t="t" r="r" b="b"/>
            <a:pathLst>
              <a:path w="224790" h="225456">
                <a:moveTo>
                  <a:pt x="192596" y="100108"/>
                </a:moveTo>
                <a:lnTo>
                  <a:pt x="192596" y="65056"/>
                </a:lnTo>
                <a:lnTo>
                  <a:pt x="148114" y="65056"/>
                </a:lnTo>
                <a:lnTo>
                  <a:pt x="148114" y="0"/>
                </a:lnTo>
                <a:lnTo>
                  <a:pt x="20193" y="0"/>
                </a:lnTo>
                <a:lnTo>
                  <a:pt x="20193" y="97536"/>
                </a:lnTo>
                <a:lnTo>
                  <a:pt x="0" y="97536"/>
                </a:lnTo>
                <a:lnTo>
                  <a:pt x="0" y="225457"/>
                </a:lnTo>
                <a:lnTo>
                  <a:pt x="152591" y="225457"/>
                </a:lnTo>
                <a:lnTo>
                  <a:pt x="152591" y="180689"/>
                </a:lnTo>
                <a:lnTo>
                  <a:pt x="192596" y="180689"/>
                </a:lnTo>
                <a:lnTo>
                  <a:pt x="192596" y="145637"/>
                </a:lnTo>
                <a:lnTo>
                  <a:pt x="224790" y="122873"/>
                </a:lnTo>
                <a:lnTo>
                  <a:pt x="192596" y="100108"/>
                </a:lnTo>
                <a:close/>
                <a:moveTo>
                  <a:pt x="183071" y="74581"/>
                </a:moveTo>
                <a:lnTo>
                  <a:pt x="183071" y="93440"/>
                </a:lnTo>
                <a:lnTo>
                  <a:pt x="156401" y="74581"/>
                </a:lnTo>
                <a:lnTo>
                  <a:pt x="183071" y="74581"/>
                </a:lnTo>
                <a:close/>
                <a:moveTo>
                  <a:pt x="29718" y="9525"/>
                </a:moveTo>
                <a:lnTo>
                  <a:pt x="138589" y="9525"/>
                </a:lnTo>
                <a:lnTo>
                  <a:pt x="138589" y="62008"/>
                </a:lnTo>
                <a:lnTo>
                  <a:pt x="97250" y="32766"/>
                </a:lnTo>
                <a:lnTo>
                  <a:pt x="97250" y="65056"/>
                </a:lnTo>
                <a:lnTo>
                  <a:pt x="73057" y="65056"/>
                </a:lnTo>
                <a:lnTo>
                  <a:pt x="73057" y="97536"/>
                </a:lnTo>
                <a:lnTo>
                  <a:pt x="29718" y="97536"/>
                </a:lnTo>
                <a:lnTo>
                  <a:pt x="29718" y="9525"/>
                </a:lnTo>
                <a:close/>
                <a:moveTo>
                  <a:pt x="97250" y="74581"/>
                </a:moveTo>
                <a:lnTo>
                  <a:pt x="97250" y="171164"/>
                </a:lnTo>
                <a:lnTo>
                  <a:pt x="82582" y="171164"/>
                </a:lnTo>
                <a:lnTo>
                  <a:pt x="82582" y="74581"/>
                </a:lnTo>
                <a:lnTo>
                  <a:pt x="97250" y="74581"/>
                </a:lnTo>
                <a:close/>
                <a:moveTo>
                  <a:pt x="143066" y="215932"/>
                </a:moveTo>
                <a:lnTo>
                  <a:pt x="9525" y="215932"/>
                </a:lnTo>
                <a:lnTo>
                  <a:pt x="9525" y="107061"/>
                </a:lnTo>
                <a:lnTo>
                  <a:pt x="73057" y="107061"/>
                </a:lnTo>
                <a:lnTo>
                  <a:pt x="73057" y="180689"/>
                </a:lnTo>
                <a:lnTo>
                  <a:pt x="97250" y="180689"/>
                </a:lnTo>
                <a:lnTo>
                  <a:pt x="97250" y="212979"/>
                </a:lnTo>
                <a:lnTo>
                  <a:pt x="142970" y="180689"/>
                </a:lnTo>
                <a:lnTo>
                  <a:pt x="143066" y="180689"/>
                </a:lnTo>
                <a:lnTo>
                  <a:pt x="143066" y="215932"/>
                </a:lnTo>
                <a:close/>
                <a:moveTo>
                  <a:pt x="183071" y="171164"/>
                </a:moveTo>
                <a:lnTo>
                  <a:pt x="156401" y="171164"/>
                </a:lnTo>
                <a:lnTo>
                  <a:pt x="183071" y="152305"/>
                </a:lnTo>
                <a:lnTo>
                  <a:pt x="183071" y="171164"/>
                </a:lnTo>
                <a:close/>
                <a:moveTo>
                  <a:pt x="106775" y="194596"/>
                </a:moveTo>
                <a:lnTo>
                  <a:pt x="106775" y="51149"/>
                </a:lnTo>
                <a:lnTo>
                  <a:pt x="208217" y="122873"/>
                </a:lnTo>
                <a:lnTo>
                  <a:pt x="106775" y="194596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496" name="Freeform: Shape 495">
            <a:extLst>
              <a:ext uri="{FF2B5EF4-FFF2-40B4-BE49-F238E27FC236}">
                <a16:creationId xmlns:a16="http://schemas.microsoft.com/office/drawing/2014/main" id="{08ED9A3C-7DFC-434E-B02D-3783D855719A}"/>
              </a:ext>
            </a:extLst>
          </p:cNvPr>
          <p:cNvSpPr/>
          <p:nvPr/>
        </p:nvSpPr>
        <p:spPr>
          <a:xfrm>
            <a:off x="683999" y="5698001"/>
            <a:ext cx="225934" cy="166306"/>
          </a:xfrm>
          <a:custGeom>
            <a:avLst/>
            <a:gdLst>
              <a:gd name="connsiteX0" fmla="*/ 168309 w 225934"/>
              <a:gd name="connsiteY0" fmla="*/ 36957 h 166306"/>
              <a:gd name="connsiteX1" fmla="*/ 162213 w 225934"/>
              <a:gd name="connsiteY1" fmla="*/ 36957 h 166306"/>
              <a:gd name="connsiteX2" fmla="*/ 157736 w 225934"/>
              <a:gd name="connsiteY2" fmla="*/ 37147 h 166306"/>
              <a:gd name="connsiteX3" fmla="*/ 103062 w 225934"/>
              <a:gd name="connsiteY3" fmla="*/ 190 h 166306"/>
              <a:gd name="connsiteX4" fmla="*/ 97919 w 225934"/>
              <a:gd name="connsiteY4" fmla="*/ 0 h 166306"/>
              <a:gd name="connsiteX5" fmla="*/ 31244 w 225934"/>
              <a:gd name="connsiteY5" fmla="*/ 62579 h 166306"/>
              <a:gd name="connsiteX6" fmla="*/ 2 w 225934"/>
              <a:gd name="connsiteY6" fmla="*/ 106775 h 166306"/>
              <a:gd name="connsiteX7" fmla="*/ 9908 w 225934"/>
              <a:gd name="connsiteY7" fmla="*/ 134588 h 166306"/>
              <a:gd name="connsiteX8" fmla="*/ 34292 w 225934"/>
              <a:gd name="connsiteY8" fmla="*/ 150114 h 166306"/>
              <a:gd name="connsiteX9" fmla="*/ 35435 w 225934"/>
              <a:gd name="connsiteY9" fmla="*/ 150209 h 166306"/>
              <a:gd name="connsiteX10" fmla="*/ 98109 w 225934"/>
              <a:gd name="connsiteY10" fmla="*/ 150019 h 166306"/>
              <a:gd name="connsiteX11" fmla="*/ 98109 w 225934"/>
              <a:gd name="connsiteY11" fmla="*/ 166306 h 166306"/>
              <a:gd name="connsiteX12" fmla="*/ 128970 w 225934"/>
              <a:gd name="connsiteY12" fmla="*/ 166306 h 166306"/>
              <a:gd name="connsiteX13" fmla="*/ 128970 w 225934"/>
              <a:gd name="connsiteY13" fmla="*/ 149923 h 166306"/>
              <a:gd name="connsiteX14" fmla="*/ 192121 w 225934"/>
              <a:gd name="connsiteY14" fmla="*/ 149733 h 166306"/>
              <a:gd name="connsiteX15" fmla="*/ 225935 w 225934"/>
              <a:gd name="connsiteY15" fmla="*/ 95060 h 166306"/>
              <a:gd name="connsiteX16" fmla="*/ 168309 w 225934"/>
              <a:gd name="connsiteY16" fmla="*/ 36957 h 166306"/>
              <a:gd name="connsiteX17" fmla="*/ 189835 w 225934"/>
              <a:gd name="connsiteY17" fmla="*/ 140303 h 166306"/>
              <a:gd name="connsiteX18" fmla="*/ 128875 w 225934"/>
              <a:gd name="connsiteY18" fmla="*/ 140494 h 166306"/>
              <a:gd name="connsiteX19" fmla="*/ 128875 w 225934"/>
              <a:gd name="connsiteY19" fmla="*/ 127349 h 166306"/>
              <a:gd name="connsiteX20" fmla="*/ 154402 w 225934"/>
              <a:gd name="connsiteY20" fmla="*/ 127349 h 166306"/>
              <a:gd name="connsiteX21" fmla="*/ 114302 w 225934"/>
              <a:gd name="connsiteY21" fmla="*/ 83725 h 166306"/>
              <a:gd name="connsiteX22" fmla="*/ 74202 w 225934"/>
              <a:gd name="connsiteY22" fmla="*/ 127349 h 166306"/>
              <a:gd name="connsiteX23" fmla="*/ 97919 w 225934"/>
              <a:gd name="connsiteY23" fmla="*/ 127349 h 166306"/>
              <a:gd name="connsiteX24" fmla="*/ 97919 w 225934"/>
              <a:gd name="connsiteY24" fmla="*/ 140589 h 166306"/>
              <a:gd name="connsiteX25" fmla="*/ 35721 w 225934"/>
              <a:gd name="connsiteY25" fmla="*/ 140779 h 166306"/>
              <a:gd name="connsiteX26" fmla="*/ 17052 w 225934"/>
              <a:gd name="connsiteY26" fmla="*/ 128588 h 166306"/>
              <a:gd name="connsiteX27" fmla="*/ 9336 w 225934"/>
              <a:gd name="connsiteY27" fmla="*/ 106871 h 166306"/>
              <a:gd name="connsiteX28" fmla="*/ 34197 w 225934"/>
              <a:gd name="connsiteY28" fmla="*/ 71628 h 166306"/>
              <a:gd name="connsiteX29" fmla="*/ 40102 w 225934"/>
              <a:gd name="connsiteY29" fmla="*/ 69532 h 166306"/>
              <a:gd name="connsiteX30" fmla="*/ 40578 w 225934"/>
              <a:gd name="connsiteY30" fmla="*/ 63341 h 166306"/>
              <a:gd name="connsiteX31" fmla="*/ 97728 w 225934"/>
              <a:gd name="connsiteY31" fmla="*/ 9525 h 166306"/>
              <a:gd name="connsiteX32" fmla="*/ 102205 w 225934"/>
              <a:gd name="connsiteY32" fmla="*/ 9715 h 166306"/>
              <a:gd name="connsiteX33" fmla="*/ 149163 w 225934"/>
              <a:gd name="connsiteY33" fmla="*/ 41434 h 166306"/>
              <a:gd name="connsiteX34" fmla="*/ 152021 w 225934"/>
              <a:gd name="connsiteY34" fmla="*/ 47054 h 166306"/>
              <a:gd name="connsiteX35" fmla="*/ 158307 w 225934"/>
              <a:gd name="connsiteY35" fmla="*/ 46672 h 166306"/>
              <a:gd name="connsiteX36" fmla="*/ 162213 w 225934"/>
              <a:gd name="connsiteY36" fmla="*/ 46482 h 166306"/>
              <a:gd name="connsiteX37" fmla="*/ 168309 w 225934"/>
              <a:gd name="connsiteY37" fmla="*/ 46482 h 166306"/>
              <a:gd name="connsiteX38" fmla="*/ 216315 w 225934"/>
              <a:gd name="connsiteY38" fmla="*/ 95155 h 166306"/>
              <a:gd name="connsiteX39" fmla="*/ 189835 w 225934"/>
              <a:gd name="connsiteY39" fmla="*/ 140303 h 166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225934" h="166306">
                <a:moveTo>
                  <a:pt x="168309" y="36957"/>
                </a:moveTo>
                <a:lnTo>
                  <a:pt x="162213" y="36957"/>
                </a:lnTo>
                <a:cubicBezTo>
                  <a:pt x="160689" y="36957"/>
                  <a:pt x="159165" y="37052"/>
                  <a:pt x="157736" y="37147"/>
                </a:cubicBezTo>
                <a:cubicBezTo>
                  <a:pt x="147068" y="16002"/>
                  <a:pt x="126399" y="2000"/>
                  <a:pt x="103062" y="190"/>
                </a:cubicBezTo>
                <a:cubicBezTo>
                  <a:pt x="101348" y="95"/>
                  <a:pt x="99633" y="0"/>
                  <a:pt x="97919" y="0"/>
                </a:cubicBezTo>
                <a:cubicBezTo>
                  <a:pt x="63248" y="0"/>
                  <a:pt x="33911" y="27146"/>
                  <a:pt x="31244" y="62579"/>
                </a:cubicBezTo>
                <a:cubicBezTo>
                  <a:pt x="12575" y="69056"/>
                  <a:pt x="97" y="86773"/>
                  <a:pt x="2" y="106775"/>
                </a:cubicBezTo>
                <a:cubicBezTo>
                  <a:pt x="-93" y="116872"/>
                  <a:pt x="3431" y="126778"/>
                  <a:pt x="9908" y="134588"/>
                </a:cubicBezTo>
                <a:cubicBezTo>
                  <a:pt x="16194" y="142208"/>
                  <a:pt x="24767" y="147638"/>
                  <a:pt x="34292" y="150114"/>
                </a:cubicBezTo>
                <a:cubicBezTo>
                  <a:pt x="34673" y="150209"/>
                  <a:pt x="35054" y="150209"/>
                  <a:pt x="35435" y="150209"/>
                </a:cubicBezTo>
                <a:lnTo>
                  <a:pt x="98109" y="150019"/>
                </a:lnTo>
                <a:lnTo>
                  <a:pt x="98109" y="166306"/>
                </a:lnTo>
                <a:lnTo>
                  <a:pt x="128970" y="166306"/>
                </a:lnTo>
                <a:lnTo>
                  <a:pt x="128970" y="149923"/>
                </a:lnTo>
                <a:lnTo>
                  <a:pt x="192121" y="149733"/>
                </a:lnTo>
                <a:cubicBezTo>
                  <a:pt x="212409" y="140398"/>
                  <a:pt x="225935" y="118396"/>
                  <a:pt x="225935" y="95060"/>
                </a:cubicBezTo>
                <a:cubicBezTo>
                  <a:pt x="225840" y="63055"/>
                  <a:pt x="200027" y="36957"/>
                  <a:pt x="168309" y="36957"/>
                </a:cubicBezTo>
                <a:close/>
                <a:moveTo>
                  <a:pt x="189835" y="140303"/>
                </a:moveTo>
                <a:lnTo>
                  <a:pt x="128875" y="140494"/>
                </a:lnTo>
                <a:lnTo>
                  <a:pt x="128875" y="127349"/>
                </a:lnTo>
                <a:lnTo>
                  <a:pt x="154402" y="127349"/>
                </a:lnTo>
                <a:lnTo>
                  <a:pt x="114302" y="83725"/>
                </a:lnTo>
                <a:lnTo>
                  <a:pt x="74202" y="127349"/>
                </a:lnTo>
                <a:lnTo>
                  <a:pt x="97919" y="127349"/>
                </a:lnTo>
                <a:lnTo>
                  <a:pt x="97919" y="140589"/>
                </a:lnTo>
                <a:lnTo>
                  <a:pt x="35721" y="140779"/>
                </a:lnTo>
                <a:cubicBezTo>
                  <a:pt x="28482" y="138684"/>
                  <a:pt x="21909" y="134398"/>
                  <a:pt x="17052" y="128588"/>
                </a:cubicBezTo>
                <a:cubicBezTo>
                  <a:pt x="12003" y="122587"/>
                  <a:pt x="9336" y="114871"/>
                  <a:pt x="9336" y="106871"/>
                </a:cubicBezTo>
                <a:cubicBezTo>
                  <a:pt x="9432" y="90964"/>
                  <a:pt x="19433" y="76771"/>
                  <a:pt x="34197" y="71628"/>
                </a:cubicBezTo>
                <a:lnTo>
                  <a:pt x="40102" y="69532"/>
                </a:lnTo>
                <a:lnTo>
                  <a:pt x="40578" y="63341"/>
                </a:lnTo>
                <a:cubicBezTo>
                  <a:pt x="42864" y="33147"/>
                  <a:pt x="68010" y="9525"/>
                  <a:pt x="97728" y="9525"/>
                </a:cubicBezTo>
                <a:cubicBezTo>
                  <a:pt x="99157" y="9525"/>
                  <a:pt x="100681" y="9620"/>
                  <a:pt x="102205" y="9715"/>
                </a:cubicBezTo>
                <a:cubicBezTo>
                  <a:pt x="122112" y="11239"/>
                  <a:pt x="140019" y="23431"/>
                  <a:pt x="149163" y="41434"/>
                </a:cubicBezTo>
                <a:lnTo>
                  <a:pt x="152021" y="47054"/>
                </a:lnTo>
                <a:lnTo>
                  <a:pt x="158307" y="46672"/>
                </a:lnTo>
                <a:cubicBezTo>
                  <a:pt x="159641" y="46577"/>
                  <a:pt x="160879" y="46482"/>
                  <a:pt x="162213" y="46482"/>
                </a:cubicBezTo>
                <a:lnTo>
                  <a:pt x="168309" y="46482"/>
                </a:lnTo>
                <a:cubicBezTo>
                  <a:pt x="194788" y="46482"/>
                  <a:pt x="216315" y="68294"/>
                  <a:pt x="216315" y="95155"/>
                </a:cubicBezTo>
                <a:cubicBezTo>
                  <a:pt x="216315" y="114205"/>
                  <a:pt x="205742" y="132016"/>
                  <a:pt x="189835" y="140303"/>
                </a:cubicBez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497" name="Freeform: Shape 496">
            <a:extLst>
              <a:ext uri="{FF2B5EF4-FFF2-40B4-BE49-F238E27FC236}">
                <a16:creationId xmlns:a16="http://schemas.microsoft.com/office/drawing/2014/main" id="{04417A66-BDE3-44AE-9AD9-603734971695}"/>
              </a:ext>
            </a:extLst>
          </p:cNvPr>
          <p:cNvSpPr/>
          <p:nvPr/>
        </p:nvSpPr>
        <p:spPr>
          <a:xfrm>
            <a:off x="1828258" y="5718194"/>
            <a:ext cx="181546" cy="571"/>
          </a:xfrm>
          <a:custGeom>
            <a:avLst/>
            <a:gdLst>
              <a:gd name="connsiteX0" fmla="*/ 0 w 181546"/>
              <a:gd name="connsiteY0" fmla="*/ 0 h 571"/>
              <a:gd name="connsiteX1" fmla="*/ 572 w 181546"/>
              <a:gd name="connsiteY1" fmla="*/ 571 h 571"/>
              <a:gd name="connsiteX2" fmla="*/ 180975 w 181546"/>
              <a:gd name="connsiteY2" fmla="*/ 571 h 571"/>
              <a:gd name="connsiteX3" fmla="*/ 181547 w 181546"/>
              <a:gd name="connsiteY3" fmla="*/ 0 h 571"/>
              <a:gd name="connsiteX4" fmla="*/ 0 w 181546"/>
              <a:gd name="connsiteY4" fmla="*/ 0 h 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1546" h="571">
                <a:moveTo>
                  <a:pt x="0" y="0"/>
                </a:moveTo>
                <a:lnTo>
                  <a:pt x="572" y="571"/>
                </a:lnTo>
                <a:lnTo>
                  <a:pt x="180975" y="571"/>
                </a:lnTo>
                <a:lnTo>
                  <a:pt x="181547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498" name="Freeform: Shape 497">
            <a:extLst>
              <a:ext uri="{FF2B5EF4-FFF2-40B4-BE49-F238E27FC236}">
                <a16:creationId xmlns:a16="http://schemas.microsoft.com/office/drawing/2014/main" id="{DC7D676A-FAC3-42E1-9A8A-0C23557B68A2}"/>
              </a:ext>
            </a:extLst>
          </p:cNvPr>
          <p:cNvSpPr/>
          <p:nvPr/>
        </p:nvSpPr>
        <p:spPr>
          <a:xfrm>
            <a:off x="1806065" y="5708669"/>
            <a:ext cx="225932" cy="571"/>
          </a:xfrm>
          <a:custGeom>
            <a:avLst/>
            <a:gdLst>
              <a:gd name="connsiteX0" fmla="*/ 0 w 225932"/>
              <a:gd name="connsiteY0" fmla="*/ 0 h 571"/>
              <a:gd name="connsiteX1" fmla="*/ 572 w 225932"/>
              <a:gd name="connsiteY1" fmla="*/ 571 h 571"/>
              <a:gd name="connsiteX2" fmla="*/ 225362 w 225932"/>
              <a:gd name="connsiteY2" fmla="*/ 571 h 571"/>
              <a:gd name="connsiteX3" fmla="*/ 225933 w 225932"/>
              <a:gd name="connsiteY3" fmla="*/ 0 h 571"/>
              <a:gd name="connsiteX4" fmla="*/ 0 w 225932"/>
              <a:gd name="connsiteY4" fmla="*/ 0 h 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5932" h="571">
                <a:moveTo>
                  <a:pt x="0" y="0"/>
                </a:moveTo>
                <a:lnTo>
                  <a:pt x="572" y="571"/>
                </a:lnTo>
                <a:lnTo>
                  <a:pt x="225362" y="571"/>
                </a:lnTo>
                <a:lnTo>
                  <a:pt x="225933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499" name="Freeform: Shape 498">
            <a:extLst>
              <a:ext uri="{FF2B5EF4-FFF2-40B4-BE49-F238E27FC236}">
                <a16:creationId xmlns:a16="http://schemas.microsoft.com/office/drawing/2014/main" id="{98236F88-3123-4C12-AC47-A07BC1F04575}"/>
              </a:ext>
            </a:extLst>
          </p:cNvPr>
          <p:cNvSpPr/>
          <p:nvPr/>
        </p:nvSpPr>
        <p:spPr>
          <a:xfrm>
            <a:off x="1806065" y="5658758"/>
            <a:ext cx="225933" cy="225837"/>
          </a:xfrm>
          <a:custGeom>
            <a:avLst/>
            <a:gdLst>
              <a:gd name="connsiteX0" fmla="*/ 137922 w 225933"/>
              <a:gd name="connsiteY0" fmla="*/ 50482 h 225837"/>
              <a:gd name="connsiteX1" fmla="*/ 147352 w 225933"/>
              <a:gd name="connsiteY1" fmla="*/ 37243 h 225837"/>
              <a:gd name="connsiteX2" fmla="*/ 125730 w 225933"/>
              <a:gd name="connsiteY2" fmla="*/ 37243 h 225837"/>
              <a:gd name="connsiteX3" fmla="*/ 125730 w 225933"/>
              <a:gd name="connsiteY3" fmla="*/ 0 h 225837"/>
              <a:gd name="connsiteX4" fmla="*/ 101727 w 225933"/>
              <a:gd name="connsiteY4" fmla="*/ 0 h 225837"/>
              <a:gd name="connsiteX5" fmla="*/ 101727 w 225933"/>
              <a:gd name="connsiteY5" fmla="*/ 37243 h 225837"/>
              <a:gd name="connsiteX6" fmla="*/ 78677 w 225933"/>
              <a:gd name="connsiteY6" fmla="*/ 37243 h 225837"/>
              <a:gd name="connsiteX7" fmla="*/ 88106 w 225933"/>
              <a:gd name="connsiteY7" fmla="*/ 50482 h 225837"/>
              <a:gd name="connsiteX8" fmla="*/ 0 w 225933"/>
              <a:gd name="connsiteY8" fmla="*/ 50482 h 225837"/>
              <a:gd name="connsiteX9" fmla="*/ 0 w 225933"/>
              <a:gd name="connsiteY9" fmla="*/ 225838 h 225837"/>
              <a:gd name="connsiteX10" fmla="*/ 225933 w 225933"/>
              <a:gd name="connsiteY10" fmla="*/ 225838 h 225837"/>
              <a:gd name="connsiteX11" fmla="*/ 225933 w 225933"/>
              <a:gd name="connsiteY11" fmla="*/ 50482 h 225837"/>
              <a:gd name="connsiteX12" fmla="*/ 137922 w 225933"/>
              <a:gd name="connsiteY12" fmla="*/ 50482 h 225837"/>
              <a:gd name="connsiteX13" fmla="*/ 94583 w 225933"/>
              <a:gd name="connsiteY13" fmla="*/ 59436 h 225837"/>
              <a:gd name="connsiteX14" fmla="*/ 113062 w 225933"/>
              <a:gd name="connsiteY14" fmla="*/ 85249 h 225837"/>
              <a:gd name="connsiteX15" fmla="*/ 131540 w 225933"/>
              <a:gd name="connsiteY15" fmla="*/ 59436 h 225837"/>
              <a:gd name="connsiteX16" fmla="*/ 203835 w 225933"/>
              <a:gd name="connsiteY16" fmla="*/ 59436 h 225837"/>
              <a:gd name="connsiteX17" fmla="*/ 203263 w 225933"/>
              <a:gd name="connsiteY17" fmla="*/ 60007 h 225837"/>
              <a:gd name="connsiteX18" fmla="*/ 132874 w 225933"/>
              <a:gd name="connsiteY18" fmla="*/ 133921 h 225837"/>
              <a:gd name="connsiteX19" fmla="*/ 126302 w 225933"/>
              <a:gd name="connsiteY19" fmla="*/ 140779 h 225837"/>
              <a:gd name="connsiteX20" fmla="*/ 113062 w 225933"/>
              <a:gd name="connsiteY20" fmla="*/ 154686 h 225837"/>
              <a:gd name="connsiteX21" fmla="*/ 99822 w 225933"/>
              <a:gd name="connsiteY21" fmla="*/ 140779 h 225837"/>
              <a:gd name="connsiteX22" fmla="*/ 93250 w 225933"/>
              <a:gd name="connsiteY22" fmla="*/ 133921 h 225837"/>
              <a:gd name="connsiteX23" fmla="*/ 22860 w 225933"/>
              <a:gd name="connsiteY23" fmla="*/ 60007 h 225837"/>
              <a:gd name="connsiteX24" fmla="*/ 22288 w 225933"/>
              <a:gd name="connsiteY24" fmla="*/ 59436 h 225837"/>
              <a:gd name="connsiteX25" fmla="*/ 94583 w 225933"/>
              <a:gd name="connsiteY25" fmla="*/ 59436 h 225837"/>
              <a:gd name="connsiteX26" fmla="*/ 9620 w 225933"/>
              <a:gd name="connsiteY26" fmla="*/ 216313 h 225837"/>
              <a:gd name="connsiteX27" fmla="*/ 9620 w 225933"/>
              <a:gd name="connsiteY27" fmla="*/ 60007 h 225837"/>
              <a:gd name="connsiteX28" fmla="*/ 9715 w 225933"/>
              <a:gd name="connsiteY28" fmla="*/ 60007 h 225837"/>
              <a:gd name="connsiteX29" fmla="*/ 86487 w 225933"/>
              <a:gd name="connsiteY29" fmla="*/ 140589 h 225837"/>
              <a:gd name="connsiteX30" fmla="*/ 9715 w 225933"/>
              <a:gd name="connsiteY30" fmla="*/ 216313 h 225837"/>
              <a:gd name="connsiteX31" fmla="*/ 9620 w 225933"/>
              <a:gd name="connsiteY31" fmla="*/ 216313 h 225837"/>
              <a:gd name="connsiteX32" fmla="*/ 23336 w 225933"/>
              <a:gd name="connsiteY32" fmla="*/ 216313 h 225837"/>
              <a:gd name="connsiteX33" fmla="*/ 93059 w 225933"/>
              <a:gd name="connsiteY33" fmla="*/ 147447 h 225837"/>
              <a:gd name="connsiteX34" fmla="*/ 113062 w 225933"/>
              <a:gd name="connsiteY34" fmla="*/ 168497 h 225837"/>
              <a:gd name="connsiteX35" fmla="*/ 133064 w 225933"/>
              <a:gd name="connsiteY35" fmla="*/ 147447 h 225837"/>
              <a:gd name="connsiteX36" fmla="*/ 202787 w 225933"/>
              <a:gd name="connsiteY36" fmla="*/ 216313 h 225837"/>
              <a:gd name="connsiteX37" fmla="*/ 23336 w 225933"/>
              <a:gd name="connsiteY37" fmla="*/ 216313 h 225837"/>
              <a:gd name="connsiteX38" fmla="*/ 216503 w 225933"/>
              <a:gd name="connsiteY38" fmla="*/ 216313 h 225837"/>
              <a:gd name="connsiteX39" fmla="*/ 216503 w 225933"/>
              <a:gd name="connsiteY39" fmla="*/ 216313 h 225837"/>
              <a:gd name="connsiteX40" fmla="*/ 139636 w 225933"/>
              <a:gd name="connsiteY40" fmla="*/ 140589 h 225837"/>
              <a:gd name="connsiteX41" fmla="*/ 216408 w 225933"/>
              <a:gd name="connsiteY41" fmla="*/ 60007 h 225837"/>
              <a:gd name="connsiteX42" fmla="*/ 216503 w 225933"/>
              <a:gd name="connsiteY42" fmla="*/ 60007 h 225837"/>
              <a:gd name="connsiteX43" fmla="*/ 216503 w 225933"/>
              <a:gd name="connsiteY43" fmla="*/ 216313 h 225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225933" h="225837">
                <a:moveTo>
                  <a:pt x="137922" y="50482"/>
                </a:moveTo>
                <a:lnTo>
                  <a:pt x="147352" y="37243"/>
                </a:lnTo>
                <a:lnTo>
                  <a:pt x="125730" y="37243"/>
                </a:lnTo>
                <a:lnTo>
                  <a:pt x="125730" y="0"/>
                </a:lnTo>
                <a:lnTo>
                  <a:pt x="101727" y="0"/>
                </a:lnTo>
                <a:lnTo>
                  <a:pt x="101727" y="37243"/>
                </a:lnTo>
                <a:lnTo>
                  <a:pt x="78677" y="37243"/>
                </a:lnTo>
                <a:lnTo>
                  <a:pt x="88106" y="50482"/>
                </a:lnTo>
                <a:lnTo>
                  <a:pt x="0" y="50482"/>
                </a:lnTo>
                <a:lnTo>
                  <a:pt x="0" y="225838"/>
                </a:lnTo>
                <a:lnTo>
                  <a:pt x="225933" y="225838"/>
                </a:lnTo>
                <a:lnTo>
                  <a:pt x="225933" y="50482"/>
                </a:lnTo>
                <a:lnTo>
                  <a:pt x="137922" y="50482"/>
                </a:lnTo>
                <a:close/>
                <a:moveTo>
                  <a:pt x="94583" y="59436"/>
                </a:moveTo>
                <a:lnTo>
                  <a:pt x="113062" y="85249"/>
                </a:lnTo>
                <a:lnTo>
                  <a:pt x="131540" y="59436"/>
                </a:lnTo>
                <a:lnTo>
                  <a:pt x="203835" y="59436"/>
                </a:lnTo>
                <a:lnTo>
                  <a:pt x="203263" y="60007"/>
                </a:lnTo>
                <a:lnTo>
                  <a:pt x="132874" y="133921"/>
                </a:lnTo>
                <a:lnTo>
                  <a:pt x="126302" y="140779"/>
                </a:lnTo>
                <a:lnTo>
                  <a:pt x="113062" y="154686"/>
                </a:lnTo>
                <a:lnTo>
                  <a:pt x="99822" y="140779"/>
                </a:lnTo>
                <a:lnTo>
                  <a:pt x="93250" y="133921"/>
                </a:lnTo>
                <a:lnTo>
                  <a:pt x="22860" y="60007"/>
                </a:lnTo>
                <a:lnTo>
                  <a:pt x="22288" y="59436"/>
                </a:lnTo>
                <a:lnTo>
                  <a:pt x="94583" y="59436"/>
                </a:lnTo>
                <a:close/>
                <a:moveTo>
                  <a:pt x="9620" y="216313"/>
                </a:moveTo>
                <a:lnTo>
                  <a:pt x="9620" y="60007"/>
                </a:lnTo>
                <a:lnTo>
                  <a:pt x="9715" y="60007"/>
                </a:lnTo>
                <a:lnTo>
                  <a:pt x="86487" y="140589"/>
                </a:lnTo>
                <a:lnTo>
                  <a:pt x="9715" y="216313"/>
                </a:lnTo>
                <a:lnTo>
                  <a:pt x="9620" y="216313"/>
                </a:lnTo>
                <a:close/>
                <a:moveTo>
                  <a:pt x="23336" y="216313"/>
                </a:moveTo>
                <a:lnTo>
                  <a:pt x="93059" y="147447"/>
                </a:lnTo>
                <a:lnTo>
                  <a:pt x="113062" y="168497"/>
                </a:lnTo>
                <a:lnTo>
                  <a:pt x="133064" y="147447"/>
                </a:lnTo>
                <a:lnTo>
                  <a:pt x="202787" y="216313"/>
                </a:lnTo>
                <a:lnTo>
                  <a:pt x="23336" y="216313"/>
                </a:lnTo>
                <a:close/>
                <a:moveTo>
                  <a:pt x="216503" y="216313"/>
                </a:moveTo>
                <a:lnTo>
                  <a:pt x="216503" y="216313"/>
                </a:lnTo>
                <a:lnTo>
                  <a:pt x="139636" y="140589"/>
                </a:lnTo>
                <a:lnTo>
                  <a:pt x="216408" y="60007"/>
                </a:lnTo>
                <a:lnTo>
                  <a:pt x="216503" y="60007"/>
                </a:lnTo>
                <a:lnTo>
                  <a:pt x="216503" y="216313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500" name="Freeform: Shape 499">
            <a:extLst>
              <a:ext uri="{FF2B5EF4-FFF2-40B4-BE49-F238E27FC236}">
                <a16:creationId xmlns:a16="http://schemas.microsoft.com/office/drawing/2014/main" id="{9E33BEA9-2EF4-49B0-A876-F0BAE2228AAD}"/>
              </a:ext>
            </a:extLst>
          </p:cNvPr>
          <p:cNvSpPr/>
          <p:nvPr/>
        </p:nvSpPr>
        <p:spPr>
          <a:xfrm>
            <a:off x="2944517" y="5661615"/>
            <a:ext cx="206787" cy="222884"/>
          </a:xfrm>
          <a:custGeom>
            <a:avLst/>
            <a:gdLst>
              <a:gd name="connsiteX0" fmla="*/ 202025 w 206787"/>
              <a:gd name="connsiteY0" fmla="*/ 106489 h 222884"/>
              <a:gd name="connsiteX1" fmla="*/ 197263 w 206787"/>
              <a:gd name="connsiteY1" fmla="*/ 111252 h 222884"/>
              <a:gd name="connsiteX2" fmla="*/ 202025 w 206787"/>
              <a:gd name="connsiteY2" fmla="*/ 116014 h 222884"/>
              <a:gd name="connsiteX3" fmla="*/ 206788 w 206787"/>
              <a:gd name="connsiteY3" fmla="*/ 111252 h 222884"/>
              <a:gd name="connsiteX4" fmla="*/ 202025 w 206787"/>
              <a:gd name="connsiteY4" fmla="*/ 106489 h 222884"/>
              <a:gd name="connsiteX5" fmla="*/ 68008 w 206787"/>
              <a:gd name="connsiteY5" fmla="*/ 13906 h 222884"/>
              <a:gd name="connsiteX6" fmla="*/ 48292 w 206787"/>
              <a:gd name="connsiteY6" fmla="*/ 13906 h 222884"/>
              <a:gd name="connsiteX7" fmla="*/ 46387 w 206787"/>
              <a:gd name="connsiteY7" fmla="*/ 15812 h 222884"/>
              <a:gd name="connsiteX8" fmla="*/ 46387 w 206787"/>
              <a:gd name="connsiteY8" fmla="*/ 18193 h 222884"/>
              <a:gd name="connsiteX9" fmla="*/ 48292 w 206787"/>
              <a:gd name="connsiteY9" fmla="*/ 20098 h 222884"/>
              <a:gd name="connsiteX10" fmla="*/ 68008 w 206787"/>
              <a:gd name="connsiteY10" fmla="*/ 20098 h 222884"/>
              <a:gd name="connsiteX11" fmla="*/ 69913 w 206787"/>
              <a:gd name="connsiteY11" fmla="*/ 18193 h 222884"/>
              <a:gd name="connsiteX12" fmla="*/ 69913 w 206787"/>
              <a:gd name="connsiteY12" fmla="*/ 15812 h 222884"/>
              <a:gd name="connsiteX13" fmla="*/ 68008 w 206787"/>
              <a:gd name="connsiteY13" fmla="*/ 13906 h 222884"/>
              <a:gd name="connsiteX14" fmla="*/ 58102 w 206787"/>
              <a:gd name="connsiteY14" fmla="*/ 210788 h 222884"/>
              <a:gd name="connsiteX15" fmla="*/ 64294 w 206787"/>
              <a:gd name="connsiteY15" fmla="*/ 204597 h 222884"/>
              <a:gd name="connsiteX16" fmla="*/ 58102 w 206787"/>
              <a:gd name="connsiteY16" fmla="*/ 198406 h 222884"/>
              <a:gd name="connsiteX17" fmla="*/ 51911 w 206787"/>
              <a:gd name="connsiteY17" fmla="*/ 204597 h 222884"/>
              <a:gd name="connsiteX18" fmla="*/ 58102 w 206787"/>
              <a:gd name="connsiteY18" fmla="*/ 210788 h 222884"/>
              <a:gd name="connsiteX19" fmla="*/ 141446 w 206787"/>
              <a:gd name="connsiteY19" fmla="*/ 88392 h 222884"/>
              <a:gd name="connsiteX20" fmla="*/ 146209 w 206787"/>
              <a:gd name="connsiteY20" fmla="*/ 83629 h 222884"/>
              <a:gd name="connsiteX21" fmla="*/ 141446 w 206787"/>
              <a:gd name="connsiteY21" fmla="*/ 78867 h 222884"/>
              <a:gd name="connsiteX22" fmla="*/ 136684 w 206787"/>
              <a:gd name="connsiteY22" fmla="*/ 83629 h 222884"/>
              <a:gd name="connsiteX23" fmla="*/ 141446 w 206787"/>
              <a:gd name="connsiteY23" fmla="*/ 88392 h 222884"/>
              <a:gd name="connsiteX24" fmla="*/ 168402 w 206787"/>
              <a:gd name="connsiteY24" fmla="*/ 132683 h 222884"/>
              <a:gd name="connsiteX25" fmla="*/ 163639 w 206787"/>
              <a:gd name="connsiteY25" fmla="*/ 137446 h 222884"/>
              <a:gd name="connsiteX26" fmla="*/ 168402 w 206787"/>
              <a:gd name="connsiteY26" fmla="*/ 142208 h 222884"/>
              <a:gd name="connsiteX27" fmla="*/ 173164 w 206787"/>
              <a:gd name="connsiteY27" fmla="*/ 137446 h 222884"/>
              <a:gd name="connsiteX28" fmla="*/ 168402 w 206787"/>
              <a:gd name="connsiteY28" fmla="*/ 132683 h 222884"/>
              <a:gd name="connsiteX29" fmla="*/ 106585 w 206787"/>
              <a:gd name="connsiteY29" fmla="*/ 186595 h 222884"/>
              <a:gd name="connsiteX30" fmla="*/ 9525 w 206787"/>
              <a:gd name="connsiteY30" fmla="*/ 186595 h 222884"/>
              <a:gd name="connsiteX31" fmla="*/ 9525 w 206787"/>
              <a:gd name="connsiteY31" fmla="*/ 34385 h 222884"/>
              <a:gd name="connsiteX32" fmla="*/ 106585 w 206787"/>
              <a:gd name="connsiteY32" fmla="*/ 34385 h 222884"/>
              <a:gd name="connsiteX33" fmla="*/ 106585 w 206787"/>
              <a:gd name="connsiteY33" fmla="*/ 78772 h 222884"/>
              <a:gd name="connsiteX34" fmla="*/ 82772 w 206787"/>
              <a:gd name="connsiteY34" fmla="*/ 78772 h 222884"/>
              <a:gd name="connsiteX35" fmla="*/ 82772 w 206787"/>
              <a:gd name="connsiteY35" fmla="*/ 88297 h 222884"/>
              <a:gd name="connsiteX36" fmla="*/ 106585 w 206787"/>
              <a:gd name="connsiteY36" fmla="*/ 88297 h 222884"/>
              <a:gd name="connsiteX37" fmla="*/ 106585 w 206787"/>
              <a:gd name="connsiteY37" fmla="*/ 88392 h 222884"/>
              <a:gd name="connsiteX38" fmla="*/ 116110 w 206787"/>
              <a:gd name="connsiteY38" fmla="*/ 88392 h 222884"/>
              <a:gd name="connsiteX39" fmla="*/ 116110 w 206787"/>
              <a:gd name="connsiteY39" fmla="*/ 88297 h 222884"/>
              <a:gd name="connsiteX40" fmla="*/ 134398 w 206787"/>
              <a:gd name="connsiteY40" fmla="*/ 88297 h 222884"/>
              <a:gd name="connsiteX41" fmla="*/ 134398 w 206787"/>
              <a:gd name="connsiteY41" fmla="*/ 78772 h 222884"/>
              <a:gd name="connsiteX42" fmla="*/ 116110 w 206787"/>
              <a:gd name="connsiteY42" fmla="*/ 78772 h 222884"/>
              <a:gd name="connsiteX43" fmla="*/ 116110 w 206787"/>
              <a:gd name="connsiteY43" fmla="*/ 8668 h 222884"/>
              <a:gd name="connsiteX44" fmla="*/ 107537 w 206787"/>
              <a:gd name="connsiteY44" fmla="*/ 0 h 222884"/>
              <a:gd name="connsiteX45" fmla="*/ 8192 w 206787"/>
              <a:gd name="connsiteY45" fmla="*/ 0 h 222884"/>
              <a:gd name="connsiteX46" fmla="*/ 0 w 206787"/>
              <a:gd name="connsiteY46" fmla="*/ 8192 h 222884"/>
              <a:gd name="connsiteX47" fmla="*/ 0 w 206787"/>
              <a:gd name="connsiteY47" fmla="*/ 214694 h 222884"/>
              <a:gd name="connsiteX48" fmla="*/ 8192 w 206787"/>
              <a:gd name="connsiteY48" fmla="*/ 222885 h 222884"/>
              <a:gd name="connsiteX49" fmla="*/ 107918 w 206787"/>
              <a:gd name="connsiteY49" fmla="*/ 222885 h 222884"/>
              <a:gd name="connsiteX50" fmla="*/ 116110 w 206787"/>
              <a:gd name="connsiteY50" fmla="*/ 214694 h 222884"/>
              <a:gd name="connsiteX51" fmla="*/ 116110 w 206787"/>
              <a:gd name="connsiteY51" fmla="*/ 151829 h 222884"/>
              <a:gd name="connsiteX52" fmla="*/ 106585 w 206787"/>
              <a:gd name="connsiteY52" fmla="*/ 151829 h 222884"/>
              <a:gd name="connsiteX53" fmla="*/ 106585 w 206787"/>
              <a:gd name="connsiteY53" fmla="*/ 186595 h 222884"/>
              <a:gd name="connsiteX54" fmla="*/ 9525 w 206787"/>
              <a:gd name="connsiteY54" fmla="*/ 9525 h 222884"/>
              <a:gd name="connsiteX55" fmla="*/ 106585 w 206787"/>
              <a:gd name="connsiteY55" fmla="*/ 9525 h 222884"/>
              <a:gd name="connsiteX56" fmla="*/ 106585 w 206787"/>
              <a:gd name="connsiteY56" fmla="*/ 24860 h 222884"/>
              <a:gd name="connsiteX57" fmla="*/ 9525 w 206787"/>
              <a:gd name="connsiteY57" fmla="*/ 24860 h 222884"/>
              <a:gd name="connsiteX58" fmla="*/ 9525 w 206787"/>
              <a:gd name="connsiteY58" fmla="*/ 9525 h 222884"/>
              <a:gd name="connsiteX59" fmla="*/ 106585 w 206787"/>
              <a:gd name="connsiteY59" fmla="*/ 213360 h 222884"/>
              <a:gd name="connsiteX60" fmla="*/ 9525 w 206787"/>
              <a:gd name="connsiteY60" fmla="*/ 213360 h 222884"/>
              <a:gd name="connsiteX61" fmla="*/ 9525 w 206787"/>
              <a:gd name="connsiteY61" fmla="*/ 196120 h 222884"/>
              <a:gd name="connsiteX62" fmla="*/ 106585 w 206787"/>
              <a:gd name="connsiteY62" fmla="*/ 196120 h 222884"/>
              <a:gd name="connsiteX63" fmla="*/ 106585 w 206787"/>
              <a:gd name="connsiteY63" fmla="*/ 213360 h 222884"/>
              <a:gd name="connsiteX64" fmla="*/ 133350 w 206787"/>
              <a:gd name="connsiteY64" fmla="*/ 116014 h 222884"/>
              <a:gd name="connsiteX65" fmla="*/ 194977 w 206787"/>
              <a:gd name="connsiteY65" fmla="*/ 116014 h 222884"/>
              <a:gd name="connsiteX66" fmla="*/ 194977 w 206787"/>
              <a:gd name="connsiteY66" fmla="*/ 106489 h 222884"/>
              <a:gd name="connsiteX67" fmla="*/ 133350 w 206787"/>
              <a:gd name="connsiteY67" fmla="*/ 106489 h 222884"/>
              <a:gd name="connsiteX68" fmla="*/ 133350 w 206787"/>
              <a:gd name="connsiteY68" fmla="*/ 116014 h 222884"/>
              <a:gd name="connsiteX69" fmla="*/ 116110 w 206787"/>
              <a:gd name="connsiteY69" fmla="*/ 97917 h 222884"/>
              <a:gd name="connsiteX70" fmla="*/ 106585 w 206787"/>
              <a:gd name="connsiteY70" fmla="*/ 97917 h 222884"/>
              <a:gd name="connsiteX71" fmla="*/ 106585 w 206787"/>
              <a:gd name="connsiteY71" fmla="*/ 132683 h 222884"/>
              <a:gd name="connsiteX72" fmla="*/ 81153 w 206787"/>
              <a:gd name="connsiteY72" fmla="*/ 132683 h 222884"/>
              <a:gd name="connsiteX73" fmla="*/ 81153 w 206787"/>
              <a:gd name="connsiteY73" fmla="*/ 142208 h 222884"/>
              <a:gd name="connsiteX74" fmla="*/ 106585 w 206787"/>
              <a:gd name="connsiteY74" fmla="*/ 142208 h 222884"/>
              <a:gd name="connsiteX75" fmla="*/ 106585 w 206787"/>
              <a:gd name="connsiteY75" fmla="*/ 142304 h 222884"/>
              <a:gd name="connsiteX76" fmla="*/ 116110 w 206787"/>
              <a:gd name="connsiteY76" fmla="*/ 142304 h 222884"/>
              <a:gd name="connsiteX77" fmla="*/ 116110 w 206787"/>
              <a:gd name="connsiteY77" fmla="*/ 142208 h 222884"/>
              <a:gd name="connsiteX78" fmla="*/ 161639 w 206787"/>
              <a:gd name="connsiteY78" fmla="*/ 142208 h 222884"/>
              <a:gd name="connsiteX79" fmla="*/ 161639 w 206787"/>
              <a:gd name="connsiteY79" fmla="*/ 132683 h 222884"/>
              <a:gd name="connsiteX80" fmla="*/ 116110 w 206787"/>
              <a:gd name="connsiteY80" fmla="*/ 132683 h 222884"/>
              <a:gd name="connsiteX81" fmla="*/ 116110 w 206787"/>
              <a:gd name="connsiteY81" fmla="*/ 97917 h 222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206787" h="222884">
                <a:moveTo>
                  <a:pt x="202025" y="106489"/>
                </a:moveTo>
                <a:cubicBezTo>
                  <a:pt x="199358" y="106489"/>
                  <a:pt x="197263" y="108585"/>
                  <a:pt x="197263" y="111252"/>
                </a:cubicBezTo>
                <a:cubicBezTo>
                  <a:pt x="197263" y="113919"/>
                  <a:pt x="199358" y="116014"/>
                  <a:pt x="202025" y="116014"/>
                </a:cubicBezTo>
                <a:cubicBezTo>
                  <a:pt x="204692" y="116014"/>
                  <a:pt x="206788" y="113919"/>
                  <a:pt x="206788" y="111252"/>
                </a:cubicBezTo>
                <a:cubicBezTo>
                  <a:pt x="206788" y="108680"/>
                  <a:pt x="204692" y="106489"/>
                  <a:pt x="202025" y="106489"/>
                </a:cubicBezTo>
                <a:close/>
                <a:moveTo>
                  <a:pt x="68008" y="13906"/>
                </a:moveTo>
                <a:lnTo>
                  <a:pt x="48292" y="13906"/>
                </a:lnTo>
                <a:cubicBezTo>
                  <a:pt x="47244" y="13906"/>
                  <a:pt x="46387" y="14764"/>
                  <a:pt x="46387" y="15812"/>
                </a:cubicBezTo>
                <a:lnTo>
                  <a:pt x="46387" y="18193"/>
                </a:lnTo>
                <a:cubicBezTo>
                  <a:pt x="46387" y="19241"/>
                  <a:pt x="47244" y="20098"/>
                  <a:pt x="48292" y="20098"/>
                </a:cubicBezTo>
                <a:lnTo>
                  <a:pt x="68008" y="20098"/>
                </a:lnTo>
                <a:cubicBezTo>
                  <a:pt x="69056" y="20098"/>
                  <a:pt x="69913" y="19241"/>
                  <a:pt x="69913" y="18193"/>
                </a:cubicBezTo>
                <a:lnTo>
                  <a:pt x="69913" y="15812"/>
                </a:lnTo>
                <a:cubicBezTo>
                  <a:pt x="69818" y="14764"/>
                  <a:pt x="69056" y="13906"/>
                  <a:pt x="68008" y="13906"/>
                </a:cubicBezTo>
                <a:close/>
                <a:moveTo>
                  <a:pt x="58102" y="210788"/>
                </a:moveTo>
                <a:cubicBezTo>
                  <a:pt x="61531" y="210788"/>
                  <a:pt x="64294" y="208026"/>
                  <a:pt x="64294" y="204597"/>
                </a:cubicBezTo>
                <a:cubicBezTo>
                  <a:pt x="64294" y="201168"/>
                  <a:pt x="61531" y="198406"/>
                  <a:pt x="58102" y="198406"/>
                </a:cubicBezTo>
                <a:cubicBezTo>
                  <a:pt x="54673" y="198406"/>
                  <a:pt x="51911" y="201168"/>
                  <a:pt x="51911" y="204597"/>
                </a:cubicBezTo>
                <a:cubicBezTo>
                  <a:pt x="51911" y="208026"/>
                  <a:pt x="54673" y="210788"/>
                  <a:pt x="58102" y="210788"/>
                </a:cubicBezTo>
                <a:close/>
                <a:moveTo>
                  <a:pt x="141446" y="88392"/>
                </a:moveTo>
                <a:cubicBezTo>
                  <a:pt x="144113" y="88392"/>
                  <a:pt x="146209" y="86296"/>
                  <a:pt x="146209" y="83629"/>
                </a:cubicBezTo>
                <a:cubicBezTo>
                  <a:pt x="146209" y="80963"/>
                  <a:pt x="144113" y="78867"/>
                  <a:pt x="141446" y="78867"/>
                </a:cubicBezTo>
                <a:cubicBezTo>
                  <a:pt x="138779" y="78867"/>
                  <a:pt x="136684" y="80963"/>
                  <a:pt x="136684" y="83629"/>
                </a:cubicBezTo>
                <a:cubicBezTo>
                  <a:pt x="136684" y="86201"/>
                  <a:pt x="138779" y="88392"/>
                  <a:pt x="141446" y="88392"/>
                </a:cubicBezTo>
                <a:close/>
                <a:moveTo>
                  <a:pt x="168402" y="132683"/>
                </a:moveTo>
                <a:cubicBezTo>
                  <a:pt x="165735" y="132683"/>
                  <a:pt x="163639" y="134779"/>
                  <a:pt x="163639" y="137446"/>
                </a:cubicBezTo>
                <a:cubicBezTo>
                  <a:pt x="163639" y="140113"/>
                  <a:pt x="165735" y="142208"/>
                  <a:pt x="168402" y="142208"/>
                </a:cubicBezTo>
                <a:cubicBezTo>
                  <a:pt x="171069" y="142208"/>
                  <a:pt x="173164" y="140113"/>
                  <a:pt x="173164" y="137446"/>
                </a:cubicBezTo>
                <a:cubicBezTo>
                  <a:pt x="173164" y="134779"/>
                  <a:pt x="171069" y="132683"/>
                  <a:pt x="168402" y="132683"/>
                </a:cubicBezTo>
                <a:close/>
                <a:moveTo>
                  <a:pt x="106585" y="186595"/>
                </a:moveTo>
                <a:lnTo>
                  <a:pt x="9525" y="186595"/>
                </a:lnTo>
                <a:lnTo>
                  <a:pt x="9525" y="34385"/>
                </a:lnTo>
                <a:lnTo>
                  <a:pt x="106585" y="34385"/>
                </a:lnTo>
                <a:lnTo>
                  <a:pt x="106585" y="78772"/>
                </a:lnTo>
                <a:lnTo>
                  <a:pt x="82772" y="78772"/>
                </a:lnTo>
                <a:lnTo>
                  <a:pt x="82772" y="88297"/>
                </a:lnTo>
                <a:lnTo>
                  <a:pt x="106585" y="88297"/>
                </a:lnTo>
                <a:lnTo>
                  <a:pt x="106585" y="88392"/>
                </a:lnTo>
                <a:lnTo>
                  <a:pt x="116110" y="88392"/>
                </a:lnTo>
                <a:lnTo>
                  <a:pt x="116110" y="88297"/>
                </a:lnTo>
                <a:lnTo>
                  <a:pt x="134398" y="88297"/>
                </a:lnTo>
                <a:lnTo>
                  <a:pt x="134398" y="78772"/>
                </a:lnTo>
                <a:lnTo>
                  <a:pt x="116110" y="78772"/>
                </a:lnTo>
                <a:lnTo>
                  <a:pt x="116110" y="8668"/>
                </a:lnTo>
                <a:cubicBezTo>
                  <a:pt x="116110" y="3905"/>
                  <a:pt x="112300" y="0"/>
                  <a:pt x="107537" y="0"/>
                </a:cubicBezTo>
                <a:lnTo>
                  <a:pt x="8192" y="0"/>
                </a:lnTo>
                <a:cubicBezTo>
                  <a:pt x="3715" y="0"/>
                  <a:pt x="0" y="3715"/>
                  <a:pt x="0" y="8192"/>
                </a:cubicBezTo>
                <a:lnTo>
                  <a:pt x="0" y="214694"/>
                </a:lnTo>
                <a:cubicBezTo>
                  <a:pt x="0" y="219266"/>
                  <a:pt x="3715" y="222885"/>
                  <a:pt x="8192" y="222885"/>
                </a:cubicBezTo>
                <a:lnTo>
                  <a:pt x="107918" y="222885"/>
                </a:lnTo>
                <a:cubicBezTo>
                  <a:pt x="112490" y="222885"/>
                  <a:pt x="116110" y="219266"/>
                  <a:pt x="116110" y="214694"/>
                </a:cubicBezTo>
                <a:lnTo>
                  <a:pt x="116110" y="151829"/>
                </a:lnTo>
                <a:lnTo>
                  <a:pt x="106585" y="151829"/>
                </a:lnTo>
                <a:lnTo>
                  <a:pt x="106585" y="186595"/>
                </a:lnTo>
                <a:close/>
                <a:moveTo>
                  <a:pt x="9525" y="9525"/>
                </a:moveTo>
                <a:lnTo>
                  <a:pt x="106585" y="9525"/>
                </a:lnTo>
                <a:lnTo>
                  <a:pt x="106585" y="24860"/>
                </a:lnTo>
                <a:lnTo>
                  <a:pt x="9525" y="24860"/>
                </a:lnTo>
                <a:lnTo>
                  <a:pt x="9525" y="9525"/>
                </a:lnTo>
                <a:close/>
                <a:moveTo>
                  <a:pt x="106585" y="213360"/>
                </a:moveTo>
                <a:lnTo>
                  <a:pt x="9525" y="213360"/>
                </a:lnTo>
                <a:lnTo>
                  <a:pt x="9525" y="196120"/>
                </a:lnTo>
                <a:lnTo>
                  <a:pt x="106585" y="196120"/>
                </a:lnTo>
                <a:lnTo>
                  <a:pt x="106585" y="213360"/>
                </a:lnTo>
                <a:close/>
                <a:moveTo>
                  <a:pt x="133350" y="116014"/>
                </a:moveTo>
                <a:lnTo>
                  <a:pt x="194977" y="116014"/>
                </a:lnTo>
                <a:lnTo>
                  <a:pt x="194977" y="106489"/>
                </a:lnTo>
                <a:lnTo>
                  <a:pt x="133350" y="106489"/>
                </a:lnTo>
                <a:lnTo>
                  <a:pt x="133350" y="116014"/>
                </a:lnTo>
                <a:close/>
                <a:moveTo>
                  <a:pt x="116110" y="97917"/>
                </a:moveTo>
                <a:lnTo>
                  <a:pt x="106585" y="97917"/>
                </a:lnTo>
                <a:lnTo>
                  <a:pt x="106585" y="132683"/>
                </a:lnTo>
                <a:lnTo>
                  <a:pt x="81153" y="132683"/>
                </a:lnTo>
                <a:lnTo>
                  <a:pt x="81153" y="142208"/>
                </a:lnTo>
                <a:lnTo>
                  <a:pt x="106585" y="142208"/>
                </a:lnTo>
                <a:lnTo>
                  <a:pt x="106585" y="142304"/>
                </a:lnTo>
                <a:lnTo>
                  <a:pt x="116110" y="142304"/>
                </a:lnTo>
                <a:lnTo>
                  <a:pt x="116110" y="142208"/>
                </a:lnTo>
                <a:lnTo>
                  <a:pt x="161639" y="142208"/>
                </a:lnTo>
                <a:lnTo>
                  <a:pt x="161639" y="132683"/>
                </a:lnTo>
                <a:lnTo>
                  <a:pt x="116110" y="132683"/>
                </a:lnTo>
                <a:lnTo>
                  <a:pt x="116110" y="97917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1" name="Freeform: Shape 500">
            <a:extLst>
              <a:ext uri="{FF2B5EF4-FFF2-40B4-BE49-F238E27FC236}">
                <a16:creationId xmlns:a16="http://schemas.microsoft.com/office/drawing/2014/main" id="{5AD435F4-C067-49C0-8A26-76C2EBAE9B98}"/>
              </a:ext>
            </a:extLst>
          </p:cNvPr>
          <p:cNvSpPr/>
          <p:nvPr/>
        </p:nvSpPr>
        <p:spPr>
          <a:xfrm>
            <a:off x="4346699" y="5632850"/>
            <a:ext cx="281273" cy="280606"/>
          </a:xfrm>
          <a:custGeom>
            <a:avLst/>
            <a:gdLst>
              <a:gd name="connsiteX0" fmla="*/ 204121 w 281273"/>
              <a:gd name="connsiteY0" fmla="*/ 210407 h 280606"/>
              <a:gd name="connsiteX1" fmla="*/ 214979 w 281273"/>
              <a:gd name="connsiteY1" fmla="*/ 210407 h 280606"/>
              <a:gd name="connsiteX2" fmla="*/ 216503 w 281273"/>
              <a:gd name="connsiteY2" fmla="*/ 214217 h 280606"/>
              <a:gd name="connsiteX3" fmla="*/ 222409 w 281273"/>
              <a:gd name="connsiteY3" fmla="*/ 214217 h 280606"/>
              <a:gd name="connsiteX4" fmla="*/ 212503 w 281273"/>
              <a:gd name="connsiteY4" fmla="*/ 189929 h 280606"/>
              <a:gd name="connsiteX5" fmla="*/ 206692 w 281273"/>
              <a:gd name="connsiteY5" fmla="*/ 189929 h 280606"/>
              <a:gd name="connsiteX6" fmla="*/ 196786 w 281273"/>
              <a:gd name="connsiteY6" fmla="*/ 214217 h 280606"/>
              <a:gd name="connsiteX7" fmla="*/ 202597 w 281273"/>
              <a:gd name="connsiteY7" fmla="*/ 214217 h 280606"/>
              <a:gd name="connsiteX8" fmla="*/ 204121 w 281273"/>
              <a:gd name="connsiteY8" fmla="*/ 210407 h 280606"/>
              <a:gd name="connsiteX9" fmla="*/ 209550 w 281273"/>
              <a:gd name="connsiteY9" fmla="*/ 197072 h 280606"/>
              <a:gd name="connsiteX10" fmla="*/ 213169 w 281273"/>
              <a:gd name="connsiteY10" fmla="*/ 205930 h 280606"/>
              <a:gd name="connsiteX11" fmla="*/ 205930 w 281273"/>
              <a:gd name="connsiteY11" fmla="*/ 205930 h 280606"/>
              <a:gd name="connsiteX12" fmla="*/ 209550 w 281273"/>
              <a:gd name="connsiteY12" fmla="*/ 197072 h 280606"/>
              <a:gd name="connsiteX13" fmla="*/ 234791 w 281273"/>
              <a:gd name="connsiteY13" fmla="*/ 214217 h 280606"/>
              <a:gd name="connsiteX14" fmla="*/ 240601 w 281273"/>
              <a:gd name="connsiteY14" fmla="*/ 197548 h 280606"/>
              <a:gd name="connsiteX15" fmla="*/ 246316 w 281273"/>
              <a:gd name="connsiteY15" fmla="*/ 214217 h 280606"/>
              <a:gd name="connsiteX16" fmla="*/ 251555 w 281273"/>
              <a:gd name="connsiteY16" fmla="*/ 214217 h 280606"/>
              <a:gd name="connsiteX17" fmla="*/ 258889 w 281273"/>
              <a:gd name="connsiteY17" fmla="*/ 189929 h 280606"/>
              <a:gd name="connsiteX18" fmla="*/ 253270 w 281273"/>
              <a:gd name="connsiteY18" fmla="*/ 189929 h 280606"/>
              <a:gd name="connsiteX19" fmla="*/ 248793 w 281273"/>
              <a:gd name="connsiteY19" fmla="*/ 206216 h 280606"/>
              <a:gd name="connsiteX20" fmla="*/ 243364 w 281273"/>
              <a:gd name="connsiteY20" fmla="*/ 189929 h 280606"/>
              <a:gd name="connsiteX21" fmla="*/ 237744 w 281273"/>
              <a:gd name="connsiteY21" fmla="*/ 189929 h 280606"/>
              <a:gd name="connsiteX22" fmla="*/ 232410 w 281273"/>
              <a:gd name="connsiteY22" fmla="*/ 206216 h 280606"/>
              <a:gd name="connsiteX23" fmla="*/ 227933 w 281273"/>
              <a:gd name="connsiteY23" fmla="*/ 189929 h 280606"/>
              <a:gd name="connsiteX24" fmla="*/ 222218 w 281273"/>
              <a:gd name="connsiteY24" fmla="*/ 189929 h 280606"/>
              <a:gd name="connsiteX25" fmla="*/ 229552 w 281273"/>
              <a:gd name="connsiteY25" fmla="*/ 214217 h 280606"/>
              <a:gd name="connsiteX26" fmla="*/ 234791 w 281273"/>
              <a:gd name="connsiteY26" fmla="*/ 214217 h 280606"/>
              <a:gd name="connsiteX27" fmla="*/ 206597 w 281273"/>
              <a:gd name="connsiteY27" fmla="*/ 261461 h 280606"/>
              <a:gd name="connsiteX28" fmla="*/ 217456 w 281273"/>
              <a:gd name="connsiteY28" fmla="*/ 261461 h 280606"/>
              <a:gd name="connsiteX29" fmla="*/ 218980 w 281273"/>
              <a:gd name="connsiteY29" fmla="*/ 265271 h 280606"/>
              <a:gd name="connsiteX30" fmla="*/ 224885 w 281273"/>
              <a:gd name="connsiteY30" fmla="*/ 265271 h 280606"/>
              <a:gd name="connsiteX31" fmla="*/ 214979 w 281273"/>
              <a:gd name="connsiteY31" fmla="*/ 240982 h 280606"/>
              <a:gd name="connsiteX32" fmla="*/ 209169 w 281273"/>
              <a:gd name="connsiteY32" fmla="*/ 240982 h 280606"/>
              <a:gd name="connsiteX33" fmla="*/ 199263 w 281273"/>
              <a:gd name="connsiteY33" fmla="*/ 265271 h 280606"/>
              <a:gd name="connsiteX34" fmla="*/ 205073 w 281273"/>
              <a:gd name="connsiteY34" fmla="*/ 265271 h 280606"/>
              <a:gd name="connsiteX35" fmla="*/ 206597 w 281273"/>
              <a:gd name="connsiteY35" fmla="*/ 261461 h 280606"/>
              <a:gd name="connsiteX36" fmla="*/ 212026 w 281273"/>
              <a:gd name="connsiteY36" fmla="*/ 248126 h 280606"/>
              <a:gd name="connsiteX37" fmla="*/ 215646 w 281273"/>
              <a:gd name="connsiteY37" fmla="*/ 256984 h 280606"/>
              <a:gd name="connsiteX38" fmla="*/ 208407 w 281273"/>
              <a:gd name="connsiteY38" fmla="*/ 256984 h 280606"/>
              <a:gd name="connsiteX39" fmla="*/ 212026 w 281273"/>
              <a:gd name="connsiteY39" fmla="*/ 248126 h 280606"/>
              <a:gd name="connsiteX40" fmla="*/ 232981 w 281273"/>
              <a:gd name="connsiteY40" fmla="*/ 257365 h 280606"/>
              <a:gd name="connsiteX41" fmla="*/ 238696 w 281273"/>
              <a:gd name="connsiteY41" fmla="*/ 257365 h 280606"/>
              <a:gd name="connsiteX42" fmla="*/ 243364 w 281273"/>
              <a:gd name="connsiteY42" fmla="*/ 256318 h 280606"/>
              <a:gd name="connsiteX43" fmla="*/ 246602 w 281273"/>
              <a:gd name="connsiteY43" fmla="*/ 253365 h 280606"/>
              <a:gd name="connsiteX44" fmla="*/ 247745 w 281273"/>
              <a:gd name="connsiteY44" fmla="*/ 249079 h 280606"/>
              <a:gd name="connsiteX45" fmla="*/ 246602 w 281273"/>
              <a:gd name="connsiteY45" fmla="*/ 244792 h 280606"/>
              <a:gd name="connsiteX46" fmla="*/ 243364 w 281273"/>
              <a:gd name="connsiteY46" fmla="*/ 241840 h 280606"/>
              <a:gd name="connsiteX47" fmla="*/ 238696 w 281273"/>
              <a:gd name="connsiteY47" fmla="*/ 240792 h 280606"/>
              <a:gd name="connsiteX48" fmla="*/ 227743 w 281273"/>
              <a:gd name="connsiteY48" fmla="*/ 240792 h 280606"/>
              <a:gd name="connsiteX49" fmla="*/ 227743 w 281273"/>
              <a:gd name="connsiteY49" fmla="*/ 265081 h 280606"/>
              <a:gd name="connsiteX50" fmla="*/ 232981 w 281273"/>
              <a:gd name="connsiteY50" fmla="*/ 265081 h 280606"/>
              <a:gd name="connsiteX51" fmla="*/ 232981 w 281273"/>
              <a:gd name="connsiteY51" fmla="*/ 257365 h 280606"/>
              <a:gd name="connsiteX52" fmla="*/ 232981 w 281273"/>
              <a:gd name="connsiteY52" fmla="*/ 245745 h 280606"/>
              <a:gd name="connsiteX53" fmla="*/ 238125 w 281273"/>
              <a:gd name="connsiteY53" fmla="*/ 245745 h 280606"/>
              <a:gd name="connsiteX54" fmla="*/ 241268 w 281273"/>
              <a:gd name="connsiteY54" fmla="*/ 246697 h 280606"/>
              <a:gd name="connsiteX55" fmla="*/ 242506 w 281273"/>
              <a:gd name="connsiteY55" fmla="*/ 249174 h 280606"/>
              <a:gd name="connsiteX56" fmla="*/ 241268 w 281273"/>
              <a:gd name="connsiteY56" fmla="*/ 251650 h 280606"/>
              <a:gd name="connsiteX57" fmla="*/ 238125 w 281273"/>
              <a:gd name="connsiteY57" fmla="*/ 252603 h 280606"/>
              <a:gd name="connsiteX58" fmla="*/ 232981 w 281273"/>
              <a:gd name="connsiteY58" fmla="*/ 252603 h 280606"/>
              <a:gd name="connsiteX59" fmla="*/ 232981 w 281273"/>
              <a:gd name="connsiteY59" fmla="*/ 245745 h 280606"/>
              <a:gd name="connsiteX60" fmla="*/ 256413 w 281273"/>
              <a:gd name="connsiteY60" fmla="*/ 240982 h 280606"/>
              <a:gd name="connsiteX61" fmla="*/ 251174 w 281273"/>
              <a:gd name="connsiteY61" fmla="*/ 240982 h 280606"/>
              <a:gd name="connsiteX62" fmla="*/ 251174 w 281273"/>
              <a:gd name="connsiteY62" fmla="*/ 265271 h 280606"/>
              <a:gd name="connsiteX63" fmla="*/ 256413 w 281273"/>
              <a:gd name="connsiteY63" fmla="*/ 265271 h 280606"/>
              <a:gd name="connsiteX64" fmla="*/ 256413 w 281273"/>
              <a:gd name="connsiteY64" fmla="*/ 240982 h 280606"/>
              <a:gd name="connsiteX65" fmla="*/ 14288 w 281273"/>
              <a:gd name="connsiteY65" fmla="*/ 57912 h 280606"/>
              <a:gd name="connsiteX66" fmla="*/ 112871 w 281273"/>
              <a:gd name="connsiteY66" fmla="*/ 57912 h 280606"/>
              <a:gd name="connsiteX67" fmla="*/ 112871 w 281273"/>
              <a:gd name="connsiteY67" fmla="*/ 151829 h 280606"/>
              <a:gd name="connsiteX68" fmla="*/ 122396 w 281273"/>
              <a:gd name="connsiteY68" fmla="*/ 151829 h 280606"/>
              <a:gd name="connsiteX69" fmla="*/ 122396 w 281273"/>
              <a:gd name="connsiteY69" fmla="*/ 48387 h 280606"/>
              <a:gd name="connsiteX70" fmla="*/ 4763 w 281273"/>
              <a:gd name="connsiteY70" fmla="*/ 48387 h 280606"/>
              <a:gd name="connsiteX71" fmla="*/ 4763 w 281273"/>
              <a:gd name="connsiteY71" fmla="*/ 280511 h 280606"/>
              <a:gd name="connsiteX72" fmla="*/ 36385 w 281273"/>
              <a:gd name="connsiteY72" fmla="*/ 280511 h 280606"/>
              <a:gd name="connsiteX73" fmla="*/ 36385 w 281273"/>
              <a:gd name="connsiteY73" fmla="*/ 270986 h 280606"/>
              <a:gd name="connsiteX74" fmla="*/ 14288 w 281273"/>
              <a:gd name="connsiteY74" fmla="*/ 270986 h 280606"/>
              <a:gd name="connsiteX75" fmla="*/ 14288 w 281273"/>
              <a:gd name="connsiteY75" fmla="*/ 57912 h 280606"/>
              <a:gd name="connsiteX76" fmla="*/ 92488 w 281273"/>
              <a:gd name="connsiteY76" fmla="*/ 70009 h 280606"/>
              <a:gd name="connsiteX77" fmla="*/ 34861 w 281273"/>
              <a:gd name="connsiteY77" fmla="*/ 70009 h 280606"/>
              <a:gd name="connsiteX78" fmla="*/ 34861 w 281273"/>
              <a:gd name="connsiteY78" fmla="*/ 79534 h 280606"/>
              <a:gd name="connsiteX79" fmla="*/ 92488 w 281273"/>
              <a:gd name="connsiteY79" fmla="*/ 79534 h 280606"/>
              <a:gd name="connsiteX80" fmla="*/ 92488 w 281273"/>
              <a:gd name="connsiteY80" fmla="*/ 70009 h 280606"/>
              <a:gd name="connsiteX81" fmla="*/ 92488 w 281273"/>
              <a:gd name="connsiteY81" fmla="*/ 98870 h 280606"/>
              <a:gd name="connsiteX82" fmla="*/ 34861 w 281273"/>
              <a:gd name="connsiteY82" fmla="*/ 98870 h 280606"/>
              <a:gd name="connsiteX83" fmla="*/ 34861 w 281273"/>
              <a:gd name="connsiteY83" fmla="*/ 108395 h 280606"/>
              <a:gd name="connsiteX84" fmla="*/ 92488 w 281273"/>
              <a:gd name="connsiteY84" fmla="*/ 108395 h 280606"/>
              <a:gd name="connsiteX85" fmla="*/ 92488 w 281273"/>
              <a:gd name="connsiteY85" fmla="*/ 98870 h 280606"/>
              <a:gd name="connsiteX86" fmla="*/ 92488 w 281273"/>
              <a:gd name="connsiteY86" fmla="*/ 127730 h 280606"/>
              <a:gd name="connsiteX87" fmla="*/ 34861 w 281273"/>
              <a:gd name="connsiteY87" fmla="*/ 127730 h 280606"/>
              <a:gd name="connsiteX88" fmla="*/ 34861 w 281273"/>
              <a:gd name="connsiteY88" fmla="*/ 137255 h 280606"/>
              <a:gd name="connsiteX89" fmla="*/ 92488 w 281273"/>
              <a:gd name="connsiteY89" fmla="*/ 137255 h 280606"/>
              <a:gd name="connsiteX90" fmla="*/ 92488 w 281273"/>
              <a:gd name="connsiteY90" fmla="*/ 127730 h 280606"/>
              <a:gd name="connsiteX91" fmla="*/ 34861 w 281273"/>
              <a:gd name="connsiteY91" fmla="*/ 166116 h 280606"/>
              <a:gd name="connsiteX92" fmla="*/ 92488 w 281273"/>
              <a:gd name="connsiteY92" fmla="*/ 166116 h 280606"/>
              <a:gd name="connsiteX93" fmla="*/ 92488 w 281273"/>
              <a:gd name="connsiteY93" fmla="*/ 156591 h 280606"/>
              <a:gd name="connsiteX94" fmla="*/ 34861 w 281273"/>
              <a:gd name="connsiteY94" fmla="*/ 156591 h 280606"/>
              <a:gd name="connsiteX95" fmla="*/ 34861 w 281273"/>
              <a:gd name="connsiteY95" fmla="*/ 166116 h 280606"/>
              <a:gd name="connsiteX96" fmla="*/ 34861 w 281273"/>
              <a:gd name="connsiteY96" fmla="*/ 194977 h 280606"/>
              <a:gd name="connsiteX97" fmla="*/ 46387 w 281273"/>
              <a:gd name="connsiteY97" fmla="*/ 194977 h 280606"/>
              <a:gd name="connsiteX98" fmla="*/ 46387 w 281273"/>
              <a:gd name="connsiteY98" fmla="*/ 185452 h 280606"/>
              <a:gd name="connsiteX99" fmla="*/ 34861 w 281273"/>
              <a:gd name="connsiteY99" fmla="*/ 185452 h 280606"/>
              <a:gd name="connsiteX100" fmla="*/ 34861 w 281273"/>
              <a:gd name="connsiteY100" fmla="*/ 194977 h 280606"/>
              <a:gd name="connsiteX101" fmla="*/ 34861 w 281273"/>
              <a:gd name="connsiteY101" fmla="*/ 223838 h 280606"/>
              <a:gd name="connsiteX102" fmla="*/ 46387 w 281273"/>
              <a:gd name="connsiteY102" fmla="*/ 223838 h 280606"/>
              <a:gd name="connsiteX103" fmla="*/ 46387 w 281273"/>
              <a:gd name="connsiteY103" fmla="*/ 214313 h 280606"/>
              <a:gd name="connsiteX104" fmla="*/ 34861 w 281273"/>
              <a:gd name="connsiteY104" fmla="*/ 214313 h 280606"/>
              <a:gd name="connsiteX105" fmla="*/ 34861 w 281273"/>
              <a:gd name="connsiteY105" fmla="*/ 223838 h 280606"/>
              <a:gd name="connsiteX106" fmla="*/ 34861 w 281273"/>
              <a:gd name="connsiteY106" fmla="*/ 252603 h 280606"/>
              <a:gd name="connsiteX107" fmla="*/ 46387 w 281273"/>
              <a:gd name="connsiteY107" fmla="*/ 252603 h 280606"/>
              <a:gd name="connsiteX108" fmla="*/ 46387 w 281273"/>
              <a:gd name="connsiteY108" fmla="*/ 243078 h 280606"/>
              <a:gd name="connsiteX109" fmla="*/ 34861 w 281273"/>
              <a:gd name="connsiteY109" fmla="*/ 243078 h 280606"/>
              <a:gd name="connsiteX110" fmla="*/ 34861 w 281273"/>
              <a:gd name="connsiteY110" fmla="*/ 252603 h 280606"/>
              <a:gd name="connsiteX111" fmla="*/ 20479 w 281273"/>
              <a:gd name="connsiteY111" fmla="*/ 9525 h 280606"/>
              <a:gd name="connsiteX112" fmla="*/ 105442 w 281273"/>
              <a:gd name="connsiteY112" fmla="*/ 9525 h 280606"/>
              <a:gd name="connsiteX113" fmla="*/ 116491 w 281273"/>
              <a:gd name="connsiteY113" fmla="*/ 38862 h 280606"/>
              <a:gd name="connsiteX114" fmla="*/ 126587 w 281273"/>
              <a:gd name="connsiteY114" fmla="*/ 38862 h 280606"/>
              <a:gd name="connsiteX115" fmla="*/ 112014 w 281273"/>
              <a:gd name="connsiteY115" fmla="*/ 0 h 280606"/>
              <a:gd name="connsiteX116" fmla="*/ 13716 w 281273"/>
              <a:gd name="connsiteY116" fmla="*/ 0 h 280606"/>
              <a:gd name="connsiteX117" fmla="*/ 0 w 281273"/>
              <a:gd name="connsiteY117" fmla="*/ 38862 h 280606"/>
              <a:gd name="connsiteX118" fmla="*/ 10096 w 281273"/>
              <a:gd name="connsiteY118" fmla="*/ 38862 h 280606"/>
              <a:gd name="connsiteX119" fmla="*/ 20479 w 281273"/>
              <a:gd name="connsiteY119" fmla="*/ 9525 h 280606"/>
              <a:gd name="connsiteX120" fmla="*/ 60007 w 281273"/>
              <a:gd name="connsiteY120" fmla="*/ 280606 h 280606"/>
              <a:gd name="connsiteX121" fmla="*/ 167068 w 281273"/>
              <a:gd name="connsiteY121" fmla="*/ 280606 h 280606"/>
              <a:gd name="connsiteX122" fmla="*/ 167068 w 281273"/>
              <a:gd name="connsiteY122" fmla="*/ 173546 h 280606"/>
              <a:gd name="connsiteX123" fmla="*/ 60007 w 281273"/>
              <a:gd name="connsiteY123" fmla="*/ 173546 h 280606"/>
              <a:gd name="connsiteX124" fmla="*/ 60007 w 281273"/>
              <a:gd name="connsiteY124" fmla="*/ 280606 h 280606"/>
              <a:gd name="connsiteX125" fmla="*/ 69532 w 281273"/>
              <a:gd name="connsiteY125" fmla="*/ 183071 h 280606"/>
              <a:gd name="connsiteX126" fmla="*/ 157543 w 281273"/>
              <a:gd name="connsiteY126" fmla="*/ 183071 h 280606"/>
              <a:gd name="connsiteX127" fmla="*/ 157543 w 281273"/>
              <a:gd name="connsiteY127" fmla="*/ 199549 h 280606"/>
              <a:gd name="connsiteX128" fmla="*/ 69532 w 281273"/>
              <a:gd name="connsiteY128" fmla="*/ 199549 h 280606"/>
              <a:gd name="connsiteX129" fmla="*/ 69532 w 281273"/>
              <a:gd name="connsiteY129" fmla="*/ 183071 h 280606"/>
              <a:gd name="connsiteX130" fmla="*/ 69532 w 281273"/>
              <a:gd name="connsiteY130" fmla="*/ 209074 h 280606"/>
              <a:gd name="connsiteX131" fmla="*/ 157543 w 281273"/>
              <a:gd name="connsiteY131" fmla="*/ 209074 h 280606"/>
              <a:gd name="connsiteX132" fmla="*/ 157543 w 281273"/>
              <a:gd name="connsiteY132" fmla="*/ 271081 h 280606"/>
              <a:gd name="connsiteX133" fmla="*/ 69532 w 281273"/>
              <a:gd name="connsiteY133" fmla="*/ 271081 h 280606"/>
              <a:gd name="connsiteX134" fmla="*/ 69532 w 281273"/>
              <a:gd name="connsiteY134" fmla="*/ 209074 h 280606"/>
              <a:gd name="connsiteX135" fmla="*/ 80010 w 281273"/>
              <a:gd name="connsiteY135" fmla="*/ 230314 h 280606"/>
              <a:gd name="connsiteX136" fmla="*/ 82201 w 281273"/>
              <a:gd name="connsiteY136" fmla="*/ 230886 h 280606"/>
              <a:gd name="connsiteX137" fmla="*/ 85439 w 281273"/>
              <a:gd name="connsiteY137" fmla="*/ 229743 h 280606"/>
              <a:gd name="connsiteX138" fmla="*/ 97631 w 281273"/>
              <a:gd name="connsiteY138" fmla="*/ 237554 h 280606"/>
              <a:gd name="connsiteX139" fmla="*/ 97631 w 281273"/>
              <a:gd name="connsiteY139" fmla="*/ 237934 h 280606"/>
              <a:gd name="connsiteX140" fmla="*/ 102584 w 281273"/>
              <a:gd name="connsiteY140" fmla="*/ 242888 h 280606"/>
              <a:gd name="connsiteX141" fmla="*/ 107537 w 281273"/>
              <a:gd name="connsiteY141" fmla="*/ 237934 h 280606"/>
              <a:gd name="connsiteX142" fmla="*/ 107442 w 281273"/>
              <a:gd name="connsiteY142" fmla="*/ 237172 h 280606"/>
              <a:gd name="connsiteX143" fmla="*/ 116586 w 281273"/>
              <a:gd name="connsiteY143" fmla="*/ 228029 h 280606"/>
              <a:gd name="connsiteX144" fmla="*/ 118777 w 281273"/>
              <a:gd name="connsiteY144" fmla="*/ 228505 h 280606"/>
              <a:gd name="connsiteX145" fmla="*/ 123634 w 281273"/>
              <a:gd name="connsiteY145" fmla="*/ 224599 h 280606"/>
              <a:gd name="connsiteX146" fmla="*/ 138874 w 281273"/>
              <a:gd name="connsiteY146" fmla="*/ 221742 h 280606"/>
              <a:gd name="connsiteX147" fmla="*/ 139636 w 281273"/>
              <a:gd name="connsiteY147" fmla="*/ 226219 h 280606"/>
              <a:gd name="connsiteX148" fmla="*/ 142399 w 281273"/>
              <a:gd name="connsiteY148" fmla="*/ 226981 h 280606"/>
              <a:gd name="connsiteX149" fmla="*/ 149257 w 281273"/>
              <a:gd name="connsiteY149" fmla="*/ 219075 h 280606"/>
              <a:gd name="connsiteX150" fmla="*/ 148876 w 281273"/>
              <a:gd name="connsiteY150" fmla="*/ 216598 h 280606"/>
              <a:gd name="connsiteX151" fmla="*/ 139732 w 281273"/>
              <a:gd name="connsiteY151" fmla="*/ 211455 h 280606"/>
              <a:gd name="connsiteX152" fmla="*/ 137350 w 281273"/>
              <a:gd name="connsiteY152" fmla="*/ 213074 h 280606"/>
              <a:gd name="connsiteX153" fmla="*/ 138303 w 281273"/>
              <a:gd name="connsiteY153" fmla="*/ 218408 h 280606"/>
              <a:gd name="connsiteX154" fmla="*/ 123253 w 281273"/>
              <a:gd name="connsiteY154" fmla="*/ 221266 h 280606"/>
              <a:gd name="connsiteX155" fmla="*/ 118872 w 281273"/>
              <a:gd name="connsiteY155" fmla="*/ 218504 h 280606"/>
              <a:gd name="connsiteX156" fmla="*/ 113919 w 281273"/>
              <a:gd name="connsiteY156" fmla="*/ 223456 h 280606"/>
              <a:gd name="connsiteX157" fmla="*/ 114395 w 281273"/>
              <a:gd name="connsiteY157" fmla="*/ 225552 h 280606"/>
              <a:gd name="connsiteX158" fmla="*/ 105918 w 281273"/>
              <a:gd name="connsiteY158" fmla="*/ 234029 h 280606"/>
              <a:gd name="connsiteX159" fmla="*/ 102679 w 281273"/>
              <a:gd name="connsiteY159" fmla="*/ 232791 h 280606"/>
              <a:gd name="connsiteX160" fmla="*/ 99060 w 281273"/>
              <a:gd name="connsiteY160" fmla="*/ 234315 h 280606"/>
              <a:gd name="connsiteX161" fmla="*/ 87154 w 281273"/>
              <a:gd name="connsiteY161" fmla="*/ 226695 h 280606"/>
              <a:gd name="connsiteX162" fmla="*/ 87249 w 281273"/>
              <a:gd name="connsiteY162" fmla="*/ 225742 h 280606"/>
              <a:gd name="connsiteX163" fmla="*/ 82296 w 281273"/>
              <a:gd name="connsiteY163" fmla="*/ 220789 h 280606"/>
              <a:gd name="connsiteX164" fmla="*/ 77343 w 281273"/>
              <a:gd name="connsiteY164" fmla="*/ 225742 h 280606"/>
              <a:gd name="connsiteX165" fmla="*/ 77819 w 281273"/>
              <a:gd name="connsiteY165" fmla="*/ 227838 h 280606"/>
              <a:gd name="connsiteX166" fmla="*/ 80010 w 281273"/>
              <a:gd name="connsiteY166" fmla="*/ 230314 h 280606"/>
              <a:gd name="connsiteX167" fmla="*/ 77152 w 281273"/>
              <a:gd name="connsiteY167" fmla="*/ 267653 h 280606"/>
              <a:gd name="connsiteX168" fmla="*/ 90678 w 281273"/>
              <a:gd name="connsiteY168" fmla="*/ 267653 h 280606"/>
              <a:gd name="connsiteX169" fmla="*/ 90678 w 281273"/>
              <a:gd name="connsiteY169" fmla="*/ 245840 h 280606"/>
              <a:gd name="connsiteX170" fmla="*/ 77152 w 281273"/>
              <a:gd name="connsiteY170" fmla="*/ 245840 h 280606"/>
              <a:gd name="connsiteX171" fmla="*/ 77152 w 281273"/>
              <a:gd name="connsiteY171" fmla="*/ 267653 h 280606"/>
              <a:gd name="connsiteX172" fmla="*/ 116586 w 281273"/>
              <a:gd name="connsiteY172" fmla="*/ 267653 h 280606"/>
              <a:gd name="connsiteX173" fmla="*/ 130111 w 281273"/>
              <a:gd name="connsiteY173" fmla="*/ 267653 h 280606"/>
              <a:gd name="connsiteX174" fmla="*/ 130111 w 281273"/>
              <a:gd name="connsiteY174" fmla="*/ 241173 h 280606"/>
              <a:gd name="connsiteX175" fmla="*/ 116586 w 281273"/>
              <a:gd name="connsiteY175" fmla="*/ 241173 h 280606"/>
              <a:gd name="connsiteX176" fmla="*/ 116586 w 281273"/>
              <a:gd name="connsiteY176" fmla="*/ 267653 h 280606"/>
              <a:gd name="connsiteX177" fmla="*/ 136303 w 281273"/>
              <a:gd name="connsiteY177" fmla="*/ 267653 h 280606"/>
              <a:gd name="connsiteX178" fmla="*/ 149828 w 281273"/>
              <a:gd name="connsiteY178" fmla="*/ 267653 h 280606"/>
              <a:gd name="connsiteX179" fmla="*/ 149828 w 281273"/>
              <a:gd name="connsiteY179" fmla="*/ 233458 h 280606"/>
              <a:gd name="connsiteX180" fmla="*/ 136303 w 281273"/>
              <a:gd name="connsiteY180" fmla="*/ 233458 h 280606"/>
              <a:gd name="connsiteX181" fmla="*/ 136303 w 281273"/>
              <a:gd name="connsiteY181" fmla="*/ 267653 h 280606"/>
              <a:gd name="connsiteX182" fmla="*/ 96774 w 281273"/>
              <a:gd name="connsiteY182" fmla="*/ 257556 h 280606"/>
              <a:gd name="connsiteX183" fmla="*/ 96869 w 281273"/>
              <a:gd name="connsiteY183" fmla="*/ 267653 h 280606"/>
              <a:gd name="connsiteX184" fmla="*/ 110395 w 281273"/>
              <a:gd name="connsiteY184" fmla="*/ 267653 h 280606"/>
              <a:gd name="connsiteX185" fmla="*/ 110299 w 281273"/>
              <a:gd name="connsiteY185" fmla="*/ 257556 h 280606"/>
              <a:gd name="connsiteX186" fmla="*/ 96774 w 281273"/>
              <a:gd name="connsiteY186" fmla="*/ 257556 h 280606"/>
              <a:gd name="connsiteX187" fmla="*/ 174212 w 281273"/>
              <a:gd name="connsiteY187" fmla="*/ 173546 h 280606"/>
              <a:gd name="connsiteX188" fmla="*/ 174212 w 281273"/>
              <a:gd name="connsiteY188" fmla="*/ 280606 h 280606"/>
              <a:gd name="connsiteX189" fmla="*/ 281273 w 281273"/>
              <a:gd name="connsiteY189" fmla="*/ 280606 h 280606"/>
              <a:gd name="connsiteX190" fmla="*/ 281273 w 281273"/>
              <a:gd name="connsiteY190" fmla="*/ 173546 h 280606"/>
              <a:gd name="connsiteX191" fmla="*/ 174212 w 281273"/>
              <a:gd name="connsiteY191" fmla="*/ 173546 h 280606"/>
              <a:gd name="connsiteX192" fmla="*/ 271843 w 281273"/>
              <a:gd name="connsiteY192" fmla="*/ 271081 h 280606"/>
              <a:gd name="connsiteX193" fmla="*/ 183832 w 281273"/>
              <a:gd name="connsiteY193" fmla="*/ 271081 h 280606"/>
              <a:gd name="connsiteX194" fmla="*/ 183832 w 281273"/>
              <a:gd name="connsiteY194" fmla="*/ 231838 h 280606"/>
              <a:gd name="connsiteX195" fmla="*/ 271843 w 281273"/>
              <a:gd name="connsiteY195" fmla="*/ 231838 h 280606"/>
              <a:gd name="connsiteX196" fmla="*/ 271843 w 281273"/>
              <a:gd name="connsiteY196" fmla="*/ 271081 h 280606"/>
              <a:gd name="connsiteX197" fmla="*/ 271843 w 281273"/>
              <a:gd name="connsiteY197" fmla="*/ 222313 h 280606"/>
              <a:gd name="connsiteX198" fmla="*/ 183832 w 281273"/>
              <a:gd name="connsiteY198" fmla="*/ 222313 h 280606"/>
              <a:gd name="connsiteX199" fmla="*/ 183832 w 281273"/>
              <a:gd name="connsiteY199" fmla="*/ 183071 h 280606"/>
              <a:gd name="connsiteX200" fmla="*/ 271843 w 281273"/>
              <a:gd name="connsiteY200" fmla="*/ 183071 h 280606"/>
              <a:gd name="connsiteX201" fmla="*/ 271843 w 281273"/>
              <a:gd name="connsiteY201" fmla="*/ 222313 h 280606"/>
              <a:gd name="connsiteX202" fmla="*/ 125158 w 281273"/>
              <a:gd name="connsiteY202" fmla="*/ 187071 h 280606"/>
              <a:gd name="connsiteX203" fmla="*/ 120872 w 281273"/>
              <a:gd name="connsiteY203" fmla="*/ 191357 h 280606"/>
              <a:gd name="connsiteX204" fmla="*/ 125158 w 281273"/>
              <a:gd name="connsiteY204" fmla="*/ 195644 h 280606"/>
              <a:gd name="connsiteX205" fmla="*/ 129445 w 281273"/>
              <a:gd name="connsiteY205" fmla="*/ 191357 h 280606"/>
              <a:gd name="connsiteX206" fmla="*/ 125158 w 281273"/>
              <a:gd name="connsiteY206" fmla="*/ 187071 h 280606"/>
              <a:gd name="connsiteX207" fmla="*/ 136303 w 281273"/>
              <a:gd name="connsiteY207" fmla="*/ 187071 h 280606"/>
              <a:gd name="connsiteX208" fmla="*/ 132016 w 281273"/>
              <a:gd name="connsiteY208" fmla="*/ 191357 h 280606"/>
              <a:gd name="connsiteX209" fmla="*/ 136303 w 281273"/>
              <a:gd name="connsiteY209" fmla="*/ 195644 h 280606"/>
              <a:gd name="connsiteX210" fmla="*/ 140589 w 281273"/>
              <a:gd name="connsiteY210" fmla="*/ 191357 h 280606"/>
              <a:gd name="connsiteX211" fmla="*/ 136303 w 281273"/>
              <a:gd name="connsiteY211" fmla="*/ 187071 h 280606"/>
              <a:gd name="connsiteX212" fmla="*/ 147447 w 281273"/>
              <a:gd name="connsiteY212" fmla="*/ 187071 h 280606"/>
              <a:gd name="connsiteX213" fmla="*/ 143161 w 281273"/>
              <a:gd name="connsiteY213" fmla="*/ 191357 h 280606"/>
              <a:gd name="connsiteX214" fmla="*/ 147447 w 281273"/>
              <a:gd name="connsiteY214" fmla="*/ 195644 h 280606"/>
              <a:gd name="connsiteX215" fmla="*/ 151733 w 281273"/>
              <a:gd name="connsiteY215" fmla="*/ 191357 h 280606"/>
              <a:gd name="connsiteX216" fmla="*/ 147447 w 281273"/>
              <a:gd name="connsiteY216" fmla="*/ 187071 h 280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</a:cxnLst>
            <a:rect l="l" t="t" r="r" b="b"/>
            <a:pathLst>
              <a:path w="281273" h="280606">
                <a:moveTo>
                  <a:pt x="204121" y="210407"/>
                </a:moveTo>
                <a:lnTo>
                  <a:pt x="214979" y="210407"/>
                </a:lnTo>
                <a:lnTo>
                  <a:pt x="216503" y="214217"/>
                </a:lnTo>
                <a:lnTo>
                  <a:pt x="222409" y="214217"/>
                </a:lnTo>
                <a:lnTo>
                  <a:pt x="212503" y="189929"/>
                </a:lnTo>
                <a:lnTo>
                  <a:pt x="206692" y="189929"/>
                </a:lnTo>
                <a:lnTo>
                  <a:pt x="196786" y="214217"/>
                </a:lnTo>
                <a:lnTo>
                  <a:pt x="202597" y="214217"/>
                </a:lnTo>
                <a:lnTo>
                  <a:pt x="204121" y="210407"/>
                </a:lnTo>
                <a:close/>
                <a:moveTo>
                  <a:pt x="209550" y="197072"/>
                </a:moveTo>
                <a:lnTo>
                  <a:pt x="213169" y="205930"/>
                </a:lnTo>
                <a:lnTo>
                  <a:pt x="205930" y="205930"/>
                </a:lnTo>
                <a:lnTo>
                  <a:pt x="209550" y="197072"/>
                </a:lnTo>
                <a:close/>
                <a:moveTo>
                  <a:pt x="234791" y="214217"/>
                </a:moveTo>
                <a:lnTo>
                  <a:pt x="240601" y="197548"/>
                </a:lnTo>
                <a:lnTo>
                  <a:pt x="246316" y="214217"/>
                </a:lnTo>
                <a:lnTo>
                  <a:pt x="251555" y="214217"/>
                </a:lnTo>
                <a:lnTo>
                  <a:pt x="258889" y="189929"/>
                </a:lnTo>
                <a:lnTo>
                  <a:pt x="253270" y="189929"/>
                </a:lnTo>
                <a:lnTo>
                  <a:pt x="248793" y="206216"/>
                </a:lnTo>
                <a:lnTo>
                  <a:pt x="243364" y="189929"/>
                </a:lnTo>
                <a:lnTo>
                  <a:pt x="237744" y="189929"/>
                </a:lnTo>
                <a:lnTo>
                  <a:pt x="232410" y="206216"/>
                </a:lnTo>
                <a:lnTo>
                  <a:pt x="227933" y="189929"/>
                </a:lnTo>
                <a:lnTo>
                  <a:pt x="222218" y="189929"/>
                </a:lnTo>
                <a:lnTo>
                  <a:pt x="229552" y="214217"/>
                </a:lnTo>
                <a:lnTo>
                  <a:pt x="234791" y="214217"/>
                </a:lnTo>
                <a:close/>
                <a:moveTo>
                  <a:pt x="206597" y="261461"/>
                </a:moveTo>
                <a:lnTo>
                  <a:pt x="217456" y="261461"/>
                </a:lnTo>
                <a:lnTo>
                  <a:pt x="218980" y="265271"/>
                </a:lnTo>
                <a:lnTo>
                  <a:pt x="224885" y="265271"/>
                </a:lnTo>
                <a:lnTo>
                  <a:pt x="214979" y="240982"/>
                </a:lnTo>
                <a:lnTo>
                  <a:pt x="209169" y="240982"/>
                </a:lnTo>
                <a:lnTo>
                  <a:pt x="199263" y="265271"/>
                </a:lnTo>
                <a:lnTo>
                  <a:pt x="205073" y="265271"/>
                </a:lnTo>
                <a:lnTo>
                  <a:pt x="206597" y="261461"/>
                </a:lnTo>
                <a:close/>
                <a:moveTo>
                  <a:pt x="212026" y="248126"/>
                </a:moveTo>
                <a:lnTo>
                  <a:pt x="215646" y="256984"/>
                </a:lnTo>
                <a:lnTo>
                  <a:pt x="208407" y="256984"/>
                </a:lnTo>
                <a:lnTo>
                  <a:pt x="212026" y="248126"/>
                </a:lnTo>
                <a:close/>
                <a:moveTo>
                  <a:pt x="232981" y="257365"/>
                </a:moveTo>
                <a:lnTo>
                  <a:pt x="238696" y="257365"/>
                </a:lnTo>
                <a:cubicBezTo>
                  <a:pt x="240411" y="257365"/>
                  <a:pt x="242030" y="256984"/>
                  <a:pt x="243364" y="256318"/>
                </a:cubicBezTo>
                <a:cubicBezTo>
                  <a:pt x="244792" y="255651"/>
                  <a:pt x="245840" y="254698"/>
                  <a:pt x="246602" y="253365"/>
                </a:cubicBezTo>
                <a:cubicBezTo>
                  <a:pt x="247364" y="252127"/>
                  <a:pt x="247745" y="250698"/>
                  <a:pt x="247745" y="249079"/>
                </a:cubicBezTo>
                <a:cubicBezTo>
                  <a:pt x="247745" y="247459"/>
                  <a:pt x="247364" y="246126"/>
                  <a:pt x="246602" y="244792"/>
                </a:cubicBezTo>
                <a:cubicBezTo>
                  <a:pt x="245840" y="243554"/>
                  <a:pt x="244697" y="242602"/>
                  <a:pt x="243364" y="241840"/>
                </a:cubicBezTo>
                <a:cubicBezTo>
                  <a:pt x="241935" y="241173"/>
                  <a:pt x="240411" y="240792"/>
                  <a:pt x="238696" y="240792"/>
                </a:cubicBezTo>
                <a:lnTo>
                  <a:pt x="227743" y="240792"/>
                </a:lnTo>
                <a:lnTo>
                  <a:pt x="227743" y="265081"/>
                </a:lnTo>
                <a:lnTo>
                  <a:pt x="232981" y="265081"/>
                </a:lnTo>
                <a:lnTo>
                  <a:pt x="232981" y="257365"/>
                </a:lnTo>
                <a:close/>
                <a:moveTo>
                  <a:pt x="232981" y="245745"/>
                </a:moveTo>
                <a:lnTo>
                  <a:pt x="238125" y="245745"/>
                </a:lnTo>
                <a:cubicBezTo>
                  <a:pt x="239459" y="245745"/>
                  <a:pt x="240506" y="246031"/>
                  <a:pt x="241268" y="246697"/>
                </a:cubicBezTo>
                <a:cubicBezTo>
                  <a:pt x="242030" y="247364"/>
                  <a:pt x="242506" y="248126"/>
                  <a:pt x="242506" y="249174"/>
                </a:cubicBezTo>
                <a:cubicBezTo>
                  <a:pt x="242506" y="250222"/>
                  <a:pt x="242125" y="251079"/>
                  <a:pt x="241268" y="251650"/>
                </a:cubicBezTo>
                <a:cubicBezTo>
                  <a:pt x="240506" y="252317"/>
                  <a:pt x="239459" y="252603"/>
                  <a:pt x="238125" y="252603"/>
                </a:cubicBezTo>
                <a:lnTo>
                  <a:pt x="232981" y="252603"/>
                </a:lnTo>
                <a:lnTo>
                  <a:pt x="232981" y="245745"/>
                </a:lnTo>
                <a:close/>
                <a:moveTo>
                  <a:pt x="256413" y="240982"/>
                </a:moveTo>
                <a:lnTo>
                  <a:pt x="251174" y="240982"/>
                </a:lnTo>
                <a:lnTo>
                  <a:pt x="251174" y="265271"/>
                </a:lnTo>
                <a:lnTo>
                  <a:pt x="256413" y="265271"/>
                </a:lnTo>
                <a:lnTo>
                  <a:pt x="256413" y="240982"/>
                </a:lnTo>
                <a:close/>
                <a:moveTo>
                  <a:pt x="14288" y="57912"/>
                </a:moveTo>
                <a:lnTo>
                  <a:pt x="112871" y="57912"/>
                </a:lnTo>
                <a:lnTo>
                  <a:pt x="112871" y="151829"/>
                </a:lnTo>
                <a:lnTo>
                  <a:pt x="122396" y="151829"/>
                </a:lnTo>
                <a:lnTo>
                  <a:pt x="122396" y="48387"/>
                </a:lnTo>
                <a:lnTo>
                  <a:pt x="4763" y="48387"/>
                </a:lnTo>
                <a:lnTo>
                  <a:pt x="4763" y="280511"/>
                </a:lnTo>
                <a:lnTo>
                  <a:pt x="36385" y="280511"/>
                </a:lnTo>
                <a:lnTo>
                  <a:pt x="36385" y="270986"/>
                </a:lnTo>
                <a:lnTo>
                  <a:pt x="14288" y="270986"/>
                </a:lnTo>
                <a:lnTo>
                  <a:pt x="14288" y="57912"/>
                </a:lnTo>
                <a:close/>
                <a:moveTo>
                  <a:pt x="92488" y="70009"/>
                </a:moveTo>
                <a:lnTo>
                  <a:pt x="34861" y="70009"/>
                </a:lnTo>
                <a:lnTo>
                  <a:pt x="34861" y="79534"/>
                </a:lnTo>
                <a:lnTo>
                  <a:pt x="92488" y="79534"/>
                </a:lnTo>
                <a:lnTo>
                  <a:pt x="92488" y="70009"/>
                </a:lnTo>
                <a:close/>
                <a:moveTo>
                  <a:pt x="92488" y="98870"/>
                </a:moveTo>
                <a:lnTo>
                  <a:pt x="34861" y="98870"/>
                </a:lnTo>
                <a:lnTo>
                  <a:pt x="34861" y="108395"/>
                </a:lnTo>
                <a:lnTo>
                  <a:pt x="92488" y="108395"/>
                </a:lnTo>
                <a:lnTo>
                  <a:pt x="92488" y="98870"/>
                </a:lnTo>
                <a:close/>
                <a:moveTo>
                  <a:pt x="92488" y="127730"/>
                </a:moveTo>
                <a:lnTo>
                  <a:pt x="34861" y="127730"/>
                </a:lnTo>
                <a:lnTo>
                  <a:pt x="34861" y="137255"/>
                </a:lnTo>
                <a:lnTo>
                  <a:pt x="92488" y="137255"/>
                </a:lnTo>
                <a:lnTo>
                  <a:pt x="92488" y="127730"/>
                </a:lnTo>
                <a:close/>
                <a:moveTo>
                  <a:pt x="34861" y="166116"/>
                </a:moveTo>
                <a:lnTo>
                  <a:pt x="92488" y="166116"/>
                </a:lnTo>
                <a:lnTo>
                  <a:pt x="92488" y="156591"/>
                </a:lnTo>
                <a:lnTo>
                  <a:pt x="34861" y="156591"/>
                </a:lnTo>
                <a:lnTo>
                  <a:pt x="34861" y="166116"/>
                </a:lnTo>
                <a:close/>
                <a:moveTo>
                  <a:pt x="34861" y="194977"/>
                </a:moveTo>
                <a:lnTo>
                  <a:pt x="46387" y="194977"/>
                </a:lnTo>
                <a:lnTo>
                  <a:pt x="46387" y="185452"/>
                </a:lnTo>
                <a:lnTo>
                  <a:pt x="34861" y="185452"/>
                </a:lnTo>
                <a:lnTo>
                  <a:pt x="34861" y="194977"/>
                </a:lnTo>
                <a:close/>
                <a:moveTo>
                  <a:pt x="34861" y="223838"/>
                </a:moveTo>
                <a:lnTo>
                  <a:pt x="46387" y="223838"/>
                </a:lnTo>
                <a:lnTo>
                  <a:pt x="46387" y="214313"/>
                </a:lnTo>
                <a:lnTo>
                  <a:pt x="34861" y="214313"/>
                </a:lnTo>
                <a:lnTo>
                  <a:pt x="34861" y="223838"/>
                </a:lnTo>
                <a:close/>
                <a:moveTo>
                  <a:pt x="34861" y="252603"/>
                </a:moveTo>
                <a:lnTo>
                  <a:pt x="46387" y="252603"/>
                </a:lnTo>
                <a:lnTo>
                  <a:pt x="46387" y="243078"/>
                </a:lnTo>
                <a:lnTo>
                  <a:pt x="34861" y="243078"/>
                </a:lnTo>
                <a:lnTo>
                  <a:pt x="34861" y="252603"/>
                </a:lnTo>
                <a:close/>
                <a:moveTo>
                  <a:pt x="20479" y="9525"/>
                </a:moveTo>
                <a:lnTo>
                  <a:pt x="105442" y="9525"/>
                </a:lnTo>
                <a:lnTo>
                  <a:pt x="116491" y="38862"/>
                </a:lnTo>
                <a:lnTo>
                  <a:pt x="126587" y="38862"/>
                </a:lnTo>
                <a:lnTo>
                  <a:pt x="112014" y="0"/>
                </a:lnTo>
                <a:lnTo>
                  <a:pt x="13716" y="0"/>
                </a:lnTo>
                <a:lnTo>
                  <a:pt x="0" y="38862"/>
                </a:lnTo>
                <a:lnTo>
                  <a:pt x="10096" y="38862"/>
                </a:lnTo>
                <a:lnTo>
                  <a:pt x="20479" y="9525"/>
                </a:lnTo>
                <a:close/>
                <a:moveTo>
                  <a:pt x="60007" y="280606"/>
                </a:moveTo>
                <a:lnTo>
                  <a:pt x="167068" y="280606"/>
                </a:lnTo>
                <a:lnTo>
                  <a:pt x="167068" y="173546"/>
                </a:lnTo>
                <a:lnTo>
                  <a:pt x="60007" y="173546"/>
                </a:lnTo>
                <a:lnTo>
                  <a:pt x="60007" y="280606"/>
                </a:lnTo>
                <a:close/>
                <a:moveTo>
                  <a:pt x="69532" y="183071"/>
                </a:moveTo>
                <a:lnTo>
                  <a:pt x="157543" y="183071"/>
                </a:lnTo>
                <a:lnTo>
                  <a:pt x="157543" y="199549"/>
                </a:lnTo>
                <a:lnTo>
                  <a:pt x="69532" y="199549"/>
                </a:lnTo>
                <a:lnTo>
                  <a:pt x="69532" y="183071"/>
                </a:lnTo>
                <a:close/>
                <a:moveTo>
                  <a:pt x="69532" y="209074"/>
                </a:moveTo>
                <a:lnTo>
                  <a:pt x="157543" y="209074"/>
                </a:lnTo>
                <a:lnTo>
                  <a:pt x="157543" y="271081"/>
                </a:lnTo>
                <a:lnTo>
                  <a:pt x="69532" y="271081"/>
                </a:lnTo>
                <a:lnTo>
                  <a:pt x="69532" y="209074"/>
                </a:lnTo>
                <a:close/>
                <a:moveTo>
                  <a:pt x="80010" y="230314"/>
                </a:moveTo>
                <a:cubicBezTo>
                  <a:pt x="80581" y="230696"/>
                  <a:pt x="81439" y="230886"/>
                  <a:pt x="82201" y="230886"/>
                </a:cubicBezTo>
                <a:cubicBezTo>
                  <a:pt x="83439" y="230886"/>
                  <a:pt x="84582" y="230410"/>
                  <a:pt x="85439" y="229743"/>
                </a:cubicBezTo>
                <a:lnTo>
                  <a:pt x="97631" y="237554"/>
                </a:lnTo>
                <a:cubicBezTo>
                  <a:pt x="97631" y="237649"/>
                  <a:pt x="97631" y="237839"/>
                  <a:pt x="97631" y="237934"/>
                </a:cubicBezTo>
                <a:cubicBezTo>
                  <a:pt x="97631" y="240697"/>
                  <a:pt x="99822" y="242888"/>
                  <a:pt x="102584" y="242888"/>
                </a:cubicBezTo>
                <a:cubicBezTo>
                  <a:pt x="105346" y="242888"/>
                  <a:pt x="107537" y="240697"/>
                  <a:pt x="107537" y="237934"/>
                </a:cubicBezTo>
                <a:cubicBezTo>
                  <a:pt x="107537" y="237649"/>
                  <a:pt x="107537" y="237458"/>
                  <a:pt x="107442" y="237172"/>
                </a:cubicBezTo>
                <a:lnTo>
                  <a:pt x="116586" y="228029"/>
                </a:lnTo>
                <a:cubicBezTo>
                  <a:pt x="117253" y="228314"/>
                  <a:pt x="117919" y="228505"/>
                  <a:pt x="118777" y="228505"/>
                </a:cubicBezTo>
                <a:cubicBezTo>
                  <a:pt x="121158" y="228505"/>
                  <a:pt x="123158" y="226790"/>
                  <a:pt x="123634" y="224599"/>
                </a:cubicBezTo>
                <a:lnTo>
                  <a:pt x="138874" y="221742"/>
                </a:lnTo>
                <a:lnTo>
                  <a:pt x="139636" y="226219"/>
                </a:lnTo>
                <a:cubicBezTo>
                  <a:pt x="139827" y="227552"/>
                  <a:pt x="141541" y="228029"/>
                  <a:pt x="142399" y="226981"/>
                </a:cubicBezTo>
                <a:lnTo>
                  <a:pt x="149257" y="219075"/>
                </a:lnTo>
                <a:cubicBezTo>
                  <a:pt x="149923" y="218313"/>
                  <a:pt x="149733" y="217170"/>
                  <a:pt x="148876" y="216598"/>
                </a:cubicBezTo>
                <a:lnTo>
                  <a:pt x="139732" y="211455"/>
                </a:lnTo>
                <a:cubicBezTo>
                  <a:pt x="138589" y="210788"/>
                  <a:pt x="137160" y="211741"/>
                  <a:pt x="137350" y="213074"/>
                </a:cubicBezTo>
                <a:lnTo>
                  <a:pt x="138303" y="218408"/>
                </a:lnTo>
                <a:lnTo>
                  <a:pt x="123253" y="221266"/>
                </a:lnTo>
                <a:cubicBezTo>
                  <a:pt x="122396" y="219646"/>
                  <a:pt x="120777" y="218504"/>
                  <a:pt x="118872" y="218504"/>
                </a:cubicBezTo>
                <a:cubicBezTo>
                  <a:pt x="116110" y="218504"/>
                  <a:pt x="113919" y="220694"/>
                  <a:pt x="113919" y="223456"/>
                </a:cubicBezTo>
                <a:cubicBezTo>
                  <a:pt x="113919" y="224219"/>
                  <a:pt x="114109" y="224980"/>
                  <a:pt x="114395" y="225552"/>
                </a:cubicBezTo>
                <a:lnTo>
                  <a:pt x="105918" y="234029"/>
                </a:lnTo>
                <a:cubicBezTo>
                  <a:pt x="105061" y="233267"/>
                  <a:pt x="103918" y="232791"/>
                  <a:pt x="102679" y="232791"/>
                </a:cubicBezTo>
                <a:cubicBezTo>
                  <a:pt x="101251" y="232791"/>
                  <a:pt x="100013" y="233363"/>
                  <a:pt x="99060" y="234315"/>
                </a:cubicBezTo>
                <a:lnTo>
                  <a:pt x="87154" y="226695"/>
                </a:lnTo>
                <a:cubicBezTo>
                  <a:pt x="87249" y="226409"/>
                  <a:pt x="87249" y="226123"/>
                  <a:pt x="87249" y="225742"/>
                </a:cubicBezTo>
                <a:cubicBezTo>
                  <a:pt x="87249" y="222980"/>
                  <a:pt x="85058" y="220789"/>
                  <a:pt x="82296" y="220789"/>
                </a:cubicBezTo>
                <a:cubicBezTo>
                  <a:pt x="79534" y="220789"/>
                  <a:pt x="77343" y="222980"/>
                  <a:pt x="77343" y="225742"/>
                </a:cubicBezTo>
                <a:cubicBezTo>
                  <a:pt x="77343" y="226504"/>
                  <a:pt x="77533" y="227171"/>
                  <a:pt x="77819" y="227838"/>
                </a:cubicBezTo>
                <a:cubicBezTo>
                  <a:pt x="78010" y="228790"/>
                  <a:pt x="78581" y="229362"/>
                  <a:pt x="80010" y="230314"/>
                </a:cubicBezTo>
                <a:close/>
                <a:moveTo>
                  <a:pt x="77152" y="267653"/>
                </a:moveTo>
                <a:lnTo>
                  <a:pt x="90678" y="267653"/>
                </a:lnTo>
                <a:lnTo>
                  <a:pt x="90678" y="245840"/>
                </a:lnTo>
                <a:lnTo>
                  <a:pt x="77152" y="245840"/>
                </a:lnTo>
                <a:lnTo>
                  <a:pt x="77152" y="267653"/>
                </a:lnTo>
                <a:close/>
                <a:moveTo>
                  <a:pt x="116586" y="267653"/>
                </a:moveTo>
                <a:lnTo>
                  <a:pt x="130111" y="267653"/>
                </a:lnTo>
                <a:lnTo>
                  <a:pt x="130111" y="241173"/>
                </a:lnTo>
                <a:lnTo>
                  <a:pt x="116586" y="241173"/>
                </a:lnTo>
                <a:lnTo>
                  <a:pt x="116586" y="267653"/>
                </a:lnTo>
                <a:close/>
                <a:moveTo>
                  <a:pt x="136303" y="267653"/>
                </a:moveTo>
                <a:lnTo>
                  <a:pt x="149828" y="267653"/>
                </a:lnTo>
                <a:lnTo>
                  <a:pt x="149828" y="233458"/>
                </a:lnTo>
                <a:lnTo>
                  <a:pt x="136303" y="233458"/>
                </a:lnTo>
                <a:lnTo>
                  <a:pt x="136303" y="267653"/>
                </a:lnTo>
                <a:close/>
                <a:moveTo>
                  <a:pt x="96774" y="257556"/>
                </a:moveTo>
                <a:lnTo>
                  <a:pt x="96869" y="267653"/>
                </a:lnTo>
                <a:lnTo>
                  <a:pt x="110395" y="267653"/>
                </a:lnTo>
                <a:lnTo>
                  <a:pt x="110299" y="257556"/>
                </a:lnTo>
                <a:lnTo>
                  <a:pt x="96774" y="257556"/>
                </a:lnTo>
                <a:close/>
                <a:moveTo>
                  <a:pt x="174212" y="173546"/>
                </a:moveTo>
                <a:lnTo>
                  <a:pt x="174212" y="280606"/>
                </a:lnTo>
                <a:lnTo>
                  <a:pt x="281273" y="280606"/>
                </a:lnTo>
                <a:lnTo>
                  <a:pt x="281273" y="173546"/>
                </a:lnTo>
                <a:lnTo>
                  <a:pt x="174212" y="173546"/>
                </a:lnTo>
                <a:close/>
                <a:moveTo>
                  <a:pt x="271843" y="271081"/>
                </a:moveTo>
                <a:lnTo>
                  <a:pt x="183832" y="271081"/>
                </a:lnTo>
                <a:lnTo>
                  <a:pt x="183832" y="231838"/>
                </a:lnTo>
                <a:lnTo>
                  <a:pt x="271843" y="231838"/>
                </a:lnTo>
                <a:lnTo>
                  <a:pt x="271843" y="271081"/>
                </a:lnTo>
                <a:close/>
                <a:moveTo>
                  <a:pt x="271843" y="222313"/>
                </a:moveTo>
                <a:lnTo>
                  <a:pt x="183832" y="222313"/>
                </a:lnTo>
                <a:lnTo>
                  <a:pt x="183832" y="183071"/>
                </a:lnTo>
                <a:lnTo>
                  <a:pt x="271843" y="183071"/>
                </a:lnTo>
                <a:lnTo>
                  <a:pt x="271843" y="222313"/>
                </a:lnTo>
                <a:close/>
                <a:moveTo>
                  <a:pt x="125158" y="187071"/>
                </a:moveTo>
                <a:cubicBezTo>
                  <a:pt x="122777" y="187071"/>
                  <a:pt x="120872" y="188976"/>
                  <a:pt x="120872" y="191357"/>
                </a:cubicBezTo>
                <a:cubicBezTo>
                  <a:pt x="120872" y="193738"/>
                  <a:pt x="122777" y="195644"/>
                  <a:pt x="125158" y="195644"/>
                </a:cubicBezTo>
                <a:cubicBezTo>
                  <a:pt x="127540" y="195644"/>
                  <a:pt x="129445" y="193738"/>
                  <a:pt x="129445" y="191357"/>
                </a:cubicBezTo>
                <a:cubicBezTo>
                  <a:pt x="129445" y="188976"/>
                  <a:pt x="127540" y="187071"/>
                  <a:pt x="125158" y="187071"/>
                </a:cubicBezTo>
                <a:close/>
                <a:moveTo>
                  <a:pt x="136303" y="187071"/>
                </a:moveTo>
                <a:cubicBezTo>
                  <a:pt x="133921" y="187071"/>
                  <a:pt x="132016" y="188976"/>
                  <a:pt x="132016" y="191357"/>
                </a:cubicBezTo>
                <a:cubicBezTo>
                  <a:pt x="132016" y="193738"/>
                  <a:pt x="133921" y="195644"/>
                  <a:pt x="136303" y="195644"/>
                </a:cubicBezTo>
                <a:cubicBezTo>
                  <a:pt x="138684" y="195644"/>
                  <a:pt x="140589" y="193738"/>
                  <a:pt x="140589" y="191357"/>
                </a:cubicBezTo>
                <a:cubicBezTo>
                  <a:pt x="140589" y="188976"/>
                  <a:pt x="138684" y="187071"/>
                  <a:pt x="136303" y="187071"/>
                </a:cubicBezTo>
                <a:close/>
                <a:moveTo>
                  <a:pt x="147447" y="187071"/>
                </a:moveTo>
                <a:cubicBezTo>
                  <a:pt x="145066" y="187071"/>
                  <a:pt x="143161" y="188976"/>
                  <a:pt x="143161" y="191357"/>
                </a:cubicBezTo>
                <a:cubicBezTo>
                  <a:pt x="143161" y="193738"/>
                  <a:pt x="145066" y="195644"/>
                  <a:pt x="147447" y="195644"/>
                </a:cubicBezTo>
                <a:cubicBezTo>
                  <a:pt x="149828" y="195644"/>
                  <a:pt x="151733" y="193738"/>
                  <a:pt x="151733" y="191357"/>
                </a:cubicBezTo>
                <a:cubicBezTo>
                  <a:pt x="151733" y="188976"/>
                  <a:pt x="149733" y="187071"/>
                  <a:pt x="147447" y="187071"/>
                </a:cubicBez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502" name="Freeform: Shape 501">
            <a:extLst>
              <a:ext uri="{FF2B5EF4-FFF2-40B4-BE49-F238E27FC236}">
                <a16:creationId xmlns:a16="http://schemas.microsoft.com/office/drawing/2014/main" id="{D14302D8-267C-41D5-B99E-CE56D8247544}"/>
              </a:ext>
            </a:extLst>
          </p:cNvPr>
          <p:cNvSpPr/>
          <p:nvPr/>
        </p:nvSpPr>
        <p:spPr>
          <a:xfrm>
            <a:off x="5513817" y="5632850"/>
            <a:ext cx="192881" cy="281558"/>
          </a:xfrm>
          <a:custGeom>
            <a:avLst/>
            <a:gdLst>
              <a:gd name="connsiteX0" fmla="*/ 14288 w 192881"/>
              <a:gd name="connsiteY0" fmla="*/ 57912 h 281558"/>
              <a:gd name="connsiteX1" fmla="*/ 112871 w 192881"/>
              <a:gd name="connsiteY1" fmla="*/ 57912 h 281558"/>
              <a:gd name="connsiteX2" fmla="*/ 112871 w 192881"/>
              <a:gd name="connsiteY2" fmla="*/ 137255 h 281558"/>
              <a:gd name="connsiteX3" fmla="*/ 122396 w 192881"/>
              <a:gd name="connsiteY3" fmla="*/ 137255 h 281558"/>
              <a:gd name="connsiteX4" fmla="*/ 122396 w 192881"/>
              <a:gd name="connsiteY4" fmla="*/ 48387 h 281558"/>
              <a:gd name="connsiteX5" fmla="*/ 4763 w 192881"/>
              <a:gd name="connsiteY5" fmla="*/ 48387 h 281558"/>
              <a:gd name="connsiteX6" fmla="*/ 4763 w 192881"/>
              <a:gd name="connsiteY6" fmla="*/ 280511 h 281558"/>
              <a:gd name="connsiteX7" fmla="*/ 50673 w 192881"/>
              <a:gd name="connsiteY7" fmla="*/ 280511 h 281558"/>
              <a:gd name="connsiteX8" fmla="*/ 50673 w 192881"/>
              <a:gd name="connsiteY8" fmla="*/ 270986 h 281558"/>
              <a:gd name="connsiteX9" fmla="*/ 14288 w 192881"/>
              <a:gd name="connsiteY9" fmla="*/ 270986 h 281558"/>
              <a:gd name="connsiteX10" fmla="*/ 14288 w 192881"/>
              <a:gd name="connsiteY10" fmla="*/ 57912 h 281558"/>
              <a:gd name="connsiteX11" fmla="*/ 92488 w 192881"/>
              <a:gd name="connsiteY11" fmla="*/ 70009 h 281558"/>
              <a:gd name="connsiteX12" fmla="*/ 34861 w 192881"/>
              <a:gd name="connsiteY12" fmla="*/ 70009 h 281558"/>
              <a:gd name="connsiteX13" fmla="*/ 34861 w 192881"/>
              <a:gd name="connsiteY13" fmla="*/ 79534 h 281558"/>
              <a:gd name="connsiteX14" fmla="*/ 92488 w 192881"/>
              <a:gd name="connsiteY14" fmla="*/ 79534 h 281558"/>
              <a:gd name="connsiteX15" fmla="*/ 92488 w 192881"/>
              <a:gd name="connsiteY15" fmla="*/ 70009 h 281558"/>
              <a:gd name="connsiteX16" fmla="*/ 92488 w 192881"/>
              <a:gd name="connsiteY16" fmla="*/ 98870 h 281558"/>
              <a:gd name="connsiteX17" fmla="*/ 34861 w 192881"/>
              <a:gd name="connsiteY17" fmla="*/ 98870 h 281558"/>
              <a:gd name="connsiteX18" fmla="*/ 34861 w 192881"/>
              <a:gd name="connsiteY18" fmla="*/ 108395 h 281558"/>
              <a:gd name="connsiteX19" fmla="*/ 92488 w 192881"/>
              <a:gd name="connsiteY19" fmla="*/ 108395 h 281558"/>
              <a:gd name="connsiteX20" fmla="*/ 92488 w 192881"/>
              <a:gd name="connsiteY20" fmla="*/ 98870 h 281558"/>
              <a:gd name="connsiteX21" fmla="*/ 92488 w 192881"/>
              <a:gd name="connsiteY21" fmla="*/ 127730 h 281558"/>
              <a:gd name="connsiteX22" fmla="*/ 34861 w 192881"/>
              <a:gd name="connsiteY22" fmla="*/ 127730 h 281558"/>
              <a:gd name="connsiteX23" fmla="*/ 34861 w 192881"/>
              <a:gd name="connsiteY23" fmla="*/ 137255 h 281558"/>
              <a:gd name="connsiteX24" fmla="*/ 92488 w 192881"/>
              <a:gd name="connsiteY24" fmla="*/ 137255 h 281558"/>
              <a:gd name="connsiteX25" fmla="*/ 92488 w 192881"/>
              <a:gd name="connsiteY25" fmla="*/ 127730 h 281558"/>
              <a:gd name="connsiteX26" fmla="*/ 34861 w 192881"/>
              <a:gd name="connsiteY26" fmla="*/ 166116 h 281558"/>
              <a:gd name="connsiteX27" fmla="*/ 73342 w 192881"/>
              <a:gd name="connsiteY27" fmla="*/ 166116 h 281558"/>
              <a:gd name="connsiteX28" fmla="*/ 73342 w 192881"/>
              <a:gd name="connsiteY28" fmla="*/ 156591 h 281558"/>
              <a:gd name="connsiteX29" fmla="*/ 34861 w 192881"/>
              <a:gd name="connsiteY29" fmla="*/ 156591 h 281558"/>
              <a:gd name="connsiteX30" fmla="*/ 34861 w 192881"/>
              <a:gd name="connsiteY30" fmla="*/ 166116 h 281558"/>
              <a:gd name="connsiteX31" fmla="*/ 34861 w 192881"/>
              <a:gd name="connsiteY31" fmla="*/ 194977 h 281558"/>
              <a:gd name="connsiteX32" fmla="*/ 50673 w 192881"/>
              <a:gd name="connsiteY32" fmla="*/ 194977 h 281558"/>
              <a:gd name="connsiteX33" fmla="*/ 50673 w 192881"/>
              <a:gd name="connsiteY33" fmla="*/ 185452 h 281558"/>
              <a:gd name="connsiteX34" fmla="*/ 34861 w 192881"/>
              <a:gd name="connsiteY34" fmla="*/ 185452 h 281558"/>
              <a:gd name="connsiteX35" fmla="*/ 34861 w 192881"/>
              <a:gd name="connsiteY35" fmla="*/ 194977 h 281558"/>
              <a:gd name="connsiteX36" fmla="*/ 34861 w 192881"/>
              <a:gd name="connsiteY36" fmla="*/ 223838 h 281558"/>
              <a:gd name="connsiteX37" fmla="*/ 50673 w 192881"/>
              <a:gd name="connsiteY37" fmla="*/ 223838 h 281558"/>
              <a:gd name="connsiteX38" fmla="*/ 50673 w 192881"/>
              <a:gd name="connsiteY38" fmla="*/ 214313 h 281558"/>
              <a:gd name="connsiteX39" fmla="*/ 34861 w 192881"/>
              <a:gd name="connsiteY39" fmla="*/ 214313 h 281558"/>
              <a:gd name="connsiteX40" fmla="*/ 34861 w 192881"/>
              <a:gd name="connsiteY40" fmla="*/ 223838 h 281558"/>
              <a:gd name="connsiteX41" fmla="*/ 34861 w 192881"/>
              <a:gd name="connsiteY41" fmla="*/ 252603 h 281558"/>
              <a:gd name="connsiteX42" fmla="*/ 50673 w 192881"/>
              <a:gd name="connsiteY42" fmla="*/ 252603 h 281558"/>
              <a:gd name="connsiteX43" fmla="*/ 50673 w 192881"/>
              <a:gd name="connsiteY43" fmla="*/ 243078 h 281558"/>
              <a:gd name="connsiteX44" fmla="*/ 34861 w 192881"/>
              <a:gd name="connsiteY44" fmla="*/ 243078 h 281558"/>
              <a:gd name="connsiteX45" fmla="*/ 34861 w 192881"/>
              <a:gd name="connsiteY45" fmla="*/ 252603 h 281558"/>
              <a:gd name="connsiteX46" fmla="*/ 20479 w 192881"/>
              <a:gd name="connsiteY46" fmla="*/ 9525 h 281558"/>
              <a:gd name="connsiteX47" fmla="*/ 105442 w 192881"/>
              <a:gd name="connsiteY47" fmla="*/ 9525 h 281558"/>
              <a:gd name="connsiteX48" fmla="*/ 116491 w 192881"/>
              <a:gd name="connsiteY48" fmla="*/ 38862 h 281558"/>
              <a:gd name="connsiteX49" fmla="*/ 126587 w 192881"/>
              <a:gd name="connsiteY49" fmla="*/ 38862 h 281558"/>
              <a:gd name="connsiteX50" fmla="*/ 112014 w 192881"/>
              <a:gd name="connsiteY50" fmla="*/ 0 h 281558"/>
              <a:gd name="connsiteX51" fmla="*/ 13716 w 192881"/>
              <a:gd name="connsiteY51" fmla="*/ 0 h 281558"/>
              <a:gd name="connsiteX52" fmla="*/ 0 w 192881"/>
              <a:gd name="connsiteY52" fmla="*/ 38862 h 281558"/>
              <a:gd name="connsiteX53" fmla="*/ 10096 w 192881"/>
              <a:gd name="connsiteY53" fmla="*/ 38862 h 281558"/>
              <a:gd name="connsiteX54" fmla="*/ 20479 w 192881"/>
              <a:gd name="connsiteY54" fmla="*/ 9525 h 281558"/>
              <a:gd name="connsiteX55" fmla="*/ 125730 w 192881"/>
              <a:gd name="connsiteY55" fmla="*/ 147256 h 281558"/>
              <a:gd name="connsiteX56" fmla="*/ 58579 w 192881"/>
              <a:gd name="connsiteY56" fmla="*/ 214408 h 281558"/>
              <a:gd name="connsiteX57" fmla="*/ 125730 w 192881"/>
              <a:gd name="connsiteY57" fmla="*/ 281559 h 281558"/>
              <a:gd name="connsiteX58" fmla="*/ 192881 w 192881"/>
              <a:gd name="connsiteY58" fmla="*/ 214408 h 281558"/>
              <a:gd name="connsiteX59" fmla="*/ 125730 w 192881"/>
              <a:gd name="connsiteY59" fmla="*/ 147256 h 281558"/>
              <a:gd name="connsiteX60" fmla="*/ 125730 w 192881"/>
              <a:gd name="connsiteY60" fmla="*/ 272034 h 281558"/>
              <a:gd name="connsiteX61" fmla="*/ 68104 w 192881"/>
              <a:gd name="connsiteY61" fmla="*/ 214408 h 281558"/>
              <a:gd name="connsiteX62" fmla="*/ 125730 w 192881"/>
              <a:gd name="connsiteY62" fmla="*/ 156781 h 281558"/>
              <a:gd name="connsiteX63" fmla="*/ 183356 w 192881"/>
              <a:gd name="connsiteY63" fmla="*/ 214408 h 281558"/>
              <a:gd name="connsiteX64" fmla="*/ 125730 w 192881"/>
              <a:gd name="connsiteY64" fmla="*/ 272034 h 281558"/>
              <a:gd name="connsiteX65" fmla="*/ 109347 w 192881"/>
              <a:gd name="connsiteY65" fmla="*/ 231743 h 281558"/>
              <a:gd name="connsiteX66" fmla="*/ 98869 w 192881"/>
              <a:gd name="connsiteY66" fmla="*/ 221266 h 281558"/>
              <a:gd name="connsiteX67" fmla="*/ 92107 w 192881"/>
              <a:gd name="connsiteY67" fmla="*/ 228029 h 281558"/>
              <a:gd name="connsiteX68" fmla="*/ 109347 w 192881"/>
              <a:gd name="connsiteY68" fmla="*/ 245269 h 281558"/>
              <a:gd name="connsiteX69" fmla="*/ 162211 w 192881"/>
              <a:gd name="connsiteY69" fmla="*/ 192405 h 281558"/>
              <a:gd name="connsiteX70" fmla="*/ 155448 w 192881"/>
              <a:gd name="connsiteY70" fmla="*/ 185642 h 281558"/>
              <a:gd name="connsiteX71" fmla="*/ 109347 w 192881"/>
              <a:gd name="connsiteY71" fmla="*/ 231743 h 281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</a:cxnLst>
            <a:rect l="l" t="t" r="r" b="b"/>
            <a:pathLst>
              <a:path w="192881" h="281558">
                <a:moveTo>
                  <a:pt x="14288" y="57912"/>
                </a:moveTo>
                <a:lnTo>
                  <a:pt x="112871" y="57912"/>
                </a:lnTo>
                <a:lnTo>
                  <a:pt x="112871" y="137255"/>
                </a:lnTo>
                <a:lnTo>
                  <a:pt x="122396" y="137255"/>
                </a:lnTo>
                <a:lnTo>
                  <a:pt x="122396" y="48387"/>
                </a:lnTo>
                <a:lnTo>
                  <a:pt x="4763" y="48387"/>
                </a:lnTo>
                <a:lnTo>
                  <a:pt x="4763" y="280511"/>
                </a:lnTo>
                <a:lnTo>
                  <a:pt x="50673" y="280511"/>
                </a:lnTo>
                <a:lnTo>
                  <a:pt x="50673" y="270986"/>
                </a:lnTo>
                <a:lnTo>
                  <a:pt x="14288" y="270986"/>
                </a:lnTo>
                <a:lnTo>
                  <a:pt x="14288" y="57912"/>
                </a:lnTo>
                <a:close/>
                <a:moveTo>
                  <a:pt x="92488" y="70009"/>
                </a:moveTo>
                <a:lnTo>
                  <a:pt x="34861" y="70009"/>
                </a:lnTo>
                <a:lnTo>
                  <a:pt x="34861" y="79534"/>
                </a:lnTo>
                <a:lnTo>
                  <a:pt x="92488" y="79534"/>
                </a:lnTo>
                <a:lnTo>
                  <a:pt x="92488" y="70009"/>
                </a:lnTo>
                <a:close/>
                <a:moveTo>
                  <a:pt x="92488" y="98870"/>
                </a:moveTo>
                <a:lnTo>
                  <a:pt x="34861" y="98870"/>
                </a:lnTo>
                <a:lnTo>
                  <a:pt x="34861" y="108395"/>
                </a:lnTo>
                <a:lnTo>
                  <a:pt x="92488" y="108395"/>
                </a:lnTo>
                <a:lnTo>
                  <a:pt x="92488" y="98870"/>
                </a:lnTo>
                <a:close/>
                <a:moveTo>
                  <a:pt x="92488" y="127730"/>
                </a:moveTo>
                <a:lnTo>
                  <a:pt x="34861" y="127730"/>
                </a:lnTo>
                <a:lnTo>
                  <a:pt x="34861" y="137255"/>
                </a:lnTo>
                <a:lnTo>
                  <a:pt x="92488" y="137255"/>
                </a:lnTo>
                <a:lnTo>
                  <a:pt x="92488" y="127730"/>
                </a:lnTo>
                <a:close/>
                <a:moveTo>
                  <a:pt x="34861" y="166116"/>
                </a:moveTo>
                <a:lnTo>
                  <a:pt x="73342" y="166116"/>
                </a:lnTo>
                <a:lnTo>
                  <a:pt x="73342" y="156591"/>
                </a:lnTo>
                <a:lnTo>
                  <a:pt x="34861" y="156591"/>
                </a:lnTo>
                <a:lnTo>
                  <a:pt x="34861" y="166116"/>
                </a:lnTo>
                <a:close/>
                <a:moveTo>
                  <a:pt x="34861" y="194977"/>
                </a:moveTo>
                <a:lnTo>
                  <a:pt x="50673" y="194977"/>
                </a:lnTo>
                <a:lnTo>
                  <a:pt x="50673" y="185452"/>
                </a:lnTo>
                <a:lnTo>
                  <a:pt x="34861" y="185452"/>
                </a:lnTo>
                <a:lnTo>
                  <a:pt x="34861" y="194977"/>
                </a:lnTo>
                <a:close/>
                <a:moveTo>
                  <a:pt x="34861" y="223838"/>
                </a:moveTo>
                <a:lnTo>
                  <a:pt x="50673" y="223838"/>
                </a:lnTo>
                <a:lnTo>
                  <a:pt x="50673" y="214313"/>
                </a:lnTo>
                <a:lnTo>
                  <a:pt x="34861" y="214313"/>
                </a:lnTo>
                <a:lnTo>
                  <a:pt x="34861" y="223838"/>
                </a:lnTo>
                <a:close/>
                <a:moveTo>
                  <a:pt x="34861" y="252603"/>
                </a:moveTo>
                <a:lnTo>
                  <a:pt x="50673" y="252603"/>
                </a:lnTo>
                <a:lnTo>
                  <a:pt x="50673" y="243078"/>
                </a:lnTo>
                <a:lnTo>
                  <a:pt x="34861" y="243078"/>
                </a:lnTo>
                <a:lnTo>
                  <a:pt x="34861" y="252603"/>
                </a:lnTo>
                <a:close/>
                <a:moveTo>
                  <a:pt x="20479" y="9525"/>
                </a:moveTo>
                <a:lnTo>
                  <a:pt x="105442" y="9525"/>
                </a:lnTo>
                <a:lnTo>
                  <a:pt x="116491" y="38862"/>
                </a:lnTo>
                <a:lnTo>
                  <a:pt x="126587" y="38862"/>
                </a:lnTo>
                <a:lnTo>
                  <a:pt x="112014" y="0"/>
                </a:lnTo>
                <a:lnTo>
                  <a:pt x="13716" y="0"/>
                </a:lnTo>
                <a:lnTo>
                  <a:pt x="0" y="38862"/>
                </a:lnTo>
                <a:lnTo>
                  <a:pt x="10096" y="38862"/>
                </a:lnTo>
                <a:lnTo>
                  <a:pt x="20479" y="9525"/>
                </a:lnTo>
                <a:close/>
                <a:moveTo>
                  <a:pt x="125730" y="147256"/>
                </a:moveTo>
                <a:cubicBezTo>
                  <a:pt x="88582" y="147256"/>
                  <a:pt x="58579" y="177355"/>
                  <a:pt x="58579" y="214408"/>
                </a:cubicBezTo>
                <a:cubicBezTo>
                  <a:pt x="58579" y="251460"/>
                  <a:pt x="88678" y="281559"/>
                  <a:pt x="125730" y="281559"/>
                </a:cubicBezTo>
                <a:cubicBezTo>
                  <a:pt x="162877" y="281559"/>
                  <a:pt x="192881" y="251460"/>
                  <a:pt x="192881" y="214408"/>
                </a:cubicBezTo>
                <a:cubicBezTo>
                  <a:pt x="192881" y="177355"/>
                  <a:pt x="162782" y="147256"/>
                  <a:pt x="125730" y="147256"/>
                </a:cubicBezTo>
                <a:close/>
                <a:moveTo>
                  <a:pt x="125730" y="272034"/>
                </a:moveTo>
                <a:cubicBezTo>
                  <a:pt x="93917" y="272034"/>
                  <a:pt x="68104" y="246126"/>
                  <a:pt x="68104" y="214408"/>
                </a:cubicBezTo>
                <a:cubicBezTo>
                  <a:pt x="68104" y="182594"/>
                  <a:pt x="94012" y="156781"/>
                  <a:pt x="125730" y="156781"/>
                </a:cubicBezTo>
                <a:cubicBezTo>
                  <a:pt x="157543" y="156781"/>
                  <a:pt x="183356" y="182689"/>
                  <a:pt x="183356" y="214408"/>
                </a:cubicBezTo>
                <a:cubicBezTo>
                  <a:pt x="183356" y="246221"/>
                  <a:pt x="157543" y="272034"/>
                  <a:pt x="125730" y="272034"/>
                </a:cubicBezTo>
                <a:close/>
                <a:moveTo>
                  <a:pt x="109347" y="231743"/>
                </a:moveTo>
                <a:lnTo>
                  <a:pt x="98869" y="221266"/>
                </a:lnTo>
                <a:lnTo>
                  <a:pt x="92107" y="228029"/>
                </a:lnTo>
                <a:lnTo>
                  <a:pt x="109347" y="245269"/>
                </a:lnTo>
                <a:lnTo>
                  <a:pt x="162211" y="192405"/>
                </a:lnTo>
                <a:lnTo>
                  <a:pt x="155448" y="185642"/>
                </a:lnTo>
                <a:lnTo>
                  <a:pt x="109347" y="231743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848C9DB-C89A-4129-9498-8271DE4496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13266" y="3391533"/>
            <a:ext cx="285750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285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C5AA0D1-FD68-42B0-B79D-F39AAEAD2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809" y="412751"/>
            <a:ext cx="2267151" cy="381000"/>
          </a:xfrm>
        </p:spPr>
        <p:txBody>
          <a:bodyPr/>
          <a:lstStyle/>
          <a:p>
            <a:r>
              <a:rPr lang="en-US" dirty="0"/>
              <a:t>Iconography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0421FEEE-5F60-406D-869A-4E7D45E6A09F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592867" y="811830"/>
            <a:ext cx="5719372" cy="247743"/>
          </a:xfrm>
        </p:spPr>
        <p:txBody>
          <a:bodyPr/>
          <a:lstStyle/>
          <a:p>
            <a:r>
              <a:rPr lang="en-US" dirty="0"/>
              <a:t>Use these icon for creating technical diagrams</a:t>
            </a:r>
          </a:p>
        </p:txBody>
      </p:sp>
      <p:sp>
        <p:nvSpPr>
          <p:cNvPr id="731" name="Freeform: Shape 730">
            <a:extLst>
              <a:ext uri="{FF2B5EF4-FFF2-40B4-BE49-F238E27FC236}">
                <a16:creationId xmlns:a16="http://schemas.microsoft.com/office/drawing/2014/main" id="{428A051C-2A67-476C-B457-350CA87192FC}"/>
              </a:ext>
            </a:extLst>
          </p:cNvPr>
          <p:cNvSpPr/>
          <p:nvPr/>
        </p:nvSpPr>
        <p:spPr>
          <a:xfrm>
            <a:off x="623128" y="150447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/>
            </a:pathLst>
          </a:custGeom>
          <a:noFill/>
          <a:ln w="9525" cap="flat">
            <a:solidFill>
              <a:srgbClr val="717074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732" name="Freeform: Shape 731">
            <a:extLst>
              <a:ext uri="{FF2B5EF4-FFF2-40B4-BE49-F238E27FC236}">
                <a16:creationId xmlns:a16="http://schemas.microsoft.com/office/drawing/2014/main" id="{ACFB1846-5FDC-4601-9D5D-D512A24B79A4}"/>
              </a:ext>
            </a:extLst>
          </p:cNvPr>
          <p:cNvSpPr/>
          <p:nvPr/>
        </p:nvSpPr>
        <p:spPr>
          <a:xfrm>
            <a:off x="623128" y="150447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/>
            </a:pathLst>
          </a:custGeom>
          <a:noFill/>
          <a:ln w="9525" cap="flat">
            <a:solidFill>
              <a:srgbClr val="717074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733" name="Freeform: Shape 732">
            <a:extLst>
              <a:ext uri="{FF2B5EF4-FFF2-40B4-BE49-F238E27FC236}">
                <a16:creationId xmlns:a16="http://schemas.microsoft.com/office/drawing/2014/main" id="{80566F11-EA1B-428A-A9EE-997E3982AB8B}"/>
              </a:ext>
            </a:extLst>
          </p:cNvPr>
          <p:cNvSpPr/>
          <p:nvPr/>
        </p:nvSpPr>
        <p:spPr>
          <a:xfrm>
            <a:off x="513591" y="2311365"/>
            <a:ext cx="228599" cy="228600"/>
          </a:xfrm>
          <a:custGeom>
            <a:avLst/>
            <a:gdLst>
              <a:gd name="connsiteX0" fmla="*/ 0 w 228599"/>
              <a:gd name="connsiteY0" fmla="*/ 0 h 228600"/>
              <a:gd name="connsiteX1" fmla="*/ 0 w 228599"/>
              <a:gd name="connsiteY1" fmla="*/ 228314 h 228600"/>
              <a:gd name="connsiteX2" fmla="*/ 196786 w 228599"/>
              <a:gd name="connsiteY2" fmla="*/ 228314 h 228600"/>
              <a:gd name="connsiteX3" fmla="*/ 196786 w 228599"/>
              <a:gd name="connsiteY3" fmla="*/ 218694 h 228600"/>
              <a:gd name="connsiteX4" fmla="*/ 9620 w 228599"/>
              <a:gd name="connsiteY4" fmla="*/ 218694 h 228600"/>
              <a:gd name="connsiteX5" fmla="*/ 9620 w 228599"/>
              <a:gd name="connsiteY5" fmla="*/ 9620 h 228600"/>
              <a:gd name="connsiteX6" fmla="*/ 219075 w 228599"/>
              <a:gd name="connsiteY6" fmla="*/ 9620 h 228600"/>
              <a:gd name="connsiteX7" fmla="*/ 219075 w 228599"/>
              <a:gd name="connsiteY7" fmla="*/ 228600 h 228600"/>
              <a:gd name="connsiteX8" fmla="*/ 228600 w 228599"/>
              <a:gd name="connsiteY8" fmla="*/ 228600 h 228600"/>
              <a:gd name="connsiteX9" fmla="*/ 228600 w 228599"/>
              <a:gd name="connsiteY9" fmla="*/ 0 h 228600"/>
              <a:gd name="connsiteX10" fmla="*/ 0 w 228599"/>
              <a:gd name="connsiteY10" fmla="*/ 0 h 228600"/>
              <a:gd name="connsiteX11" fmla="*/ 164021 w 228599"/>
              <a:gd name="connsiteY11" fmla="*/ 135922 h 228600"/>
              <a:gd name="connsiteX12" fmla="*/ 164021 w 228599"/>
              <a:gd name="connsiteY12" fmla="*/ 110871 h 228600"/>
              <a:gd name="connsiteX13" fmla="*/ 150019 w 228599"/>
              <a:gd name="connsiteY13" fmla="*/ 95631 h 228600"/>
              <a:gd name="connsiteX14" fmla="*/ 137351 w 228599"/>
              <a:gd name="connsiteY14" fmla="*/ 104013 h 228600"/>
              <a:gd name="connsiteX15" fmla="*/ 124587 w 228599"/>
              <a:gd name="connsiteY15" fmla="*/ 95631 h 228600"/>
              <a:gd name="connsiteX16" fmla="*/ 113157 w 228599"/>
              <a:gd name="connsiteY16" fmla="*/ 102299 h 228600"/>
              <a:gd name="connsiteX17" fmla="*/ 113157 w 228599"/>
              <a:gd name="connsiteY17" fmla="*/ 96488 h 228600"/>
              <a:gd name="connsiteX18" fmla="*/ 107442 w 228599"/>
              <a:gd name="connsiteY18" fmla="*/ 96488 h 228600"/>
              <a:gd name="connsiteX19" fmla="*/ 107442 w 228599"/>
              <a:gd name="connsiteY19" fmla="*/ 135826 h 228600"/>
              <a:gd name="connsiteX20" fmla="*/ 113157 w 228599"/>
              <a:gd name="connsiteY20" fmla="*/ 135826 h 228600"/>
              <a:gd name="connsiteX21" fmla="*/ 113157 w 228599"/>
              <a:gd name="connsiteY21" fmla="*/ 110776 h 228600"/>
              <a:gd name="connsiteX22" fmla="*/ 123825 w 228599"/>
              <a:gd name="connsiteY22" fmla="*/ 100679 h 228600"/>
              <a:gd name="connsiteX23" fmla="*/ 132874 w 228599"/>
              <a:gd name="connsiteY23" fmla="*/ 111538 h 228600"/>
              <a:gd name="connsiteX24" fmla="*/ 132874 w 228599"/>
              <a:gd name="connsiteY24" fmla="*/ 135826 h 228600"/>
              <a:gd name="connsiteX25" fmla="*/ 138589 w 228599"/>
              <a:gd name="connsiteY25" fmla="*/ 135826 h 228600"/>
              <a:gd name="connsiteX26" fmla="*/ 138589 w 228599"/>
              <a:gd name="connsiteY26" fmla="*/ 110776 h 228600"/>
              <a:gd name="connsiteX27" fmla="*/ 149257 w 228599"/>
              <a:gd name="connsiteY27" fmla="*/ 100679 h 228600"/>
              <a:gd name="connsiteX28" fmla="*/ 158305 w 228599"/>
              <a:gd name="connsiteY28" fmla="*/ 111538 h 228600"/>
              <a:gd name="connsiteX29" fmla="*/ 158305 w 228599"/>
              <a:gd name="connsiteY29" fmla="*/ 135826 h 228600"/>
              <a:gd name="connsiteX30" fmla="*/ 164021 w 228599"/>
              <a:gd name="connsiteY30" fmla="*/ 135826 h 228600"/>
              <a:gd name="connsiteX31" fmla="*/ 67246 w 228599"/>
              <a:gd name="connsiteY31" fmla="*/ 96583 h 228600"/>
              <a:gd name="connsiteX32" fmla="*/ 60865 w 228599"/>
              <a:gd name="connsiteY32" fmla="*/ 96583 h 228600"/>
              <a:gd name="connsiteX33" fmla="*/ 77629 w 228599"/>
              <a:gd name="connsiteY33" fmla="*/ 135922 h 228600"/>
              <a:gd name="connsiteX34" fmla="*/ 83153 w 228599"/>
              <a:gd name="connsiteY34" fmla="*/ 135922 h 228600"/>
              <a:gd name="connsiteX35" fmla="*/ 99631 w 228599"/>
              <a:gd name="connsiteY35" fmla="*/ 96583 h 228600"/>
              <a:gd name="connsiteX36" fmla="*/ 93250 w 228599"/>
              <a:gd name="connsiteY36" fmla="*/ 96583 h 228600"/>
              <a:gd name="connsiteX37" fmla="*/ 80391 w 228599"/>
              <a:gd name="connsiteY37" fmla="*/ 129254 h 228600"/>
              <a:gd name="connsiteX38" fmla="*/ 67246 w 228599"/>
              <a:gd name="connsiteY38" fmla="*/ 96583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228599" h="228600">
                <a:moveTo>
                  <a:pt x="0" y="0"/>
                </a:moveTo>
                <a:lnTo>
                  <a:pt x="0" y="228314"/>
                </a:lnTo>
                <a:lnTo>
                  <a:pt x="196786" y="228314"/>
                </a:lnTo>
                <a:lnTo>
                  <a:pt x="196786" y="218694"/>
                </a:lnTo>
                <a:lnTo>
                  <a:pt x="9620" y="218694"/>
                </a:lnTo>
                <a:lnTo>
                  <a:pt x="9620" y="9620"/>
                </a:lnTo>
                <a:lnTo>
                  <a:pt x="219075" y="9620"/>
                </a:lnTo>
                <a:lnTo>
                  <a:pt x="219075" y="228600"/>
                </a:ln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close/>
                <a:moveTo>
                  <a:pt x="164021" y="135922"/>
                </a:moveTo>
                <a:lnTo>
                  <a:pt x="164021" y="110871"/>
                </a:lnTo>
                <a:cubicBezTo>
                  <a:pt x="164021" y="101918"/>
                  <a:pt x="158210" y="95631"/>
                  <a:pt x="150019" y="95631"/>
                </a:cubicBezTo>
                <a:cubicBezTo>
                  <a:pt x="144113" y="95631"/>
                  <a:pt x="138875" y="98870"/>
                  <a:pt x="137351" y="104013"/>
                </a:cubicBezTo>
                <a:cubicBezTo>
                  <a:pt x="135255" y="98870"/>
                  <a:pt x="130588" y="95631"/>
                  <a:pt x="124587" y="95631"/>
                </a:cubicBezTo>
                <a:cubicBezTo>
                  <a:pt x="119443" y="95631"/>
                  <a:pt x="115157" y="98203"/>
                  <a:pt x="113157" y="102299"/>
                </a:cubicBezTo>
                <a:lnTo>
                  <a:pt x="113157" y="96488"/>
                </a:lnTo>
                <a:lnTo>
                  <a:pt x="107442" y="96488"/>
                </a:lnTo>
                <a:lnTo>
                  <a:pt x="107442" y="135826"/>
                </a:lnTo>
                <a:lnTo>
                  <a:pt x="113157" y="135826"/>
                </a:lnTo>
                <a:lnTo>
                  <a:pt x="113157" y="110776"/>
                </a:lnTo>
                <a:cubicBezTo>
                  <a:pt x="113157" y="104870"/>
                  <a:pt x="117539" y="100679"/>
                  <a:pt x="123825" y="100679"/>
                </a:cubicBezTo>
                <a:cubicBezTo>
                  <a:pt x="129159" y="100679"/>
                  <a:pt x="132874" y="105156"/>
                  <a:pt x="132874" y="111538"/>
                </a:cubicBezTo>
                <a:lnTo>
                  <a:pt x="132874" y="135826"/>
                </a:lnTo>
                <a:lnTo>
                  <a:pt x="138589" y="135826"/>
                </a:lnTo>
                <a:lnTo>
                  <a:pt x="138589" y="110776"/>
                </a:lnTo>
                <a:cubicBezTo>
                  <a:pt x="138589" y="104870"/>
                  <a:pt x="142970" y="100679"/>
                  <a:pt x="149257" y="100679"/>
                </a:cubicBezTo>
                <a:cubicBezTo>
                  <a:pt x="154591" y="100679"/>
                  <a:pt x="158305" y="105156"/>
                  <a:pt x="158305" y="111538"/>
                </a:cubicBezTo>
                <a:lnTo>
                  <a:pt x="158305" y="135826"/>
                </a:lnTo>
                <a:lnTo>
                  <a:pt x="164021" y="135826"/>
                </a:lnTo>
                <a:close/>
                <a:moveTo>
                  <a:pt x="67246" y="96583"/>
                </a:moveTo>
                <a:lnTo>
                  <a:pt x="60865" y="96583"/>
                </a:lnTo>
                <a:lnTo>
                  <a:pt x="77629" y="135922"/>
                </a:lnTo>
                <a:lnTo>
                  <a:pt x="83153" y="135922"/>
                </a:lnTo>
                <a:lnTo>
                  <a:pt x="99631" y="96583"/>
                </a:lnTo>
                <a:lnTo>
                  <a:pt x="93250" y="96583"/>
                </a:lnTo>
                <a:lnTo>
                  <a:pt x="80391" y="129254"/>
                </a:lnTo>
                <a:lnTo>
                  <a:pt x="67246" y="96583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734" name="Freeform: Shape 733">
            <a:extLst>
              <a:ext uri="{FF2B5EF4-FFF2-40B4-BE49-F238E27FC236}">
                <a16:creationId xmlns:a16="http://schemas.microsoft.com/office/drawing/2014/main" id="{100373E3-F58D-449B-ABAA-57DE8AF6DD2D}"/>
              </a:ext>
            </a:extLst>
          </p:cNvPr>
          <p:cNvSpPr/>
          <p:nvPr/>
        </p:nvSpPr>
        <p:spPr>
          <a:xfrm>
            <a:off x="11213846" y="1532571"/>
            <a:ext cx="227552" cy="228600"/>
          </a:xfrm>
          <a:custGeom>
            <a:avLst/>
            <a:gdLst>
              <a:gd name="connsiteX0" fmla="*/ 212598 w 227552"/>
              <a:gd name="connsiteY0" fmla="*/ 189167 h 228600"/>
              <a:gd name="connsiteX1" fmla="*/ 212598 w 227552"/>
              <a:gd name="connsiteY1" fmla="*/ 107252 h 228600"/>
              <a:gd name="connsiteX2" fmla="*/ 212598 w 227552"/>
              <a:gd name="connsiteY2" fmla="*/ 107252 h 228600"/>
              <a:gd name="connsiteX3" fmla="*/ 212598 w 227552"/>
              <a:gd name="connsiteY3" fmla="*/ 97727 h 228600"/>
              <a:gd name="connsiteX4" fmla="*/ 118491 w 227552"/>
              <a:gd name="connsiteY4" fmla="*/ 97727 h 228600"/>
              <a:gd name="connsiteX5" fmla="*/ 118586 w 227552"/>
              <a:gd name="connsiteY5" fmla="*/ 39338 h 228600"/>
              <a:gd name="connsiteX6" fmla="*/ 118586 w 227552"/>
              <a:gd name="connsiteY6" fmla="*/ 39338 h 228600"/>
              <a:gd name="connsiteX7" fmla="*/ 133445 w 227552"/>
              <a:gd name="connsiteY7" fmla="*/ 39338 h 228600"/>
              <a:gd name="connsiteX8" fmla="*/ 133445 w 227552"/>
              <a:gd name="connsiteY8" fmla="*/ 0 h 228600"/>
              <a:gd name="connsiteX9" fmla="*/ 94107 w 227552"/>
              <a:gd name="connsiteY9" fmla="*/ 0 h 228600"/>
              <a:gd name="connsiteX10" fmla="*/ 94107 w 227552"/>
              <a:gd name="connsiteY10" fmla="*/ 39338 h 228600"/>
              <a:gd name="connsiteX11" fmla="*/ 109061 w 227552"/>
              <a:gd name="connsiteY11" fmla="*/ 39338 h 228600"/>
              <a:gd name="connsiteX12" fmla="*/ 109061 w 227552"/>
              <a:gd name="connsiteY12" fmla="*/ 39338 h 228600"/>
              <a:gd name="connsiteX13" fmla="*/ 108966 w 227552"/>
              <a:gd name="connsiteY13" fmla="*/ 97727 h 228600"/>
              <a:gd name="connsiteX14" fmla="*/ 19717 w 227552"/>
              <a:gd name="connsiteY14" fmla="*/ 97727 h 228600"/>
              <a:gd name="connsiteX15" fmla="*/ 19717 w 227552"/>
              <a:gd name="connsiteY15" fmla="*/ 97727 h 228600"/>
              <a:gd name="connsiteX16" fmla="*/ 19717 w 227552"/>
              <a:gd name="connsiteY16" fmla="*/ 97727 h 228600"/>
              <a:gd name="connsiteX17" fmla="*/ 14954 w 227552"/>
              <a:gd name="connsiteY17" fmla="*/ 97727 h 228600"/>
              <a:gd name="connsiteX18" fmla="*/ 14954 w 227552"/>
              <a:gd name="connsiteY18" fmla="*/ 102394 h 228600"/>
              <a:gd name="connsiteX19" fmla="*/ 14954 w 227552"/>
              <a:gd name="connsiteY19" fmla="*/ 102489 h 228600"/>
              <a:gd name="connsiteX20" fmla="*/ 14954 w 227552"/>
              <a:gd name="connsiteY20" fmla="*/ 189167 h 228600"/>
              <a:gd name="connsiteX21" fmla="*/ 0 w 227552"/>
              <a:gd name="connsiteY21" fmla="*/ 189167 h 228600"/>
              <a:gd name="connsiteX22" fmla="*/ 0 w 227552"/>
              <a:gd name="connsiteY22" fmla="*/ 228600 h 228600"/>
              <a:gd name="connsiteX23" fmla="*/ 39434 w 227552"/>
              <a:gd name="connsiteY23" fmla="*/ 228600 h 228600"/>
              <a:gd name="connsiteX24" fmla="*/ 39434 w 227552"/>
              <a:gd name="connsiteY24" fmla="*/ 189167 h 228600"/>
              <a:gd name="connsiteX25" fmla="*/ 24479 w 227552"/>
              <a:gd name="connsiteY25" fmla="*/ 189167 h 228600"/>
              <a:gd name="connsiteX26" fmla="*/ 24479 w 227552"/>
              <a:gd name="connsiteY26" fmla="*/ 107252 h 228600"/>
              <a:gd name="connsiteX27" fmla="*/ 108966 w 227552"/>
              <a:gd name="connsiteY27" fmla="*/ 107252 h 228600"/>
              <a:gd name="connsiteX28" fmla="*/ 108966 w 227552"/>
              <a:gd name="connsiteY28" fmla="*/ 160115 h 228600"/>
              <a:gd name="connsiteX29" fmla="*/ 94107 w 227552"/>
              <a:gd name="connsiteY29" fmla="*/ 160115 h 228600"/>
              <a:gd name="connsiteX30" fmla="*/ 94107 w 227552"/>
              <a:gd name="connsiteY30" fmla="*/ 199549 h 228600"/>
              <a:gd name="connsiteX31" fmla="*/ 133445 w 227552"/>
              <a:gd name="connsiteY31" fmla="*/ 199549 h 228600"/>
              <a:gd name="connsiteX32" fmla="*/ 133445 w 227552"/>
              <a:gd name="connsiteY32" fmla="*/ 160115 h 228600"/>
              <a:gd name="connsiteX33" fmla="*/ 118491 w 227552"/>
              <a:gd name="connsiteY33" fmla="*/ 160115 h 228600"/>
              <a:gd name="connsiteX34" fmla="*/ 118491 w 227552"/>
              <a:gd name="connsiteY34" fmla="*/ 107252 h 228600"/>
              <a:gd name="connsiteX35" fmla="*/ 203073 w 227552"/>
              <a:gd name="connsiteY35" fmla="*/ 107252 h 228600"/>
              <a:gd name="connsiteX36" fmla="*/ 203073 w 227552"/>
              <a:gd name="connsiteY36" fmla="*/ 189167 h 228600"/>
              <a:gd name="connsiteX37" fmla="*/ 188119 w 227552"/>
              <a:gd name="connsiteY37" fmla="*/ 189167 h 228600"/>
              <a:gd name="connsiteX38" fmla="*/ 188119 w 227552"/>
              <a:gd name="connsiteY38" fmla="*/ 228600 h 228600"/>
              <a:gd name="connsiteX39" fmla="*/ 227552 w 227552"/>
              <a:gd name="connsiteY39" fmla="*/ 228600 h 228600"/>
              <a:gd name="connsiteX40" fmla="*/ 227552 w 227552"/>
              <a:gd name="connsiteY40" fmla="*/ 189167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227552" h="228600">
                <a:moveTo>
                  <a:pt x="212598" y="189167"/>
                </a:moveTo>
                <a:lnTo>
                  <a:pt x="212598" y="107252"/>
                </a:lnTo>
                <a:lnTo>
                  <a:pt x="212598" y="107252"/>
                </a:lnTo>
                <a:lnTo>
                  <a:pt x="212598" y="97727"/>
                </a:lnTo>
                <a:lnTo>
                  <a:pt x="118491" y="97727"/>
                </a:lnTo>
                <a:lnTo>
                  <a:pt x="118586" y="39338"/>
                </a:lnTo>
                <a:lnTo>
                  <a:pt x="118586" y="39338"/>
                </a:lnTo>
                <a:lnTo>
                  <a:pt x="133445" y="39338"/>
                </a:lnTo>
                <a:lnTo>
                  <a:pt x="133445" y="0"/>
                </a:lnTo>
                <a:lnTo>
                  <a:pt x="94107" y="0"/>
                </a:lnTo>
                <a:lnTo>
                  <a:pt x="94107" y="39338"/>
                </a:lnTo>
                <a:lnTo>
                  <a:pt x="109061" y="39338"/>
                </a:lnTo>
                <a:lnTo>
                  <a:pt x="109061" y="39338"/>
                </a:lnTo>
                <a:lnTo>
                  <a:pt x="108966" y="97727"/>
                </a:lnTo>
                <a:lnTo>
                  <a:pt x="19717" y="97727"/>
                </a:lnTo>
                <a:lnTo>
                  <a:pt x="19717" y="97727"/>
                </a:lnTo>
                <a:lnTo>
                  <a:pt x="19717" y="97727"/>
                </a:lnTo>
                <a:lnTo>
                  <a:pt x="14954" y="97727"/>
                </a:lnTo>
                <a:lnTo>
                  <a:pt x="14954" y="102394"/>
                </a:lnTo>
                <a:lnTo>
                  <a:pt x="14954" y="102489"/>
                </a:lnTo>
                <a:lnTo>
                  <a:pt x="14954" y="189167"/>
                </a:lnTo>
                <a:lnTo>
                  <a:pt x="0" y="189167"/>
                </a:lnTo>
                <a:lnTo>
                  <a:pt x="0" y="228600"/>
                </a:lnTo>
                <a:lnTo>
                  <a:pt x="39434" y="228600"/>
                </a:lnTo>
                <a:lnTo>
                  <a:pt x="39434" y="189167"/>
                </a:lnTo>
                <a:lnTo>
                  <a:pt x="24479" y="189167"/>
                </a:lnTo>
                <a:lnTo>
                  <a:pt x="24479" y="107252"/>
                </a:lnTo>
                <a:lnTo>
                  <a:pt x="108966" y="107252"/>
                </a:lnTo>
                <a:lnTo>
                  <a:pt x="108966" y="160115"/>
                </a:lnTo>
                <a:lnTo>
                  <a:pt x="94107" y="160115"/>
                </a:lnTo>
                <a:lnTo>
                  <a:pt x="94107" y="199549"/>
                </a:lnTo>
                <a:lnTo>
                  <a:pt x="133445" y="199549"/>
                </a:lnTo>
                <a:lnTo>
                  <a:pt x="133445" y="160115"/>
                </a:lnTo>
                <a:lnTo>
                  <a:pt x="118491" y="160115"/>
                </a:lnTo>
                <a:lnTo>
                  <a:pt x="118491" y="107252"/>
                </a:lnTo>
                <a:lnTo>
                  <a:pt x="203073" y="107252"/>
                </a:lnTo>
                <a:lnTo>
                  <a:pt x="203073" y="189167"/>
                </a:lnTo>
                <a:lnTo>
                  <a:pt x="188119" y="189167"/>
                </a:lnTo>
                <a:lnTo>
                  <a:pt x="188119" y="228600"/>
                </a:lnTo>
                <a:lnTo>
                  <a:pt x="227552" y="228600"/>
                </a:lnTo>
                <a:lnTo>
                  <a:pt x="227552" y="189167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735" name="Graphic 728">
            <a:extLst>
              <a:ext uri="{FF2B5EF4-FFF2-40B4-BE49-F238E27FC236}">
                <a16:creationId xmlns:a16="http://schemas.microsoft.com/office/drawing/2014/main" id="{0A1EF1D9-EC27-4C69-9CAA-E6F382659976}"/>
              </a:ext>
            </a:extLst>
          </p:cNvPr>
          <p:cNvGrpSpPr/>
          <p:nvPr/>
        </p:nvGrpSpPr>
        <p:grpSpPr>
          <a:xfrm>
            <a:off x="8315038" y="1549430"/>
            <a:ext cx="228600" cy="188023"/>
            <a:chOff x="7017098" y="2092832"/>
            <a:chExt cx="228600" cy="188023"/>
          </a:xfrm>
          <a:solidFill>
            <a:srgbClr val="000000"/>
          </a:solidFill>
        </p:grpSpPr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E4113092-A6A7-44E9-B51B-88F32798BCC8}"/>
                </a:ext>
              </a:extLst>
            </p:cNvPr>
            <p:cNvSpPr/>
            <p:nvPr/>
          </p:nvSpPr>
          <p:spPr>
            <a:xfrm>
              <a:off x="7017098" y="2092832"/>
              <a:ext cx="228600" cy="117729"/>
            </a:xfrm>
            <a:custGeom>
              <a:avLst/>
              <a:gdLst>
                <a:gd name="connsiteX0" fmla="*/ 114300 w 228600"/>
                <a:gd name="connsiteY0" fmla="*/ 9525 h 117729"/>
                <a:gd name="connsiteX1" fmla="*/ 219075 w 228600"/>
                <a:gd name="connsiteY1" fmla="*/ 58865 h 117729"/>
                <a:gd name="connsiteX2" fmla="*/ 114300 w 228600"/>
                <a:gd name="connsiteY2" fmla="*/ 108204 h 117729"/>
                <a:gd name="connsiteX3" fmla="*/ 9525 w 228600"/>
                <a:gd name="connsiteY3" fmla="*/ 58865 h 117729"/>
                <a:gd name="connsiteX4" fmla="*/ 114300 w 228600"/>
                <a:gd name="connsiteY4" fmla="*/ 9525 h 117729"/>
                <a:gd name="connsiteX5" fmla="*/ 114300 w 228600"/>
                <a:gd name="connsiteY5" fmla="*/ 0 h 117729"/>
                <a:gd name="connsiteX6" fmla="*/ 0 w 228600"/>
                <a:gd name="connsiteY6" fmla="*/ 58865 h 117729"/>
                <a:gd name="connsiteX7" fmla="*/ 114300 w 228600"/>
                <a:gd name="connsiteY7" fmla="*/ 117729 h 117729"/>
                <a:gd name="connsiteX8" fmla="*/ 228600 w 228600"/>
                <a:gd name="connsiteY8" fmla="*/ 58865 h 117729"/>
                <a:gd name="connsiteX9" fmla="*/ 114300 w 228600"/>
                <a:gd name="connsiteY9" fmla="*/ 0 h 117729"/>
                <a:gd name="connsiteX10" fmla="*/ 114300 w 228600"/>
                <a:gd name="connsiteY10" fmla="*/ 0 h 117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8600" h="117729">
                  <a:moveTo>
                    <a:pt x="114300" y="9525"/>
                  </a:moveTo>
                  <a:cubicBezTo>
                    <a:pt x="176975" y="9525"/>
                    <a:pt x="219075" y="35052"/>
                    <a:pt x="219075" y="58865"/>
                  </a:cubicBezTo>
                  <a:cubicBezTo>
                    <a:pt x="219075" y="82677"/>
                    <a:pt x="176975" y="108204"/>
                    <a:pt x="114300" y="108204"/>
                  </a:cubicBezTo>
                  <a:cubicBezTo>
                    <a:pt x="51626" y="108204"/>
                    <a:pt x="9525" y="82677"/>
                    <a:pt x="9525" y="58865"/>
                  </a:cubicBezTo>
                  <a:cubicBezTo>
                    <a:pt x="9525" y="35052"/>
                    <a:pt x="51626" y="9525"/>
                    <a:pt x="114300" y="9525"/>
                  </a:cubicBezTo>
                  <a:moveTo>
                    <a:pt x="114300" y="0"/>
                  </a:moveTo>
                  <a:cubicBezTo>
                    <a:pt x="51149" y="0"/>
                    <a:pt x="0" y="26384"/>
                    <a:pt x="0" y="58865"/>
                  </a:cubicBezTo>
                  <a:cubicBezTo>
                    <a:pt x="0" y="91345"/>
                    <a:pt x="51149" y="117729"/>
                    <a:pt x="114300" y="117729"/>
                  </a:cubicBezTo>
                  <a:cubicBezTo>
                    <a:pt x="177451" y="117729"/>
                    <a:pt x="228600" y="91345"/>
                    <a:pt x="228600" y="58865"/>
                  </a:cubicBezTo>
                  <a:cubicBezTo>
                    <a:pt x="228600" y="26384"/>
                    <a:pt x="177451" y="0"/>
                    <a:pt x="114300" y="0"/>
                  </a:cubicBezTo>
                  <a:lnTo>
                    <a:pt x="114300" y="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37" name="Freeform: Shape 736">
              <a:extLst>
                <a:ext uri="{FF2B5EF4-FFF2-40B4-BE49-F238E27FC236}">
                  <a16:creationId xmlns:a16="http://schemas.microsoft.com/office/drawing/2014/main" id="{461D5931-71E7-4941-A85C-7D9C66CB75DF}"/>
                </a:ext>
              </a:extLst>
            </p:cNvPr>
            <p:cNvSpPr/>
            <p:nvPr/>
          </p:nvSpPr>
          <p:spPr>
            <a:xfrm>
              <a:off x="7017479" y="2153507"/>
              <a:ext cx="228123" cy="127349"/>
            </a:xfrm>
            <a:custGeom>
              <a:avLst/>
              <a:gdLst>
                <a:gd name="connsiteX0" fmla="*/ 112300 w 228123"/>
                <a:gd name="connsiteY0" fmla="*/ 127349 h 127349"/>
                <a:gd name="connsiteX1" fmla="*/ 0 w 228123"/>
                <a:gd name="connsiteY1" fmla="*/ 63722 h 127349"/>
                <a:gd name="connsiteX2" fmla="*/ 0 w 228123"/>
                <a:gd name="connsiteY2" fmla="*/ 44482 h 127349"/>
                <a:gd name="connsiteX3" fmla="*/ 9525 w 228123"/>
                <a:gd name="connsiteY3" fmla="*/ 44482 h 127349"/>
                <a:gd name="connsiteX4" fmla="*/ 9525 w 228123"/>
                <a:gd name="connsiteY4" fmla="*/ 63722 h 127349"/>
                <a:gd name="connsiteX5" fmla="*/ 112300 w 228123"/>
                <a:gd name="connsiteY5" fmla="*/ 117824 h 127349"/>
                <a:gd name="connsiteX6" fmla="*/ 218218 w 228123"/>
                <a:gd name="connsiteY6" fmla="*/ 63722 h 127349"/>
                <a:gd name="connsiteX7" fmla="*/ 218599 w 228123"/>
                <a:gd name="connsiteY7" fmla="*/ 0 h 127349"/>
                <a:gd name="connsiteX8" fmla="*/ 228124 w 228123"/>
                <a:gd name="connsiteY8" fmla="*/ 95 h 127349"/>
                <a:gd name="connsiteX9" fmla="*/ 227743 w 228123"/>
                <a:gd name="connsiteY9" fmla="*/ 63722 h 127349"/>
                <a:gd name="connsiteX10" fmla="*/ 112300 w 228123"/>
                <a:gd name="connsiteY10" fmla="*/ 127349 h 127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8123" h="127349">
                  <a:moveTo>
                    <a:pt x="112300" y="127349"/>
                  </a:moveTo>
                  <a:cubicBezTo>
                    <a:pt x="49339" y="127349"/>
                    <a:pt x="0" y="99441"/>
                    <a:pt x="0" y="63722"/>
                  </a:cubicBezTo>
                  <a:lnTo>
                    <a:pt x="0" y="44482"/>
                  </a:lnTo>
                  <a:lnTo>
                    <a:pt x="9525" y="44482"/>
                  </a:lnTo>
                  <a:lnTo>
                    <a:pt x="9525" y="63722"/>
                  </a:lnTo>
                  <a:cubicBezTo>
                    <a:pt x="9525" y="93536"/>
                    <a:pt x="55626" y="117824"/>
                    <a:pt x="112300" y="117824"/>
                  </a:cubicBezTo>
                  <a:cubicBezTo>
                    <a:pt x="169736" y="117824"/>
                    <a:pt x="218218" y="93059"/>
                    <a:pt x="218218" y="63722"/>
                  </a:cubicBezTo>
                  <a:cubicBezTo>
                    <a:pt x="218218" y="31147"/>
                    <a:pt x="218599" y="0"/>
                    <a:pt x="218599" y="0"/>
                  </a:cubicBezTo>
                  <a:lnTo>
                    <a:pt x="228124" y="95"/>
                  </a:lnTo>
                  <a:cubicBezTo>
                    <a:pt x="228124" y="95"/>
                    <a:pt x="227743" y="31242"/>
                    <a:pt x="227743" y="63722"/>
                  </a:cubicBezTo>
                  <a:cubicBezTo>
                    <a:pt x="227743" y="99346"/>
                    <a:pt x="177070" y="127349"/>
                    <a:pt x="112300" y="127349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738" name="Freeform: Shape 737">
            <a:extLst>
              <a:ext uri="{FF2B5EF4-FFF2-40B4-BE49-F238E27FC236}">
                <a16:creationId xmlns:a16="http://schemas.microsoft.com/office/drawing/2014/main" id="{4FFE6CB3-C571-423D-AD33-635A097F56F1}"/>
              </a:ext>
            </a:extLst>
          </p:cNvPr>
          <p:cNvSpPr/>
          <p:nvPr/>
        </p:nvSpPr>
        <p:spPr>
          <a:xfrm>
            <a:off x="485001" y="1549526"/>
            <a:ext cx="285779" cy="162782"/>
          </a:xfrm>
          <a:custGeom>
            <a:avLst/>
            <a:gdLst>
              <a:gd name="connsiteX0" fmla="*/ 184511 w 285779"/>
              <a:gd name="connsiteY0" fmla="*/ 9525 h 162782"/>
              <a:gd name="connsiteX1" fmla="*/ 185844 w 285779"/>
              <a:gd name="connsiteY1" fmla="*/ 9525 h 162782"/>
              <a:gd name="connsiteX2" fmla="*/ 236708 w 285779"/>
              <a:gd name="connsiteY2" fmla="*/ 61817 h 162782"/>
              <a:gd name="connsiteX3" fmla="*/ 237470 w 285779"/>
              <a:gd name="connsiteY3" fmla="*/ 69723 h 162782"/>
              <a:gd name="connsiteX4" fmla="*/ 245375 w 285779"/>
              <a:gd name="connsiteY4" fmla="*/ 70485 h 162782"/>
              <a:gd name="connsiteX5" fmla="*/ 276332 w 285779"/>
              <a:gd name="connsiteY5" fmla="*/ 112395 h 162782"/>
              <a:gd name="connsiteX6" fmla="*/ 242232 w 285779"/>
              <a:gd name="connsiteY6" fmla="*/ 152686 h 162782"/>
              <a:gd name="connsiteX7" fmla="*/ 241470 w 285779"/>
              <a:gd name="connsiteY7" fmla="*/ 152686 h 162782"/>
              <a:gd name="connsiteX8" fmla="*/ 236422 w 285779"/>
              <a:gd name="connsiteY8" fmla="*/ 152686 h 162782"/>
              <a:gd name="connsiteX9" fmla="*/ 142982 w 285779"/>
              <a:gd name="connsiteY9" fmla="*/ 152972 h 162782"/>
              <a:gd name="connsiteX10" fmla="*/ 48779 w 285779"/>
              <a:gd name="connsiteY10" fmla="*/ 153257 h 162782"/>
              <a:gd name="connsiteX11" fmla="*/ 44112 w 285779"/>
              <a:gd name="connsiteY11" fmla="*/ 153257 h 162782"/>
              <a:gd name="connsiteX12" fmla="*/ 9632 w 285779"/>
              <a:gd name="connsiteY12" fmla="*/ 118110 h 162782"/>
              <a:gd name="connsiteX13" fmla="*/ 42017 w 285779"/>
              <a:gd name="connsiteY13" fmla="*/ 86487 h 162782"/>
              <a:gd name="connsiteX14" fmla="*/ 42874 w 285779"/>
              <a:gd name="connsiteY14" fmla="*/ 86487 h 162782"/>
              <a:gd name="connsiteX15" fmla="*/ 50875 w 285779"/>
              <a:gd name="connsiteY15" fmla="*/ 87630 h 162782"/>
              <a:gd name="connsiteX16" fmla="*/ 60590 w 285779"/>
              <a:gd name="connsiteY16" fmla="*/ 90297 h 162782"/>
              <a:gd name="connsiteX17" fmla="*/ 62686 w 285779"/>
              <a:gd name="connsiteY17" fmla="*/ 80391 h 162782"/>
              <a:gd name="connsiteX18" fmla="*/ 104786 w 285779"/>
              <a:gd name="connsiteY18" fmla="*/ 46101 h 162782"/>
              <a:gd name="connsiteX19" fmla="*/ 105834 w 285779"/>
              <a:gd name="connsiteY19" fmla="*/ 46101 h 162782"/>
              <a:gd name="connsiteX20" fmla="*/ 123265 w 285779"/>
              <a:gd name="connsiteY20" fmla="*/ 50292 h 162782"/>
              <a:gd name="connsiteX21" fmla="*/ 132504 w 285779"/>
              <a:gd name="connsiteY21" fmla="*/ 54578 h 162782"/>
              <a:gd name="connsiteX22" fmla="*/ 136219 w 285779"/>
              <a:gd name="connsiteY22" fmla="*/ 44958 h 162782"/>
              <a:gd name="connsiteX23" fmla="*/ 184511 w 285779"/>
              <a:gd name="connsiteY23" fmla="*/ 9525 h 162782"/>
              <a:gd name="connsiteX24" fmla="*/ 184511 w 285779"/>
              <a:gd name="connsiteY24" fmla="*/ 0 h 162782"/>
              <a:gd name="connsiteX25" fmla="*/ 127361 w 285779"/>
              <a:gd name="connsiteY25" fmla="*/ 41529 h 162782"/>
              <a:gd name="connsiteX26" fmla="*/ 106025 w 285779"/>
              <a:gd name="connsiteY26" fmla="*/ 36481 h 162782"/>
              <a:gd name="connsiteX27" fmla="*/ 104691 w 285779"/>
              <a:gd name="connsiteY27" fmla="*/ 36481 h 162782"/>
              <a:gd name="connsiteX28" fmla="*/ 53256 w 285779"/>
              <a:gd name="connsiteY28" fmla="*/ 78296 h 162782"/>
              <a:gd name="connsiteX29" fmla="*/ 42969 w 285779"/>
              <a:gd name="connsiteY29" fmla="*/ 76867 h 162782"/>
              <a:gd name="connsiteX30" fmla="*/ 41921 w 285779"/>
              <a:gd name="connsiteY30" fmla="*/ 76867 h 162782"/>
              <a:gd name="connsiteX31" fmla="*/ 11 w 285779"/>
              <a:gd name="connsiteY31" fmla="*/ 117824 h 162782"/>
              <a:gd name="connsiteX32" fmla="*/ 43731 w 285779"/>
              <a:gd name="connsiteY32" fmla="*/ 162782 h 162782"/>
              <a:gd name="connsiteX33" fmla="*/ 48684 w 285779"/>
              <a:gd name="connsiteY33" fmla="*/ 162782 h 162782"/>
              <a:gd name="connsiteX34" fmla="*/ 236327 w 285779"/>
              <a:gd name="connsiteY34" fmla="*/ 162211 h 162782"/>
              <a:gd name="connsiteX35" fmla="*/ 241184 w 285779"/>
              <a:gd name="connsiteY35" fmla="*/ 162211 h 162782"/>
              <a:gd name="connsiteX36" fmla="*/ 242137 w 285779"/>
              <a:gd name="connsiteY36" fmla="*/ 162211 h 162782"/>
              <a:gd name="connsiteX37" fmla="*/ 285761 w 285779"/>
              <a:gd name="connsiteY37" fmla="*/ 112681 h 162782"/>
              <a:gd name="connsiteX38" fmla="*/ 246137 w 285779"/>
              <a:gd name="connsiteY38" fmla="*/ 61150 h 162782"/>
              <a:gd name="connsiteX39" fmla="*/ 186035 w 285779"/>
              <a:gd name="connsiteY39" fmla="*/ 190 h 162782"/>
              <a:gd name="connsiteX40" fmla="*/ 184511 w 285779"/>
              <a:gd name="connsiteY40" fmla="*/ 0 h 162782"/>
              <a:gd name="connsiteX41" fmla="*/ 184511 w 285779"/>
              <a:gd name="connsiteY41" fmla="*/ 0 h 162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285779" h="162782">
                <a:moveTo>
                  <a:pt x="184511" y="9525"/>
                </a:moveTo>
                <a:lnTo>
                  <a:pt x="185844" y="9525"/>
                </a:lnTo>
                <a:cubicBezTo>
                  <a:pt x="212133" y="10192"/>
                  <a:pt x="234041" y="32671"/>
                  <a:pt x="236708" y="61817"/>
                </a:cubicBezTo>
                <a:lnTo>
                  <a:pt x="237470" y="69723"/>
                </a:lnTo>
                <a:lnTo>
                  <a:pt x="245375" y="70485"/>
                </a:lnTo>
                <a:cubicBezTo>
                  <a:pt x="263282" y="72200"/>
                  <a:pt x="276903" y="90583"/>
                  <a:pt x="276332" y="112395"/>
                </a:cubicBezTo>
                <a:cubicBezTo>
                  <a:pt x="275855" y="134588"/>
                  <a:pt x="260520" y="152686"/>
                  <a:pt x="242232" y="152686"/>
                </a:cubicBezTo>
                <a:lnTo>
                  <a:pt x="241470" y="152686"/>
                </a:lnTo>
                <a:cubicBezTo>
                  <a:pt x="240899" y="152686"/>
                  <a:pt x="239184" y="152686"/>
                  <a:pt x="236422" y="152686"/>
                </a:cubicBezTo>
                <a:cubicBezTo>
                  <a:pt x="222706" y="152686"/>
                  <a:pt x="182891" y="152781"/>
                  <a:pt x="142982" y="152972"/>
                </a:cubicBezTo>
                <a:cubicBezTo>
                  <a:pt x="102881" y="153067"/>
                  <a:pt x="62686" y="153257"/>
                  <a:pt x="48779" y="153257"/>
                </a:cubicBezTo>
                <a:cubicBezTo>
                  <a:pt x="46208" y="153257"/>
                  <a:pt x="44588" y="153257"/>
                  <a:pt x="44112" y="153257"/>
                </a:cubicBezTo>
                <a:cubicBezTo>
                  <a:pt x="26015" y="152781"/>
                  <a:pt x="9251" y="135636"/>
                  <a:pt x="9632" y="118110"/>
                </a:cubicBezTo>
                <a:cubicBezTo>
                  <a:pt x="10013" y="100679"/>
                  <a:pt x="24586" y="86487"/>
                  <a:pt x="42017" y="86487"/>
                </a:cubicBezTo>
                <a:lnTo>
                  <a:pt x="42874" y="86487"/>
                </a:lnTo>
                <a:cubicBezTo>
                  <a:pt x="45636" y="86582"/>
                  <a:pt x="48398" y="86963"/>
                  <a:pt x="50875" y="87630"/>
                </a:cubicBezTo>
                <a:lnTo>
                  <a:pt x="60590" y="90297"/>
                </a:lnTo>
                <a:lnTo>
                  <a:pt x="62686" y="80391"/>
                </a:lnTo>
                <a:cubicBezTo>
                  <a:pt x="66972" y="60484"/>
                  <a:pt x="84689" y="46101"/>
                  <a:pt x="104786" y="46101"/>
                </a:cubicBezTo>
                <a:lnTo>
                  <a:pt x="105834" y="46101"/>
                </a:lnTo>
                <a:cubicBezTo>
                  <a:pt x="112121" y="46292"/>
                  <a:pt x="117931" y="47625"/>
                  <a:pt x="123265" y="50292"/>
                </a:cubicBezTo>
                <a:lnTo>
                  <a:pt x="132504" y="54578"/>
                </a:lnTo>
                <a:lnTo>
                  <a:pt x="136219" y="44958"/>
                </a:lnTo>
                <a:cubicBezTo>
                  <a:pt x="144601" y="23432"/>
                  <a:pt x="163556" y="9525"/>
                  <a:pt x="184511" y="9525"/>
                </a:cubicBezTo>
                <a:moveTo>
                  <a:pt x="184511" y="0"/>
                </a:moveTo>
                <a:cubicBezTo>
                  <a:pt x="158984" y="0"/>
                  <a:pt x="136886" y="17050"/>
                  <a:pt x="127361" y="41529"/>
                </a:cubicBezTo>
                <a:cubicBezTo>
                  <a:pt x="120884" y="38386"/>
                  <a:pt x="113645" y="36671"/>
                  <a:pt x="106025" y="36481"/>
                </a:cubicBezTo>
                <a:cubicBezTo>
                  <a:pt x="105548" y="36481"/>
                  <a:pt x="105167" y="36481"/>
                  <a:pt x="104691" y="36481"/>
                </a:cubicBezTo>
                <a:cubicBezTo>
                  <a:pt x="79545" y="36481"/>
                  <a:pt x="58400" y="54293"/>
                  <a:pt x="53256" y="78296"/>
                </a:cubicBezTo>
                <a:cubicBezTo>
                  <a:pt x="50018" y="77343"/>
                  <a:pt x="46493" y="76867"/>
                  <a:pt x="42969" y="76867"/>
                </a:cubicBezTo>
                <a:cubicBezTo>
                  <a:pt x="42588" y="76867"/>
                  <a:pt x="42302" y="76867"/>
                  <a:pt x="41921" y="76867"/>
                </a:cubicBezTo>
                <a:cubicBezTo>
                  <a:pt x="19252" y="76867"/>
                  <a:pt x="583" y="94964"/>
                  <a:pt x="11" y="117824"/>
                </a:cubicBezTo>
                <a:cubicBezTo>
                  <a:pt x="-560" y="140970"/>
                  <a:pt x="20585" y="162116"/>
                  <a:pt x="43731" y="162782"/>
                </a:cubicBezTo>
                <a:cubicBezTo>
                  <a:pt x="44303" y="162782"/>
                  <a:pt x="46017" y="162782"/>
                  <a:pt x="48684" y="162782"/>
                </a:cubicBezTo>
                <a:cubicBezTo>
                  <a:pt x="76497" y="162782"/>
                  <a:pt x="208799" y="162211"/>
                  <a:pt x="236327" y="162211"/>
                </a:cubicBezTo>
                <a:cubicBezTo>
                  <a:pt x="238898" y="162211"/>
                  <a:pt x="240613" y="162211"/>
                  <a:pt x="241184" y="162211"/>
                </a:cubicBezTo>
                <a:cubicBezTo>
                  <a:pt x="241470" y="162211"/>
                  <a:pt x="241851" y="162211"/>
                  <a:pt x="242137" y="162211"/>
                </a:cubicBezTo>
                <a:cubicBezTo>
                  <a:pt x="265664" y="162211"/>
                  <a:pt x="285190" y="140113"/>
                  <a:pt x="285761" y="112681"/>
                </a:cubicBezTo>
                <a:cubicBezTo>
                  <a:pt x="286428" y="85630"/>
                  <a:pt x="268902" y="63246"/>
                  <a:pt x="246137" y="61150"/>
                </a:cubicBezTo>
                <a:cubicBezTo>
                  <a:pt x="243089" y="27527"/>
                  <a:pt x="217658" y="952"/>
                  <a:pt x="186035" y="190"/>
                </a:cubicBezTo>
                <a:cubicBezTo>
                  <a:pt x="185558" y="0"/>
                  <a:pt x="184987" y="0"/>
                  <a:pt x="184511" y="0"/>
                </a:cubicBezTo>
                <a:lnTo>
                  <a:pt x="184511" y="0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grpSp>
        <p:nvGrpSpPr>
          <p:cNvPr id="739" name="Graphic 728">
            <a:extLst>
              <a:ext uri="{FF2B5EF4-FFF2-40B4-BE49-F238E27FC236}">
                <a16:creationId xmlns:a16="http://schemas.microsoft.com/office/drawing/2014/main" id="{0A1EF1D9-EC27-4C69-9CAA-E6F382659976}"/>
              </a:ext>
            </a:extLst>
          </p:cNvPr>
          <p:cNvGrpSpPr/>
          <p:nvPr/>
        </p:nvGrpSpPr>
        <p:grpSpPr>
          <a:xfrm>
            <a:off x="1767520" y="1532000"/>
            <a:ext cx="228600" cy="228599"/>
            <a:chOff x="4660803" y="2075402"/>
            <a:chExt cx="228600" cy="228599"/>
          </a:xfrm>
          <a:solidFill>
            <a:srgbClr val="000000"/>
          </a:solidFill>
        </p:grpSpPr>
        <p:sp>
          <p:nvSpPr>
            <p:cNvPr id="740" name="Freeform: Shape 739">
              <a:extLst>
                <a:ext uri="{FF2B5EF4-FFF2-40B4-BE49-F238E27FC236}">
                  <a16:creationId xmlns:a16="http://schemas.microsoft.com/office/drawing/2014/main" id="{665F5F9F-B175-4D58-8DD3-21B81DB11326}"/>
                </a:ext>
              </a:extLst>
            </p:cNvPr>
            <p:cNvSpPr/>
            <p:nvPr/>
          </p:nvSpPr>
          <p:spPr>
            <a:xfrm>
              <a:off x="4682996" y="2099214"/>
              <a:ext cx="83439" cy="83438"/>
            </a:xfrm>
            <a:custGeom>
              <a:avLst/>
              <a:gdLst>
                <a:gd name="connsiteX0" fmla="*/ 0 w 83439"/>
                <a:gd name="connsiteY0" fmla="*/ 83439 h 83438"/>
                <a:gd name="connsiteX1" fmla="*/ 83439 w 83439"/>
                <a:gd name="connsiteY1" fmla="*/ 83439 h 83438"/>
                <a:gd name="connsiteX2" fmla="*/ 83439 w 83439"/>
                <a:gd name="connsiteY2" fmla="*/ 0 h 83438"/>
                <a:gd name="connsiteX3" fmla="*/ 0 w 83439"/>
                <a:gd name="connsiteY3" fmla="*/ 0 h 83438"/>
                <a:gd name="connsiteX4" fmla="*/ 0 w 83439"/>
                <a:gd name="connsiteY4" fmla="*/ 83439 h 83438"/>
                <a:gd name="connsiteX5" fmla="*/ 9525 w 83439"/>
                <a:gd name="connsiteY5" fmla="*/ 9525 h 83438"/>
                <a:gd name="connsiteX6" fmla="*/ 73914 w 83439"/>
                <a:gd name="connsiteY6" fmla="*/ 9525 h 83438"/>
                <a:gd name="connsiteX7" fmla="*/ 73914 w 83439"/>
                <a:gd name="connsiteY7" fmla="*/ 73914 h 83438"/>
                <a:gd name="connsiteX8" fmla="*/ 9525 w 83439"/>
                <a:gd name="connsiteY8" fmla="*/ 73914 h 83438"/>
                <a:gd name="connsiteX9" fmla="*/ 9525 w 83439"/>
                <a:gd name="connsiteY9" fmla="*/ 9525 h 8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3439" h="83438">
                  <a:moveTo>
                    <a:pt x="0" y="83439"/>
                  </a:moveTo>
                  <a:lnTo>
                    <a:pt x="83439" y="83439"/>
                  </a:lnTo>
                  <a:lnTo>
                    <a:pt x="83439" y="0"/>
                  </a:lnTo>
                  <a:lnTo>
                    <a:pt x="0" y="0"/>
                  </a:lnTo>
                  <a:lnTo>
                    <a:pt x="0" y="83439"/>
                  </a:lnTo>
                  <a:close/>
                  <a:moveTo>
                    <a:pt x="9525" y="9525"/>
                  </a:moveTo>
                  <a:lnTo>
                    <a:pt x="73914" y="9525"/>
                  </a:lnTo>
                  <a:lnTo>
                    <a:pt x="73914" y="73914"/>
                  </a:lnTo>
                  <a:lnTo>
                    <a:pt x="9525" y="73914"/>
                  </a:lnTo>
                  <a:lnTo>
                    <a:pt x="9525" y="9525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41" name="Freeform: Shape 740">
              <a:extLst>
                <a:ext uri="{FF2B5EF4-FFF2-40B4-BE49-F238E27FC236}">
                  <a16:creationId xmlns:a16="http://schemas.microsoft.com/office/drawing/2014/main" id="{2FF7E118-F3F4-4493-BD1D-740418E58682}"/>
                </a:ext>
              </a:extLst>
            </p:cNvPr>
            <p:cNvSpPr/>
            <p:nvPr/>
          </p:nvSpPr>
          <p:spPr>
            <a:xfrm>
              <a:off x="4783771" y="2099214"/>
              <a:ext cx="83439" cy="83438"/>
            </a:xfrm>
            <a:custGeom>
              <a:avLst/>
              <a:gdLst>
                <a:gd name="connsiteX0" fmla="*/ 83439 w 83439"/>
                <a:gd name="connsiteY0" fmla="*/ 0 h 83438"/>
                <a:gd name="connsiteX1" fmla="*/ 0 w 83439"/>
                <a:gd name="connsiteY1" fmla="*/ 0 h 83438"/>
                <a:gd name="connsiteX2" fmla="*/ 0 w 83439"/>
                <a:gd name="connsiteY2" fmla="*/ 83439 h 83438"/>
                <a:gd name="connsiteX3" fmla="*/ 83439 w 83439"/>
                <a:gd name="connsiteY3" fmla="*/ 83439 h 83438"/>
                <a:gd name="connsiteX4" fmla="*/ 83439 w 83439"/>
                <a:gd name="connsiteY4" fmla="*/ 0 h 83438"/>
                <a:gd name="connsiteX5" fmla="*/ 73914 w 83439"/>
                <a:gd name="connsiteY5" fmla="*/ 73914 h 83438"/>
                <a:gd name="connsiteX6" fmla="*/ 9525 w 83439"/>
                <a:gd name="connsiteY6" fmla="*/ 73914 h 83438"/>
                <a:gd name="connsiteX7" fmla="*/ 9525 w 83439"/>
                <a:gd name="connsiteY7" fmla="*/ 9525 h 83438"/>
                <a:gd name="connsiteX8" fmla="*/ 73914 w 83439"/>
                <a:gd name="connsiteY8" fmla="*/ 9525 h 83438"/>
                <a:gd name="connsiteX9" fmla="*/ 73914 w 83439"/>
                <a:gd name="connsiteY9" fmla="*/ 73914 h 8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3439" h="83438">
                  <a:moveTo>
                    <a:pt x="83439" y="0"/>
                  </a:moveTo>
                  <a:lnTo>
                    <a:pt x="0" y="0"/>
                  </a:lnTo>
                  <a:lnTo>
                    <a:pt x="0" y="83439"/>
                  </a:lnTo>
                  <a:lnTo>
                    <a:pt x="83439" y="83439"/>
                  </a:lnTo>
                  <a:lnTo>
                    <a:pt x="83439" y="0"/>
                  </a:lnTo>
                  <a:close/>
                  <a:moveTo>
                    <a:pt x="73914" y="73914"/>
                  </a:moveTo>
                  <a:lnTo>
                    <a:pt x="9525" y="73914"/>
                  </a:lnTo>
                  <a:lnTo>
                    <a:pt x="9525" y="9525"/>
                  </a:lnTo>
                  <a:lnTo>
                    <a:pt x="73914" y="9525"/>
                  </a:lnTo>
                  <a:lnTo>
                    <a:pt x="73914" y="73914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42" name="Freeform: Shape 741">
              <a:extLst>
                <a:ext uri="{FF2B5EF4-FFF2-40B4-BE49-F238E27FC236}">
                  <a16:creationId xmlns:a16="http://schemas.microsoft.com/office/drawing/2014/main" id="{5873D17B-6A2C-4F02-B875-4E70869FB0AA}"/>
                </a:ext>
              </a:extLst>
            </p:cNvPr>
            <p:cNvSpPr/>
            <p:nvPr/>
          </p:nvSpPr>
          <p:spPr>
            <a:xfrm>
              <a:off x="4682996" y="2201513"/>
              <a:ext cx="83439" cy="83439"/>
            </a:xfrm>
            <a:custGeom>
              <a:avLst/>
              <a:gdLst>
                <a:gd name="connsiteX0" fmla="*/ 0 w 83439"/>
                <a:gd name="connsiteY0" fmla="*/ 83439 h 83439"/>
                <a:gd name="connsiteX1" fmla="*/ 83439 w 83439"/>
                <a:gd name="connsiteY1" fmla="*/ 83439 h 83439"/>
                <a:gd name="connsiteX2" fmla="*/ 83439 w 83439"/>
                <a:gd name="connsiteY2" fmla="*/ 0 h 83439"/>
                <a:gd name="connsiteX3" fmla="*/ 0 w 83439"/>
                <a:gd name="connsiteY3" fmla="*/ 0 h 83439"/>
                <a:gd name="connsiteX4" fmla="*/ 0 w 83439"/>
                <a:gd name="connsiteY4" fmla="*/ 83439 h 83439"/>
                <a:gd name="connsiteX5" fmla="*/ 9525 w 83439"/>
                <a:gd name="connsiteY5" fmla="*/ 9620 h 83439"/>
                <a:gd name="connsiteX6" fmla="*/ 73914 w 83439"/>
                <a:gd name="connsiteY6" fmla="*/ 9620 h 83439"/>
                <a:gd name="connsiteX7" fmla="*/ 73914 w 83439"/>
                <a:gd name="connsiteY7" fmla="*/ 74009 h 83439"/>
                <a:gd name="connsiteX8" fmla="*/ 9525 w 83439"/>
                <a:gd name="connsiteY8" fmla="*/ 74009 h 83439"/>
                <a:gd name="connsiteX9" fmla="*/ 9525 w 83439"/>
                <a:gd name="connsiteY9" fmla="*/ 9620 h 83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3439" h="83439">
                  <a:moveTo>
                    <a:pt x="0" y="83439"/>
                  </a:moveTo>
                  <a:lnTo>
                    <a:pt x="83439" y="83439"/>
                  </a:lnTo>
                  <a:lnTo>
                    <a:pt x="83439" y="0"/>
                  </a:lnTo>
                  <a:lnTo>
                    <a:pt x="0" y="0"/>
                  </a:lnTo>
                  <a:lnTo>
                    <a:pt x="0" y="83439"/>
                  </a:lnTo>
                  <a:close/>
                  <a:moveTo>
                    <a:pt x="9525" y="9620"/>
                  </a:moveTo>
                  <a:lnTo>
                    <a:pt x="73914" y="9620"/>
                  </a:lnTo>
                  <a:lnTo>
                    <a:pt x="73914" y="74009"/>
                  </a:lnTo>
                  <a:lnTo>
                    <a:pt x="9525" y="74009"/>
                  </a:lnTo>
                  <a:lnTo>
                    <a:pt x="9525" y="962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43" name="Freeform: Shape 742">
              <a:extLst>
                <a:ext uri="{FF2B5EF4-FFF2-40B4-BE49-F238E27FC236}">
                  <a16:creationId xmlns:a16="http://schemas.microsoft.com/office/drawing/2014/main" id="{188550AD-B79C-46E7-B15A-E331C7F43623}"/>
                </a:ext>
              </a:extLst>
            </p:cNvPr>
            <p:cNvSpPr/>
            <p:nvPr/>
          </p:nvSpPr>
          <p:spPr>
            <a:xfrm>
              <a:off x="4783771" y="2201608"/>
              <a:ext cx="83439" cy="83439"/>
            </a:xfrm>
            <a:custGeom>
              <a:avLst/>
              <a:gdLst>
                <a:gd name="connsiteX0" fmla="*/ 83439 w 83439"/>
                <a:gd name="connsiteY0" fmla="*/ 0 h 83439"/>
                <a:gd name="connsiteX1" fmla="*/ 0 w 83439"/>
                <a:gd name="connsiteY1" fmla="*/ 0 h 83439"/>
                <a:gd name="connsiteX2" fmla="*/ 0 w 83439"/>
                <a:gd name="connsiteY2" fmla="*/ 83439 h 83439"/>
                <a:gd name="connsiteX3" fmla="*/ 83439 w 83439"/>
                <a:gd name="connsiteY3" fmla="*/ 83439 h 83439"/>
                <a:gd name="connsiteX4" fmla="*/ 83439 w 83439"/>
                <a:gd name="connsiteY4" fmla="*/ 0 h 83439"/>
                <a:gd name="connsiteX5" fmla="*/ 73914 w 83439"/>
                <a:gd name="connsiteY5" fmla="*/ 73819 h 83439"/>
                <a:gd name="connsiteX6" fmla="*/ 9525 w 83439"/>
                <a:gd name="connsiteY6" fmla="*/ 73819 h 83439"/>
                <a:gd name="connsiteX7" fmla="*/ 9525 w 83439"/>
                <a:gd name="connsiteY7" fmla="*/ 9430 h 83439"/>
                <a:gd name="connsiteX8" fmla="*/ 73914 w 83439"/>
                <a:gd name="connsiteY8" fmla="*/ 9430 h 83439"/>
                <a:gd name="connsiteX9" fmla="*/ 73914 w 83439"/>
                <a:gd name="connsiteY9" fmla="*/ 73819 h 83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3439" h="83439">
                  <a:moveTo>
                    <a:pt x="83439" y="0"/>
                  </a:moveTo>
                  <a:lnTo>
                    <a:pt x="0" y="0"/>
                  </a:lnTo>
                  <a:lnTo>
                    <a:pt x="0" y="83439"/>
                  </a:lnTo>
                  <a:lnTo>
                    <a:pt x="83439" y="83439"/>
                  </a:lnTo>
                  <a:lnTo>
                    <a:pt x="83439" y="0"/>
                  </a:lnTo>
                  <a:close/>
                  <a:moveTo>
                    <a:pt x="73914" y="73819"/>
                  </a:moveTo>
                  <a:lnTo>
                    <a:pt x="9525" y="73819"/>
                  </a:lnTo>
                  <a:lnTo>
                    <a:pt x="9525" y="9430"/>
                  </a:lnTo>
                  <a:lnTo>
                    <a:pt x="73914" y="9430"/>
                  </a:lnTo>
                  <a:lnTo>
                    <a:pt x="73914" y="73819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44" name="Freeform: Shape 743">
              <a:extLst>
                <a:ext uri="{FF2B5EF4-FFF2-40B4-BE49-F238E27FC236}">
                  <a16:creationId xmlns:a16="http://schemas.microsoft.com/office/drawing/2014/main" id="{2B547C13-7494-4B38-B927-4E9336D34072}"/>
                </a:ext>
              </a:extLst>
            </p:cNvPr>
            <p:cNvSpPr/>
            <p:nvPr/>
          </p:nvSpPr>
          <p:spPr>
            <a:xfrm>
              <a:off x="4660803" y="2075402"/>
              <a:ext cx="57626" cy="228599"/>
            </a:xfrm>
            <a:custGeom>
              <a:avLst/>
              <a:gdLst>
                <a:gd name="connsiteX0" fmla="*/ 9525 w 57626"/>
                <a:gd name="connsiteY0" fmla="*/ 9620 h 228599"/>
                <a:gd name="connsiteX1" fmla="*/ 57626 w 57626"/>
                <a:gd name="connsiteY1" fmla="*/ 9620 h 228599"/>
                <a:gd name="connsiteX2" fmla="*/ 57626 w 57626"/>
                <a:gd name="connsiteY2" fmla="*/ 0 h 228599"/>
                <a:gd name="connsiteX3" fmla="*/ 0 w 57626"/>
                <a:gd name="connsiteY3" fmla="*/ 0 h 228599"/>
                <a:gd name="connsiteX4" fmla="*/ 0 w 57626"/>
                <a:gd name="connsiteY4" fmla="*/ 228410 h 228599"/>
                <a:gd name="connsiteX5" fmla="*/ 57626 w 57626"/>
                <a:gd name="connsiteY5" fmla="*/ 228600 h 228599"/>
                <a:gd name="connsiteX6" fmla="*/ 57626 w 57626"/>
                <a:gd name="connsiteY6" fmla="*/ 218789 h 228599"/>
                <a:gd name="connsiteX7" fmla="*/ 9525 w 57626"/>
                <a:gd name="connsiteY7" fmla="*/ 218789 h 228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7626" h="228599">
                  <a:moveTo>
                    <a:pt x="9525" y="9620"/>
                  </a:moveTo>
                  <a:lnTo>
                    <a:pt x="57626" y="9620"/>
                  </a:lnTo>
                  <a:lnTo>
                    <a:pt x="57626" y="0"/>
                  </a:lnTo>
                  <a:lnTo>
                    <a:pt x="0" y="0"/>
                  </a:lnTo>
                  <a:lnTo>
                    <a:pt x="0" y="228410"/>
                  </a:lnTo>
                  <a:lnTo>
                    <a:pt x="57626" y="228600"/>
                  </a:lnTo>
                  <a:lnTo>
                    <a:pt x="57626" y="218789"/>
                  </a:lnTo>
                  <a:lnTo>
                    <a:pt x="9525" y="218789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45" name="Freeform: Shape 744">
              <a:extLst>
                <a:ext uri="{FF2B5EF4-FFF2-40B4-BE49-F238E27FC236}">
                  <a16:creationId xmlns:a16="http://schemas.microsoft.com/office/drawing/2014/main" id="{7F5D221E-F9F1-465B-BAEE-E1CFEE3EDEF7}"/>
                </a:ext>
              </a:extLst>
            </p:cNvPr>
            <p:cNvSpPr/>
            <p:nvPr/>
          </p:nvSpPr>
          <p:spPr>
            <a:xfrm>
              <a:off x="4831777" y="2075402"/>
              <a:ext cx="57626" cy="228599"/>
            </a:xfrm>
            <a:custGeom>
              <a:avLst/>
              <a:gdLst>
                <a:gd name="connsiteX0" fmla="*/ 0 w 57626"/>
                <a:gd name="connsiteY0" fmla="*/ 0 h 228599"/>
                <a:gd name="connsiteX1" fmla="*/ 0 w 57626"/>
                <a:gd name="connsiteY1" fmla="*/ 9620 h 228599"/>
                <a:gd name="connsiteX2" fmla="*/ 48006 w 57626"/>
                <a:gd name="connsiteY2" fmla="*/ 9620 h 228599"/>
                <a:gd name="connsiteX3" fmla="*/ 48006 w 57626"/>
                <a:gd name="connsiteY3" fmla="*/ 218789 h 228599"/>
                <a:gd name="connsiteX4" fmla="*/ 0 w 57626"/>
                <a:gd name="connsiteY4" fmla="*/ 218789 h 228599"/>
                <a:gd name="connsiteX5" fmla="*/ 0 w 57626"/>
                <a:gd name="connsiteY5" fmla="*/ 228600 h 228599"/>
                <a:gd name="connsiteX6" fmla="*/ 57626 w 57626"/>
                <a:gd name="connsiteY6" fmla="*/ 228410 h 228599"/>
                <a:gd name="connsiteX7" fmla="*/ 57626 w 57626"/>
                <a:gd name="connsiteY7" fmla="*/ 0 h 228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7626" h="228599">
                  <a:moveTo>
                    <a:pt x="0" y="0"/>
                  </a:moveTo>
                  <a:lnTo>
                    <a:pt x="0" y="9620"/>
                  </a:lnTo>
                  <a:lnTo>
                    <a:pt x="48006" y="9620"/>
                  </a:lnTo>
                  <a:lnTo>
                    <a:pt x="48006" y="218789"/>
                  </a:lnTo>
                  <a:lnTo>
                    <a:pt x="0" y="218789"/>
                  </a:lnTo>
                  <a:lnTo>
                    <a:pt x="0" y="228600"/>
                  </a:lnTo>
                  <a:lnTo>
                    <a:pt x="57626" y="228410"/>
                  </a:lnTo>
                  <a:lnTo>
                    <a:pt x="57626" y="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746" name="Freeform: Shape 745">
            <a:extLst>
              <a:ext uri="{FF2B5EF4-FFF2-40B4-BE49-F238E27FC236}">
                <a16:creationId xmlns:a16="http://schemas.microsoft.com/office/drawing/2014/main" id="{8689260F-F2D9-4EAB-940D-6C052BF498D6}"/>
              </a:ext>
            </a:extLst>
          </p:cNvPr>
          <p:cNvSpPr/>
          <p:nvPr/>
        </p:nvSpPr>
        <p:spPr>
          <a:xfrm>
            <a:off x="4406135" y="1526951"/>
            <a:ext cx="238125" cy="238125"/>
          </a:xfrm>
          <a:custGeom>
            <a:avLst/>
            <a:gdLst>
              <a:gd name="connsiteX0" fmla="*/ 119063 w 238125"/>
              <a:gd name="connsiteY0" fmla="*/ 0 h 238125"/>
              <a:gd name="connsiteX1" fmla="*/ 0 w 238125"/>
              <a:gd name="connsiteY1" fmla="*/ 119063 h 238125"/>
              <a:gd name="connsiteX2" fmla="*/ 119063 w 238125"/>
              <a:gd name="connsiteY2" fmla="*/ 238125 h 238125"/>
              <a:gd name="connsiteX3" fmla="*/ 238125 w 238125"/>
              <a:gd name="connsiteY3" fmla="*/ 119063 h 238125"/>
              <a:gd name="connsiteX4" fmla="*/ 119063 w 238125"/>
              <a:gd name="connsiteY4" fmla="*/ 0 h 238125"/>
              <a:gd name="connsiteX5" fmla="*/ 119063 w 238125"/>
              <a:gd name="connsiteY5" fmla="*/ 228600 h 238125"/>
              <a:gd name="connsiteX6" fmla="*/ 9525 w 238125"/>
              <a:gd name="connsiteY6" fmla="*/ 119063 h 238125"/>
              <a:gd name="connsiteX7" fmla="*/ 119063 w 238125"/>
              <a:gd name="connsiteY7" fmla="*/ 9525 h 238125"/>
              <a:gd name="connsiteX8" fmla="*/ 228600 w 238125"/>
              <a:gd name="connsiteY8" fmla="*/ 119063 h 238125"/>
              <a:gd name="connsiteX9" fmla="*/ 119063 w 238125"/>
              <a:gd name="connsiteY9" fmla="*/ 228600 h 238125"/>
              <a:gd name="connsiteX10" fmla="*/ 73533 w 238125"/>
              <a:gd name="connsiteY10" fmla="*/ 114014 h 238125"/>
              <a:gd name="connsiteX11" fmla="*/ 27813 w 238125"/>
              <a:gd name="connsiteY11" fmla="*/ 114014 h 238125"/>
              <a:gd name="connsiteX12" fmla="*/ 27813 w 238125"/>
              <a:gd name="connsiteY12" fmla="*/ 123444 h 238125"/>
              <a:gd name="connsiteX13" fmla="*/ 73533 w 238125"/>
              <a:gd name="connsiteY13" fmla="*/ 123444 h 238125"/>
              <a:gd name="connsiteX14" fmla="*/ 73533 w 238125"/>
              <a:gd name="connsiteY14" fmla="*/ 131445 h 238125"/>
              <a:gd name="connsiteX15" fmla="*/ 100679 w 238125"/>
              <a:gd name="connsiteY15" fmla="*/ 118777 h 238125"/>
              <a:gd name="connsiteX16" fmla="*/ 73533 w 238125"/>
              <a:gd name="connsiteY16" fmla="*/ 106109 h 238125"/>
              <a:gd name="connsiteX17" fmla="*/ 73533 w 238125"/>
              <a:gd name="connsiteY17" fmla="*/ 114014 h 238125"/>
              <a:gd name="connsiteX18" fmla="*/ 164878 w 238125"/>
              <a:gd name="connsiteY18" fmla="*/ 114014 h 238125"/>
              <a:gd name="connsiteX19" fmla="*/ 164878 w 238125"/>
              <a:gd name="connsiteY19" fmla="*/ 106013 h 238125"/>
              <a:gd name="connsiteX20" fmla="*/ 137731 w 238125"/>
              <a:gd name="connsiteY20" fmla="*/ 118682 h 238125"/>
              <a:gd name="connsiteX21" fmla="*/ 164878 w 238125"/>
              <a:gd name="connsiteY21" fmla="*/ 131350 h 238125"/>
              <a:gd name="connsiteX22" fmla="*/ 164878 w 238125"/>
              <a:gd name="connsiteY22" fmla="*/ 123349 h 238125"/>
              <a:gd name="connsiteX23" fmla="*/ 210598 w 238125"/>
              <a:gd name="connsiteY23" fmla="*/ 123349 h 238125"/>
              <a:gd name="connsiteX24" fmla="*/ 210598 w 238125"/>
              <a:gd name="connsiteY24" fmla="*/ 113919 h 238125"/>
              <a:gd name="connsiteX25" fmla="*/ 164878 w 238125"/>
              <a:gd name="connsiteY25" fmla="*/ 113919 h 238125"/>
              <a:gd name="connsiteX26" fmla="*/ 123730 w 238125"/>
              <a:gd name="connsiteY26" fmla="*/ 135922 h 238125"/>
              <a:gd name="connsiteX27" fmla="*/ 114300 w 238125"/>
              <a:gd name="connsiteY27" fmla="*/ 135922 h 238125"/>
              <a:gd name="connsiteX28" fmla="*/ 114300 w 238125"/>
              <a:gd name="connsiteY28" fmla="*/ 181642 h 238125"/>
              <a:gd name="connsiteX29" fmla="*/ 106299 w 238125"/>
              <a:gd name="connsiteY29" fmla="*/ 181642 h 238125"/>
              <a:gd name="connsiteX30" fmla="*/ 118967 w 238125"/>
              <a:gd name="connsiteY30" fmla="*/ 208788 h 238125"/>
              <a:gd name="connsiteX31" fmla="*/ 131635 w 238125"/>
              <a:gd name="connsiteY31" fmla="*/ 181642 h 238125"/>
              <a:gd name="connsiteX32" fmla="*/ 123634 w 238125"/>
              <a:gd name="connsiteY32" fmla="*/ 181642 h 238125"/>
              <a:gd name="connsiteX33" fmla="*/ 123634 w 238125"/>
              <a:gd name="connsiteY33" fmla="*/ 135922 h 238125"/>
              <a:gd name="connsiteX34" fmla="*/ 106299 w 238125"/>
              <a:gd name="connsiteY34" fmla="*/ 56864 h 238125"/>
              <a:gd name="connsiteX35" fmla="*/ 114300 w 238125"/>
              <a:gd name="connsiteY35" fmla="*/ 56864 h 238125"/>
              <a:gd name="connsiteX36" fmla="*/ 114300 w 238125"/>
              <a:gd name="connsiteY36" fmla="*/ 102584 h 238125"/>
              <a:gd name="connsiteX37" fmla="*/ 123730 w 238125"/>
              <a:gd name="connsiteY37" fmla="*/ 102584 h 238125"/>
              <a:gd name="connsiteX38" fmla="*/ 123730 w 238125"/>
              <a:gd name="connsiteY38" fmla="*/ 56864 h 238125"/>
              <a:gd name="connsiteX39" fmla="*/ 131731 w 238125"/>
              <a:gd name="connsiteY39" fmla="*/ 56864 h 238125"/>
              <a:gd name="connsiteX40" fmla="*/ 119063 w 238125"/>
              <a:gd name="connsiteY40" fmla="*/ 29718 h 238125"/>
              <a:gd name="connsiteX41" fmla="*/ 106299 w 238125"/>
              <a:gd name="connsiteY41" fmla="*/ 56864 h 238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238125" h="238125">
                <a:moveTo>
                  <a:pt x="119063" y="0"/>
                </a:moveTo>
                <a:cubicBezTo>
                  <a:pt x="53435" y="0"/>
                  <a:pt x="0" y="53435"/>
                  <a:pt x="0" y="119063"/>
                </a:cubicBezTo>
                <a:cubicBezTo>
                  <a:pt x="0" y="184690"/>
                  <a:pt x="53435" y="238125"/>
                  <a:pt x="119063" y="238125"/>
                </a:cubicBezTo>
                <a:cubicBezTo>
                  <a:pt x="184690" y="238125"/>
                  <a:pt x="238125" y="184690"/>
                  <a:pt x="238125" y="119063"/>
                </a:cubicBezTo>
                <a:cubicBezTo>
                  <a:pt x="238125" y="53435"/>
                  <a:pt x="184690" y="0"/>
                  <a:pt x="119063" y="0"/>
                </a:cubicBezTo>
                <a:close/>
                <a:moveTo>
                  <a:pt x="119063" y="228600"/>
                </a:moveTo>
                <a:cubicBezTo>
                  <a:pt x="58674" y="228600"/>
                  <a:pt x="9525" y="179451"/>
                  <a:pt x="9525" y="119063"/>
                </a:cubicBezTo>
                <a:cubicBezTo>
                  <a:pt x="9525" y="58674"/>
                  <a:pt x="58674" y="9525"/>
                  <a:pt x="119063" y="9525"/>
                </a:cubicBezTo>
                <a:cubicBezTo>
                  <a:pt x="179451" y="9525"/>
                  <a:pt x="228600" y="58674"/>
                  <a:pt x="228600" y="119063"/>
                </a:cubicBezTo>
                <a:cubicBezTo>
                  <a:pt x="228600" y="179451"/>
                  <a:pt x="179451" y="228600"/>
                  <a:pt x="119063" y="228600"/>
                </a:cubicBezTo>
                <a:close/>
                <a:moveTo>
                  <a:pt x="73533" y="114014"/>
                </a:moveTo>
                <a:lnTo>
                  <a:pt x="27813" y="114014"/>
                </a:lnTo>
                <a:lnTo>
                  <a:pt x="27813" y="123444"/>
                </a:lnTo>
                <a:lnTo>
                  <a:pt x="73533" y="123444"/>
                </a:lnTo>
                <a:lnTo>
                  <a:pt x="73533" y="131445"/>
                </a:lnTo>
                <a:lnTo>
                  <a:pt x="100679" y="118777"/>
                </a:lnTo>
                <a:lnTo>
                  <a:pt x="73533" y="106109"/>
                </a:lnTo>
                <a:lnTo>
                  <a:pt x="73533" y="114014"/>
                </a:lnTo>
                <a:close/>
                <a:moveTo>
                  <a:pt x="164878" y="114014"/>
                </a:moveTo>
                <a:lnTo>
                  <a:pt x="164878" y="106013"/>
                </a:lnTo>
                <a:lnTo>
                  <a:pt x="137731" y="118682"/>
                </a:lnTo>
                <a:lnTo>
                  <a:pt x="164878" y="131350"/>
                </a:lnTo>
                <a:lnTo>
                  <a:pt x="164878" y="123349"/>
                </a:lnTo>
                <a:lnTo>
                  <a:pt x="210598" y="123349"/>
                </a:lnTo>
                <a:lnTo>
                  <a:pt x="210598" y="113919"/>
                </a:lnTo>
                <a:lnTo>
                  <a:pt x="164878" y="113919"/>
                </a:lnTo>
                <a:close/>
                <a:moveTo>
                  <a:pt x="123730" y="135922"/>
                </a:moveTo>
                <a:lnTo>
                  <a:pt x="114300" y="135922"/>
                </a:lnTo>
                <a:lnTo>
                  <a:pt x="114300" y="181642"/>
                </a:lnTo>
                <a:lnTo>
                  <a:pt x="106299" y="181642"/>
                </a:lnTo>
                <a:lnTo>
                  <a:pt x="118967" y="208788"/>
                </a:lnTo>
                <a:lnTo>
                  <a:pt x="131635" y="181642"/>
                </a:lnTo>
                <a:lnTo>
                  <a:pt x="123634" y="181642"/>
                </a:lnTo>
                <a:lnTo>
                  <a:pt x="123634" y="135922"/>
                </a:lnTo>
                <a:close/>
                <a:moveTo>
                  <a:pt x="106299" y="56864"/>
                </a:moveTo>
                <a:lnTo>
                  <a:pt x="114300" y="56864"/>
                </a:lnTo>
                <a:lnTo>
                  <a:pt x="114300" y="102584"/>
                </a:lnTo>
                <a:lnTo>
                  <a:pt x="123730" y="102584"/>
                </a:lnTo>
                <a:lnTo>
                  <a:pt x="123730" y="56864"/>
                </a:lnTo>
                <a:lnTo>
                  <a:pt x="131731" y="56864"/>
                </a:lnTo>
                <a:lnTo>
                  <a:pt x="119063" y="29718"/>
                </a:lnTo>
                <a:lnTo>
                  <a:pt x="106299" y="56864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47" name="Freeform: Shape 746">
            <a:extLst>
              <a:ext uri="{FF2B5EF4-FFF2-40B4-BE49-F238E27FC236}">
                <a16:creationId xmlns:a16="http://schemas.microsoft.com/office/drawing/2014/main" id="{69A0C67F-6122-4369-A05F-AD48A21C78EA}"/>
              </a:ext>
            </a:extLst>
          </p:cNvPr>
          <p:cNvSpPr/>
          <p:nvPr/>
        </p:nvSpPr>
        <p:spPr>
          <a:xfrm>
            <a:off x="1767520" y="2311365"/>
            <a:ext cx="228600" cy="228600"/>
          </a:xfrm>
          <a:custGeom>
            <a:avLst/>
            <a:gdLst>
              <a:gd name="connsiteX0" fmla="*/ 0 w 228600"/>
              <a:gd name="connsiteY0" fmla="*/ 0 h 228600"/>
              <a:gd name="connsiteX1" fmla="*/ 0 w 228600"/>
              <a:gd name="connsiteY1" fmla="*/ 228600 h 228600"/>
              <a:gd name="connsiteX2" fmla="*/ 228600 w 228600"/>
              <a:gd name="connsiteY2" fmla="*/ 228600 h 228600"/>
              <a:gd name="connsiteX3" fmla="*/ 228600 w 228600"/>
              <a:gd name="connsiteY3" fmla="*/ 0 h 228600"/>
              <a:gd name="connsiteX4" fmla="*/ 0 w 228600"/>
              <a:gd name="connsiteY4" fmla="*/ 0 h 228600"/>
              <a:gd name="connsiteX5" fmla="*/ 219075 w 228600"/>
              <a:gd name="connsiteY5" fmla="*/ 9430 h 228600"/>
              <a:gd name="connsiteX6" fmla="*/ 219075 w 228600"/>
              <a:gd name="connsiteY6" fmla="*/ 54769 h 228600"/>
              <a:gd name="connsiteX7" fmla="*/ 120872 w 228600"/>
              <a:gd name="connsiteY7" fmla="*/ 54769 h 228600"/>
              <a:gd name="connsiteX8" fmla="*/ 120872 w 228600"/>
              <a:gd name="connsiteY8" fmla="*/ 9430 h 228600"/>
              <a:gd name="connsiteX9" fmla="*/ 219075 w 228600"/>
              <a:gd name="connsiteY9" fmla="*/ 9430 h 228600"/>
              <a:gd name="connsiteX10" fmla="*/ 9525 w 228600"/>
              <a:gd name="connsiteY10" fmla="*/ 9430 h 228600"/>
              <a:gd name="connsiteX11" fmla="*/ 111347 w 228600"/>
              <a:gd name="connsiteY11" fmla="*/ 9430 h 228600"/>
              <a:gd name="connsiteX12" fmla="*/ 111347 w 228600"/>
              <a:gd name="connsiteY12" fmla="*/ 54769 h 228600"/>
              <a:gd name="connsiteX13" fmla="*/ 9525 w 228600"/>
              <a:gd name="connsiteY13" fmla="*/ 54769 h 228600"/>
              <a:gd name="connsiteX14" fmla="*/ 9525 w 228600"/>
              <a:gd name="connsiteY14" fmla="*/ 9430 h 228600"/>
              <a:gd name="connsiteX15" fmla="*/ 65532 w 228600"/>
              <a:gd name="connsiteY15" fmla="*/ 109442 h 228600"/>
              <a:gd name="connsiteX16" fmla="*/ 65532 w 228600"/>
              <a:gd name="connsiteY16" fmla="*/ 64389 h 228600"/>
              <a:gd name="connsiteX17" fmla="*/ 167069 w 228600"/>
              <a:gd name="connsiteY17" fmla="*/ 64389 h 228600"/>
              <a:gd name="connsiteX18" fmla="*/ 167069 w 228600"/>
              <a:gd name="connsiteY18" fmla="*/ 109442 h 228600"/>
              <a:gd name="connsiteX19" fmla="*/ 65532 w 228600"/>
              <a:gd name="connsiteY19" fmla="*/ 109442 h 228600"/>
              <a:gd name="connsiteX20" fmla="*/ 9525 w 228600"/>
              <a:gd name="connsiteY20" fmla="*/ 64389 h 228600"/>
              <a:gd name="connsiteX21" fmla="*/ 56007 w 228600"/>
              <a:gd name="connsiteY21" fmla="*/ 64389 h 228600"/>
              <a:gd name="connsiteX22" fmla="*/ 56007 w 228600"/>
              <a:gd name="connsiteY22" fmla="*/ 109442 h 228600"/>
              <a:gd name="connsiteX23" fmla="*/ 9525 w 228600"/>
              <a:gd name="connsiteY23" fmla="*/ 109442 h 228600"/>
              <a:gd name="connsiteX24" fmla="*/ 9525 w 228600"/>
              <a:gd name="connsiteY24" fmla="*/ 64389 h 228600"/>
              <a:gd name="connsiteX25" fmla="*/ 111347 w 228600"/>
              <a:gd name="connsiteY25" fmla="*/ 119063 h 228600"/>
              <a:gd name="connsiteX26" fmla="*/ 111347 w 228600"/>
              <a:gd name="connsiteY26" fmla="*/ 164116 h 228600"/>
              <a:gd name="connsiteX27" fmla="*/ 9525 w 228600"/>
              <a:gd name="connsiteY27" fmla="*/ 164116 h 228600"/>
              <a:gd name="connsiteX28" fmla="*/ 9525 w 228600"/>
              <a:gd name="connsiteY28" fmla="*/ 119063 h 228600"/>
              <a:gd name="connsiteX29" fmla="*/ 111347 w 228600"/>
              <a:gd name="connsiteY29" fmla="*/ 119063 h 228600"/>
              <a:gd name="connsiteX30" fmla="*/ 167069 w 228600"/>
              <a:gd name="connsiteY30" fmla="*/ 173831 h 228600"/>
              <a:gd name="connsiteX31" fmla="*/ 167069 w 228600"/>
              <a:gd name="connsiteY31" fmla="*/ 219170 h 228600"/>
              <a:gd name="connsiteX32" fmla="*/ 65532 w 228600"/>
              <a:gd name="connsiteY32" fmla="*/ 219170 h 228600"/>
              <a:gd name="connsiteX33" fmla="*/ 65532 w 228600"/>
              <a:gd name="connsiteY33" fmla="*/ 173831 h 228600"/>
              <a:gd name="connsiteX34" fmla="*/ 167069 w 228600"/>
              <a:gd name="connsiteY34" fmla="*/ 173831 h 228600"/>
              <a:gd name="connsiteX35" fmla="*/ 9525 w 228600"/>
              <a:gd name="connsiteY35" fmla="*/ 173831 h 228600"/>
              <a:gd name="connsiteX36" fmla="*/ 56007 w 228600"/>
              <a:gd name="connsiteY36" fmla="*/ 173831 h 228600"/>
              <a:gd name="connsiteX37" fmla="*/ 56007 w 228600"/>
              <a:gd name="connsiteY37" fmla="*/ 219170 h 228600"/>
              <a:gd name="connsiteX38" fmla="*/ 9525 w 228600"/>
              <a:gd name="connsiteY38" fmla="*/ 219170 h 228600"/>
              <a:gd name="connsiteX39" fmla="*/ 9525 w 228600"/>
              <a:gd name="connsiteY39" fmla="*/ 173831 h 228600"/>
              <a:gd name="connsiteX40" fmla="*/ 219075 w 228600"/>
              <a:gd name="connsiteY40" fmla="*/ 219170 h 228600"/>
              <a:gd name="connsiteX41" fmla="*/ 176594 w 228600"/>
              <a:gd name="connsiteY41" fmla="*/ 219170 h 228600"/>
              <a:gd name="connsiteX42" fmla="*/ 176594 w 228600"/>
              <a:gd name="connsiteY42" fmla="*/ 173831 h 228600"/>
              <a:gd name="connsiteX43" fmla="*/ 219075 w 228600"/>
              <a:gd name="connsiteY43" fmla="*/ 173831 h 228600"/>
              <a:gd name="connsiteX44" fmla="*/ 219075 w 228600"/>
              <a:gd name="connsiteY44" fmla="*/ 219170 h 228600"/>
              <a:gd name="connsiteX45" fmla="*/ 219075 w 228600"/>
              <a:gd name="connsiteY45" fmla="*/ 164211 h 228600"/>
              <a:gd name="connsiteX46" fmla="*/ 120872 w 228600"/>
              <a:gd name="connsiteY46" fmla="*/ 164211 h 228600"/>
              <a:gd name="connsiteX47" fmla="*/ 120872 w 228600"/>
              <a:gd name="connsiteY47" fmla="*/ 119063 h 228600"/>
              <a:gd name="connsiteX48" fmla="*/ 219075 w 228600"/>
              <a:gd name="connsiteY48" fmla="*/ 119063 h 228600"/>
              <a:gd name="connsiteX49" fmla="*/ 219075 w 228600"/>
              <a:gd name="connsiteY49" fmla="*/ 164211 h 228600"/>
              <a:gd name="connsiteX50" fmla="*/ 176594 w 228600"/>
              <a:gd name="connsiteY50" fmla="*/ 109442 h 228600"/>
              <a:gd name="connsiteX51" fmla="*/ 176594 w 228600"/>
              <a:gd name="connsiteY51" fmla="*/ 64389 h 228600"/>
              <a:gd name="connsiteX52" fmla="*/ 219075 w 228600"/>
              <a:gd name="connsiteY52" fmla="*/ 64389 h 228600"/>
              <a:gd name="connsiteX53" fmla="*/ 219075 w 228600"/>
              <a:gd name="connsiteY53" fmla="*/ 109442 h 228600"/>
              <a:gd name="connsiteX54" fmla="*/ 176594 w 228600"/>
              <a:gd name="connsiteY54" fmla="*/ 109442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228600" h="228600">
                <a:moveTo>
                  <a:pt x="0" y="0"/>
                </a:move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close/>
                <a:moveTo>
                  <a:pt x="219075" y="9430"/>
                </a:moveTo>
                <a:lnTo>
                  <a:pt x="219075" y="54769"/>
                </a:lnTo>
                <a:lnTo>
                  <a:pt x="120872" y="54769"/>
                </a:lnTo>
                <a:lnTo>
                  <a:pt x="120872" y="9430"/>
                </a:lnTo>
                <a:lnTo>
                  <a:pt x="219075" y="9430"/>
                </a:lnTo>
                <a:close/>
                <a:moveTo>
                  <a:pt x="9525" y="9430"/>
                </a:moveTo>
                <a:lnTo>
                  <a:pt x="111347" y="9430"/>
                </a:lnTo>
                <a:lnTo>
                  <a:pt x="111347" y="54769"/>
                </a:lnTo>
                <a:lnTo>
                  <a:pt x="9525" y="54769"/>
                </a:lnTo>
                <a:lnTo>
                  <a:pt x="9525" y="9430"/>
                </a:lnTo>
                <a:close/>
                <a:moveTo>
                  <a:pt x="65532" y="109442"/>
                </a:moveTo>
                <a:lnTo>
                  <a:pt x="65532" y="64389"/>
                </a:lnTo>
                <a:lnTo>
                  <a:pt x="167069" y="64389"/>
                </a:lnTo>
                <a:lnTo>
                  <a:pt x="167069" y="109442"/>
                </a:lnTo>
                <a:lnTo>
                  <a:pt x="65532" y="109442"/>
                </a:lnTo>
                <a:close/>
                <a:moveTo>
                  <a:pt x="9525" y="64389"/>
                </a:moveTo>
                <a:lnTo>
                  <a:pt x="56007" y="64389"/>
                </a:lnTo>
                <a:lnTo>
                  <a:pt x="56007" y="109442"/>
                </a:lnTo>
                <a:lnTo>
                  <a:pt x="9525" y="109442"/>
                </a:lnTo>
                <a:lnTo>
                  <a:pt x="9525" y="64389"/>
                </a:lnTo>
                <a:close/>
                <a:moveTo>
                  <a:pt x="111347" y="119063"/>
                </a:moveTo>
                <a:lnTo>
                  <a:pt x="111347" y="164116"/>
                </a:lnTo>
                <a:lnTo>
                  <a:pt x="9525" y="164116"/>
                </a:lnTo>
                <a:lnTo>
                  <a:pt x="9525" y="119063"/>
                </a:lnTo>
                <a:lnTo>
                  <a:pt x="111347" y="119063"/>
                </a:lnTo>
                <a:close/>
                <a:moveTo>
                  <a:pt x="167069" y="173831"/>
                </a:moveTo>
                <a:lnTo>
                  <a:pt x="167069" y="219170"/>
                </a:lnTo>
                <a:lnTo>
                  <a:pt x="65532" y="219170"/>
                </a:lnTo>
                <a:lnTo>
                  <a:pt x="65532" y="173831"/>
                </a:lnTo>
                <a:lnTo>
                  <a:pt x="167069" y="173831"/>
                </a:lnTo>
                <a:close/>
                <a:moveTo>
                  <a:pt x="9525" y="173831"/>
                </a:moveTo>
                <a:lnTo>
                  <a:pt x="56007" y="173831"/>
                </a:lnTo>
                <a:lnTo>
                  <a:pt x="56007" y="219170"/>
                </a:lnTo>
                <a:lnTo>
                  <a:pt x="9525" y="219170"/>
                </a:lnTo>
                <a:lnTo>
                  <a:pt x="9525" y="173831"/>
                </a:lnTo>
                <a:close/>
                <a:moveTo>
                  <a:pt x="219075" y="219170"/>
                </a:moveTo>
                <a:lnTo>
                  <a:pt x="176594" y="219170"/>
                </a:lnTo>
                <a:lnTo>
                  <a:pt x="176594" y="173831"/>
                </a:lnTo>
                <a:lnTo>
                  <a:pt x="219075" y="173831"/>
                </a:lnTo>
                <a:lnTo>
                  <a:pt x="219075" y="219170"/>
                </a:lnTo>
                <a:close/>
                <a:moveTo>
                  <a:pt x="219075" y="164211"/>
                </a:moveTo>
                <a:lnTo>
                  <a:pt x="120872" y="164211"/>
                </a:lnTo>
                <a:lnTo>
                  <a:pt x="120872" y="119063"/>
                </a:lnTo>
                <a:lnTo>
                  <a:pt x="219075" y="119063"/>
                </a:lnTo>
                <a:lnTo>
                  <a:pt x="219075" y="164211"/>
                </a:lnTo>
                <a:close/>
                <a:moveTo>
                  <a:pt x="176594" y="109442"/>
                </a:moveTo>
                <a:lnTo>
                  <a:pt x="176594" y="64389"/>
                </a:lnTo>
                <a:lnTo>
                  <a:pt x="219075" y="64389"/>
                </a:lnTo>
                <a:lnTo>
                  <a:pt x="219075" y="109442"/>
                </a:lnTo>
                <a:lnTo>
                  <a:pt x="176594" y="109442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48" name="Freeform: Shape 747">
            <a:extLst>
              <a:ext uri="{FF2B5EF4-FFF2-40B4-BE49-F238E27FC236}">
                <a16:creationId xmlns:a16="http://schemas.microsoft.com/office/drawing/2014/main" id="{22319049-1C57-40D8-A758-6625213CF654}"/>
              </a:ext>
            </a:extLst>
          </p:cNvPr>
          <p:cNvSpPr/>
          <p:nvPr/>
        </p:nvSpPr>
        <p:spPr>
          <a:xfrm>
            <a:off x="5730218" y="2282599"/>
            <a:ext cx="285750" cy="285750"/>
          </a:xfrm>
          <a:custGeom>
            <a:avLst/>
            <a:gdLst>
              <a:gd name="connsiteX0" fmla="*/ 88297 w 285750"/>
              <a:gd name="connsiteY0" fmla="*/ 56578 h 285750"/>
              <a:gd name="connsiteX1" fmla="*/ 102775 w 285750"/>
              <a:gd name="connsiteY1" fmla="*/ 23813 h 285750"/>
              <a:gd name="connsiteX2" fmla="*/ 98774 w 285750"/>
              <a:gd name="connsiteY2" fmla="*/ 23813 h 285750"/>
              <a:gd name="connsiteX3" fmla="*/ 86392 w 285750"/>
              <a:gd name="connsiteY3" fmla="*/ 52006 h 285750"/>
              <a:gd name="connsiteX4" fmla="*/ 73914 w 285750"/>
              <a:gd name="connsiteY4" fmla="*/ 23813 h 285750"/>
              <a:gd name="connsiteX5" fmla="*/ 69818 w 285750"/>
              <a:gd name="connsiteY5" fmla="*/ 23813 h 285750"/>
              <a:gd name="connsiteX6" fmla="*/ 84296 w 285750"/>
              <a:gd name="connsiteY6" fmla="*/ 56578 h 285750"/>
              <a:gd name="connsiteX7" fmla="*/ 88297 w 285750"/>
              <a:gd name="connsiteY7" fmla="*/ 56578 h 285750"/>
              <a:gd name="connsiteX8" fmla="*/ 107918 w 285750"/>
              <a:gd name="connsiteY8" fmla="*/ 56578 h 285750"/>
              <a:gd name="connsiteX9" fmla="*/ 111538 w 285750"/>
              <a:gd name="connsiteY9" fmla="*/ 56578 h 285750"/>
              <a:gd name="connsiteX10" fmla="*/ 111538 w 285750"/>
              <a:gd name="connsiteY10" fmla="*/ 31909 h 285750"/>
              <a:gd name="connsiteX11" fmla="*/ 107918 w 285750"/>
              <a:gd name="connsiteY11" fmla="*/ 31909 h 285750"/>
              <a:gd name="connsiteX12" fmla="*/ 107918 w 285750"/>
              <a:gd name="connsiteY12" fmla="*/ 56578 h 285750"/>
              <a:gd name="connsiteX13" fmla="*/ 109728 w 285750"/>
              <a:gd name="connsiteY13" fmla="*/ 27432 h 285750"/>
              <a:gd name="connsiteX14" fmla="*/ 112109 w 285750"/>
              <a:gd name="connsiteY14" fmla="*/ 25051 h 285750"/>
              <a:gd name="connsiteX15" fmla="*/ 109728 w 285750"/>
              <a:gd name="connsiteY15" fmla="*/ 22670 h 285750"/>
              <a:gd name="connsiteX16" fmla="*/ 107347 w 285750"/>
              <a:gd name="connsiteY16" fmla="*/ 25051 h 285750"/>
              <a:gd name="connsiteX17" fmla="*/ 109728 w 285750"/>
              <a:gd name="connsiteY17" fmla="*/ 27432 h 285750"/>
              <a:gd name="connsiteX18" fmla="*/ 122587 w 285750"/>
              <a:gd name="connsiteY18" fmla="*/ 42767 h 285750"/>
              <a:gd name="connsiteX19" fmla="*/ 132112 w 285750"/>
              <a:gd name="connsiteY19" fmla="*/ 34480 h 285750"/>
              <a:gd name="connsiteX20" fmla="*/ 132112 w 285750"/>
              <a:gd name="connsiteY20" fmla="*/ 31337 h 285750"/>
              <a:gd name="connsiteX21" fmla="*/ 122587 w 285750"/>
              <a:gd name="connsiteY21" fmla="*/ 36767 h 285750"/>
              <a:gd name="connsiteX22" fmla="*/ 122587 w 285750"/>
              <a:gd name="connsiteY22" fmla="*/ 31909 h 285750"/>
              <a:gd name="connsiteX23" fmla="*/ 118967 w 285750"/>
              <a:gd name="connsiteY23" fmla="*/ 31909 h 285750"/>
              <a:gd name="connsiteX24" fmla="*/ 118967 w 285750"/>
              <a:gd name="connsiteY24" fmla="*/ 56578 h 285750"/>
              <a:gd name="connsiteX25" fmla="*/ 122587 w 285750"/>
              <a:gd name="connsiteY25" fmla="*/ 56578 h 285750"/>
              <a:gd name="connsiteX26" fmla="*/ 122587 w 285750"/>
              <a:gd name="connsiteY26" fmla="*/ 42767 h 285750"/>
              <a:gd name="connsiteX27" fmla="*/ 139065 w 285750"/>
              <a:gd name="connsiteY27" fmla="*/ 50864 h 285750"/>
              <a:gd name="connsiteX28" fmla="*/ 145066 w 285750"/>
              <a:gd name="connsiteY28" fmla="*/ 57150 h 285750"/>
              <a:gd name="connsiteX29" fmla="*/ 149638 w 285750"/>
              <a:gd name="connsiteY29" fmla="*/ 55531 h 285750"/>
              <a:gd name="connsiteX30" fmla="*/ 147828 w 285750"/>
              <a:gd name="connsiteY30" fmla="*/ 52864 h 285750"/>
              <a:gd name="connsiteX31" fmla="*/ 145256 w 285750"/>
              <a:gd name="connsiteY31" fmla="*/ 53816 h 285750"/>
              <a:gd name="connsiteX32" fmla="*/ 142589 w 285750"/>
              <a:gd name="connsiteY32" fmla="*/ 50673 h 285750"/>
              <a:gd name="connsiteX33" fmla="*/ 142589 w 285750"/>
              <a:gd name="connsiteY33" fmla="*/ 34957 h 285750"/>
              <a:gd name="connsiteX34" fmla="*/ 148685 w 285750"/>
              <a:gd name="connsiteY34" fmla="*/ 34957 h 285750"/>
              <a:gd name="connsiteX35" fmla="*/ 148685 w 285750"/>
              <a:gd name="connsiteY35" fmla="*/ 31718 h 285750"/>
              <a:gd name="connsiteX36" fmla="*/ 142589 w 285750"/>
              <a:gd name="connsiteY36" fmla="*/ 31718 h 285750"/>
              <a:gd name="connsiteX37" fmla="*/ 142589 w 285750"/>
              <a:gd name="connsiteY37" fmla="*/ 24955 h 285750"/>
              <a:gd name="connsiteX38" fmla="*/ 138970 w 285750"/>
              <a:gd name="connsiteY38" fmla="*/ 24955 h 285750"/>
              <a:gd name="connsiteX39" fmla="*/ 138970 w 285750"/>
              <a:gd name="connsiteY39" fmla="*/ 31718 h 285750"/>
              <a:gd name="connsiteX40" fmla="*/ 135065 w 285750"/>
              <a:gd name="connsiteY40" fmla="*/ 31718 h 285750"/>
              <a:gd name="connsiteX41" fmla="*/ 135065 w 285750"/>
              <a:gd name="connsiteY41" fmla="*/ 34957 h 285750"/>
              <a:gd name="connsiteX42" fmla="*/ 138970 w 285750"/>
              <a:gd name="connsiteY42" fmla="*/ 34957 h 285750"/>
              <a:gd name="connsiteX43" fmla="*/ 138970 w 285750"/>
              <a:gd name="connsiteY43" fmla="*/ 50864 h 285750"/>
              <a:gd name="connsiteX44" fmla="*/ 163925 w 285750"/>
              <a:gd name="connsiteY44" fmla="*/ 57150 h 285750"/>
              <a:gd name="connsiteX45" fmla="*/ 172021 w 285750"/>
              <a:gd name="connsiteY45" fmla="*/ 52578 h 285750"/>
              <a:gd name="connsiteX46" fmla="*/ 172021 w 285750"/>
              <a:gd name="connsiteY46" fmla="*/ 56578 h 285750"/>
              <a:gd name="connsiteX47" fmla="*/ 175641 w 285750"/>
              <a:gd name="connsiteY47" fmla="*/ 56578 h 285750"/>
              <a:gd name="connsiteX48" fmla="*/ 175641 w 285750"/>
              <a:gd name="connsiteY48" fmla="*/ 31909 h 285750"/>
              <a:gd name="connsiteX49" fmla="*/ 172021 w 285750"/>
              <a:gd name="connsiteY49" fmla="*/ 31909 h 285750"/>
              <a:gd name="connsiteX50" fmla="*/ 172021 w 285750"/>
              <a:gd name="connsiteY50" fmla="*/ 47625 h 285750"/>
              <a:gd name="connsiteX51" fmla="*/ 164401 w 285750"/>
              <a:gd name="connsiteY51" fmla="*/ 54007 h 285750"/>
              <a:gd name="connsiteX52" fmla="*/ 158210 w 285750"/>
              <a:gd name="connsiteY52" fmla="*/ 47149 h 285750"/>
              <a:gd name="connsiteX53" fmla="*/ 158210 w 285750"/>
              <a:gd name="connsiteY53" fmla="*/ 31909 h 285750"/>
              <a:gd name="connsiteX54" fmla="*/ 154591 w 285750"/>
              <a:gd name="connsiteY54" fmla="*/ 31909 h 285750"/>
              <a:gd name="connsiteX55" fmla="*/ 154591 w 285750"/>
              <a:gd name="connsiteY55" fmla="*/ 47625 h 285750"/>
              <a:gd name="connsiteX56" fmla="*/ 163925 w 285750"/>
              <a:gd name="connsiteY56" fmla="*/ 57150 h 285750"/>
              <a:gd name="connsiteX57" fmla="*/ 191357 w 285750"/>
              <a:gd name="connsiteY57" fmla="*/ 41053 h 285750"/>
              <a:gd name="connsiteX58" fmla="*/ 181642 w 285750"/>
              <a:gd name="connsiteY58" fmla="*/ 49244 h 285750"/>
              <a:gd name="connsiteX59" fmla="*/ 190691 w 285750"/>
              <a:gd name="connsiteY59" fmla="*/ 57150 h 285750"/>
              <a:gd name="connsiteX60" fmla="*/ 199358 w 285750"/>
              <a:gd name="connsiteY60" fmla="*/ 52673 h 285750"/>
              <a:gd name="connsiteX61" fmla="*/ 199358 w 285750"/>
              <a:gd name="connsiteY61" fmla="*/ 56578 h 285750"/>
              <a:gd name="connsiteX62" fmla="*/ 202978 w 285750"/>
              <a:gd name="connsiteY62" fmla="*/ 56578 h 285750"/>
              <a:gd name="connsiteX63" fmla="*/ 202978 w 285750"/>
              <a:gd name="connsiteY63" fmla="*/ 41529 h 285750"/>
              <a:gd name="connsiteX64" fmla="*/ 192976 w 285750"/>
              <a:gd name="connsiteY64" fmla="*/ 31337 h 285750"/>
              <a:gd name="connsiteX65" fmla="*/ 184118 w 285750"/>
              <a:gd name="connsiteY65" fmla="*/ 33719 h 285750"/>
              <a:gd name="connsiteX66" fmla="*/ 185547 w 285750"/>
              <a:gd name="connsiteY66" fmla="*/ 36671 h 285750"/>
              <a:gd name="connsiteX67" fmla="*/ 192786 w 285750"/>
              <a:gd name="connsiteY67" fmla="*/ 34385 h 285750"/>
              <a:gd name="connsiteX68" fmla="*/ 199454 w 285750"/>
              <a:gd name="connsiteY68" fmla="*/ 41529 h 285750"/>
              <a:gd name="connsiteX69" fmla="*/ 199454 w 285750"/>
              <a:gd name="connsiteY69" fmla="*/ 42481 h 285750"/>
              <a:gd name="connsiteX70" fmla="*/ 191357 w 285750"/>
              <a:gd name="connsiteY70" fmla="*/ 41053 h 285750"/>
              <a:gd name="connsiteX71" fmla="*/ 199454 w 285750"/>
              <a:gd name="connsiteY71" fmla="*/ 48863 h 285750"/>
              <a:gd name="connsiteX72" fmla="*/ 191357 w 285750"/>
              <a:gd name="connsiteY72" fmla="*/ 54007 h 285750"/>
              <a:gd name="connsiteX73" fmla="*/ 185166 w 285750"/>
              <a:gd name="connsiteY73" fmla="*/ 49149 h 285750"/>
              <a:gd name="connsiteX74" fmla="*/ 191929 w 285750"/>
              <a:gd name="connsiteY74" fmla="*/ 44101 h 285750"/>
              <a:gd name="connsiteX75" fmla="*/ 199358 w 285750"/>
              <a:gd name="connsiteY75" fmla="*/ 45149 h 285750"/>
              <a:gd name="connsiteX76" fmla="*/ 199358 w 285750"/>
              <a:gd name="connsiteY76" fmla="*/ 48863 h 285750"/>
              <a:gd name="connsiteX77" fmla="*/ 213836 w 285750"/>
              <a:gd name="connsiteY77" fmla="*/ 23241 h 285750"/>
              <a:gd name="connsiteX78" fmla="*/ 210217 w 285750"/>
              <a:gd name="connsiteY78" fmla="*/ 23241 h 285750"/>
              <a:gd name="connsiteX79" fmla="*/ 210217 w 285750"/>
              <a:gd name="connsiteY79" fmla="*/ 56578 h 285750"/>
              <a:gd name="connsiteX80" fmla="*/ 213836 w 285750"/>
              <a:gd name="connsiteY80" fmla="*/ 56578 h 285750"/>
              <a:gd name="connsiteX81" fmla="*/ 213836 w 285750"/>
              <a:gd name="connsiteY81" fmla="*/ 23241 h 285750"/>
              <a:gd name="connsiteX82" fmla="*/ 37624 w 285750"/>
              <a:gd name="connsiteY82" fmla="*/ 109252 h 285750"/>
              <a:gd name="connsiteX83" fmla="*/ 55912 w 285750"/>
              <a:gd name="connsiteY83" fmla="*/ 109252 h 285750"/>
              <a:gd name="connsiteX84" fmla="*/ 59246 w 285750"/>
              <a:gd name="connsiteY84" fmla="*/ 116681 h 285750"/>
              <a:gd name="connsiteX85" fmla="*/ 63246 w 285750"/>
              <a:gd name="connsiteY85" fmla="*/ 116681 h 285750"/>
              <a:gd name="connsiteX86" fmla="*/ 48768 w 285750"/>
              <a:gd name="connsiteY86" fmla="*/ 83915 h 285750"/>
              <a:gd name="connsiteX87" fmla="*/ 44767 w 285750"/>
              <a:gd name="connsiteY87" fmla="*/ 83915 h 285750"/>
              <a:gd name="connsiteX88" fmla="*/ 30290 w 285750"/>
              <a:gd name="connsiteY88" fmla="*/ 116681 h 285750"/>
              <a:gd name="connsiteX89" fmla="*/ 34385 w 285750"/>
              <a:gd name="connsiteY89" fmla="*/ 116681 h 285750"/>
              <a:gd name="connsiteX90" fmla="*/ 37624 w 285750"/>
              <a:gd name="connsiteY90" fmla="*/ 109252 h 285750"/>
              <a:gd name="connsiteX91" fmla="*/ 46768 w 285750"/>
              <a:gd name="connsiteY91" fmla="*/ 88487 h 285750"/>
              <a:gd name="connsiteX92" fmla="*/ 54388 w 285750"/>
              <a:gd name="connsiteY92" fmla="*/ 105728 h 285750"/>
              <a:gd name="connsiteX93" fmla="*/ 39148 w 285750"/>
              <a:gd name="connsiteY93" fmla="*/ 105728 h 285750"/>
              <a:gd name="connsiteX94" fmla="*/ 46768 w 285750"/>
              <a:gd name="connsiteY94" fmla="*/ 88487 h 285750"/>
              <a:gd name="connsiteX95" fmla="*/ 72295 w 285750"/>
              <a:gd name="connsiteY95" fmla="*/ 112109 h 285750"/>
              <a:gd name="connsiteX96" fmla="*/ 81248 w 285750"/>
              <a:gd name="connsiteY96" fmla="*/ 117348 h 285750"/>
              <a:gd name="connsiteX97" fmla="*/ 92583 w 285750"/>
              <a:gd name="connsiteY97" fmla="*/ 104394 h 285750"/>
              <a:gd name="connsiteX98" fmla="*/ 81248 w 285750"/>
              <a:gd name="connsiteY98" fmla="*/ 91535 h 285750"/>
              <a:gd name="connsiteX99" fmla="*/ 72295 w 285750"/>
              <a:gd name="connsiteY99" fmla="*/ 96774 h 285750"/>
              <a:gd name="connsiteX100" fmla="*/ 72295 w 285750"/>
              <a:gd name="connsiteY100" fmla="*/ 92107 h 285750"/>
              <a:gd name="connsiteX101" fmla="*/ 68675 w 285750"/>
              <a:gd name="connsiteY101" fmla="*/ 92107 h 285750"/>
              <a:gd name="connsiteX102" fmla="*/ 68675 w 285750"/>
              <a:gd name="connsiteY102" fmla="*/ 124968 h 285750"/>
              <a:gd name="connsiteX103" fmla="*/ 72295 w 285750"/>
              <a:gd name="connsiteY103" fmla="*/ 124968 h 285750"/>
              <a:gd name="connsiteX104" fmla="*/ 72295 w 285750"/>
              <a:gd name="connsiteY104" fmla="*/ 112109 h 285750"/>
              <a:gd name="connsiteX105" fmla="*/ 80582 w 285750"/>
              <a:gd name="connsiteY105" fmla="*/ 94678 h 285750"/>
              <a:gd name="connsiteX106" fmla="*/ 88868 w 285750"/>
              <a:gd name="connsiteY106" fmla="*/ 104394 h 285750"/>
              <a:gd name="connsiteX107" fmla="*/ 80582 w 285750"/>
              <a:gd name="connsiteY107" fmla="*/ 114109 h 285750"/>
              <a:gd name="connsiteX108" fmla="*/ 72295 w 285750"/>
              <a:gd name="connsiteY108" fmla="*/ 104394 h 285750"/>
              <a:gd name="connsiteX109" fmla="*/ 80582 w 285750"/>
              <a:gd name="connsiteY109" fmla="*/ 94678 h 285750"/>
              <a:gd name="connsiteX110" fmla="*/ 102775 w 285750"/>
              <a:gd name="connsiteY110" fmla="*/ 92107 h 285750"/>
              <a:gd name="connsiteX111" fmla="*/ 99155 w 285750"/>
              <a:gd name="connsiteY111" fmla="*/ 92107 h 285750"/>
              <a:gd name="connsiteX112" fmla="*/ 99155 w 285750"/>
              <a:gd name="connsiteY112" fmla="*/ 124968 h 285750"/>
              <a:gd name="connsiteX113" fmla="*/ 102775 w 285750"/>
              <a:gd name="connsiteY113" fmla="*/ 124968 h 285750"/>
              <a:gd name="connsiteX114" fmla="*/ 102775 w 285750"/>
              <a:gd name="connsiteY114" fmla="*/ 112109 h 285750"/>
              <a:gd name="connsiteX115" fmla="*/ 111728 w 285750"/>
              <a:gd name="connsiteY115" fmla="*/ 117348 h 285750"/>
              <a:gd name="connsiteX116" fmla="*/ 123063 w 285750"/>
              <a:gd name="connsiteY116" fmla="*/ 104394 h 285750"/>
              <a:gd name="connsiteX117" fmla="*/ 111728 w 285750"/>
              <a:gd name="connsiteY117" fmla="*/ 91535 h 285750"/>
              <a:gd name="connsiteX118" fmla="*/ 102775 w 285750"/>
              <a:gd name="connsiteY118" fmla="*/ 96774 h 285750"/>
              <a:gd name="connsiteX119" fmla="*/ 102775 w 285750"/>
              <a:gd name="connsiteY119" fmla="*/ 92107 h 285750"/>
              <a:gd name="connsiteX120" fmla="*/ 111062 w 285750"/>
              <a:gd name="connsiteY120" fmla="*/ 94678 h 285750"/>
              <a:gd name="connsiteX121" fmla="*/ 119348 w 285750"/>
              <a:gd name="connsiteY121" fmla="*/ 104394 h 285750"/>
              <a:gd name="connsiteX122" fmla="*/ 111062 w 285750"/>
              <a:gd name="connsiteY122" fmla="*/ 114109 h 285750"/>
              <a:gd name="connsiteX123" fmla="*/ 102775 w 285750"/>
              <a:gd name="connsiteY123" fmla="*/ 104394 h 285750"/>
              <a:gd name="connsiteX124" fmla="*/ 111062 w 285750"/>
              <a:gd name="connsiteY124" fmla="*/ 94678 h 285750"/>
              <a:gd name="connsiteX125" fmla="*/ 129254 w 285750"/>
              <a:gd name="connsiteY125" fmla="*/ 116681 h 285750"/>
              <a:gd name="connsiteX126" fmla="*/ 132874 w 285750"/>
              <a:gd name="connsiteY126" fmla="*/ 116681 h 285750"/>
              <a:gd name="connsiteX127" fmla="*/ 132874 w 285750"/>
              <a:gd name="connsiteY127" fmla="*/ 83344 h 285750"/>
              <a:gd name="connsiteX128" fmla="*/ 129254 w 285750"/>
              <a:gd name="connsiteY128" fmla="*/ 83344 h 285750"/>
              <a:gd name="connsiteX129" fmla="*/ 129254 w 285750"/>
              <a:gd name="connsiteY129" fmla="*/ 116681 h 285750"/>
              <a:gd name="connsiteX130" fmla="*/ 140017 w 285750"/>
              <a:gd name="connsiteY130" fmla="*/ 116681 h 285750"/>
              <a:gd name="connsiteX131" fmla="*/ 143637 w 285750"/>
              <a:gd name="connsiteY131" fmla="*/ 116681 h 285750"/>
              <a:gd name="connsiteX132" fmla="*/ 143637 w 285750"/>
              <a:gd name="connsiteY132" fmla="*/ 92012 h 285750"/>
              <a:gd name="connsiteX133" fmla="*/ 140017 w 285750"/>
              <a:gd name="connsiteY133" fmla="*/ 92012 h 285750"/>
              <a:gd name="connsiteX134" fmla="*/ 140017 w 285750"/>
              <a:gd name="connsiteY134" fmla="*/ 116681 h 285750"/>
              <a:gd name="connsiteX135" fmla="*/ 141827 w 285750"/>
              <a:gd name="connsiteY135" fmla="*/ 82868 h 285750"/>
              <a:gd name="connsiteX136" fmla="*/ 139446 w 285750"/>
              <a:gd name="connsiteY136" fmla="*/ 85249 h 285750"/>
              <a:gd name="connsiteX137" fmla="*/ 141827 w 285750"/>
              <a:gd name="connsiteY137" fmla="*/ 87630 h 285750"/>
              <a:gd name="connsiteX138" fmla="*/ 144209 w 285750"/>
              <a:gd name="connsiteY138" fmla="*/ 85249 h 285750"/>
              <a:gd name="connsiteX139" fmla="*/ 141827 w 285750"/>
              <a:gd name="connsiteY139" fmla="*/ 82868 h 285750"/>
              <a:gd name="connsiteX140" fmla="*/ 160592 w 285750"/>
              <a:gd name="connsiteY140" fmla="*/ 94583 h 285750"/>
              <a:gd name="connsiteX141" fmla="*/ 167259 w 285750"/>
              <a:gd name="connsiteY141" fmla="*/ 101727 h 285750"/>
              <a:gd name="connsiteX142" fmla="*/ 167259 w 285750"/>
              <a:gd name="connsiteY142" fmla="*/ 102679 h 285750"/>
              <a:gd name="connsiteX143" fmla="*/ 159258 w 285750"/>
              <a:gd name="connsiteY143" fmla="*/ 101251 h 285750"/>
              <a:gd name="connsiteX144" fmla="*/ 149542 w 285750"/>
              <a:gd name="connsiteY144" fmla="*/ 109442 h 285750"/>
              <a:gd name="connsiteX145" fmla="*/ 158591 w 285750"/>
              <a:gd name="connsiteY145" fmla="*/ 117348 h 285750"/>
              <a:gd name="connsiteX146" fmla="*/ 167259 w 285750"/>
              <a:gd name="connsiteY146" fmla="*/ 112871 h 285750"/>
              <a:gd name="connsiteX147" fmla="*/ 167259 w 285750"/>
              <a:gd name="connsiteY147" fmla="*/ 116777 h 285750"/>
              <a:gd name="connsiteX148" fmla="*/ 170879 w 285750"/>
              <a:gd name="connsiteY148" fmla="*/ 116777 h 285750"/>
              <a:gd name="connsiteX149" fmla="*/ 170879 w 285750"/>
              <a:gd name="connsiteY149" fmla="*/ 101727 h 285750"/>
              <a:gd name="connsiteX150" fmla="*/ 160877 w 285750"/>
              <a:gd name="connsiteY150" fmla="*/ 91535 h 285750"/>
              <a:gd name="connsiteX151" fmla="*/ 152019 w 285750"/>
              <a:gd name="connsiteY151" fmla="*/ 93917 h 285750"/>
              <a:gd name="connsiteX152" fmla="*/ 153448 w 285750"/>
              <a:gd name="connsiteY152" fmla="*/ 96869 h 285750"/>
              <a:gd name="connsiteX153" fmla="*/ 160592 w 285750"/>
              <a:gd name="connsiteY153" fmla="*/ 94583 h 285750"/>
              <a:gd name="connsiteX154" fmla="*/ 167259 w 285750"/>
              <a:gd name="connsiteY154" fmla="*/ 108966 h 285750"/>
              <a:gd name="connsiteX155" fmla="*/ 159163 w 285750"/>
              <a:gd name="connsiteY155" fmla="*/ 114109 h 285750"/>
              <a:gd name="connsiteX156" fmla="*/ 152971 w 285750"/>
              <a:gd name="connsiteY156" fmla="*/ 109252 h 285750"/>
              <a:gd name="connsiteX157" fmla="*/ 159734 w 285750"/>
              <a:gd name="connsiteY157" fmla="*/ 104203 h 285750"/>
              <a:gd name="connsiteX158" fmla="*/ 167164 w 285750"/>
              <a:gd name="connsiteY158" fmla="*/ 105156 h 285750"/>
              <a:gd name="connsiteX159" fmla="*/ 167164 w 285750"/>
              <a:gd name="connsiteY159" fmla="*/ 108966 h 285750"/>
              <a:gd name="connsiteX160" fmla="*/ 181832 w 285750"/>
              <a:gd name="connsiteY160" fmla="*/ 101060 h 285750"/>
              <a:gd name="connsiteX161" fmla="*/ 189452 w 285750"/>
              <a:gd name="connsiteY161" fmla="*/ 94678 h 285750"/>
              <a:gd name="connsiteX162" fmla="*/ 195643 w 285750"/>
              <a:gd name="connsiteY162" fmla="*/ 101537 h 285750"/>
              <a:gd name="connsiteX163" fmla="*/ 195643 w 285750"/>
              <a:gd name="connsiteY163" fmla="*/ 116777 h 285750"/>
              <a:gd name="connsiteX164" fmla="*/ 199263 w 285750"/>
              <a:gd name="connsiteY164" fmla="*/ 116777 h 285750"/>
              <a:gd name="connsiteX165" fmla="*/ 199263 w 285750"/>
              <a:gd name="connsiteY165" fmla="*/ 101060 h 285750"/>
              <a:gd name="connsiteX166" fmla="*/ 190024 w 285750"/>
              <a:gd name="connsiteY166" fmla="*/ 91535 h 285750"/>
              <a:gd name="connsiteX167" fmla="*/ 181928 w 285750"/>
              <a:gd name="connsiteY167" fmla="*/ 96107 h 285750"/>
              <a:gd name="connsiteX168" fmla="*/ 181928 w 285750"/>
              <a:gd name="connsiteY168" fmla="*/ 92107 h 285750"/>
              <a:gd name="connsiteX169" fmla="*/ 178308 w 285750"/>
              <a:gd name="connsiteY169" fmla="*/ 92107 h 285750"/>
              <a:gd name="connsiteX170" fmla="*/ 178308 w 285750"/>
              <a:gd name="connsiteY170" fmla="*/ 116777 h 285750"/>
              <a:gd name="connsiteX171" fmla="*/ 181928 w 285750"/>
              <a:gd name="connsiteY171" fmla="*/ 116777 h 285750"/>
              <a:gd name="connsiteX172" fmla="*/ 181928 w 285750"/>
              <a:gd name="connsiteY172" fmla="*/ 101060 h 285750"/>
              <a:gd name="connsiteX173" fmla="*/ 217837 w 285750"/>
              <a:gd name="connsiteY173" fmla="*/ 117253 h 285750"/>
              <a:gd name="connsiteX174" fmla="*/ 226790 w 285750"/>
              <a:gd name="connsiteY174" fmla="*/ 113443 h 285750"/>
              <a:gd name="connsiteX175" fmla="*/ 224314 w 285750"/>
              <a:gd name="connsiteY175" fmla="*/ 111062 h 285750"/>
              <a:gd name="connsiteX176" fmla="*/ 217932 w 285750"/>
              <a:gd name="connsiteY176" fmla="*/ 114014 h 285750"/>
              <a:gd name="connsiteX177" fmla="*/ 208883 w 285750"/>
              <a:gd name="connsiteY177" fmla="*/ 104299 h 285750"/>
              <a:gd name="connsiteX178" fmla="*/ 217932 w 285750"/>
              <a:gd name="connsiteY178" fmla="*/ 94583 h 285750"/>
              <a:gd name="connsiteX179" fmla="*/ 224218 w 285750"/>
              <a:gd name="connsiteY179" fmla="*/ 97441 h 285750"/>
              <a:gd name="connsiteX180" fmla="*/ 226695 w 285750"/>
              <a:gd name="connsiteY180" fmla="*/ 95059 h 285750"/>
              <a:gd name="connsiteX181" fmla="*/ 217932 w 285750"/>
              <a:gd name="connsiteY181" fmla="*/ 91440 h 285750"/>
              <a:gd name="connsiteX182" fmla="*/ 205168 w 285750"/>
              <a:gd name="connsiteY182" fmla="*/ 104299 h 285750"/>
              <a:gd name="connsiteX183" fmla="*/ 217837 w 285750"/>
              <a:gd name="connsiteY183" fmla="*/ 117253 h 285750"/>
              <a:gd name="connsiteX184" fmla="*/ 243459 w 285750"/>
              <a:gd name="connsiteY184" fmla="*/ 117253 h 285750"/>
              <a:gd name="connsiteX185" fmla="*/ 253365 w 285750"/>
              <a:gd name="connsiteY185" fmla="*/ 113443 h 285750"/>
              <a:gd name="connsiteX186" fmla="*/ 251174 w 285750"/>
              <a:gd name="connsiteY186" fmla="*/ 111062 h 285750"/>
              <a:gd name="connsiteX187" fmla="*/ 243364 w 285750"/>
              <a:gd name="connsiteY187" fmla="*/ 114014 h 285750"/>
              <a:gd name="connsiteX188" fmla="*/ 234601 w 285750"/>
              <a:gd name="connsiteY188" fmla="*/ 105632 h 285750"/>
              <a:gd name="connsiteX189" fmla="*/ 254794 w 285750"/>
              <a:gd name="connsiteY189" fmla="*/ 105632 h 285750"/>
              <a:gd name="connsiteX190" fmla="*/ 243078 w 285750"/>
              <a:gd name="connsiteY190" fmla="*/ 91345 h 285750"/>
              <a:gd name="connsiteX191" fmla="*/ 230886 w 285750"/>
              <a:gd name="connsiteY191" fmla="*/ 104203 h 285750"/>
              <a:gd name="connsiteX192" fmla="*/ 243459 w 285750"/>
              <a:gd name="connsiteY192" fmla="*/ 117253 h 285750"/>
              <a:gd name="connsiteX193" fmla="*/ 243173 w 285750"/>
              <a:gd name="connsiteY193" fmla="*/ 94678 h 285750"/>
              <a:gd name="connsiteX194" fmla="*/ 251174 w 285750"/>
              <a:gd name="connsiteY194" fmla="*/ 102584 h 285750"/>
              <a:gd name="connsiteX195" fmla="*/ 234601 w 285750"/>
              <a:gd name="connsiteY195" fmla="*/ 102584 h 285750"/>
              <a:gd name="connsiteX196" fmla="*/ 243173 w 285750"/>
              <a:gd name="connsiteY196" fmla="*/ 94678 h 285750"/>
              <a:gd name="connsiteX197" fmla="*/ 0 w 285750"/>
              <a:gd name="connsiteY197" fmla="*/ 0 h 285750"/>
              <a:gd name="connsiteX198" fmla="*/ 0 w 285750"/>
              <a:gd name="connsiteY198" fmla="*/ 285750 h 285750"/>
              <a:gd name="connsiteX199" fmla="*/ 285750 w 285750"/>
              <a:gd name="connsiteY199" fmla="*/ 285750 h 285750"/>
              <a:gd name="connsiteX200" fmla="*/ 285750 w 285750"/>
              <a:gd name="connsiteY200" fmla="*/ 0 h 285750"/>
              <a:gd name="connsiteX201" fmla="*/ 0 w 285750"/>
              <a:gd name="connsiteY201" fmla="*/ 0 h 285750"/>
              <a:gd name="connsiteX202" fmla="*/ 276225 w 285750"/>
              <a:gd name="connsiteY202" fmla="*/ 276225 h 285750"/>
              <a:gd name="connsiteX203" fmla="*/ 9525 w 285750"/>
              <a:gd name="connsiteY203" fmla="*/ 276225 h 285750"/>
              <a:gd name="connsiteX204" fmla="*/ 9525 w 285750"/>
              <a:gd name="connsiteY204" fmla="*/ 9525 h 285750"/>
              <a:gd name="connsiteX205" fmla="*/ 276225 w 285750"/>
              <a:gd name="connsiteY205" fmla="*/ 9525 h 285750"/>
              <a:gd name="connsiteX206" fmla="*/ 276225 w 285750"/>
              <a:gd name="connsiteY206" fmla="*/ 276225 h 285750"/>
              <a:gd name="connsiteX207" fmla="*/ 170497 w 285750"/>
              <a:gd name="connsiteY207" fmla="*/ 171831 h 285750"/>
              <a:gd name="connsiteX208" fmla="*/ 156782 w 285750"/>
              <a:gd name="connsiteY208" fmla="*/ 171831 h 285750"/>
              <a:gd name="connsiteX209" fmla="*/ 155448 w 285750"/>
              <a:gd name="connsiteY209" fmla="*/ 176498 h 285750"/>
              <a:gd name="connsiteX210" fmla="*/ 154115 w 285750"/>
              <a:gd name="connsiteY210" fmla="*/ 181261 h 285750"/>
              <a:gd name="connsiteX211" fmla="*/ 145161 w 285750"/>
              <a:gd name="connsiteY211" fmla="*/ 184690 h 285750"/>
              <a:gd name="connsiteX212" fmla="*/ 139446 w 285750"/>
              <a:gd name="connsiteY212" fmla="*/ 181261 h 285750"/>
              <a:gd name="connsiteX213" fmla="*/ 139732 w 285750"/>
              <a:gd name="connsiteY213" fmla="*/ 180689 h 285750"/>
              <a:gd name="connsiteX214" fmla="*/ 143066 w 285750"/>
              <a:gd name="connsiteY214" fmla="*/ 179927 h 285750"/>
              <a:gd name="connsiteX215" fmla="*/ 146304 w 285750"/>
              <a:gd name="connsiteY215" fmla="*/ 178975 h 285750"/>
              <a:gd name="connsiteX216" fmla="*/ 146304 w 285750"/>
              <a:gd name="connsiteY216" fmla="*/ 168116 h 285750"/>
              <a:gd name="connsiteX217" fmla="*/ 142875 w 285750"/>
              <a:gd name="connsiteY217" fmla="*/ 167164 h 285750"/>
              <a:gd name="connsiteX218" fmla="*/ 139351 w 285750"/>
              <a:gd name="connsiteY218" fmla="*/ 166402 h 285750"/>
              <a:gd name="connsiteX219" fmla="*/ 136684 w 285750"/>
              <a:gd name="connsiteY219" fmla="*/ 159163 h 285750"/>
              <a:gd name="connsiteX220" fmla="*/ 140303 w 285750"/>
              <a:gd name="connsiteY220" fmla="*/ 152876 h 285750"/>
              <a:gd name="connsiteX221" fmla="*/ 136398 w 285750"/>
              <a:gd name="connsiteY221" fmla="*/ 149162 h 285750"/>
              <a:gd name="connsiteX222" fmla="*/ 132397 w 285750"/>
              <a:gd name="connsiteY222" fmla="*/ 145637 h 285750"/>
              <a:gd name="connsiteX223" fmla="*/ 129350 w 285750"/>
              <a:gd name="connsiteY223" fmla="*/ 147352 h 285750"/>
              <a:gd name="connsiteX224" fmla="*/ 126111 w 285750"/>
              <a:gd name="connsiteY224" fmla="*/ 148971 h 285750"/>
              <a:gd name="connsiteX225" fmla="*/ 122872 w 285750"/>
              <a:gd name="connsiteY225" fmla="*/ 147352 h 285750"/>
              <a:gd name="connsiteX226" fmla="*/ 119443 w 285750"/>
              <a:gd name="connsiteY226" fmla="*/ 146018 h 285750"/>
              <a:gd name="connsiteX227" fmla="*/ 117443 w 285750"/>
              <a:gd name="connsiteY227" fmla="*/ 139065 h 285750"/>
              <a:gd name="connsiteX228" fmla="*/ 106871 w 285750"/>
              <a:gd name="connsiteY228" fmla="*/ 139065 h 285750"/>
              <a:gd name="connsiteX229" fmla="*/ 105823 w 285750"/>
              <a:gd name="connsiteY229" fmla="*/ 142685 h 285750"/>
              <a:gd name="connsiteX230" fmla="*/ 104775 w 285750"/>
              <a:gd name="connsiteY230" fmla="*/ 146399 h 285750"/>
              <a:gd name="connsiteX231" fmla="*/ 97917 w 285750"/>
              <a:gd name="connsiteY231" fmla="*/ 149066 h 285750"/>
              <a:gd name="connsiteX232" fmla="*/ 91630 w 285750"/>
              <a:gd name="connsiteY232" fmla="*/ 145447 h 285750"/>
              <a:gd name="connsiteX233" fmla="*/ 84011 w 285750"/>
              <a:gd name="connsiteY233" fmla="*/ 153353 h 285750"/>
              <a:gd name="connsiteX234" fmla="*/ 87630 w 285750"/>
              <a:gd name="connsiteY234" fmla="*/ 159353 h 285750"/>
              <a:gd name="connsiteX235" fmla="*/ 85916 w 285750"/>
              <a:gd name="connsiteY235" fmla="*/ 162782 h 285750"/>
              <a:gd name="connsiteX236" fmla="*/ 84296 w 285750"/>
              <a:gd name="connsiteY236" fmla="*/ 166306 h 285750"/>
              <a:gd name="connsiteX237" fmla="*/ 80963 w 285750"/>
              <a:gd name="connsiteY237" fmla="*/ 167068 h 285750"/>
              <a:gd name="connsiteX238" fmla="*/ 77724 w 285750"/>
              <a:gd name="connsiteY238" fmla="*/ 168021 h 285750"/>
              <a:gd name="connsiteX239" fmla="*/ 77724 w 285750"/>
              <a:gd name="connsiteY239" fmla="*/ 178880 h 285750"/>
              <a:gd name="connsiteX240" fmla="*/ 81153 w 285750"/>
              <a:gd name="connsiteY240" fmla="*/ 179832 h 285750"/>
              <a:gd name="connsiteX241" fmla="*/ 84677 w 285750"/>
              <a:gd name="connsiteY241" fmla="*/ 180594 h 285750"/>
              <a:gd name="connsiteX242" fmla="*/ 85820 w 285750"/>
              <a:gd name="connsiteY242" fmla="*/ 184404 h 285750"/>
              <a:gd name="connsiteX243" fmla="*/ 87344 w 285750"/>
              <a:gd name="connsiteY243" fmla="*/ 187833 h 285750"/>
              <a:gd name="connsiteX244" fmla="*/ 84011 w 285750"/>
              <a:gd name="connsiteY244" fmla="*/ 194120 h 285750"/>
              <a:gd name="connsiteX245" fmla="*/ 91630 w 285750"/>
              <a:gd name="connsiteY245" fmla="*/ 201454 h 285750"/>
              <a:gd name="connsiteX246" fmla="*/ 94679 w 285750"/>
              <a:gd name="connsiteY246" fmla="*/ 199739 h 285750"/>
              <a:gd name="connsiteX247" fmla="*/ 97917 w 285750"/>
              <a:gd name="connsiteY247" fmla="*/ 198120 h 285750"/>
              <a:gd name="connsiteX248" fmla="*/ 104489 w 285750"/>
              <a:gd name="connsiteY248" fmla="*/ 201073 h 285750"/>
              <a:gd name="connsiteX249" fmla="*/ 105442 w 285750"/>
              <a:gd name="connsiteY249" fmla="*/ 204597 h 285750"/>
              <a:gd name="connsiteX250" fmla="*/ 106490 w 285750"/>
              <a:gd name="connsiteY250" fmla="*/ 208026 h 285750"/>
              <a:gd name="connsiteX251" fmla="*/ 117062 w 285750"/>
              <a:gd name="connsiteY251" fmla="*/ 208026 h 285750"/>
              <a:gd name="connsiteX252" fmla="*/ 118205 w 285750"/>
              <a:gd name="connsiteY252" fmla="*/ 204311 h 285750"/>
              <a:gd name="connsiteX253" fmla="*/ 119443 w 285750"/>
              <a:gd name="connsiteY253" fmla="*/ 200692 h 285750"/>
              <a:gd name="connsiteX254" fmla="*/ 126016 w 285750"/>
              <a:gd name="connsiteY254" fmla="*/ 198025 h 285750"/>
              <a:gd name="connsiteX255" fmla="*/ 130397 w 285750"/>
              <a:gd name="connsiteY255" fmla="*/ 200597 h 285750"/>
              <a:gd name="connsiteX256" fmla="*/ 129445 w 285750"/>
              <a:gd name="connsiteY256" fmla="*/ 202692 h 285750"/>
              <a:gd name="connsiteX257" fmla="*/ 127349 w 285750"/>
              <a:gd name="connsiteY257" fmla="*/ 207264 h 285750"/>
              <a:gd name="connsiteX258" fmla="*/ 122968 w 285750"/>
              <a:gd name="connsiteY258" fmla="*/ 208216 h 285750"/>
              <a:gd name="connsiteX259" fmla="*/ 118777 w 285750"/>
              <a:gd name="connsiteY259" fmla="*/ 209360 h 285750"/>
              <a:gd name="connsiteX260" fmla="*/ 118777 w 285750"/>
              <a:gd name="connsiteY260" fmla="*/ 223457 h 285750"/>
              <a:gd name="connsiteX261" fmla="*/ 123158 w 285750"/>
              <a:gd name="connsiteY261" fmla="*/ 224599 h 285750"/>
              <a:gd name="connsiteX262" fmla="*/ 127730 w 285750"/>
              <a:gd name="connsiteY262" fmla="*/ 225552 h 285750"/>
              <a:gd name="connsiteX263" fmla="*/ 129254 w 285750"/>
              <a:gd name="connsiteY263" fmla="*/ 230505 h 285750"/>
              <a:gd name="connsiteX264" fmla="*/ 131159 w 285750"/>
              <a:gd name="connsiteY264" fmla="*/ 234982 h 285750"/>
              <a:gd name="connsiteX265" fmla="*/ 126873 w 285750"/>
              <a:gd name="connsiteY265" fmla="*/ 243173 h 285750"/>
              <a:gd name="connsiteX266" fmla="*/ 136779 w 285750"/>
              <a:gd name="connsiteY266" fmla="*/ 252603 h 285750"/>
              <a:gd name="connsiteX267" fmla="*/ 140684 w 285750"/>
              <a:gd name="connsiteY267" fmla="*/ 250317 h 285750"/>
              <a:gd name="connsiteX268" fmla="*/ 144875 w 285750"/>
              <a:gd name="connsiteY268" fmla="*/ 248222 h 285750"/>
              <a:gd name="connsiteX269" fmla="*/ 153448 w 285750"/>
              <a:gd name="connsiteY269" fmla="*/ 252127 h 285750"/>
              <a:gd name="connsiteX270" fmla="*/ 154686 w 285750"/>
              <a:gd name="connsiteY270" fmla="*/ 256699 h 285750"/>
              <a:gd name="connsiteX271" fmla="*/ 156020 w 285750"/>
              <a:gd name="connsiteY271" fmla="*/ 261176 h 285750"/>
              <a:gd name="connsiteX272" fmla="*/ 169736 w 285750"/>
              <a:gd name="connsiteY272" fmla="*/ 261176 h 285750"/>
              <a:gd name="connsiteX273" fmla="*/ 171164 w 285750"/>
              <a:gd name="connsiteY273" fmla="*/ 256413 h 285750"/>
              <a:gd name="connsiteX274" fmla="*/ 172784 w 285750"/>
              <a:gd name="connsiteY274" fmla="*/ 251746 h 285750"/>
              <a:gd name="connsiteX275" fmla="*/ 181356 w 285750"/>
              <a:gd name="connsiteY275" fmla="*/ 248317 h 285750"/>
              <a:gd name="connsiteX276" fmla="*/ 189547 w 285750"/>
              <a:gd name="connsiteY276" fmla="*/ 253079 h 285750"/>
              <a:gd name="connsiteX277" fmla="*/ 199358 w 285750"/>
              <a:gd name="connsiteY277" fmla="*/ 242792 h 285750"/>
              <a:gd name="connsiteX278" fmla="*/ 196882 w 285750"/>
              <a:gd name="connsiteY278" fmla="*/ 238982 h 285750"/>
              <a:gd name="connsiteX279" fmla="*/ 194596 w 285750"/>
              <a:gd name="connsiteY279" fmla="*/ 234982 h 285750"/>
              <a:gd name="connsiteX280" fmla="*/ 196882 w 285750"/>
              <a:gd name="connsiteY280" fmla="*/ 230600 h 285750"/>
              <a:gd name="connsiteX281" fmla="*/ 198882 w 285750"/>
              <a:gd name="connsiteY281" fmla="*/ 226028 h 285750"/>
              <a:gd name="connsiteX282" fmla="*/ 203263 w 285750"/>
              <a:gd name="connsiteY282" fmla="*/ 225076 h 285750"/>
              <a:gd name="connsiteX283" fmla="*/ 207454 w 285750"/>
              <a:gd name="connsiteY283" fmla="*/ 223933 h 285750"/>
              <a:gd name="connsiteX284" fmla="*/ 207454 w 285750"/>
              <a:gd name="connsiteY284" fmla="*/ 209836 h 285750"/>
              <a:gd name="connsiteX285" fmla="*/ 203073 w 285750"/>
              <a:gd name="connsiteY285" fmla="*/ 208693 h 285750"/>
              <a:gd name="connsiteX286" fmla="*/ 198501 w 285750"/>
              <a:gd name="connsiteY286" fmla="*/ 207740 h 285750"/>
              <a:gd name="connsiteX287" fmla="*/ 195072 w 285750"/>
              <a:gd name="connsiteY287" fmla="*/ 198311 h 285750"/>
              <a:gd name="connsiteX288" fmla="*/ 199834 w 285750"/>
              <a:gd name="connsiteY288" fmla="*/ 190119 h 285750"/>
              <a:gd name="connsiteX289" fmla="*/ 194786 w 285750"/>
              <a:gd name="connsiteY289" fmla="*/ 185261 h 285750"/>
              <a:gd name="connsiteX290" fmla="*/ 189547 w 285750"/>
              <a:gd name="connsiteY290" fmla="*/ 180689 h 285750"/>
              <a:gd name="connsiteX291" fmla="*/ 185547 w 285750"/>
              <a:gd name="connsiteY291" fmla="*/ 182975 h 285750"/>
              <a:gd name="connsiteX292" fmla="*/ 181356 w 285750"/>
              <a:gd name="connsiteY292" fmla="*/ 185071 h 285750"/>
              <a:gd name="connsiteX293" fmla="*/ 177165 w 285750"/>
              <a:gd name="connsiteY293" fmla="*/ 182975 h 285750"/>
              <a:gd name="connsiteX294" fmla="*/ 172784 w 285750"/>
              <a:gd name="connsiteY294" fmla="*/ 181261 h 285750"/>
              <a:gd name="connsiteX295" fmla="*/ 170497 w 285750"/>
              <a:gd name="connsiteY295" fmla="*/ 171831 h 285750"/>
              <a:gd name="connsiteX296" fmla="*/ 131159 w 285750"/>
              <a:gd name="connsiteY296" fmla="*/ 183547 h 285750"/>
              <a:gd name="connsiteX297" fmla="*/ 118682 w 285750"/>
              <a:gd name="connsiteY297" fmla="*/ 193548 h 285750"/>
              <a:gd name="connsiteX298" fmla="*/ 101727 w 285750"/>
              <a:gd name="connsiteY298" fmla="*/ 192119 h 285750"/>
              <a:gd name="connsiteX299" fmla="*/ 92869 w 285750"/>
              <a:gd name="connsiteY299" fmla="*/ 182309 h 285750"/>
              <a:gd name="connsiteX300" fmla="*/ 91440 w 285750"/>
              <a:gd name="connsiteY300" fmla="*/ 169355 h 285750"/>
              <a:gd name="connsiteX301" fmla="*/ 97346 w 285750"/>
              <a:gd name="connsiteY301" fmla="*/ 157829 h 285750"/>
              <a:gd name="connsiteX302" fmla="*/ 110585 w 285750"/>
              <a:gd name="connsiteY302" fmla="*/ 152114 h 285750"/>
              <a:gd name="connsiteX303" fmla="*/ 121349 w 285750"/>
              <a:gd name="connsiteY303" fmla="*/ 154210 h 285750"/>
              <a:gd name="connsiteX304" fmla="*/ 129826 w 285750"/>
              <a:gd name="connsiteY304" fmla="*/ 161068 h 285750"/>
              <a:gd name="connsiteX305" fmla="*/ 133731 w 285750"/>
              <a:gd name="connsiteY305" fmla="*/ 171355 h 285750"/>
              <a:gd name="connsiteX306" fmla="*/ 131159 w 285750"/>
              <a:gd name="connsiteY306" fmla="*/ 183547 h 285750"/>
              <a:gd name="connsiteX307" fmla="*/ 186404 w 285750"/>
              <a:gd name="connsiteY307" fmla="*/ 200597 h 285750"/>
              <a:gd name="connsiteX308" fmla="*/ 191548 w 285750"/>
              <a:gd name="connsiteY308" fmla="*/ 213932 h 285750"/>
              <a:gd name="connsiteX309" fmla="*/ 188119 w 285750"/>
              <a:gd name="connsiteY309" fmla="*/ 229743 h 285750"/>
              <a:gd name="connsiteX310" fmla="*/ 171926 w 285750"/>
              <a:gd name="connsiteY310" fmla="*/ 242792 h 285750"/>
              <a:gd name="connsiteX311" fmla="*/ 149828 w 285750"/>
              <a:gd name="connsiteY311" fmla="*/ 240887 h 285750"/>
              <a:gd name="connsiteX312" fmla="*/ 138398 w 285750"/>
              <a:gd name="connsiteY312" fmla="*/ 228124 h 285750"/>
              <a:gd name="connsiteX313" fmla="*/ 136493 w 285750"/>
              <a:gd name="connsiteY313" fmla="*/ 211265 h 285750"/>
              <a:gd name="connsiteX314" fmla="*/ 144209 w 285750"/>
              <a:gd name="connsiteY314" fmla="*/ 196310 h 285750"/>
              <a:gd name="connsiteX315" fmla="*/ 161449 w 285750"/>
              <a:gd name="connsiteY315" fmla="*/ 188881 h 285750"/>
              <a:gd name="connsiteX316" fmla="*/ 175450 w 285750"/>
              <a:gd name="connsiteY316" fmla="*/ 191548 h 285750"/>
              <a:gd name="connsiteX317" fmla="*/ 186404 w 285750"/>
              <a:gd name="connsiteY317" fmla="*/ 200597 h 28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</a:cxnLst>
            <a:rect l="l" t="t" r="r" b="b"/>
            <a:pathLst>
              <a:path w="285750" h="285750">
                <a:moveTo>
                  <a:pt x="88297" y="56578"/>
                </a:moveTo>
                <a:lnTo>
                  <a:pt x="102775" y="23813"/>
                </a:lnTo>
                <a:lnTo>
                  <a:pt x="98774" y="23813"/>
                </a:lnTo>
                <a:lnTo>
                  <a:pt x="86392" y="52006"/>
                </a:lnTo>
                <a:lnTo>
                  <a:pt x="73914" y="23813"/>
                </a:lnTo>
                <a:lnTo>
                  <a:pt x="69818" y="23813"/>
                </a:lnTo>
                <a:lnTo>
                  <a:pt x="84296" y="56578"/>
                </a:lnTo>
                <a:lnTo>
                  <a:pt x="88297" y="56578"/>
                </a:lnTo>
                <a:close/>
                <a:moveTo>
                  <a:pt x="107918" y="56578"/>
                </a:moveTo>
                <a:lnTo>
                  <a:pt x="111538" y="56578"/>
                </a:lnTo>
                <a:lnTo>
                  <a:pt x="111538" y="31909"/>
                </a:lnTo>
                <a:lnTo>
                  <a:pt x="107918" y="31909"/>
                </a:lnTo>
                <a:lnTo>
                  <a:pt x="107918" y="56578"/>
                </a:lnTo>
                <a:close/>
                <a:moveTo>
                  <a:pt x="109728" y="27432"/>
                </a:moveTo>
                <a:cubicBezTo>
                  <a:pt x="111062" y="27432"/>
                  <a:pt x="112109" y="26384"/>
                  <a:pt x="112109" y="25051"/>
                </a:cubicBezTo>
                <a:cubicBezTo>
                  <a:pt x="112109" y="23813"/>
                  <a:pt x="111062" y="22670"/>
                  <a:pt x="109728" y="22670"/>
                </a:cubicBezTo>
                <a:cubicBezTo>
                  <a:pt x="108395" y="22670"/>
                  <a:pt x="107347" y="23813"/>
                  <a:pt x="107347" y="25051"/>
                </a:cubicBezTo>
                <a:cubicBezTo>
                  <a:pt x="107347" y="26384"/>
                  <a:pt x="108395" y="27432"/>
                  <a:pt x="109728" y="27432"/>
                </a:cubicBezTo>
                <a:close/>
                <a:moveTo>
                  <a:pt x="122587" y="42767"/>
                </a:moveTo>
                <a:cubicBezTo>
                  <a:pt x="122587" y="37909"/>
                  <a:pt x="126587" y="34480"/>
                  <a:pt x="132112" y="34480"/>
                </a:cubicBezTo>
                <a:lnTo>
                  <a:pt x="132112" y="31337"/>
                </a:lnTo>
                <a:cubicBezTo>
                  <a:pt x="127540" y="31337"/>
                  <a:pt x="124016" y="33433"/>
                  <a:pt x="122587" y="36767"/>
                </a:cubicBezTo>
                <a:lnTo>
                  <a:pt x="122587" y="31909"/>
                </a:lnTo>
                <a:lnTo>
                  <a:pt x="118967" y="31909"/>
                </a:lnTo>
                <a:lnTo>
                  <a:pt x="118967" y="56578"/>
                </a:lnTo>
                <a:lnTo>
                  <a:pt x="122587" y="56578"/>
                </a:lnTo>
                <a:lnTo>
                  <a:pt x="122587" y="42767"/>
                </a:lnTo>
                <a:close/>
                <a:moveTo>
                  <a:pt x="139065" y="50864"/>
                </a:moveTo>
                <a:cubicBezTo>
                  <a:pt x="139065" y="54578"/>
                  <a:pt x="141542" y="57150"/>
                  <a:pt x="145066" y="57150"/>
                </a:cubicBezTo>
                <a:cubicBezTo>
                  <a:pt x="146685" y="57150"/>
                  <a:pt x="148304" y="56578"/>
                  <a:pt x="149638" y="55531"/>
                </a:cubicBezTo>
                <a:lnTo>
                  <a:pt x="147828" y="52864"/>
                </a:lnTo>
                <a:cubicBezTo>
                  <a:pt x="147352" y="53435"/>
                  <a:pt x="146304" y="53816"/>
                  <a:pt x="145256" y="53816"/>
                </a:cubicBezTo>
                <a:cubicBezTo>
                  <a:pt x="143828" y="53816"/>
                  <a:pt x="142589" y="52578"/>
                  <a:pt x="142589" y="50673"/>
                </a:cubicBezTo>
                <a:lnTo>
                  <a:pt x="142589" y="34957"/>
                </a:lnTo>
                <a:lnTo>
                  <a:pt x="148685" y="34957"/>
                </a:lnTo>
                <a:lnTo>
                  <a:pt x="148685" y="31718"/>
                </a:lnTo>
                <a:lnTo>
                  <a:pt x="142589" y="31718"/>
                </a:lnTo>
                <a:lnTo>
                  <a:pt x="142589" y="24955"/>
                </a:lnTo>
                <a:lnTo>
                  <a:pt x="138970" y="24955"/>
                </a:lnTo>
                <a:lnTo>
                  <a:pt x="138970" y="31718"/>
                </a:lnTo>
                <a:lnTo>
                  <a:pt x="135065" y="31718"/>
                </a:lnTo>
                <a:lnTo>
                  <a:pt x="135065" y="34957"/>
                </a:lnTo>
                <a:lnTo>
                  <a:pt x="138970" y="34957"/>
                </a:lnTo>
                <a:lnTo>
                  <a:pt x="138970" y="50864"/>
                </a:lnTo>
                <a:close/>
                <a:moveTo>
                  <a:pt x="163925" y="57150"/>
                </a:moveTo>
                <a:cubicBezTo>
                  <a:pt x="167450" y="57150"/>
                  <a:pt x="170593" y="55245"/>
                  <a:pt x="172021" y="52578"/>
                </a:cubicBezTo>
                <a:lnTo>
                  <a:pt x="172021" y="56578"/>
                </a:lnTo>
                <a:lnTo>
                  <a:pt x="175641" y="56578"/>
                </a:lnTo>
                <a:lnTo>
                  <a:pt x="175641" y="31909"/>
                </a:lnTo>
                <a:lnTo>
                  <a:pt x="172021" y="31909"/>
                </a:lnTo>
                <a:lnTo>
                  <a:pt x="172021" y="47625"/>
                </a:lnTo>
                <a:cubicBezTo>
                  <a:pt x="172021" y="51054"/>
                  <a:pt x="168497" y="54007"/>
                  <a:pt x="164401" y="54007"/>
                </a:cubicBezTo>
                <a:cubicBezTo>
                  <a:pt x="160782" y="54007"/>
                  <a:pt x="158210" y="51245"/>
                  <a:pt x="158210" y="47149"/>
                </a:cubicBezTo>
                <a:lnTo>
                  <a:pt x="158210" y="31909"/>
                </a:lnTo>
                <a:lnTo>
                  <a:pt x="154591" y="31909"/>
                </a:lnTo>
                <a:lnTo>
                  <a:pt x="154591" y="47625"/>
                </a:lnTo>
                <a:cubicBezTo>
                  <a:pt x="154686" y="53150"/>
                  <a:pt x="158496" y="57150"/>
                  <a:pt x="163925" y="57150"/>
                </a:cubicBezTo>
                <a:close/>
                <a:moveTo>
                  <a:pt x="191357" y="41053"/>
                </a:moveTo>
                <a:cubicBezTo>
                  <a:pt x="186023" y="41053"/>
                  <a:pt x="181642" y="44387"/>
                  <a:pt x="181642" y="49244"/>
                </a:cubicBezTo>
                <a:cubicBezTo>
                  <a:pt x="181642" y="54102"/>
                  <a:pt x="185452" y="57150"/>
                  <a:pt x="190691" y="57150"/>
                </a:cubicBezTo>
                <a:cubicBezTo>
                  <a:pt x="193929" y="57150"/>
                  <a:pt x="197644" y="55626"/>
                  <a:pt x="199358" y="52673"/>
                </a:cubicBezTo>
                <a:lnTo>
                  <a:pt x="199358" y="56578"/>
                </a:lnTo>
                <a:lnTo>
                  <a:pt x="202978" y="56578"/>
                </a:lnTo>
                <a:lnTo>
                  <a:pt x="202978" y="41529"/>
                </a:lnTo>
                <a:cubicBezTo>
                  <a:pt x="202978" y="35528"/>
                  <a:pt x="199644" y="31337"/>
                  <a:pt x="192976" y="31337"/>
                </a:cubicBezTo>
                <a:cubicBezTo>
                  <a:pt x="190595" y="31337"/>
                  <a:pt x="187642" y="31909"/>
                  <a:pt x="184118" y="33719"/>
                </a:cubicBezTo>
                <a:lnTo>
                  <a:pt x="185547" y="36671"/>
                </a:lnTo>
                <a:cubicBezTo>
                  <a:pt x="187833" y="35528"/>
                  <a:pt x="190309" y="34385"/>
                  <a:pt x="192786" y="34385"/>
                </a:cubicBezTo>
                <a:cubicBezTo>
                  <a:pt x="198120" y="34385"/>
                  <a:pt x="199454" y="38195"/>
                  <a:pt x="199454" y="41529"/>
                </a:cubicBezTo>
                <a:lnTo>
                  <a:pt x="199454" y="42481"/>
                </a:lnTo>
                <a:cubicBezTo>
                  <a:pt x="196882" y="41624"/>
                  <a:pt x="194024" y="41053"/>
                  <a:pt x="191357" y="41053"/>
                </a:cubicBezTo>
                <a:close/>
                <a:moveTo>
                  <a:pt x="199454" y="48863"/>
                </a:moveTo>
                <a:cubicBezTo>
                  <a:pt x="198501" y="52388"/>
                  <a:pt x="194596" y="54007"/>
                  <a:pt x="191357" y="54007"/>
                </a:cubicBezTo>
                <a:cubicBezTo>
                  <a:pt x="187833" y="54007"/>
                  <a:pt x="185166" y="52197"/>
                  <a:pt x="185166" y="49149"/>
                </a:cubicBezTo>
                <a:cubicBezTo>
                  <a:pt x="185166" y="46196"/>
                  <a:pt x="188309" y="44101"/>
                  <a:pt x="191929" y="44101"/>
                </a:cubicBezTo>
                <a:cubicBezTo>
                  <a:pt x="194596" y="44101"/>
                  <a:pt x="197167" y="44482"/>
                  <a:pt x="199358" y="45149"/>
                </a:cubicBezTo>
                <a:lnTo>
                  <a:pt x="199358" y="48863"/>
                </a:lnTo>
                <a:close/>
                <a:moveTo>
                  <a:pt x="213836" y="23241"/>
                </a:moveTo>
                <a:lnTo>
                  <a:pt x="210217" y="23241"/>
                </a:lnTo>
                <a:lnTo>
                  <a:pt x="210217" y="56578"/>
                </a:lnTo>
                <a:lnTo>
                  <a:pt x="213836" y="56578"/>
                </a:lnTo>
                <a:lnTo>
                  <a:pt x="213836" y="23241"/>
                </a:lnTo>
                <a:close/>
                <a:moveTo>
                  <a:pt x="37624" y="109252"/>
                </a:moveTo>
                <a:lnTo>
                  <a:pt x="55912" y="109252"/>
                </a:lnTo>
                <a:lnTo>
                  <a:pt x="59246" y="116681"/>
                </a:lnTo>
                <a:lnTo>
                  <a:pt x="63246" y="116681"/>
                </a:lnTo>
                <a:lnTo>
                  <a:pt x="48768" y="83915"/>
                </a:lnTo>
                <a:lnTo>
                  <a:pt x="44767" y="83915"/>
                </a:lnTo>
                <a:lnTo>
                  <a:pt x="30290" y="116681"/>
                </a:lnTo>
                <a:lnTo>
                  <a:pt x="34385" y="116681"/>
                </a:lnTo>
                <a:lnTo>
                  <a:pt x="37624" y="109252"/>
                </a:lnTo>
                <a:close/>
                <a:moveTo>
                  <a:pt x="46768" y="88487"/>
                </a:moveTo>
                <a:lnTo>
                  <a:pt x="54388" y="105728"/>
                </a:lnTo>
                <a:lnTo>
                  <a:pt x="39148" y="105728"/>
                </a:lnTo>
                <a:lnTo>
                  <a:pt x="46768" y="88487"/>
                </a:lnTo>
                <a:close/>
                <a:moveTo>
                  <a:pt x="72295" y="112109"/>
                </a:moveTo>
                <a:cubicBezTo>
                  <a:pt x="74200" y="115348"/>
                  <a:pt x="77343" y="117348"/>
                  <a:pt x="81248" y="117348"/>
                </a:cubicBezTo>
                <a:cubicBezTo>
                  <a:pt x="87725" y="117348"/>
                  <a:pt x="92583" y="112014"/>
                  <a:pt x="92583" y="104394"/>
                </a:cubicBezTo>
                <a:cubicBezTo>
                  <a:pt x="92583" y="96869"/>
                  <a:pt x="87725" y="91535"/>
                  <a:pt x="81248" y="91535"/>
                </a:cubicBezTo>
                <a:cubicBezTo>
                  <a:pt x="77248" y="91535"/>
                  <a:pt x="74104" y="93536"/>
                  <a:pt x="72295" y="96774"/>
                </a:cubicBezTo>
                <a:lnTo>
                  <a:pt x="72295" y="92107"/>
                </a:lnTo>
                <a:lnTo>
                  <a:pt x="68675" y="92107"/>
                </a:lnTo>
                <a:lnTo>
                  <a:pt x="68675" y="124968"/>
                </a:lnTo>
                <a:lnTo>
                  <a:pt x="72295" y="124968"/>
                </a:lnTo>
                <a:lnTo>
                  <a:pt x="72295" y="112109"/>
                </a:lnTo>
                <a:close/>
                <a:moveTo>
                  <a:pt x="80582" y="94678"/>
                </a:moveTo>
                <a:cubicBezTo>
                  <a:pt x="85344" y="94678"/>
                  <a:pt x="88868" y="98679"/>
                  <a:pt x="88868" y="104394"/>
                </a:cubicBezTo>
                <a:cubicBezTo>
                  <a:pt x="88868" y="110109"/>
                  <a:pt x="85439" y="114109"/>
                  <a:pt x="80582" y="114109"/>
                </a:cubicBezTo>
                <a:cubicBezTo>
                  <a:pt x="75724" y="114109"/>
                  <a:pt x="72295" y="110014"/>
                  <a:pt x="72295" y="104394"/>
                </a:cubicBezTo>
                <a:cubicBezTo>
                  <a:pt x="72295" y="98774"/>
                  <a:pt x="75724" y="94678"/>
                  <a:pt x="80582" y="94678"/>
                </a:cubicBezTo>
                <a:close/>
                <a:moveTo>
                  <a:pt x="102775" y="92107"/>
                </a:moveTo>
                <a:lnTo>
                  <a:pt x="99155" y="92107"/>
                </a:lnTo>
                <a:lnTo>
                  <a:pt x="99155" y="124968"/>
                </a:lnTo>
                <a:lnTo>
                  <a:pt x="102775" y="124968"/>
                </a:lnTo>
                <a:lnTo>
                  <a:pt x="102775" y="112109"/>
                </a:lnTo>
                <a:cubicBezTo>
                  <a:pt x="104680" y="115348"/>
                  <a:pt x="107823" y="117348"/>
                  <a:pt x="111728" y="117348"/>
                </a:cubicBezTo>
                <a:cubicBezTo>
                  <a:pt x="118205" y="117348"/>
                  <a:pt x="123063" y="112014"/>
                  <a:pt x="123063" y="104394"/>
                </a:cubicBezTo>
                <a:cubicBezTo>
                  <a:pt x="123063" y="96869"/>
                  <a:pt x="118205" y="91535"/>
                  <a:pt x="111728" y="91535"/>
                </a:cubicBezTo>
                <a:cubicBezTo>
                  <a:pt x="107728" y="91535"/>
                  <a:pt x="104584" y="93536"/>
                  <a:pt x="102775" y="96774"/>
                </a:cubicBezTo>
                <a:lnTo>
                  <a:pt x="102775" y="92107"/>
                </a:lnTo>
                <a:close/>
                <a:moveTo>
                  <a:pt x="111062" y="94678"/>
                </a:moveTo>
                <a:cubicBezTo>
                  <a:pt x="115919" y="94678"/>
                  <a:pt x="119348" y="98679"/>
                  <a:pt x="119348" y="104394"/>
                </a:cubicBezTo>
                <a:cubicBezTo>
                  <a:pt x="119348" y="110109"/>
                  <a:pt x="115919" y="114109"/>
                  <a:pt x="111062" y="114109"/>
                </a:cubicBezTo>
                <a:cubicBezTo>
                  <a:pt x="106204" y="114109"/>
                  <a:pt x="102775" y="110014"/>
                  <a:pt x="102775" y="104394"/>
                </a:cubicBezTo>
                <a:cubicBezTo>
                  <a:pt x="102775" y="98774"/>
                  <a:pt x="106204" y="94678"/>
                  <a:pt x="111062" y="94678"/>
                </a:cubicBezTo>
                <a:close/>
                <a:moveTo>
                  <a:pt x="129254" y="116681"/>
                </a:moveTo>
                <a:lnTo>
                  <a:pt x="132874" y="116681"/>
                </a:lnTo>
                <a:lnTo>
                  <a:pt x="132874" y="83344"/>
                </a:lnTo>
                <a:lnTo>
                  <a:pt x="129254" y="83344"/>
                </a:lnTo>
                <a:lnTo>
                  <a:pt x="129254" y="116681"/>
                </a:lnTo>
                <a:close/>
                <a:moveTo>
                  <a:pt x="140017" y="116681"/>
                </a:moveTo>
                <a:lnTo>
                  <a:pt x="143637" y="116681"/>
                </a:lnTo>
                <a:lnTo>
                  <a:pt x="143637" y="92012"/>
                </a:lnTo>
                <a:lnTo>
                  <a:pt x="140017" y="92012"/>
                </a:lnTo>
                <a:lnTo>
                  <a:pt x="140017" y="116681"/>
                </a:lnTo>
                <a:close/>
                <a:moveTo>
                  <a:pt x="141827" y="82868"/>
                </a:moveTo>
                <a:cubicBezTo>
                  <a:pt x="140494" y="82868"/>
                  <a:pt x="139446" y="83915"/>
                  <a:pt x="139446" y="85249"/>
                </a:cubicBezTo>
                <a:cubicBezTo>
                  <a:pt x="139446" y="86487"/>
                  <a:pt x="140494" y="87630"/>
                  <a:pt x="141827" y="87630"/>
                </a:cubicBezTo>
                <a:cubicBezTo>
                  <a:pt x="143066" y="87630"/>
                  <a:pt x="144209" y="86487"/>
                  <a:pt x="144209" y="85249"/>
                </a:cubicBezTo>
                <a:cubicBezTo>
                  <a:pt x="144209" y="83915"/>
                  <a:pt x="143161" y="82868"/>
                  <a:pt x="141827" y="82868"/>
                </a:cubicBezTo>
                <a:close/>
                <a:moveTo>
                  <a:pt x="160592" y="94583"/>
                </a:moveTo>
                <a:cubicBezTo>
                  <a:pt x="165925" y="94583"/>
                  <a:pt x="167259" y="98393"/>
                  <a:pt x="167259" y="101727"/>
                </a:cubicBezTo>
                <a:lnTo>
                  <a:pt x="167259" y="102679"/>
                </a:lnTo>
                <a:cubicBezTo>
                  <a:pt x="164687" y="101918"/>
                  <a:pt x="161925" y="101251"/>
                  <a:pt x="159258" y="101251"/>
                </a:cubicBezTo>
                <a:cubicBezTo>
                  <a:pt x="153924" y="101251"/>
                  <a:pt x="149542" y="104584"/>
                  <a:pt x="149542" y="109442"/>
                </a:cubicBezTo>
                <a:cubicBezTo>
                  <a:pt x="149542" y="114300"/>
                  <a:pt x="153353" y="117348"/>
                  <a:pt x="158591" y="117348"/>
                </a:cubicBezTo>
                <a:cubicBezTo>
                  <a:pt x="161830" y="117348"/>
                  <a:pt x="165545" y="115824"/>
                  <a:pt x="167259" y="112871"/>
                </a:cubicBezTo>
                <a:lnTo>
                  <a:pt x="167259" y="116777"/>
                </a:lnTo>
                <a:lnTo>
                  <a:pt x="170879" y="116777"/>
                </a:lnTo>
                <a:lnTo>
                  <a:pt x="170879" y="101727"/>
                </a:lnTo>
                <a:cubicBezTo>
                  <a:pt x="170879" y="95726"/>
                  <a:pt x="167545" y="91535"/>
                  <a:pt x="160877" y="91535"/>
                </a:cubicBezTo>
                <a:cubicBezTo>
                  <a:pt x="158496" y="91535"/>
                  <a:pt x="155543" y="92107"/>
                  <a:pt x="152019" y="93917"/>
                </a:cubicBezTo>
                <a:lnTo>
                  <a:pt x="153448" y="96869"/>
                </a:lnTo>
                <a:cubicBezTo>
                  <a:pt x="155638" y="95631"/>
                  <a:pt x="158115" y="94583"/>
                  <a:pt x="160592" y="94583"/>
                </a:cubicBezTo>
                <a:close/>
                <a:moveTo>
                  <a:pt x="167259" y="108966"/>
                </a:moveTo>
                <a:cubicBezTo>
                  <a:pt x="166307" y="112490"/>
                  <a:pt x="162401" y="114109"/>
                  <a:pt x="159163" y="114109"/>
                </a:cubicBezTo>
                <a:cubicBezTo>
                  <a:pt x="155638" y="114109"/>
                  <a:pt x="152971" y="112300"/>
                  <a:pt x="152971" y="109252"/>
                </a:cubicBezTo>
                <a:cubicBezTo>
                  <a:pt x="152971" y="106299"/>
                  <a:pt x="156115" y="104203"/>
                  <a:pt x="159734" y="104203"/>
                </a:cubicBezTo>
                <a:cubicBezTo>
                  <a:pt x="162401" y="104203"/>
                  <a:pt x="164973" y="104584"/>
                  <a:pt x="167164" y="105156"/>
                </a:cubicBezTo>
                <a:lnTo>
                  <a:pt x="167164" y="108966"/>
                </a:lnTo>
                <a:close/>
                <a:moveTo>
                  <a:pt x="181832" y="101060"/>
                </a:moveTo>
                <a:cubicBezTo>
                  <a:pt x="181832" y="97631"/>
                  <a:pt x="185357" y="94678"/>
                  <a:pt x="189452" y="94678"/>
                </a:cubicBezTo>
                <a:cubicBezTo>
                  <a:pt x="193072" y="94678"/>
                  <a:pt x="195643" y="97441"/>
                  <a:pt x="195643" y="101537"/>
                </a:cubicBezTo>
                <a:lnTo>
                  <a:pt x="195643" y="116777"/>
                </a:lnTo>
                <a:lnTo>
                  <a:pt x="199263" y="116777"/>
                </a:lnTo>
                <a:lnTo>
                  <a:pt x="199263" y="101060"/>
                </a:lnTo>
                <a:cubicBezTo>
                  <a:pt x="199263" y="95441"/>
                  <a:pt x="195453" y="91535"/>
                  <a:pt x="190024" y="91535"/>
                </a:cubicBezTo>
                <a:cubicBezTo>
                  <a:pt x="186500" y="91535"/>
                  <a:pt x="183356" y="93440"/>
                  <a:pt x="181928" y="96107"/>
                </a:cubicBezTo>
                <a:lnTo>
                  <a:pt x="181928" y="92107"/>
                </a:lnTo>
                <a:lnTo>
                  <a:pt x="178308" y="92107"/>
                </a:lnTo>
                <a:lnTo>
                  <a:pt x="178308" y="116777"/>
                </a:lnTo>
                <a:lnTo>
                  <a:pt x="181928" y="116777"/>
                </a:lnTo>
                <a:lnTo>
                  <a:pt x="181928" y="101060"/>
                </a:lnTo>
                <a:close/>
                <a:moveTo>
                  <a:pt x="217837" y="117253"/>
                </a:moveTo>
                <a:cubicBezTo>
                  <a:pt x="221266" y="117253"/>
                  <a:pt x="224409" y="115824"/>
                  <a:pt x="226790" y="113443"/>
                </a:cubicBezTo>
                <a:lnTo>
                  <a:pt x="224314" y="111062"/>
                </a:lnTo>
                <a:cubicBezTo>
                  <a:pt x="222695" y="112871"/>
                  <a:pt x="220313" y="114014"/>
                  <a:pt x="217932" y="114014"/>
                </a:cubicBezTo>
                <a:cubicBezTo>
                  <a:pt x="212979" y="114014"/>
                  <a:pt x="208883" y="109538"/>
                  <a:pt x="208883" y="104299"/>
                </a:cubicBezTo>
                <a:cubicBezTo>
                  <a:pt x="208883" y="99060"/>
                  <a:pt x="212979" y="94583"/>
                  <a:pt x="217932" y="94583"/>
                </a:cubicBezTo>
                <a:cubicBezTo>
                  <a:pt x="220313" y="94583"/>
                  <a:pt x="222599" y="95631"/>
                  <a:pt x="224218" y="97441"/>
                </a:cubicBezTo>
                <a:lnTo>
                  <a:pt x="226695" y="95059"/>
                </a:lnTo>
                <a:cubicBezTo>
                  <a:pt x="224314" y="92774"/>
                  <a:pt x="221266" y="91440"/>
                  <a:pt x="217932" y="91440"/>
                </a:cubicBezTo>
                <a:cubicBezTo>
                  <a:pt x="210979" y="91440"/>
                  <a:pt x="205168" y="97346"/>
                  <a:pt x="205168" y="104299"/>
                </a:cubicBezTo>
                <a:cubicBezTo>
                  <a:pt x="205073" y="111347"/>
                  <a:pt x="210884" y="117253"/>
                  <a:pt x="217837" y="117253"/>
                </a:cubicBezTo>
                <a:close/>
                <a:moveTo>
                  <a:pt x="243459" y="117253"/>
                </a:moveTo>
                <a:cubicBezTo>
                  <a:pt x="246888" y="117253"/>
                  <a:pt x="251270" y="115729"/>
                  <a:pt x="253365" y="113443"/>
                </a:cubicBezTo>
                <a:lnTo>
                  <a:pt x="251174" y="111062"/>
                </a:lnTo>
                <a:cubicBezTo>
                  <a:pt x="249650" y="112681"/>
                  <a:pt x="246317" y="114014"/>
                  <a:pt x="243364" y="114014"/>
                </a:cubicBezTo>
                <a:cubicBezTo>
                  <a:pt x="238506" y="114014"/>
                  <a:pt x="235077" y="110490"/>
                  <a:pt x="234601" y="105632"/>
                </a:cubicBezTo>
                <a:lnTo>
                  <a:pt x="254794" y="105632"/>
                </a:lnTo>
                <a:cubicBezTo>
                  <a:pt x="254794" y="96965"/>
                  <a:pt x="250508" y="91345"/>
                  <a:pt x="243078" y="91345"/>
                </a:cubicBezTo>
                <a:cubicBezTo>
                  <a:pt x="236411" y="91345"/>
                  <a:pt x="230886" y="96869"/>
                  <a:pt x="230886" y="104203"/>
                </a:cubicBezTo>
                <a:cubicBezTo>
                  <a:pt x="230886" y="111919"/>
                  <a:pt x="236792" y="117253"/>
                  <a:pt x="243459" y="117253"/>
                </a:cubicBezTo>
                <a:close/>
                <a:moveTo>
                  <a:pt x="243173" y="94678"/>
                </a:moveTo>
                <a:cubicBezTo>
                  <a:pt x="248126" y="94678"/>
                  <a:pt x="250698" y="98107"/>
                  <a:pt x="251174" y="102584"/>
                </a:cubicBezTo>
                <a:lnTo>
                  <a:pt x="234601" y="102584"/>
                </a:lnTo>
                <a:cubicBezTo>
                  <a:pt x="235267" y="97822"/>
                  <a:pt x="238792" y="94678"/>
                  <a:pt x="243173" y="94678"/>
                </a:cubicBezTo>
                <a:close/>
                <a:moveTo>
                  <a:pt x="0" y="0"/>
                </a:moveTo>
                <a:lnTo>
                  <a:pt x="0" y="285750"/>
                </a:lnTo>
                <a:lnTo>
                  <a:pt x="285750" y="285750"/>
                </a:lnTo>
                <a:lnTo>
                  <a:pt x="285750" y="0"/>
                </a:lnTo>
                <a:lnTo>
                  <a:pt x="0" y="0"/>
                </a:lnTo>
                <a:close/>
                <a:moveTo>
                  <a:pt x="276225" y="276225"/>
                </a:moveTo>
                <a:lnTo>
                  <a:pt x="9525" y="276225"/>
                </a:lnTo>
                <a:lnTo>
                  <a:pt x="9525" y="9525"/>
                </a:lnTo>
                <a:lnTo>
                  <a:pt x="276225" y="9525"/>
                </a:lnTo>
                <a:lnTo>
                  <a:pt x="276225" y="276225"/>
                </a:lnTo>
                <a:close/>
                <a:moveTo>
                  <a:pt x="170497" y="171831"/>
                </a:moveTo>
                <a:lnTo>
                  <a:pt x="156782" y="171831"/>
                </a:lnTo>
                <a:cubicBezTo>
                  <a:pt x="156400" y="173069"/>
                  <a:pt x="156020" y="174593"/>
                  <a:pt x="155448" y="176498"/>
                </a:cubicBezTo>
                <a:cubicBezTo>
                  <a:pt x="154781" y="179165"/>
                  <a:pt x="154305" y="180785"/>
                  <a:pt x="154115" y="181261"/>
                </a:cubicBezTo>
                <a:cubicBezTo>
                  <a:pt x="153257" y="181261"/>
                  <a:pt x="150209" y="182404"/>
                  <a:pt x="145161" y="184690"/>
                </a:cubicBezTo>
                <a:cubicBezTo>
                  <a:pt x="143732" y="183642"/>
                  <a:pt x="141732" y="182499"/>
                  <a:pt x="139446" y="181261"/>
                </a:cubicBezTo>
                <a:cubicBezTo>
                  <a:pt x="139541" y="181070"/>
                  <a:pt x="139637" y="180785"/>
                  <a:pt x="139732" y="180689"/>
                </a:cubicBezTo>
                <a:cubicBezTo>
                  <a:pt x="140684" y="180594"/>
                  <a:pt x="141732" y="180308"/>
                  <a:pt x="143066" y="179927"/>
                </a:cubicBezTo>
                <a:cubicBezTo>
                  <a:pt x="144685" y="179451"/>
                  <a:pt x="145828" y="179165"/>
                  <a:pt x="146304" y="178975"/>
                </a:cubicBezTo>
                <a:lnTo>
                  <a:pt x="146304" y="168116"/>
                </a:lnTo>
                <a:cubicBezTo>
                  <a:pt x="145637" y="168021"/>
                  <a:pt x="144494" y="167640"/>
                  <a:pt x="142875" y="167164"/>
                </a:cubicBezTo>
                <a:cubicBezTo>
                  <a:pt x="141542" y="166783"/>
                  <a:pt x="140303" y="166497"/>
                  <a:pt x="139351" y="166402"/>
                </a:cubicBezTo>
                <a:cubicBezTo>
                  <a:pt x="139446" y="166878"/>
                  <a:pt x="138493" y="164402"/>
                  <a:pt x="136684" y="159163"/>
                </a:cubicBezTo>
                <a:cubicBezTo>
                  <a:pt x="137541" y="157925"/>
                  <a:pt x="138779" y="155829"/>
                  <a:pt x="140303" y="152876"/>
                </a:cubicBezTo>
                <a:cubicBezTo>
                  <a:pt x="139541" y="152210"/>
                  <a:pt x="138208" y="150971"/>
                  <a:pt x="136398" y="149162"/>
                </a:cubicBezTo>
                <a:cubicBezTo>
                  <a:pt x="134874" y="147542"/>
                  <a:pt x="133541" y="146304"/>
                  <a:pt x="132397" y="145637"/>
                </a:cubicBezTo>
                <a:cubicBezTo>
                  <a:pt x="131826" y="145923"/>
                  <a:pt x="130778" y="146495"/>
                  <a:pt x="129350" y="147352"/>
                </a:cubicBezTo>
                <a:cubicBezTo>
                  <a:pt x="128111" y="148114"/>
                  <a:pt x="127063" y="148685"/>
                  <a:pt x="126111" y="148971"/>
                </a:cubicBezTo>
                <a:cubicBezTo>
                  <a:pt x="125444" y="148400"/>
                  <a:pt x="124301" y="147923"/>
                  <a:pt x="122872" y="147352"/>
                </a:cubicBezTo>
                <a:cubicBezTo>
                  <a:pt x="121063" y="146685"/>
                  <a:pt x="119920" y="146209"/>
                  <a:pt x="119443" y="146018"/>
                </a:cubicBezTo>
                <a:cubicBezTo>
                  <a:pt x="118491" y="142303"/>
                  <a:pt x="117824" y="140018"/>
                  <a:pt x="117443" y="139065"/>
                </a:cubicBezTo>
                <a:lnTo>
                  <a:pt x="106871" y="139065"/>
                </a:lnTo>
                <a:cubicBezTo>
                  <a:pt x="106585" y="140018"/>
                  <a:pt x="106204" y="141161"/>
                  <a:pt x="105823" y="142685"/>
                </a:cubicBezTo>
                <a:cubicBezTo>
                  <a:pt x="105251" y="144685"/>
                  <a:pt x="104966" y="145923"/>
                  <a:pt x="104775" y="146399"/>
                </a:cubicBezTo>
                <a:cubicBezTo>
                  <a:pt x="104108" y="146399"/>
                  <a:pt x="101822" y="147352"/>
                  <a:pt x="97917" y="149066"/>
                </a:cubicBezTo>
                <a:cubicBezTo>
                  <a:pt x="96488" y="148019"/>
                  <a:pt x="94393" y="146780"/>
                  <a:pt x="91630" y="145447"/>
                </a:cubicBezTo>
                <a:cubicBezTo>
                  <a:pt x="87154" y="149828"/>
                  <a:pt x="84677" y="152400"/>
                  <a:pt x="84011" y="153353"/>
                </a:cubicBezTo>
                <a:cubicBezTo>
                  <a:pt x="84772" y="154210"/>
                  <a:pt x="86011" y="156210"/>
                  <a:pt x="87630" y="159353"/>
                </a:cubicBezTo>
                <a:cubicBezTo>
                  <a:pt x="87154" y="160115"/>
                  <a:pt x="86582" y="161258"/>
                  <a:pt x="85916" y="162782"/>
                </a:cubicBezTo>
                <a:cubicBezTo>
                  <a:pt x="85154" y="164497"/>
                  <a:pt x="84677" y="165735"/>
                  <a:pt x="84296" y="166306"/>
                </a:cubicBezTo>
                <a:cubicBezTo>
                  <a:pt x="83344" y="166402"/>
                  <a:pt x="82296" y="166688"/>
                  <a:pt x="80963" y="167068"/>
                </a:cubicBezTo>
                <a:cubicBezTo>
                  <a:pt x="79343" y="167545"/>
                  <a:pt x="78200" y="167830"/>
                  <a:pt x="77724" y="168021"/>
                </a:cubicBezTo>
                <a:lnTo>
                  <a:pt x="77724" y="178880"/>
                </a:lnTo>
                <a:cubicBezTo>
                  <a:pt x="78391" y="178975"/>
                  <a:pt x="79534" y="179356"/>
                  <a:pt x="81153" y="179832"/>
                </a:cubicBezTo>
                <a:cubicBezTo>
                  <a:pt x="82582" y="180213"/>
                  <a:pt x="83725" y="180499"/>
                  <a:pt x="84677" y="180594"/>
                </a:cubicBezTo>
                <a:cubicBezTo>
                  <a:pt x="84868" y="181737"/>
                  <a:pt x="85249" y="182975"/>
                  <a:pt x="85820" y="184404"/>
                </a:cubicBezTo>
                <a:cubicBezTo>
                  <a:pt x="86678" y="186309"/>
                  <a:pt x="87154" y="187452"/>
                  <a:pt x="87344" y="187833"/>
                </a:cubicBezTo>
                <a:cubicBezTo>
                  <a:pt x="85344" y="191357"/>
                  <a:pt x="84201" y="193453"/>
                  <a:pt x="84011" y="194120"/>
                </a:cubicBezTo>
                <a:cubicBezTo>
                  <a:pt x="88201" y="198406"/>
                  <a:pt x="90678" y="200787"/>
                  <a:pt x="91630" y="201454"/>
                </a:cubicBezTo>
                <a:cubicBezTo>
                  <a:pt x="92202" y="201168"/>
                  <a:pt x="93250" y="200597"/>
                  <a:pt x="94679" y="199739"/>
                </a:cubicBezTo>
                <a:cubicBezTo>
                  <a:pt x="95917" y="198977"/>
                  <a:pt x="96965" y="198406"/>
                  <a:pt x="97917" y="198120"/>
                </a:cubicBezTo>
                <a:cubicBezTo>
                  <a:pt x="98108" y="198215"/>
                  <a:pt x="100298" y="199263"/>
                  <a:pt x="104489" y="201073"/>
                </a:cubicBezTo>
                <a:cubicBezTo>
                  <a:pt x="104775" y="201740"/>
                  <a:pt x="105061" y="202883"/>
                  <a:pt x="105442" y="204597"/>
                </a:cubicBezTo>
                <a:cubicBezTo>
                  <a:pt x="105823" y="206121"/>
                  <a:pt x="106108" y="207359"/>
                  <a:pt x="106490" y="208026"/>
                </a:cubicBezTo>
                <a:lnTo>
                  <a:pt x="117062" y="208026"/>
                </a:lnTo>
                <a:cubicBezTo>
                  <a:pt x="117348" y="207359"/>
                  <a:pt x="117729" y="206121"/>
                  <a:pt x="118205" y="204311"/>
                </a:cubicBezTo>
                <a:cubicBezTo>
                  <a:pt x="118586" y="202692"/>
                  <a:pt x="118967" y="201454"/>
                  <a:pt x="119443" y="200692"/>
                </a:cubicBezTo>
                <a:cubicBezTo>
                  <a:pt x="121539" y="200311"/>
                  <a:pt x="123730" y="199453"/>
                  <a:pt x="126016" y="198025"/>
                </a:cubicBezTo>
                <a:cubicBezTo>
                  <a:pt x="127445" y="198977"/>
                  <a:pt x="128873" y="199739"/>
                  <a:pt x="130397" y="200597"/>
                </a:cubicBezTo>
                <a:cubicBezTo>
                  <a:pt x="130112" y="201263"/>
                  <a:pt x="129730" y="201930"/>
                  <a:pt x="129445" y="202692"/>
                </a:cubicBezTo>
                <a:cubicBezTo>
                  <a:pt x="128492" y="204978"/>
                  <a:pt x="127825" y="206502"/>
                  <a:pt x="127349" y="207264"/>
                </a:cubicBezTo>
                <a:cubicBezTo>
                  <a:pt x="126111" y="207455"/>
                  <a:pt x="124682" y="207740"/>
                  <a:pt x="122968" y="208216"/>
                </a:cubicBezTo>
                <a:cubicBezTo>
                  <a:pt x="120872" y="208883"/>
                  <a:pt x="119443" y="209264"/>
                  <a:pt x="118777" y="209360"/>
                </a:cubicBezTo>
                <a:lnTo>
                  <a:pt x="118777" y="223457"/>
                </a:lnTo>
                <a:cubicBezTo>
                  <a:pt x="119634" y="223647"/>
                  <a:pt x="121063" y="224028"/>
                  <a:pt x="123158" y="224599"/>
                </a:cubicBezTo>
                <a:cubicBezTo>
                  <a:pt x="124968" y="225076"/>
                  <a:pt x="126492" y="225457"/>
                  <a:pt x="127730" y="225552"/>
                </a:cubicBezTo>
                <a:cubicBezTo>
                  <a:pt x="127921" y="226981"/>
                  <a:pt x="128397" y="228600"/>
                  <a:pt x="129254" y="230505"/>
                </a:cubicBezTo>
                <a:cubicBezTo>
                  <a:pt x="130397" y="232982"/>
                  <a:pt x="131064" y="234505"/>
                  <a:pt x="131159" y="234982"/>
                </a:cubicBezTo>
                <a:cubicBezTo>
                  <a:pt x="128588" y="239554"/>
                  <a:pt x="127063" y="242221"/>
                  <a:pt x="126873" y="243173"/>
                </a:cubicBezTo>
                <a:cubicBezTo>
                  <a:pt x="132302" y="248698"/>
                  <a:pt x="135541" y="251841"/>
                  <a:pt x="136779" y="252603"/>
                </a:cubicBezTo>
                <a:cubicBezTo>
                  <a:pt x="137541" y="252317"/>
                  <a:pt x="138875" y="251555"/>
                  <a:pt x="140684" y="250317"/>
                </a:cubicBezTo>
                <a:cubicBezTo>
                  <a:pt x="142304" y="249365"/>
                  <a:pt x="143732" y="248603"/>
                  <a:pt x="144875" y="248222"/>
                </a:cubicBezTo>
                <a:cubicBezTo>
                  <a:pt x="145161" y="248412"/>
                  <a:pt x="147923" y="249650"/>
                  <a:pt x="153448" y="252127"/>
                </a:cubicBezTo>
                <a:cubicBezTo>
                  <a:pt x="153734" y="252984"/>
                  <a:pt x="154210" y="254508"/>
                  <a:pt x="154686" y="256699"/>
                </a:cubicBezTo>
                <a:cubicBezTo>
                  <a:pt x="155162" y="258699"/>
                  <a:pt x="155638" y="260223"/>
                  <a:pt x="156020" y="261176"/>
                </a:cubicBezTo>
                <a:lnTo>
                  <a:pt x="169736" y="261176"/>
                </a:lnTo>
                <a:cubicBezTo>
                  <a:pt x="170117" y="260318"/>
                  <a:pt x="170593" y="258699"/>
                  <a:pt x="171164" y="256413"/>
                </a:cubicBezTo>
                <a:cubicBezTo>
                  <a:pt x="171641" y="254222"/>
                  <a:pt x="172212" y="252698"/>
                  <a:pt x="172784" y="251746"/>
                </a:cubicBezTo>
                <a:cubicBezTo>
                  <a:pt x="175450" y="251270"/>
                  <a:pt x="178308" y="250126"/>
                  <a:pt x="181356" y="248317"/>
                </a:cubicBezTo>
                <a:cubicBezTo>
                  <a:pt x="184023" y="250126"/>
                  <a:pt x="186690" y="251746"/>
                  <a:pt x="189547" y="253079"/>
                </a:cubicBezTo>
                <a:cubicBezTo>
                  <a:pt x="195263" y="247460"/>
                  <a:pt x="198596" y="244030"/>
                  <a:pt x="199358" y="242792"/>
                </a:cubicBezTo>
                <a:cubicBezTo>
                  <a:pt x="198692" y="241840"/>
                  <a:pt x="197834" y="240601"/>
                  <a:pt x="196882" y="238982"/>
                </a:cubicBezTo>
                <a:cubicBezTo>
                  <a:pt x="195643" y="236791"/>
                  <a:pt x="194882" y="235458"/>
                  <a:pt x="194596" y="234982"/>
                </a:cubicBezTo>
                <a:cubicBezTo>
                  <a:pt x="195358" y="234124"/>
                  <a:pt x="196120" y="232696"/>
                  <a:pt x="196882" y="230600"/>
                </a:cubicBezTo>
                <a:cubicBezTo>
                  <a:pt x="197739" y="228314"/>
                  <a:pt x="198406" y="226695"/>
                  <a:pt x="198882" y="226028"/>
                </a:cubicBezTo>
                <a:cubicBezTo>
                  <a:pt x="200120" y="225838"/>
                  <a:pt x="201549" y="225552"/>
                  <a:pt x="203263" y="225076"/>
                </a:cubicBezTo>
                <a:cubicBezTo>
                  <a:pt x="205359" y="224409"/>
                  <a:pt x="206788" y="224028"/>
                  <a:pt x="207454" y="223933"/>
                </a:cubicBezTo>
                <a:lnTo>
                  <a:pt x="207454" y="209836"/>
                </a:lnTo>
                <a:cubicBezTo>
                  <a:pt x="206597" y="209645"/>
                  <a:pt x="205168" y="209264"/>
                  <a:pt x="203073" y="208693"/>
                </a:cubicBezTo>
                <a:cubicBezTo>
                  <a:pt x="201263" y="208121"/>
                  <a:pt x="199739" y="207836"/>
                  <a:pt x="198501" y="207740"/>
                </a:cubicBezTo>
                <a:cubicBezTo>
                  <a:pt x="198596" y="208312"/>
                  <a:pt x="197453" y="205168"/>
                  <a:pt x="195072" y="198311"/>
                </a:cubicBezTo>
                <a:cubicBezTo>
                  <a:pt x="196215" y="196691"/>
                  <a:pt x="197739" y="193929"/>
                  <a:pt x="199834" y="190119"/>
                </a:cubicBezTo>
                <a:cubicBezTo>
                  <a:pt x="198787" y="189262"/>
                  <a:pt x="197072" y="187643"/>
                  <a:pt x="194786" y="185261"/>
                </a:cubicBezTo>
                <a:cubicBezTo>
                  <a:pt x="192786" y="183070"/>
                  <a:pt x="191071" y="181547"/>
                  <a:pt x="189547" y="180689"/>
                </a:cubicBezTo>
                <a:cubicBezTo>
                  <a:pt x="188786" y="180975"/>
                  <a:pt x="187452" y="181737"/>
                  <a:pt x="185547" y="182975"/>
                </a:cubicBezTo>
                <a:cubicBezTo>
                  <a:pt x="183928" y="184023"/>
                  <a:pt x="182594" y="184690"/>
                  <a:pt x="181356" y="185071"/>
                </a:cubicBezTo>
                <a:cubicBezTo>
                  <a:pt x="180404" y="184404"/>
                  <a:pt x="179070" y="183642"/>
                  <a:pt x="177165" y="182975"/>
                </a:cubicBezTo>
                <a:cubicBezTo>
                  <a:pt x="174784" y="182023"/>
                  <a:pt x="173260" y="181451"/>
                  <a:pt x="172784" y="181261"/>
                </a:cubicBezTo>
                <a:cubicBezTo>
                  <a:pt x="171831" y="176022"/>
                  <a:pt x="170974" y="173069"/>
                  <a:pt x="170497" y="171831"/>
                </a:cubicBezTo>
                <a:close/>
                <a:moveTo>
                  <a:pt x="131159" y="183547"/>
                </a:moveTo>
                <a:cubicBezTo>
                  <a:pt x="128588" y="188405"/>
                  <a:pt x="124492" y="191738"/>
                  <a:pt x="118682" y="193548"/>
                </a:cubicBezTo>
                <a:cubicBezTo>
                  <a:pt x="112681" y="195453"/>
                  <a:pt x="107061" y="194977"/>
                  <a:pt x="101727" y="192119"/>
                </a:cubicBezTo>
                <a:cubicBezTo>
                  <a:pt x="97726" y="189928"/>
                  <a:pt x="94774" y="186595"/>
                  <a:pt x="92869" y="182309"/>
                </a:cubicBezTo>
                <a:cubicBezTo>
                  <a:pt x="91154" y="178213"/>
                  <a:pt x="90678" y="173831"/>
                  <a:pt x="91440" y="169355"/>
                </a:cubicBezTo>
                <a:cubicBezTo>
                  <a:pt x="92202" y="164783"/>
                  <a:pt x="94202" y="160877"/>
                  <a:pt x="97346" y="157829"/>
                </a:cubicBezTo>
                <a:cubicBezTo>
                  <a:pt x="100870" y="154400"/>
                  <a:pt x="105251" y="152495"/>
                  <a:pt x="110585" y="152114"/>
                </a:cubicBezTo>
                <a:cubicBezTo>
                  <a:pt x="114300" y="151828"/>
                  <a:pt x="117824" y="152495"/>
                  <a:pt x="121349" y="154210"/>
                </a:cubicBezTo>
                <a:cubicBezTo>
                  <a:pt x="124778" y="155829"/>
                  <a:pt x="127540" y="158115"/>
                  <a:pt x="129826" y="161068"/>
                </a:cubicBezTo>
                <a:cubicBezTo>
                  <a:pt x="132112" y="164211"/>
                  <a:pt x="133445" y="167545"/>
                  <a:pt x="133731" y="171355"/>
                </a:cubicBezTo>
                <a:cubicBezTo>
                  <a:pt x="134112" y="175546"/>
                  <a:pt x="133255" y="179546"/>
                  <a:pt x="131159" y="183547"/>
                </a:cubicBezTo>
                <a:close/>
                <a:moveTo>
                  <a:pt x="186404" y="200597"/>
                </a:moveTo>
                <a:cubicBezTo>
                  <a:pt x="189357" y="204597"/>
                  <a:pt x="191071" y="209074"/>
                  <a:pt x="191548" y="213932"/>
                </a:cubicBezTo>
                <a:cubicBezTo>
                  <a:pt x="192024" y="219266"/>
                  <a:pt x="190881" y="224504"/>
                  <a:pt x="188119" y="229743"/>
                </a:cubicBezTo>
                <a:cubicBezTo>
                  <a:pt x="184785" y="236030"/>
                  <a:pt x="179356" y="240411"/>
                  <a:pt x="171926" y="242792"/>
                </a:cubicBezTo>
                <a:cubicBezTo>
                  <a:pt x="164116" y="245269"/>
                  <a:pt x="156782" y="244697"/>
                  <a:pt x="149828" y="240887"/>
                </a:cubicBezTo>
                <a:cubicBezTo>
                  <a:pt x="144590" y="238030"/>
                  <a:pt x="140779" y="233743"/>
                  <a:pt x="138398" y="228124"/>
                </a:cubicBezTo>
                <a:cubicBezTo>
                  <a:pt x="136112" y="222790"/>
                  <a:pt x="135541" y="217170"/>
                  <a:pt x="136493" y="211265"/>
                </a:cubicBezTo>
                <a:cubicBezTo>
                  <a:pt x="137541" y="205264"/>
                  <a:pt x="140113" y="200311"/>
                  <a:pt x="144209" y="196310"/>
                </a:cubicBezTo>
                <a:cubicBezTo>
                  <a:pt x="148780" y="191929"/>
                  <a:pt x="154496" y="189452"/>
                  <a:pt x="161449" y="188881"/>
                </a:cubicBezTo>
                <a:cubicBezTo>
                  <a:pt x="166211" y="188500"/>
                  <a:pt x="170879" y="189357"/>
                  <a:pt x="175450" y="191548"/>
                </a:cubicBezTo>
                <a:cubicBezTo>
                  <a:pt x="179927" y="193739"/>
                  <a:pt x="183547" y="196691"/>
                  <a:pt x="186404" y="200597"/>
                </a:cubicBez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49" name="Freeform: Shape 748">
            <a:extLst>
              <a:ext uri="{FF2B5EF4-FFF2-40B4-BE49-F238E27FC236}">
                <a16:creationId xmlns:a16="http://schemas.microsoft.com/office/drawing/2014/main" id="{54C8B9E7-3F49-482C-98EE-627C57C12CF4}"/>
              </a:ext>
            </a:extLst>
          </p:cNvPr>
          <p:cNvSpPr/>
          <p:nvPr/>
        </p:nvSpPr>
        <p:spPr>
          <a:xfrm>
            <a:off x="3040488" y="2311365"/>
            <a:ext cx="228600" cy="228600"/>
          </a:xfrm>
          <a:custGeom>
            <a:avLst/>
            <a:gdLst>
              <a:gd name="connsiteX0" fmla="*/ 162782 w 228600"/>
              <a:gd name="connsiteY0" fmla="*/ 149923 h 228600"/>
              <a:gd name="connsiteX1" fmla="*/ 189929 w 228600"/>
              <a:gd name="connsiteY1" fmla="*/ 137255 h 228600"/>
              <a:gd name="connsiteX2" fmla="*/ 162782 w 228600"/>
              <a:gd name="connsiteY2" fmla="*/ 124587 h 228600"/>
              <a:gd name="connsiteX3" fmla="*/ 162782 w 228600"/>
              <a:gd name="connsiteY3" fmla="*/ 132588 h 228600"/>
              <a:gd name="connsiteX4" fmla="*/ 38481 w 228600"/>
              <a:gd name="connsiteY4" fmla="*/ 132588 h 228600"/>
              <a:gd name="connsiteX5" fmla="*/ 38481 w 228600"/>
              <a:gd name="connsiteY5" fmla="*/ 142018 h 228600"/>
              <a:gd name="connsiteX6" fmla="*/ 162782 w 228600"/>
              <a:gd name="connsiteY6" fmla="*/ 142018 h 228600"/>
              <a:gd name="connsiteX7" fmla="*/ 162782 w 228600"/>
              <a:gd name="connsiteY7" fmla="*/ 149923 h 228600"/>
              <a:gd name="connsiteX8" fmla="*/ 162782 w 228600"/>
              <a:gd name="connsiteY8" fmla="*/ 58293 h 228600"/>
              <a:gd name="connsiteX9" fmla="*/ 189929 w 228600"/>
              <a:gd name="connsiteY9" fmla="*/ 45625 h 228600"/>
              <a:gd name="connsiteX10" fmla="*/ 162782 w 228600"/>
              <a:gd name="connsiteY10" fmla="*/ 32956 h 228600"/>
              <a:gd name="connsiteX11" fmla="*/ 162782 w 228600"/>
              <a:gd name="connsiteY11" fmla="*/ 40957 h 228600"/>
              <a:gd name="connsiteX12" fmla="*/ 38481 w 228600"/>
              <a:gd name="connsiteY12" fmla="*/ 40957 h 228600"/>
              <a:gd name="connsiteX13" fmla="*/ 38481 w 228600"/>
              <a:gd name="connsiteY13" fmla="*/ 50387 h 228600"/>
              <a:gd name="connsiteX14" fmla="*/ 162782 w 228600"/>
              <a:gd name="connsiteY14" fmla="*/ 50387 h 228600"/>
              <a:gd name="connsiteX15" fmla="*/ 162782 w 228600"/>
              <a:gd name="connsiteY15" fmla="*/ 58293 h 228600"/>
              <a:gd name="connsiteX16" fmla="*/ 65723 w 228600"/>
              <a:gd name="connsiteY16" fmla="*/ 187738 h 228600"/>
              <a:gd name="connsiteX17" fmla="*/ 190024 w 228600"/>
              <a:gd name="connsiteY17" fmla="*/ 187738 h 228600"/>
              <a:gd name="connsiteX18" fmla="*/ 190024 w 228600"/>
              <a:gd name="connsiteY18" fmla="*/ 178308 h 228600"/>
              <a:gd name="connsiteX19" fmla="*/ 65723 w 228600"/>
              <a:gd name="connsiteY19" fmla="*/ 178308 h 228600"/>
              <a:gd name="connsiteX20" fmla="*/ 65723 w 228600"/>
              <a:gd name="connsiteY20" fmla="*/ 170307 h 228600"/>
              <a:gd name="connsiteX21" fmla="*/ 38576 w 228600"/>
              <a:gd name="connsiteY21" fmla="*/ 182975 h 228600"/>
              <a:gd name="connsiteX22" fmla="*/ 65723 w 228600"/>
              <a:gd name="connsiteY22" fmla="*/ 195644 h 228600"/>
              <a:gd name="connsiteX23" fmla="*/ 65723 w 228600"/>
              <a:gd name="connsiteY23" fmla="*/ 187738 h 228600"/>
              <a:gd name="connsiteX24" fmla="*/ 65723 w 228600"/>
              <a:gd name="connsiteY24" fmla="*/ 96107 h 228600"/>
              <a:gd name="connsiteX25" fmla="*/ 190024 w 228600"/>
              <a:gd name="connsiteY25" fmla="*/ 96107 h 228600"/>
              <a:gd name="connsiteX26" fmla="*/ 190024 w 228600"/>
              <a:gd name="connsiteY26" fmla="*/ 86677 h 228600"/>
              <a:gd name="connsiteX27" fmla="*/ 65723 w 228600"/>
              <a:gd name="connsiteY27" fmla="*/ 86677 h 228600"/>
              <a:gd name="connsiteX28" fmla="*/ 65723 w 228600"/>
              <a:gd name="connsiteY28" fmla="*/ 78676 h 228600"/>
              <a:gd name="connsiteX29" fmla="*/ 38576 w 228600"/>
              <a:gd name="connsiteY29" fmla="*/ 91345 h 228600"/>
              <a:gd name="connsiteX30" fmla="*/ 65723 w 228600"/>
              <a:gd name="connsiteY30" fmla="*/ 104013 h 228600"/>
              <a:gd name="connsiteX31" fmla="*/ 65723 w 228600"/>
              <a:gd name="connsiteY31" fmla="*/ 96107 h 228600"/>
              <a:gd name="connsiteX32" fmla="*/ 0 w 228600"/>
              <a:gd name="connsiteY32" fmla="*/ 0 h 228600"/>
              <a:gd name="connsiteX33" fmla="*/ 0 w 228600"/>
              <a:gd name="connsiteY33" fmla="*/ 228600 h 228600"/>
              <a:gd name="connsiteX34" fmla="*/ 228600 w 228600"/>
              <a:gd name="connsiteY34" fmla="*/ 228600 h 228600"/>
              <a:gd name="connsiteX35" fmla="*/ 228600 w 228600"/>
              <a:gd name="connsiteY35" fmla="*/ 0 h 228600"/>
              <a:gd name="connsiteX36" fmla="*/ 0 w 228600"/>
              <a:gd name="connsiteY36" fmla="*/ 0 h 228600"/>
              <a:gd name="connsiteX37" fmla="*/ 219075 w 228600"/>
              <a:gd name="connsiteY37" fmla="*/ 219075 h 228600"/>
              <a:gd name="connsiteX38" fmla="*/ 9525 w 228600"/>
              <a:gd name="connsiteY38" fmla="*/ 219075 h 228600"/>
              <a:gd name="connsiteX39" fmla="*/ 9525 w 228600"/>
              <a:gd name="connsiteY39" fmla="*/ 9525 h 228600"/>
              <a:gd name="connsiteX40" fmla="*/ 219075 w 228600"/>
              <a:gd name="connsiteY40" fmla="*/ 9525 h 228600"/>
              <a:gd name="connsiteX41" fmla="*/ 219075 w 228600"/>
              <a:gd name="connsiteY41" fmla="*/ 219075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228600" h="228600">
                <a:moveTo>
                  <a:pt x="162782" y="149923"/>
                </a:moveTo>
                <a:lnTo>
                  <a:pt x="189929" y="137255"/>
                </a:lnTo>
                <a:lnTo>
                  <a:pt x="162782" y="124587"/>
                </a:lnTo>
                <a:lnTo>
                  <a:pt x="162782" y="132588"/>
                </a:lnTo>
                <a:lnTo>
                  <a:pt x="38481" y="132588"/>
                </a:lnTo>
                <a:lnTo>
                  <a:pt x="38481" y="142018"/>
                </a:lnTo>
                <a:lnTo>
                  <a:pt x="162782" y="142018"/>
                </a:lnTo>
                <a:lnTo>
                  <a:pt x="162782" y="149923"/>
                </a:lnTo>
                <a:close/>
                <a:moveTo>
                  <a:pt x="162782" y="58293"/>
                </a:moveTo>
                <a:lnTo>
                  <a:pt x="189929" y="45625"/>
                </a:lnTo>
                <a:lnTo>
                  <a:pt x="162782" y="32956"/>
                </a:lnTo>
                <a:lnTo>
                  <a:pt x="162782" y="40957"/>
                </a:lnTo>
                <a:lnTo>
                  <a:pt x="38481" y="40957"/>
                </a:lnTo>
                <a:lnTo>
                  <a:pt x="38481" y="50387"/>
                </a:lnTo>
                <a:lnTo>
                  <a:pt x="162782" y="50387"/>
                </a:lnTo>
                <a:lnTo>
                  <a:pt x="162782" y="58293"/>
                </a:lnTo>
                <a:close/>
                <a:moveTo>
                  <a:pt x="65723" y="187738"/>
                </a:moveTo>
                <a:lnTo>
                  <a:pt x="190024" y="187738"/>
                </a:lnTo>
                <a:lnTo>
                  <a:pt x="190024" y="178308"/>
                </a:lnTo>
                <a:lnTo>
                  <a:pt x="65723" y="178308"/>
                </a:lnTo>
                <a:lnTo>
                  <a:pt x="65723" y="170307"/>
                </a:lnTo>
                <a:lnTo>
                  <a:pt x="38576" y="182975"/>
                </a:lnTo>
                <a:lnTo>
                  <a:pt x="65723" y="195644"/>
                </a:lnTo>
                <a:lnTo>
                  <a:pt x="65723" y="187738"/>
                </a:lnTo>
                <a:close/>
                <a:moveTo>
                  <a:pt x="65723" y="96107"/>
                </a:moveTo>
                <a:lnTo>
                  <a:pt x="190024" y="96107"/>
                </a:lnTo>
                <a:lnTo>
                  <a:pt x="190024" y="86677"/>
                </a:lnTo>
                <a:lnTo>
                  <a:pt x="65723" y="86677"/>
                </a:lnTo>
                <a:lnTo>
                  <a:pt x="65723" y="78676"/>
                </a:lnTo>
                <a:lnTo>
                  <a:pt x="38576" y="91345"/>
                </a:lnTo>
                <a:lnTo>
                  <a:pt x="65723" y="104013"/>
                </a:lnTo>
                <a:lnTo>
                  <a:pt x="65723" y="96107"/>
                </a:lnTo>
                <a:close/>
                <a:moveTo>
                  <a:pt x="0" y="0"/>
                </a:move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close/>
                <a:moveTo>
                  <a:pt x="219075" y="219075"/>
                </a:moveTo>
                <a:lnTo>
                  <a:pt x="9525" y="219075"/>
                </a:lnTo>
                <a:lnTo>
                  <a:pt x="9525" y="9525"/>
                </a:lnTo>
                <a:lnTo>
                  <a:pt x="219075" y="9525"/>
                </a:lnTo>
                <a:lnTo>
                  <a:pt x="219075" y="219075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50" name="Freeform: Shape 749">
            <a:extLst>
              <a:ext uri="{FF2B5EF4-FFF2-40B4-BE49-F238E27FC236}">
                <a16:creationId xmlns:a16="http://schemas.microsoft.com/office/drawing/2014/main" id="{AFA1A204-020E-4E4A-B811-C6AF23E0F806}"/>
              </a:ext>
            </a:extLst>
          </p:cNvPr>
          <p:cNvSpPr/>
          <p:nvPr/>
        </p:nvSpPr>
        <p:spPr>
          <a:xfrm>
            <a:off x="4410897" y="2311365"/>
            <a:ext cx="228600" cy="228600"/>
          </a:xfrm>
          <a:custGeom>
            <a:avLst/>
            <a:gdLst>
              <a:gd name="connsiteX0" fmla="*/ 0 w 228600"/>
              <a:gd name="connsiteY0" fmla="*/ 0 h 228600"/>
              <a:gd name="connsiteX1" fmla="*/ 0 w 228600"/>
              <a:gd name="connsiteY1" fmla="*/ 228600 h 228600"/>
              <a:gd name="connsiteX2" fmla="*/ 228600 w 228600"/>
              <a:gd name="connsiteY2" fmla="*/ 228600 h 228600"/>
              <a:gd name="connsiteX3" fmla="*/ 228600 w 228600"/>
              <a:gd name="connsiteY3" fmla="*/ 0 h 228600"/>
              <a:gd name="connsiteX4" fmla="*/ 0 w 228600"/>
              <a:gd name="connsiteY4" fmla="*/ 0 h 228600"/>
              <a:gd name="connsiteX5" fmla="*/ 219075 w 228600"/>
              <a:gd name="connsiteY5" fmla="*/ 110395 h 228600"/>
              <a:gd name="connsiteX6" fmla="*/ 32099 w 228600"/>
              <a:gd name="connsiteY6" fmla="*/ 110395 h 228600"/>
              <a:gd name="connsiteX7" fmla="*/ 32099 w 228600"/>
              <a:gd name="connsiteY7" fmla="*/ 119920 h 228600"/>
              <a:gd name="connsiteX8" fmla="*/ 219075 w 228600"/>
              <a:gd name="connsiteY8" fmla="*/ 119920 h 228600"/>
              <a:gd name="connsiteX9" fmla="*/ 219075 w 228600"/>
              <a:gd name="connsiteY9" fmla="*/ 219075 h 228600"/>
              <a:gd name="connsiteX10" fmla="*/ 9525 w 228600"/>
              <a:gd name="connsiteY10" fmla="*/ 219075 h 228600"/>
              <a:gd name="connsiteX11" fmla="*/ 9525 w 228600"/>
              <a:gd name="connsiteY11" fmla="*/ 9525 h 228600"/>
              <a:gd name="connsiteX12" fmla="*/ 219075 w 228600"/>
              <a:gd name="connsiteY12" fmla="*/ 9525 h 228600"/>
              <a:gd name="connsiteX13" fmla="*/ 219075 w 228600"/>
              <a:gd name="connsiteY13" fmla="*/ 110395 h 228600"/>
              <a:gd name="connsiteX14" fmla="*/ 146209 w 228600"/>
              <a:gd name="connsiteY14" fmla="*/ 82487 h 228600"/>
              <a:gd name="connsiteX15" fmla="*/ 129064 w 228600"/>
              <a:gd name="connsiteY15" fmla="*/ 74962 h 228600"/>
              <a:gd name="connsiteX16" fmla="*/ 125349 w 228600"/>
              <a:gd name="connsiteY16" fmla="*/ 79629 h 228600"/>
              <a:gd name="connsiteX17" fmla="*/ 146018 w 228600"/>
              <a:gd name="connsiteY17" fmla="*/ 87916 h 228600"/>
              <a:gd name="connsiteX18" fmla="*/ 164497 w 228600"/>
              <a:gd name="connsiteY18" fmla="*/ 72866 h 228600"/>
              <a:gd name="connsiteX19" fmla="*/ 147352 w 228600"/>
              <a:gd name="connsiteY19" fmla="*/ 57722 h 228600"/>
              <a:gd name="connsiteX20" fmla="*/ 133255 w 228600"/>
              <a:gd name="connsiteY20" fmla="*/ 48292 h 228600"/>
              <a:gd name="connsiteX21" fmla="*/ 144399 w 228600"/>
              <a:gd name="connsiteY21" fmla="*/ 39243 h 228600"/>
              <a:gd name="connsiteX22" fmla="*/ 159449 w 228600"/>
              <a:gd name="connsiteY22" fmla="*/ 45910 h 228600"/>
              <a:gd name="connsiteX23" fmla="*/ 163068 w 228600"/>
              <a:gd name="connsiteY23" fmla="*/ 41243 h 228600"/>
              <a:gd name="connsiteX24" fmla="*/ 144685 w 228600"/>
              <a:gd name="connsiteY24" fmla="*/ 33814 h 228600"/>
              <a:gd name="connsiteX25" fmla="*/ 127159 w 228600"/>
              <a:gd name="connsiteY25" fmla="*/ 48768 h 228600"/>
              <a:gd name="connsiteX26" fmla="*/ 144304 w 228600"/>
              <a:gd name="connsiteY26" fmla="*/ 63532 h 228600"/>
              <a:gd name="connsiteX27" fmla="*/ 158401 w 228600"/>
              <a:gd name="connsiteY27" fmla="*/ 73438 h 228600"/>
              <a:gd name="connsiteX28" fmla="*/ 146209 w 228600"/>
              <a:gd name="connsiteY28" fmla="*/ 82487 h 228600"/>
              <a:gd name="connsiteX29" fmla="*/ 91154 w 228600"/>
              <a:gd name="connsiteY29" fmla="*/ 88011 h 228600"/>
              <a:gd name="connsiteX30" fmla="*/ 117920 w 228600"/>
              <a:gd name="connsiteY30" fmla="*/ 60865 h 228600"/>
              <a:gd name="connsiteX31" fmla="*/ 91154 w 228600"/>
              <a:gd name="connsiteY31" fmla="*/ 33814 h 228600"/>
              <a:gd name="connsiteX32" fmla="*/ 64389 w 228600"/>
              <a:gd name="connsiteY32" fmla="*/ 60865 h 228600"/>
              <a:gd name="connsiteX33" fmla="*/ 91154 w 228600"/>
              <a:gd name="connsiteY33" fmla="*/ 88011 h 228600"/>
              <a:gd name="connsiteX34" fmla="*/ 91154 w 228600"/>
              <a:gd name="connsiteY34" fmla="*/ 39338 h 228600"/>
              <a:gd name="connsiteX35" fmla="*/ 111824 w 228600"/>
              <a:gd name="connsiteY35" fmla="*/ 60865 h 228600"/>
              <a:gd name="connsiteX36" fmla="*/ 91154 w 228600"/>
              <a:gd name="connsiteY36" fmla="*/ 82487 h 228600"/>
              <a:gd name="connsiteX37" fmla="*/ 70390 w 228600"/>
              <a:gd name="connsiteY37" fmla="*/ 60865 h 228600"/>
              <a:gd name="connsiteX38" fmla="*/ 91154 w 228600"/>
              <a:gd name="connsiteY38" fmla="*/ 39338 h 228600"/>
              <a:gd name="connsiteX39" fmla="*/ 51435 w 228600"/>
              <a:gd name="connsiteY39" fmla="*/ 175546 h 228600"/>
              <a:gd name="connsiteX40" fmla="*/ 80582 w 228600"/>
              <a:gd name="connsiteY40" fmla="*/ 175546 h 228600"/>
              <a:gd name="connsiteX41" fmla="*/ 85820 w 228600"/>
              <a:gd name="connsiteY41" fmla="*/ 187452 h 228600"/>
              <a:gd name="connsiteX42" fmla="*/ 92297 w 228600"/>
              <a:gd name="connsiteY42" fmla="*/ 187452 h 228600"/>
              <a:gd name="connsiteX43" fmla="*/ 69247 w 228600"/>
              <a:gd name="connsiteY43" fmla="*/ 135160 h 228600"/>
              <a:gd name="connsiteX44" fmla="*/ 62770 w 228600"/>
              <a:gd name="connsiteY44" fmla="*/ 135160 h 228600"/>
              <a:gd name="connsiteX45" fmla="*/ 39719 w 228600"/>
              <a:gd name="connsiteY45" fmla="*/ 187452 h 228600"/>
              <a:gd name="connsiteX46" fmla="*/ 46196 w 228600"/>
              <a:gd name="connsiteY46" fmla="*/ 187452 h 228600"/>
              <a:gd name="connsiteX47" fmla="*/ 51435 w 228600"/>
              <a:gd name="connsiteY47" fmla="*/ 175546 h 228600"/>
              <a:gd name="connsiteX48" fmla="*/ 66008 w 228600"/>
              <a:gd name="connsiteY48" fmla="*/ 142399 h 228600"/>
              <a:gd name="connsiteX49" fmla="*/ 78105 w 228600"/>
              <a:gd name="connsiteY49" fmla="*/ 169926 h 228600"/>
              <a:gd name="connsiteX50" fmla="*/ 53816 w 228600"/>
              <a:gd name="connsiteY50" fmla="*/ 169926 h 228600"/>
              <a:gd name="connsiteX51" fmla="*/ 66008 w 228600"/>
              <a:gd name="connsiteY51" fmla="*/ 142399 h 228600"/>
              <a:gd name="connsiteX52" fmla="*/ 155829 w 228600"/>
              <a:gd name="connsiteY52" fmla="*/ 168592 h 228600"/>
              <a:gd name="connsiteX53" fmla="*/ 171164 w 228600"/>
              <a:gd name="connsiteY53" fmla="*/ 168592 h 228600"/>
              <a:gd name="connsiteX54" fmla="*/ 190405 w 228600"/>
              <a:gd name="connsiteY54" fmla="*/ 151829 h 228600"/>
              <a:gd name="connsiteX55" fmla="*/ 171164 w 228600"/>
              <a:gd name="connsiteY55" fmla="*/ 135065 h 228600"/>
              <a:gd name="connsiteX56" fmla="*/ 149924 w 228600"/>
              <a:gd name="connsiteY56" fmla="*/ 135065 h 228600"/>
              <a:gd name="connsiteX57" fmla="*/ 149924 w 228600"/>
              <a:gd name="connsiteY57" fmla="*/ 187357 h 228600"/>
              <a:gd name="connsiteX58" fmla="*/ 155829 w 228600"/>
              <a:gd name="connsiteY58" fmla="*/ 187357 h 228600"/>
              <a:gd name="connsiteX59" fmla="*/ 155829 w 228600"/>
              <a:gd name="connsiteY59" fmla="*/ 168592 h 228600"/>
              <a:gd name="connsiteX60" fmla="*/ 155829 w 228600"/>
              <a:gd name="connsiteY60" fmla="*/ 140684 h 228600"/>
              <a:gd name="connsiteX61" fmla="*/ 170117 w 228600"/>
              <a:gd name="connsiteY61" fmla="*/ 140684 h 228600"/>
              <a:gd name="connsiteX62" fmla="*/ 184404 w 228600"/>
              <a:gd name="connsiteY62" fmla="*/ 151829 h 228600"/>
              <a:gd name="connsiteX63" fmla="*/ 170117 w 228600"/>
              <a:gd name="connsiteY63" fmla="*/ 162973 h 228600"/>
              <a:gd name="connsiteX64" fmla="*/ 155829 w 228600"/>
              <a:gd name="connsiteY64" fmla="*/ 162973 h 228600"/>
              <a:gd name="connsiteX65" fmla="*/ 155829 w 228600"/>
              <a:gd name="connsiteY65" fmla="*/ 140684 h 228600"/>
              <a:gd name="connsiteX66" fmla="*/ 106680 w 228600"/>
              <a:gd name="connsiteY66" fmla="*/ 168592 h 228600"/>
              <a:gd name="connsiteX67" fmla="*/ 122015 w 228600"/>
              <a:gd name="connsiteY67" fmla="*/ 168592 h 228600"/>
              <a:gd name="connsiteX68" fmla="*/ 141256 w 228600"/>
              <a:gd name="connsiteY68" fmla="*/ 151829 h 228600"/>
              <a:gd name="connsiteX69" fmla="*/ 122015 w 228600"/>
              <a:gd name="connsiteY69" fmla="*/ 135065 h 228600"/>
              <a:gd name="connsiteX70" fmla="*/ 100775 w 228600"/>
              <a:gd name="connsiteY70" fmla="*/ 135065 h 228600"/>
              <a:gd name="connsiteX71" fmla="*/ 100775 w 228600"/>
              <a:gd name="connsiteY71" fmla="*/ 187357 h 228600"/>
              <a:gd name="connsiteX72" fmla="*/ 106680 w 228600"/>
              <a:gd name="connsiteY72" fmla="*/ 187357 h 228600"/>
              <a:gd name="connsiteX73" fmla="*/ 106680 w 228600"/>
              <a:gd name="connsiteY73" fmla="*/ 168592 h 228600"/>
              <a:gd name="connsiteX74" fmla="*/ 106680 w 228600"/>
              <a:gd name="connsiteY74" fmla="*/ 140684 h 228600"/>
              <a:gd name="connsiteX75" fmla="*/ 120967 w 228600"/>
              <a:gd name="connsiteY75" fmla="*/ 140684 h 228600"/>
              <a:gd name="connsiteX76" fmla="*/ 135255 w 228600"/>
              <a:gd name="connsiteY76" fmla="*/ 151829 h 228600"/>
              <a:gd name="connsiteX77" fmla="*/ 120967 w 228600"/>
              <a:gd name="connsiteY77" fmla="*/ 162973 h 228600"/>
              <a:gd name="connsiteX78" fmla="*/ 106680 w 228600"/>
              <a:gd name="connsiteY78" fmla="*/ 162973 h 228600"/>
              <a:gd name="connsiteX79" fmla="*/ 106680 w 228600"/>
              <a:gd name="connsiteY79" fmla="*/ 140684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</a:cxnLst>
            <a:rect l="l" t="t" r="r" b="b"/>
            <a:pathLst>
              <a:path w="228600" h="228600">
                <a:moveTo>
                  <a:pt x="0" y="0"/>
                </a:move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close/>
                <a:moveTo>
                  <a:pt x="219075" y="110395"/>
                </a:moveTo>
                <a:lnTo>
                  <a:pt x="32099" y="110395"/>
                </a:lnTo>
                <a:lnTo>
                  <a:pt x="32099" y="119920"/>
                </a:lnTo>
                <a:lnTo>
                  <a:pt x="219075" y="119920"/>
                </a:lnTo>
                <a:lnTo>
                  <a:pt x="219075" y="219075"/>
                </a:lnTo>
                <a:lnTo>
                  <a:pt x="9525" y="219075"/>
                </a:lnTo>
                <a:lnTo>
                  <a:pt x="9525" y="9525"/>
                </a:lnTo>
                <a:lnTo>
                  <a:pt x="219075" y="9525"/>
                </a:lnTo>
                <a:lnTo>
                  <a:pt x="219075" y="110395"/>
                </a:lnTo>
                <a:close/>
                <a:moveTo>
                  <a:pt x="146209" y="82487"/>
                </a:moveTo>
                <a:cubicBezTo>
                  <a:pt x="138875" y="82487"/>
                  <a:pt x="133541" y="79343"/>
                  <a:pt x="129064" y="74962"/>
                </a:cubicBezTo>
                <a:lnTo>
                  <a:pt x="125349" y="79629"/>
                </a:lnTo>
                <a:cubicBezTo>
                  <a:pt x="130588" y="84773"/>
                  <a:pt x="137350" y="87916"/>
                  <a:pt x="146018" y="87916"/>
                </a:cubicBezTo>
                <a:cubicBezTo>
                  <a:pt x="158210" y="87916"/>
                  <a:pt x="164497" y="81153"/>
                  <a:pt x="164497" y="72866"/>
                </a:cubicBezTo>
                <a:cubicBezTo>
                  <a:pt x="164497" y="63627"/>
                  <a:pt x="157353" y="60103"/>
                  <a:pt x="147352" y="57722"/>
                </a:cubicBezTo>
                <a:cubicBezTo>
                  <a:pt x="138398" y="55626"/>
                  <a:pt x="133255" y="53721"/>
                  <a:pt x="133255" y="48292"/>
                </a:cubicBezTo>
                <a:cubicBezTo>
                  <a:pt x="133255" y="43529"/>
                  <a:pt x="138017" y="39243"/>
                  <a:pt x="144399" y="39243"/>
                </a:cubicBezTo>
                <a:cubicBezTo>
                  <a:pt x="149924" y="39243"/>
                  <a:pt x="155067" y="41720"/>
                  <a:pt x="159449" y="45910"/>
                </a:cubicBezTo>
                <a:lnTo>
                  <a:pt x="163068" y="41243"/>
                </a:lnTo>
                <a:cubicBezTo>
                  <a:pt x="158305" y="36862"/>
                  <a:pt x="152495" y="33814"/>
                  <a:pt x="144685" y="33814"/>
                </a:cubicBezTo>
                <a:cubicBezTo>
                  <a:pt x="134588" y="33814"/>
                  <a:pt x="127159" y="40386"/>
                  <a:pt x="127159" y="48768"/>
                </a:cubicBezTo>
                <a:cubicBezTo>
                  <a:pt x="127159" y="57817"/>
                  <a:pt x="133826" y="61150"/>
                  <a:pt x="144304" y="63532"/>
                </a:cubicBezTo>
                <a:cubicBezTo>
                  <a:pt x="153448" y="65627"/>
                  <a:pt x="158401" y="67913"/>
                  <a:pt x="158401" y="73438"/>
                </a:cubicBezTo>
                <a:cubicBezTo>
                  <a:pt x="158401" y="78105"/>
                  <a:pt x="154305" y="82487"/>
                  <a:pt x="146209" y="82487"/>
                </a:cubicBezTo>
                <a:close/>
                <a:moveTo>
                  <a:pt x="91154" y="88011"/>
                </a:moveTo>
                <a:cubicBezTo>
                  <a:pt x="105728" y="88011"/>
                  <a:pt x="117920" y="75628"/>
                  <a:pt x="117920" y="60865"/>
                </a:cubicBezTo>
                <a:cubicBezTo>
                  <a:pt x="117920" y="46101"/>
                  <a:pt x="105728" y="33814"/>
                  <a:pt x="91154" y="33814"/>
                </a:cubicBezTo>
                <a:cubicBezTo>
                  <a:pt x="76676" y="33814"/>
                  <a:pt x="64389" y="46196"/>
                  <a:pt x="64389" y="60865"/>
                </a:cubicBezTo>
                <a:cubicBezTo>
                  <a:pt x="64389" y="75533"/>
                  <a:pt x="76676" y="88011"/>
                  <a:pt x="91154" y="88011"/>
                </a:cubicBezTo>
                <a:close/>
                <a:moveTo>
                  <a:pt x="91154" y="39338"/>
                </a:moveTo>
                <a:cubicBezTo>
                  <a:pt x="102394" y="39338"/>
                  <a:pt x="111824" y="49244"/>
                  <a:pt x="111824" y="60865"/>
                </a:cubicBezTo>
                <a:cubicBezTo>
                  <a:pt x="111824" y="72580"/>
                  <a:pt x="102394" y="82487"/>
                  <a:pt x="91154" y="82487"/>
                </a:cubicBezTo>
                <a:cubicBezTo>
                  <a:pt x="79915" y="82487"/>
                  <a:pt x="70390" y="72580"/>
                  <a:pt x="70390" y="60865"/>
                </a:cubicBezTo>
                <a:cubicBezTo>
                  <a:pt x="70295" y="49244"/>
                  <a:pt x="79820" y="39338"/>
                  <a:pt x="91154" y="39338"/>
                </a:cubicBezTo>
                <a:close/>
                <a:moveTo>
                  <a:pt x="51435" y="175546"/>
                </a:moveTo>
                <a:lnTo>
                  <a:pt x="80582" y="175546"/>
                </a:lnTo>
                <a:lnTo>
                  <a:pt x="85820" y="187452"/>
                </a:lnTo>
                <a:lnTo>
                  <a:pt x="92297" y="187452"/>
                </a:lnTo>
                <a:lnTo>
                  <a:pt x="69247" y="135160"/>
                </a:lnTo>
                <a:lnTo>
                  <a:pt x="62770" y="135160"/>
                </a:lnTo>
                <a:lnTo>
                  <a:pt x="39719" y="187452"/>
                </a:lnTo>
                <a:lnTo>
                  <a:pt x="46196" y="187452"/>
                </a:lnTo>
                <a:lnTo>
                  <a:pt x="51435" y="175546"/>
                </a:lnTo>
                <a:close/>
                <a:moveTo>
                  <a:pt x="66008" y="142399"/>
                </a:moveTo>
                <a:lnTo>
                  <a:pt x="78105" y="169926"/>
                </a:lnTo>
                <a:lnTo>
                  <a:pt x="53816" y="169926"/>
                </a:lnTo>
                <a:lnTo>
                  <a:pt x="66008" y="142399"/>
                </a:lnTo>
                <a:close/>
                <a:moveTo>
                  <a:pt x="155829" y="168592"/>
                </a:moveTo>
                <a:lnTo>
                  <a:pt x="171164" y="168592"/>
                </a:lnTo>
                <a:cubicBezTo>
                  <a:pt x="182023" y="168592"/>
                  <a:pt x="190405" y="161639"/>
                  <a:pt x="190405" y="151829"/>
                </a:cubicBezTo>
                <a:cubicBezTo>
                  <a:pt x="190405" y="142018"/>
                  <a:pt x="181928" y="135065"/>
                  <a:pt x="171164" y="135065"/>
                </a:cubicBezTo>
                <a:lnTo>
                  <a:pt x="149924" y="135065"/>
                </a:lnTo>
                <a:lnTo>
                  <a:pt x="149924" y="187357"/>
                </a:lnTo>
                <a:lnTo>
                  <a:pt x="155829" y="187357"/>
                </a:lnTo>
                <a:lnTo>
                  <a:pt x="155829" y="168592"/>
                </a:lnTo>
                <a:close/>
                <a:moveTo>
                  <a:pt x="155829" y="140684"/>
                </a:moveTo>
                <a:lnTo>
                  <a:pt x="170117" y="140684"/>
                </a:lnTo>
                <a:cubicBezTo>
                  <a:pt x="178594" y="140684"/>
                  <a:pt x="184404" y="144780"/>
                  <a:pt x="184404" y="151829"/>
                </a:cubicBezTo>
                <a:cubicBezTo>
                  <a:pt x="184404" y="158877"/>
                  <a:pt x="178594" y="162973"/>
                  <a:pt x="170117" y="162973"/>
                </a:cubicBezTo>
                <a:lnTo>
                  <a:pt x="155829" y="162973"/>
                </a:lnTo>
                <a:lnTo>
                  <a:pt x="155829" y="140684"/>
                </a:lnTo>
                <a:close/>
                <a:moveTo>
                  <a:pt x="106680" y="168592"/>
                </a:moveTo>
                <a:lnTo>
                  <a:pt x="122015" y="168592"/>
                </a:lnTo>
                <a:cubicBezTo>
                  <a:pt x="132874" y="168592"/>
                  <a:pt x="141256" y="161639"/>
                  <a:pt x="141256" y="151829"/>
                </a:cubicBezTo>
                <a:cubicBezTo>
                  <a:pt x="141256" y="142018"/>
                  <a:pt x="132779" y="135065"/>
                  <a:pt x="122015" y="135065"/>
                </a:cubicBezTo>
                <a:lnTo>
                  <a:pt x="100775" y="135065"/>
                </a:lnTo>
                <a:lnTo>
                  <a:pt x="100775" y="187357"/>
                </a:lnTo>
                <a:lnTo>
                  <a:pt x="106680" y="187357"/>
                </a:lnTo>
                <a:lnTo>
                  <a:pt x="106680" y="168592"/>
                </a:lnTo>
                <a:close/>
                <a:moveTo>
                  <a:pt x="106680" y="140684"/>
                </a:moveTo>
                <a:lnTo>
                  <a:pt x="120967" y="140684"/>
                </a:lnTo>
                <a:cubicBezTo>
                  <a:pt x="129445" y="140684"/>
                  <a:pt x="135255" y="144780"/>
                  <a:pt x="135255" y="151829"/>
                </a:cubicBezTo>
                <a:cubicBezTo>
                  <a:pt x="135255" y="158877"/>
                  <a:pt x="129445" y="162973"/>
                  <a:pt x="120967" y="162973"/>
                </a:cubicBezTo>
                <a:lnTo>
                  <a:pt x="106680" y="162973"/>
                </a:lnTo>
                <a:lnTo>
                  <a:pt x="106680" y="140684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751" name="Graphic 728">
            <a:extLst>
              <a:ext uri="{FF2B5EF4-FFF2-40B4-BE49-F238E27FC236}">
                <a16:creationId xmlns:a16="http://schemas.microsoft.com/office/drawing/2014/main" id="{0A1EF1D9-EC27-4C69-9CAA-E6F382659976}"/>
              </a:ext>
            </a:extLst>
          </p:cNvPr>
          <p:cNvGrpSpPr/>
          <p:nvPr/>
        </p:nvGrpSpPr>
        <p:grpSpPr>
          <a:xfrm>
            <a:off x="5758793" y="1532190"/>
            <a:ext cx="228600" cy="228599"/>
            <a:chOff x="6105174" y="2075592"/>
            <a:chExt cx="228600" cy="228599"/>
          </a:xfrm>
          <a:solidFill>
            <a:srgbClr val="000000"/>
          </a:solidFill>
        </p:grpSpPr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8324AA29-1C83-4DAE-8856-A871DDA078B2}"/>
                </a:ext>
              </a:extLst>
            </p:cNvPr>
            <p:cNvSpPr/>
            <p:nvPr/>
          </p:nvSpPr>
          <p:spPr>
            <a:xfrm>
              <a:off x="6105174" y="2075592"/>
              <a:ext cx="228600" cy="228599"/>
            </a:xfrm>
            <a:custGeom>
              <a:avLst/>
              <a:gdLst>
                <a:gd name="connsiteX0" fmla="*/ 0 w 228600"/>
                <a:gd name="connsiteY0" fmla="*/ 0 h 228599"/>
                <a:gd name="connsiteX1" fmla="*/ 0 w 228600"/>
                <a:gd name="connsiteY1" fmla="*/ 228600 h 228599"/>
                <a:gd name="connsiteX2" fmla="*/ 228600 w 228600"/>
                <a:gd name="connsiteY2" fmla="*/ 228600 h 228599"/>
                <a:gd name="connsiteX3" fmla="*/ 228600 w 228600"/>
                <a:gd name="connsiteY3" fmla="*/ 0 h 228599"/>
                <a:gd name="connsiteX4" fmla="*/ 0 w 228600"/>
                <a:gd name="connsiteY4" fmla="*/ 0 h 228599"/>
                <a:gd name="connsiteX5" fmla="*/ 219075 w 228600"/>
                <a:gd name="connsiteY5" fmla="*/ 219075 h 228599"/>
                <a:gd name="connsiteX6" fmla="*/ 9525 w 228600"/>
                <a:gd name="connsiteY6" fmla="*/ 219075 h 228599"/>
                <a:gd name="connsiteX7" fmla="*/ 9525 w 228600"/>
                <a:gd name="connsiteY7" fmla="*/ 9525 h 228599"/>
                <a:gd name="connsiteX8" fmla="*/ 219075 w 228600"/>
                <a:gd name="connsiteY8" fmla="*/ 9525 h 228599"/>
                <a:gd name="connsiteX9" fmla="*/ 219075 w 228600"/>
                <a:gd name="connsiteY9" fmla="*/ 219075 h 228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8600" h="228599">
                  <a:moveTo>
                    <a:pt x="0" y="0"/>
                  </a:moveTo>
                  <a:lnTo>
                    <a:pt x="0" y="228600"/>
                  </a:ln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close/>
                  <a:moveTo>
                    <a:pt x="219075" y="219075"/>
                  </a:moveTo>
                  <a:lnTo>
                    <a:pt x="9525" y="219075"/>
                  </a:lnTo>
                  <a:lnTo>
                    <a:pt x="9525" y="9525"/>
                  </a:lnTo>
                  <a:lnTo>
                    <a:pt x="219075" y="9525"/>
                  </a:lnTo>
                  <a:lnTo>
                    <a:pt x="219075" y="219075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DEE0FA81-9F9B-424C-A127-31AA33DE9921}"/>
                </a:ext>
              </a:extLst>
            </p:cNvPr>
            <p:cNvSpPr/>
            <p:nvPr/>
          </p:nvSpPr>
          <p:spPr>
            <a:xfrm>
              <a:off x="6135749" y="2094452"/>
              <a:ext cx="167449" cy="190976"/>
            </a:xfrm>
            <a:custGeom>
              <a:avLst/>
              <a:gdLst>
                <a:gd name="connsiteX0" fmla="*/ 23717 w 167449"/>
                <a:gd name="connsiteY0" fmla="*/ 171926 h 190976"/>
                <a:gd name="connsiteX1" fmla="*/ 22384 w 167449"/>
                <a:gd name="connsiteY1" fmla="*/ 162782 h 190976"/>
                <a:gd name="connsiteX2" fmla="*/ 0 w 167449"/>
                <a:gd name="connsiteY2" fmla="*/ 180499 h 190976"/>
                <a:gd name="connsiteX3" fmla="*/ 26479 w 167449"/>
                <a:gd name="connsiteY3" fmla="*/ 190976 h 190976"/>
                <a:gd name="connsiteX4" fmla="*/ 25051 w 167449"/>
                <a:gd name="connsiteY4" fmla="*/ 181451 h 190976"/>
                <a:gd name="connsiteX5" fmla="*/ 83725 w 167449"/>
                <a:gd name="connsiteY5" fmla="*/ 123635 h 190976"/>
                <a:gd name="connsiteX6" fmla="*/ 142399 w 167449"/>
                <a:gd name="connsiteY6" fmla="*/ 181451 h 190976"/>
                <a:gd name="connsiteX7" fmla="*/ 140970 w 167449"/>
                <a:gd name="connsiteY7" fmla="*/ 190976 h 190976"/>
                <a:gd name="connsiteX8" fmla="*/ 167450 w 167449"/>
                <a:gd name="connsiteY8" fmla="*/ 180499 h 190976"/>
                <a:gd name="connsiteX9" fmla="*/ 145066 w 167449"/>
                <a:gd name="connsiteY9" fmla="*/ 162782 h 190976"/>
                <a:gd name="connsiteX10" fmla="*/ 143732 w 167449"/>
                <a:gd name="connsiteY10" fmla="*/ 171926 h 190976"/>
                <a:gd name="connsiteX11" fmla="*/ 88773 w 167449"/>
                <a:gd name="connsiteY11" fmla="*/ 95536 h 190976"/>
                <a:gd name="connsiteX12" fmla="*/ 143732 w 167449"/>
                <a:gd name="connsiteY12" fmla="*/ 19050 h 190976"/>
                <a:gd name="connsiteX13" fmla="*/ 145066 w 167449"/>
                <a:gd name="connsiteY13" fmla="*/ 28194 h 190976"/>
                <a:gd name="connsiteX14" fmla="*/ 167450 w 167449"/>
                <a:gd name="connsiteY14" fmla="*/ 10477 h 190976"/>
                <a:gd name="connsiteX15" fmla="*/ 140970 w 167449"/>
                <a:gd name="connsiteY15" fmla="*/ 0 h 190976"/>
                <a:gd name="connsiteX16" fmla="*/ 142399 w 167449"/>
                <a:gd name="connsiteY16" fmla="*/ 9525 h 190976"/>
                <a:gd name="connsiteX17" fmla="*/ 83725 w 167449"/>
                <a:gd name="connsiteY17" fmla="*/ 67342 h 190976"/>
                <a:gd name="connsiteX18" fmla="*/ 25051 w 167449"/>
                <a:gd name="connsiteY18" fmla="*/ 9525 h 190976"/>
                <a:gd name="connsiteX19" fmla="*/ 26479 w 167449"/>
                <a:gd name="connsiteY19" fmla="*/ 0 h 190976"/>
                <a:gd name="connsiteX20" fmla="*/ 0 w 167449"/>
                <a:gd name="connsiteY20" fmla="*/ 10477 h 190976"/>
                <a:gd name="connsiteX21" fmla="*/ 22384 w 167449"/>
                <a:gd name="connsiteY21" fmla="*/ 28194 h 190976"/>
                <a:gd name="connsiteX22" fmla="*/ 23717 w 167449"/>
                <a:gd name="connsiteY22" fmla="*/ 19050 h 190976"/>
                <a:gd name="connsiteX23" fmla="*/ 78677 w 167449"/>
                <a:gd name="connsiteY23" fmla="*/ 95536 h 190976"/>
                <a:gd name="connsiteX24" fmla="*/ 23717 w 167449"/>
                <a:gd name="connsiteY24" fmla="*/ 171926 h 190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7449" h="190976">
                  <a:moveTo>
                    <a:pt x="23717" y="171926"/>
                  </a:moveTo>
                  <a:lnTo>
                    <a:pt x="22384" y="162782"/>
                  </a:lnTo>
                  <a:lnTo>
                    <a:pt x="0" y="180499"/>
                  </a:lnTo>
                  <a:lnTo>
                    <a:pt x="26479" y="190976"/>
                  </a:lnTo>
                  <a:lnTo>
                    <a:pt x="25051" y="181451"/>
                  </a:lnTo>
                  <a:cubicBezTo>
                    <a:pt x="53245" y="172974"/>
                    <a:pt x="74867" y="151067"/>
                    <a:pt x="83725" y="123635"/>
                  </a:cubicBezTo>
                  <a:cubicBezTo>
                    <a:pt x="92583" y="151067"/>
                    <a:pt x="114205" y="172974"/>
                    <a:pt x="142399" y="181451"/>
                  </a:cubicBezTo>
                  <a:lnTo>
                    <a:pt x="140970" y="190976"/>
                  </a:lnTo>
                  <a:lnTo>
                    <a:pt x="167450" y="180499"/>
                  </a:lnTo>
                  <a:lnTo>
                    <a:pt x="145066" y="162782"/>
                  </a:lnTo>
                  <a:lnTo>
                    <a:pt x="143732" y="171926"/>
                  </a:lnTo>
                  <a:cubicBezTo>
                    <a:pt x="111157" y="161449"/>
                    <a:pt x="88773" y="130778"/>
                    <a:pt x="88773" y="95536"/>
                  </a:cubicBezTo>
                  <a:cubicBezTo>
                    <a:pt x="88773" y="60293"/>
                    <a:pt x="111157" y="29528"/>
                    <a:pt x="143732" y="19050"/>
                  </a:cubicBezTo>
                  <a:lnTo>
                    <a:pt x="145066" y="28194"/>
                  </a:lnTo>
                  <a:lnTo>
                    <a:pt x="167450" y="10477"/>
                  </a:lnTo>
                  <a:lnTo>
                    <a:pt x="140970" y="0"/>
                  </a:lnTo>
                  <a:lnTo>
                    <a:pt x="142399" y="9525"/>
                  </a:lnTo>
                  <a:cubicBezTo>
                    <a:pt x="114205" y="18002"/>
                    <a:pt x="92583" y="39910"/>
                    <a:pt x="83725" y="67342"/>
                  </a:cubicBezTo>
                  <a:cubicBezTo>
                    <a:pt x="74867" y="39910"/>
                    <a:pt x="53245" y="18002"/>
                    <a:pt x="25051" y="9525"/>
                  </a:cubicBezTo>
                  <a:lnTo>
                    <a:pt x="26479" y="0"/>
                  </a:lnTo>
                  <a:lnTo>
                    <a:pt x="0" y="10477"/>
                  </a:lnTo>
                  <a:lnTo>
                    <a:pt x="22384" y="28194"/>
                  </a:lnTo>
                  <a:lnTo>
                    <a:pt x="23717" y="19050"/>
                  </a:lnTo>
                  <a:cubicBezTo>
                    <a:pt x="56293" y="29528"/>
                    <a:pt x="78677" y="60198"/>
                    <a:pt x="78677" y="95536"/>
                  </a:cubicBezTo>
                  <a:cubicBezTo>
                    <a:pt x="78677" y="130683"/>
                    <a:pt x="56293" y="161449"/>
                    <a:pt x="23717" y="171926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754" name="Freeform: Shape 753">
            <a:extLst>
              <a:ext uri="{FF2B5EF4-FFF2-40B4-BE49-F238E27FC236}">
                <a16:creationId xmlns:a16="http://schemas.microsoft.com/office/drawing/2014/main" id="{6289DDC4-075F-43E8-95D3-235BA30DA050}"/>
              </a:ext>
            </a:extLst>
          </p:cNvPr>
          <p:cNvSpPr/>
          <p:nvPr/>
        </p:nvSpPr>
        <p:spPr>
          <a:xfrm>
            <a:off x="11213322" y="2313365"/>
            <a:ext cx="228600" cy="228314"/>
          </a:xfrm>
          <a:custGeom>
            <a:avLst/>
            <a:gdLst>
              <a:gd name="connsiteX0" fmla="*/ 114395 w 228600"/>
              <a:gd name="connsiteY0" fmla="*/ 171926 h 228314"/>
              <a:gd name="connsiteX1" fmla="*/ 104585 w 228600"/>
              <a:gd name="connsiteY1" fmla="*/ 181451 h 228314"/>
              <a:gd name="connsiteX2" fmla="*/ 114395 w 228600"/>
              <a:gd name="connsiteY2" fmla="*/ 191452 h 228314"/>
              <a:gd name="connsiteX3" fmla="*/ 123920 w 228600"/>
              <a:gd name="connsiteY3" fmla="*/ 181451 h 228314"/>
              <a:gd name="connsiteX4" fmla="*/ 114395 w 228600"/>
              <a:gd name="connsiteY4" fmla="*/ 171926 h 228314"/>
              <a:gd name="connsiteX5" fmla="*/ 119539 w 228600"/>
              <a:gd name="connsiteY5" fmla="*/ 159068 h 228314"/>
              <a:gd name="connsiteX6" fmla="*/ 123254 w 228600"/>
              <a:gd name="connsiteY6" fmla="*/ 88868 h 228314"/>
              <a:gd name="connsiteX7" fmla="*/ 106109 w 228600"/>
              <a:gd name="connsiteY7" fmla="*/ 88868 h 228314"/>
              <a:gd name="connsiteX8" fmla="*/ 109633 w 228600"/>
              <a:gd name="connsiteY8" fmla="*/ 159068 h 228314"/>
              <a:gd name="connsiteX9" fmla="*/ 119539 w 228600"/>
              <a:gd name="connsiteY9" fmla="*/ 159068 h 228314"/>
              <a:gd name="connsiteX10" fmla="*/ 114300 w 228600"/>
              <a:gd name="connsiteY10" fmla="*/ 0 h 228314"/>
              <a:gd name="connsiteX11" fmla="*/ 0 w 228600"/>
              <a:gd name="connsiteY11" fmla="*/ 228314 h 228314"/>
              <a:gd name="connsiteX12" fmla="*/ 228600 w 228600"/>
              <a:gd name="connsiteY12" fmla="*/ 228314 h 228314"/>
              <a:gd name="connsiteX13" fmla="*/ 114300 w 228600"/>
              <a:gd name="connsiteY13" fmla="*/ 0 h 228314"/>
              <a:gd name="connsiteX14" fmla="*/ 114300 w 228600"/>
              <a:gd name="connsiteY14" fmla="*/ 21241 h 228314"/>
              <a:gd name="connsiteX15" fmla="*/ 213170 w 228600"/>
              <a:gd name="connsiteY15" fmla="*/ 218789 h 228314"/>
              <a:gd name="connsiteX16" fmla="*/ 15430 w 228600"/>
              <a:gd name="connsiteY16" fmla="*/ 218789 h 228314"/>
              <a:gd name="connsiteX17" fmla="*/ 114300 w 228600"/>
              <a:gd name="connsiteY17" fmla="*/ 21241 h 228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28600" h="228314">
                <a:moveTo>
                  <a:pt x="114395" y="171926"/>
                </a:moveTo>
                <a:cubicBezTo>
                  <a:pt x="108776" y="171926"/>
                  <a:pt x="104585" y="176498"/>
                  <a:pt x="104585" y="181451"/>
                </a:cubicBezTo>
                <a:cubicBezTo>
                  <a:pt x="104585" y="186881"/>
                  <a:pt x="108871" y="191452"/>
                  <a:pt x="114395" y="191452"/>
                </a:cubicBezTo>
                <a:cubicBezTo>
                  <a:pt x="119729" y="191452"/>
                  <a:pt x="123920" y="186881"/>
                  <a:pt x="123920" y="181451"/>
                </a:cubicBezTo>
                <a:cubicBezTo>
                  <a:pt x="124015" y="176498"/>
                  <a:pt x="119729" y="171926"/>
                  <a:pt x="114395" y="171926"/>
                </a:cubicBezTo>
                <a:close/>
                <a:moveTo>
                  <a:pt x="119539" y="159068"/>
                </a:moveTo>
                <a:lnTo>
                  <a:pt x="123254" y="88868"/>
                </a:lnTo>
                <a:lnTo>
                  <a:pt x="106109" y="88868"/>
                </a:lnTo>
                <a:lnTo>
                  <a:pt x="109633" y="159068"/>
                </a:lnTo>
                <a:lnTo>
                  <a:pt x="119539" y="159068"/>
                </a:lnTo>
                <a:close/>
                <a:moveTo>
                  <a:pt x="114300" y="0"/>
                </a:moveTo>
                <a:lnTo>
                  <a:pt x="0" y="228314"/>
                </a:lnTo>
                <a:lnTo>
                  <a:pt x="228600" y="228314"/>
                </a:lnTo>
                <a:lnTo>
                  <a:pt x="114300" y="0"/>
                </a:lnTo>
                <a:close/>
                <a:moveTo>
                  <a:pt x="114300" y="21241"/>
                </a:moveTo>
                <a:lnTo>
                  <a:pt x="213170" y="218789"/>
                </a:lnTo>
                <a:lnTo>
                  <a:pt x="15430" y="218789"/>
                </a:lnTo>
                <a:lnTo>
                  <a:pt x="114300" y="21241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55" name="Freeform: Shape 754">
            <a:extLst>
              <a:ext uri="{FF2B5EF4-FFF2-40B4-BE49-F238E27FC236}">
                <a16:creationId xmlns:a16="http://schemas.microsoft.com/office/drawing/2014/main" id="{C8394498-012F-493C-94FF-2993F73F68BB}"/>
              </a:ext>
            </a:extLst>
          </p:cNvPr>
          <p:cNvSpPr/>
          <p:nvPr/>
        </p:nvSpPr>
        <p:spPr>
          <a:xfrm>
            <a:off x="9640680" y="1504473"/>
            <a:ext cx="287559" cy="285750"/>
          </a:xfrm>
          <a:custGeom>
            <a:avLst/>
            <a:gdLst>
              <a:gd name="connsiteX0" fmla="*/ 144018 w 287559"/>
              <a:gd name="connsiteY0" fmla="*/ 255842 h 285750"/>
              <a:gd name="connsiteX1" fmla="*/ 258318 w 287559"/>
              <a:gd name="connsiteY1" fmla="*/ 141542 h 285750"/>
              <a:gd name="connsiteX2" fmla="*/ 144018 w 287559"/>
              <a:gd name="connsiteY2" fmla="*/ 27241 h 285750"/>
              <a:gd name="connsiteX3" fmla="*/ 29718 w 287559"/>
              <a:gd name="connsiteY3" fmla="*/ 141542 h 285750"/>
              <a:gd name="connsiteX4" fmla="*/ 144018 w 287559"/>
              <a:gd name="connsiteY4" fmla="*/ 255842 h 285750"/>
              <a:gd name="connsiteX5" fmla="*/ 144018 w 287559"/>
              <a:gd name="connsiteY5" fmla="*/ 36767 h 285750"/>
              <a:gd name="connsiteX6" fmla="*/ 248793 w 287559"/>
              <a:gd name="connsiteY6" fmla="*/ 141542 h 285750"/>
              <a:gd name="connsiteX7" fmla="*/ 144018 w 287559"/>
              <a:gd name="connsiteY7" fmla="*/ 246317 h 285750"/>
              <a:gd name="connsiteX8" fmla="*/ 39243 w 287559"/>
              <a:gd name="connsiteY8" fmla="*/ 141542 h 285750"/>
              <a:gd name="connsiteX9" fmla="*/ 144018 w 287559"/>
              <a:gd name="connsiteY9" fmla="*/ 36767 h 285750"/>
              <a:gd name="connsiteX10" fmla="*/ 98488 w 287559"/>
              <a:gd name="connsiteY10" fmla="*/ 153924 h 285750"/>
              <a:gd name="connsiteX11" fmla="*/ 125635 w 287559"/>
              <a:gd name="connsiteY11" fmla="*/ 141256 h 285750"/>
              <a:gd name="connsiteX12" fmla="*/ 98488 w 287559"/>
              <a:gd name="connsiteY12" fmla="*/ 128588 h 285750"/>
              <a:gd name="connsiteX13" fmla="*/ 98488 w 287559"/>
              <a:gd name="connsiteY13" fmla="*/ 136589 h 285750"/>
              <a:gd name="connsiteX14" fmla="*/ 52769 w 287559"/>
              <a:gd name="connsiteY14" fmla="*/ 136589 h 285750"/>
              <a:gd name="connsiteX15" fmla="*/ 52769 w 287559"/>
              <a:gd name="connsiteY15" fmla="*/ 146018 h 285750"/>
              <a:gd name="connsiteX16" fmla="*/ 98488 w 287559"/>
              <a:gd name="connsiteY16" fmla="*/ 146018 h 285750"/>
              <a:gd name="connsiteX17" fmla="*/ 98488 w 287559"/>
              <a:gd name="connsiteY17" fmla="*/ 153924 h 285750"/>
              <a:gd name="connsiteX18" fmla="*/ 189833 w 287559"/>
              <a:gd name="connsiteY18" fmla="*/ 145923 h 285750"/>
              <a:gd name="connsiteX19" fmla="*/ 235553 w 287559"/>
              <a:gd name="connsiteY19" fmla="*/ 145923 h 285750"/>
              <a:gd name="connsiteX20" fmla="*/ 235553 w 287559"/>
              <a:gd name="connsiteY20" fmla="*/ 136493 h 285750"/>
              <a:gd name="connsiteX21" fmla="*/ 189833 w 287559"/>
              <a:gd name="connsiteY21" fmla="*/ 136493 h 285750"/>
              <a:gd name="connsiteX22" fmla="*/ 189833 w 287559"/>
              <a:gd name="connsiteY22" fmla="*/ 128492 h 285750"/>
              <a:gd name="connsiteX23" fmla="*/ 162687 w 287559"/>
              <a:gd name="connsiteY23" fmla="*/ 141161 h 285750"/>
              <a:gd name="connsiteX24" fmla="*/ 189833 w 287559"/>
              <a:gd name="connsiteY24" fmla="*/ 153829 h 285750"/>
              <a:gd name="connsiteX25" fmla="*/ 189833 w 287559"/>
              <a:gd name="connsiteY25" fmla="*/ 145923 h 285750"/>
              <a:gd name="connsiteX26" fmla="*/ 156686 w 287559"/>
              <a:gd name="connsiteY26" fmla="*/ 204121 h 285750"/>
              <a:gd name="connsiteX27" fmla="*/ 148685 w 287559"/>
              <a:gd name="connsiteY27" fmla="*/ 204121 h 285750"/>
              <a:gd name="connsiteX28" fmla="*/ 148685 w 287559"/>
              <a:gd name="connsiteY28" fmla="*/ 158401 h 285750"/>
              <a:gd name="connsiteX29" fmla="*/ 139255 w 287559"/>
              <a:gd name="connsiteY29" fmla="*/ 158401 h 285750"/>
              <a:gd name="connsiteX30" fmla="*/ 139255 w 287559"/>
              <a:gd name="connsiteY30" fmla="*/ 204121 h 285750"/>
              <a:gd name="connsiteX31" fmla="*/ 131254 w 287559"/>
              <a:gd name="connsiteY31" fmla="*/ 204121 h 285750"/>
              <a:gd name="connsiteX32" fmla="*/ 143923 w 287559"/>
              <a:gd name="connsiteY32" fmla="*/ 231267 h 285750"/>
              <a:gd name="connsiteX33" fmla="*/ 156686 w 287559"/>
              <a:gd name="connsiteY33" fmla="*/ 204121 h 285750"/>
              <a:gd name="connsiteX34" fmla="*/ 139255 w 287559"/>
              <a:gd name="connsiteY34" fmla="*/ 125063 h 285750"/>
              <a:gd name="connsiteX35" fmla="*/ 148685 w 287559"/>
              <a:gd name="connsiteY35" fmla="*/ 125063 h 285750"/>
              <a:gd name="connsiteX36" fmla="*/ 148685 w 287559"/>
              <a:gd name="connsiteY36" fmla="*/ 79343 h 285750"/>
              <a:gd name="connsiteX37" fmla="*/ 156686 w 287559"/>
              <a:gd name="connsiteY37" fmla="*/ 79343 h 285750"/>
              <a:gd name="connsiteX38" fmla="*/ 144018 w 287559"/>
              <a:gd name="connsiteY38" fmla="*/ 52197 h 285750"/>
              <a:gd name="connsiteX39" fmla="*/ 131350 w 287559"/>
              <a:gd name="connsiteY39" fmla="*/ 79343 h 285750"/>
              <a:gd name="connsiteX40" fmla="*/ 139351 w 287559"/>
              <a:gd name="connsiteY40" fmla="*/ 79343 h 285750"/>
              <a:gd name="connsiteX41" fmla="*/ 139351 w 287559"/>
              <a:gd name="connsiteY41" fmla="*/ 125063 h 285750"/>
              <a:gd name="connsiteX42" fmla="*/ 0 w 287559"/>
              <a:gd name="connsiteY42" fmla="*/ 0 h 285750"/>
              <a:gd name="connsiteX43" fmla="*/ 0 w 287559"/>
              <a:gd name="connsiteY43" fmla="*/ 285750 h 285750"/>
              <a:gd name="connsiteX44" fmla="*/ 287560 w 287559"/>
              <a:gd name="connsiteY44" fmla="*/ 285750 h 285750"/>
              <a:gd name="connsiteX45" fmla="*/ 287560 w 287559"/>
              <a:gd name="connsiteY45" fmla="*/ 0 h 285750"/>
              <a:gd name="connsiteX46" fmla="*/ 0 w 287559"/>
              <a:gd name="connsiteY46" fmla="*/ 0 h 285750"/>
              <a:gd name="connsiteX47" fmla="*/ 278035 w 287559"/>
              <a:gd name="connsiteY47" fmla="*/ 276225 h 285750"/>
              <a:gd name="connsiteX48" fmla="*/ 9525 w 287559"/>
              <a:gd name="connsiteY48" fmla="*/ 276225 h 285750"/>
              <a:gd name="connsiteX49" fmla="*/ 9525 w 287559"/>
              <a:gd name="connsiteY49" fmla="*/ 9525 h 285750"/>
              <a:gd name="connsiteX50" fmla="*/ 278035 w 287559"/>
              <a:gd name="connsiteY50" fmla="*/ 9525 h 285750"/>
              <a:gd name="connsiteX51" fmla="*/ 278035 w 287559"/>
              <a:gd name="connsiteY51" fmla="*/ 276225 h 28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287559" h="285750">
                <a:moveTo>
                  <a:pt x="144018" y="255842"/>
                </a:moveTo>
                <a:cubicBezTo>
                  <a:pt x="207169" y="255842"/>
                  <a:pt x="258318" y="204692"/>
                  <a:pt x="258318" y="141542"/>
                </a:cubicBezTo>
                <a:cubicBezTo>
                  <a:pt x="258318" y="78391"/>
                  <a:pt x="207169" y="27241"/>
                  <a:pt x="144018" y="27241"/>
                </a:cubicBezTo>
                <a:cubicBezTo>
                  <a:pt x="80867" y="27241"/>
                  <a:pt x="29718" y="78391"/>
                  <a:pt x="29718" y="141542"/>
                </a:cubicBezTo>
                <a:cubicBezTo>
                  <a:pt x="29718" y="204597"/>
                  <a:pt x="80867" y="255842"/>
                  <a:pt x="144018" y="255842"/>
                </a:cubicBezTo>
                <a:close/>
                <a:moveTo>
                  <a:pt x="144018" y="36767"/>
                </a:moveTo>
                <a:cubicBezTo>
                  <a:pt x="201835" y="36767"/>
                  <a:pt x="248793" y="83725"/>
                  <a:pt x="248793" y="141542"/>
                </a:cubicBezTo>
                <a:cubicBezTo>
                  <a:pt x="248793" y="199358"/>
                  <a:pt x="201835" y="246317"/>
                  <a:pt x="144018" y="246317"/>
                </a:cubicBezTo>
                <a:cubicBezTo>
                  <a:pt x="86201" y="246317"/>
                  <a:pt x="39243" y="199358"/>
                  <a:pt x="39243" y="141542"/>
                </a:cubicBezTo>
                <a:cubicBezTo>
                  <a:pt x="39243" y="83725"/>
                  <a:pt x="86201" y="36767"/>
                  <a:pt x="144018" y="36767"/>
                </a:cubicBezTo>
                <a:close/>
                <a:moveTo>
                  <a:pt x="98488" y="153924"/>
                </a:moveTo>
                <a:lnTo>
                  <a:pt x="125635" y="141256"/>
                </a:lnTo>
                <a:lnTo>
                  <a:pt x="98488" y="128588"/>
                </a:lnTo>
                <a:lnTo>
                  <a:pt x="98488" y="136589"/>
                </a:lnTo>
                <a:lnTo>
                  <a:pt x="52769" y="136589"/>
                </a:lnTo>
                <a:lnTo>
                  <a:pt x="52769" y="146018"/>
                </a:lnTo>
                <a:lnTo>
                  <a:pt x="98488" y="146018"/>
                </a:lnTo>
                <a:lnTo>
                  <a:pt x="98488" y="153924"/>
                </a:lnTo>
                <a:close/>
                <a:moveTo>
                  <a:pt x="189833" y="145923"/>
                </a:moveTo>
                <a:lnTo>
                  <a:pt x="235553" y="145923"/>
                </a:lnTo>
                <a:lnTo>
                  <a:pt x="235553" y="136493"/>
                </a:lnTo>
                <a:lnTo>
                  <a:pt x="189833" y="136493"/>
                </a:lnTo>
                <a:lnTo>
                  <a:pt x="189833" y="128492"/>
                </a:lnTo>
                <a:lnTo>
                  <a:pt x="162687" y="141161"/>
                </a:lnTo>
                <a:lnTo>
                  <a:pt x="189833" y="153829"/>
                </a:lnTo>
                <a:lnTo>
                  <a:pt x="189833" y="145923"/>
                </a:lnTo>
                <a:close/>
                <a:moveTo>
                  <a:pt x="156686" y="204121"/>
                </a:moveTo>
                <a:lnTo>
                  <a:pt x="148685" y="204121"/>
                </a:lnTo>
                <a:lnTo>
                  <a:pt x="148685" y="158401"/>
                </a:lnTo>
                <a:lnTo>
                  <a:pt x="139255" y="158401"/>
                </a:lnTo>
                <a:lnTo>
                  <a:pt x="139255" y="204121"/>
                </a:lnTo>
                <a:lnTo>
                  <a:pt x="131254" y="204121"/>
                </a:lnTo>
                <a:lnTo>
                  <a:pt x="143923" y="231267"/>
                </a:lnTo>
                <a:lnTo>
                  <a:pt x="156686" y="204121"/>
                </a:lnTo>
                <a:close/>
                <a:moveTo>
                  <a:pt x="139255" y="125063"/>
                </a:moveTo>
                <a:lnTo>
                  <a:pt x="148685" y="125063"/>
                </a:lnTo>
                <a:lnTo>
                  <a:pt x="148685" y="79343"/>
                </a:lnTo>
                <a:lnTo>
                  <a:pt x="156686" y="79343"/>
                </a:lnTo>
                <a:lnTo>
                  <a:pt x="144018" y="52197"/>
                </a:lnTo>
                <a:lnTo>
                  <a:pt x="131350" y="79343"/>
                </a:lnTo>
                <a:lnTo>
                  <a:pt x="139351" y="79343"/>
                </a:lnTo>
                <a:lnTo>
                  <a:pt x="139351" y="125063"/>
                </a:lnTo>
                <a:close/>
                <a:moveTo>
                  <a:pt x="0" y="0"/>
                </a:moveTo>
                <a:lnTo>
                  <a:pt x="0" y="285750"/>
                </a:lnTo>
                <a:lnTo>
                  <a:pt x="287560" y="285750"/>
                </a:lnTo>
                <a:lnTo>
                  <a:pt x="287560" y="0"/>
                </a:lnTo>
                <a:lnTo>
                  <a:pt x="0" y="0"/>
                </a:lnTo>
                <a:close/>
                <a:moveTo>
                  <a:pt x="278035" y="276225"/>
                </a:moveTo>
                <a:lnTo>
                  <a:pt x="9525" y="276225"/>
                </a:lnTo>
                <a:lnTo>
                  <a:pt x="9525" y="9525"/>
                </a:lnTo>
                <a:lnTo>
                  <a:pt x="278035" y="9525"/>
                </a:lnTo>
                <a:lnTo>
                  <a:pt x="278035" y="276225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56" name="Freeform: Shape 755">
            <a:extLst>
              <a:ext uri="{FF2B5EF4-FFF2-40B4-BE49-F238E27FC236}">
                <a16:creationId xmlns:a16="http://schemas.microsoft.com/office/drawing/2014/main" id="{1D5DF06A-54CC-461E-A31B-017F87EDEDDF}"/>
              </a:ext>
            </a:extLst>
          </p:cNvPr>
          <p:cNvSpPr/>
          <p:nvPr/>
        </p:nvSpPr>
        <p:spPr>
          <a:xfrm>
            <a:off x="1783237" y="3093314"/>
            <a:ext cx="197167" cy="228409"/>
          </a:xfrm>
          <a:custGeom>
            <a:avLst/>
            <a:gdLst>
              <a:gd name="connsiteX0" fmla="*/ 193167 w 197167"/>
              <a:gd name="connsiteY0" fmla="*/ 159639 h 228409"/>
              <a:gd name="connsiteX1" fmla="*/ 98584 w 197167"/>
              <a:gd name="connsiteY1" fmla="*/ 116872 h 228409"/>
              <a:gd name="connsiteX2" fmla="*/ 9144 w 197167"/>
              <a:gd name="connsiteY2" fmla="*/ 154305 h 228409"/>
              <a:gd name="connsiteX3" fmla="*/ 4096 w 197167"/>
              <a:gd name="connsiteY3" fmla="*/ 159639 h 228409"/>
              <a:gd name="connsiteX4" fmla="*/ 0 w 197167"/>
              <a:gd name="connsiteY4" fmla="*/ 170593 h 228409"/>
              <a:gd name="connsiteX5" fmla="*/ 0 w 197167"/>
              <a:gd name="connsiteY5" fmla="*/ 212503 h 228409"/>
              <a:gd name="connsiteX6" fmla="*/ 15145 w 197167"/>
              <a:gd name="connsiteY6" fmla="*/ 228410 h 228409"/>
              <a:gd name="connsiteX7" fmla="*/ 182023 w 197167"/>
              <a:gd name="connsiteY7" fmla="*/ 228410 h 228409"/>
              <a:gd name="connsiteX8" fmla="*/ 197167 w 197167"/>
              <a:gd name="connsiteY8" fmla="*/ 212503 h 228409"/>
              <a:gd name="connsiteX9" fmla="*/ 197167 w 197167"/>
              <a:gd name="connsiteY9" fmla="*/ 170593 h 228409"/>
              <a:gd name="connsiteX10" fmla="*/ 193167 w 197167"/>
              <a:gd name="connsiteY10" fmla="*/ 159639 h 228409"/>
              <a:gd name="connsiteX11" fmla="*/ 187642 w 197167"/>
              <a:gd name="connsiteY11" fmla="*/ 212503 h 228409"/>
              <a:gd name="connsiteX12" fmla="*/ 182023 w 197167"/>
              <a:gd name="connsiteY12" fmla="*/ 218885 h 228409"/>
              <a:gd name="connsiteX13" fmla="*/ 15145 w 197167"/>
              <a:gd name="connsiteY13" fmla="*/ 218885 h 228409"/>
              <a:gd name="connsiteX14" fmla="*/ 9525 w 197167"/>
              <a:gd name="connsiteY14" fmla="*/ 212503 h 228409"/>
              <a:gd name="connsiteX15" fmla="*/ 9525 w 197167"/>
              <a:gd name="connsiteY15" fmla="*/ 170593 h 228409"/>
              <a:gd name="connsiteX16" fmla="*/ 11144 w 197167"/>
              <a:gd name="connsiteY16" fmla="*/ 166021 h 228409"/>
              <a:gd name="connsiteX17" fmla="*/ 15907 w 197167"/>
              <a:gd name="connsiteY17" fmla="*/ 161068 h 228409"/>
              <a:gd name="connsiteX18" fmla="*/ 98584 w 197167"/>
              <a:gd name="connsiteY18" fmla="*/ 126397 h 228409"/>
              <a:gd name="connsiteX19" fmla="*/ 186023 w 197167"/>
              <a:gd name="connsiteY19" fmla="*/ 165925 h 228409"/>
              <a:gd name="connsiteX20" fmla="*/ 187642 w 197167"/>
              <a:gd name="connsiteY20" fmla="*/ 170593 h 228409"/>
              <a:gd name="connsiteX21" fmla="*/ 187642 w 197167"/>
              <a:gd name="connsiteY21" fmla="*/ 212503 h 228409"/>
              <a:gd name="connsiteX22" fmla="*/ 98584 w 197167"/>
              <a:gd name="connsiteY22" fmla="*/ 106299 h 228409"/>
              <a:gd name="connsiteX23" fmla="*/ 151733 w 197167"/>
              <a:gd name="connsiteY23" fmla="*/ 53150 h 228409"/>
              <a:gd name="connsiteX24" fmla="*/ 98584 w 197167"/>
              <a:gd name="connsiteY24" fmla="*/ 0 h 228409"/>
              <a:gd name="connsiteX25" fmla="*/ 45434 w 197167"/>
              <a:gd name="connsiteY25" fmla="*/ 53150 h 228409"/>
              <a:gd name="connsiteX26" fmla="*/ 98584 w 197167"/>
              <a:gd name="connsiteY26" fmla="*/ 106299 h 228409"/>
              <a:gd name="connsiteX27" fmla="*/ 98584 w 197167"/>
              <a:gd name="connsiteY27" fmla="*/ 9430 h 228409"/>
              <a:gd name="connsiteX28" fmla="*/ 142208 w 197167"/>
              <a:gd name="connsiteY28" fmla="*/ 53054 h 228409"/>
              <a:gd name="connsiteX29" fmla="*/ 98584 w 197167"/>
              <a:gd name="connsiteY29" fmla="*/ 96679 h 228409"/>
              <a:gd name="connsiteX30" fmla="*/ 54959 w 197167"/>
              <a:gd name="connsiteY30" fmla="*/ 53054 h 228409"/>
              <a:gd name="connsiteX31" fmla="*/ 98584 w 197167"/>
              <a:gd name="connsiteY31" fmla="*/ 9430 h 2284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97167" h="228409">
                <a:moveTo>
                  <a:pt x="193167" y="159639"/>
                </a:moveTo>
                <a:cubicBezTo>
                  <a:pt x="167545" y="131159"/>
                  <a:pt x="133159" y="116872"/>
                  <a:pt x="98584" y="116872"/>
                </a:cubicBezTo>
                <a:cubicBezTo>
                  <a:pt x="66484" y="116872"/>
                  <a:pt x="34290" y="129254"/>
                  <a:pt x="9144" y="154305"/>
                </a:cubicBezTo>
                <a:cubicBezTo>
                  <a:pt x="7429" y="156019"/>
                  <a:pt x="5715" y="157829"/>
                  <a:pt x="4096" y="159639"/>
                </a:cubicBezTo>
                <a:cubicBezTo>
                  <a:pt x="1429" y="162592"/>
                  <a:pt x="0" y="166497"/>
                  <a:pt x="0" y="170593"/>
                </a:cubicBezTo>
                <a:lnTo>
                  <a:pt x="0" y="212503"/>
                </a:lnTo>
                <a:cubicBezTo>
                  <a:pt x="0" y="221266"/>
                  <a:pt x="6763" y="228410"/>
                  <a:pt x="15145" y="228410"/>
                </a:cubicBezTo>
                <a:lnTo>
                  <a:pt x="182023" y="228410"/>
                </a:lnTo>
                <a:cubicBezTo>
                  <a:pt x="190405" y="228410"/>
                  <a:pt x="197167" y="221266"/>
                  <a:pt x="197167" y="212503"/>
                </a:cubicBezTo>
                <a:lnTo>
                  <a:pt x="197167" y="170593"/>
                </a:lnTo>
                <a:cubicBezTo>
                  <a:pt x="197167" y="166592"/>
                  <a:pt x="195739" y="162687"/>
                  <a:pt x="193167" y="159639"/>
                </a:cubicBezTo>
                <a:close/>
                <a:moveTo>
                  <a:pt x="187642" y="212503"/>
                </a:moveTo>
                <a:cubicBezTo>
                  <a:pt x="187642" y="216027"/>
                  <a:pt x="185071" y="218885"/>
                  <a:pt x="182023" y="218885"/>
                </a:cubicBezTo>
                <a:lnTo>
                  <a:pt x="15145" y="218885"/>
                </a:lnTo>
                <a:cubicBezTo>
                  <a:pt x="12001" y="218885"/>
                  <a:pt x="9525" y="216027"/>
                  <a:pt x="9525" y="212503"/>
                </a:cubicBezTo>
                <a:lnTo>
                  <a:pt x="9525" y="170593"/>
                </a:lnTo>
                <a:cubicBezTo>
                  <a:pt x="9525" y="168878"/>
                  <a:pt x="10096" y="167259"/>
                  <a:pt x="11144" y="166021"/>
                </a:cubicBezTo>
                <a:cubicBezTo>
                  <a:pt x="12668" y="164306"/>
                  <a:pt x="14288" y="162687"/>
                  <a:pt x="15907" y="161068"/>
                </a:cubicBezTo>
                <a:cubicBezTo>
                  <a:pt x="38386" y="138684"/>
                  <a:pt x="67723" y="126397"/>
                  <a:pt x="98584" y="126397"/>
                </a:cubicBezTo>
                <a:cubicBezTo>
                  <a:pt x="132017" y="126397"/>
                  <a:pt x="163068" y="140494"/>
                  <a:pt x="186023" y="165925"/>
                </a:cubicBezTo>
                <a:cubicBezTo>
                  <a:pt x="187071" y="167164"/>
                  <a:pt x="187642" y="168783"/>
                  <a:pt x="187642" y="170593"/>
                </a:cubicBezTo>
                <a:lnTo>
                  <a:pt x="187642" y="212503"/>
                </a:lnTo>
                <a:close/>
                <a:moveTo>
                  <a:pt x="98584" y="106299"/>
                </a:moveTo>
                <a:cubicBezTo>
                  <a:pt x="127921" y="106299"/>
                  <a:pt x="151733" y="82487"/>
                  <a:pt x="151733" y="53150"/>
                </a:cubicBezTo>
                <a:cubicBezTo>
                  <a:pt x="151733" y="23813"/>
                  <a:pt x="127921" y="0"/>
                  <a:pt x="98584" y="0"/>
                </a:cubicBezTo>
                <a:cubicBezTo>
                  <a:pt x="69247" y="0"/>
                  <a:pt x="45434" y="23813"/>
                  <a:pt x="45434" y="53150"/>
                </a:cubicBezTo>
                <a:cubicBezTo>
                  <a:pt x="45434" y="82487"/>
                  <a:pt x="69151" y="106299"/>
                  <a:pt x="98584" y="106299"/>
                </a:cubicBezTo>
                <a:close/>
                <a:moveTo>
                  <a:pt x="98584" y="9430"/>
                </a:moveTo>
                <a:cubicBezTo>
                  <a:pt x="122682" y="9430"/>
                  <a:pt x="142208" y="29051"/>
                  <a:pt x="142208" y="53054"/>
                </a:cubicBezTo>
                <a:cubicBezTo>
                  <a:pt x="142208" y="77152"/>
                  <a:pt x="122587" y="96679"/>
                  <a:pt x="98584" y="96679"/>
                </a:cubicBezTo>
                <a:cubicBezTo>
                  <a:pt x="74486" y="96679"/>
                  <a:pt x="54959" y="77057"/>
                  <a:pt x="54959" y="53054"/>
                </a:cubicBezTo>
                <a:cubicBezTo>
                  <a:pt x="54864" y="28956"/>
                  <a:pt x="74486" y="9430"/>
                  <a:pt x="98584" y="9430"/>
                </a:cubicBez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57" name="Freeform: Shape 756">
            <a:extLst>
              <a:ext uri="{FF2B5EF4-FFF2-40B4-BE49-F238E27FC236}">
                <a16:creationId xmlns:a16="http://schemas.microsoft.com/office/drawing/2014/main" id="{FC9F3959-0F22-40AD-BDE9-C7A48CC98F98}"/>
              </a:ext>
            </a:extLst>
          </p:cNvPr>
          <p:cNvSpPr/>
          <p:nvPr/>
        </p:nvSpPr>
        <p:spPr>
          <a:xfrm>
            <a:off x="5753936" y="3089123"/>
            <a:ext cx="238315" cy="238029"/>
          </a:xfrm>
          <a:custGeom>
            <a:avLst/>
            <a:gdLst>
              <a:gd name="connsiteX0" fmla="*/ 223171 w 238315"/>
              <a:gd name="connsiteY0" fmla="*/ 0 h 238029"/>
              <a:gd name="connsiteX1" fmla="*/ 88678 w 238315"/>
              <a:gd name="connsiteY1" fmla="*/ 0 h 238029"/>
              <a:gd name="connsiteX2" fmla="*/ 73533 w 238315"/>
              <a:gd name="connsiteY2" fmla="*/ 15240 h 238029"/>
              <a:gd name="connsiteX3" fmla="*/ 73533 w 238315"/>
              <a:gd name="connsiteY3" fmla="*/ 71057 h 238029"/>
              <a:gd name="connsiteX4" fmla="*/ 15145 w 238315"/>
              <a:gd name="connsiteY4" fmla="*/ 71057 h 238029"/>
              <a:gd name="connsiteX5" fmla="*/ 0 w 238315"/>
              <a:gd name="connsiteY5" fmla="*/ 86297 h 238029"/>
              <a:gd name="connsiteX6" fmla="*/ 0 w 238315"/>
              <a:gd name="connsiteY6" fmla="*/ 222790 h 238029"/>
              <a:gd name="connsiteX7" fmla="*/ 15145 w 238315"/>
              <a:gd name="connsiteY7" fmla="*/ 238030 h 238029"/>
              <a:gd name="connsiteX8" fmla="*/ 149638 w 238315"/>
              <a:gd name="connsiteY8" fmla="*/ 238030 h 238029"/>
              <a:gd name="connsiteX9" fmla="*/ 164783 w 238315"/>
              <a:gd name="connsiteY9" fmla="*/ 222790 h 238029"/>
              <a:gd name="connsiteX10" fmla="*/ 164783 w 238315"/>
              <a:gd name="connsiteY10" fmla="*/ 166973 h 238029"/>
              <a:gd name="connsiteX11" fmla="*/ 223171 w 238315"/>
              <a:gd name="connsiteY11" fmla="*/ 166973 h 238029"/>
              <a:gd name="connsiteX12" fmla="*/ 238315 w 238315"/>
              <a:gd name="connsiteY12" fmla="*/ 151733 h 238029"/>
              <a:gd name="connsiteX13" fmla="*/ 238315 w 238315"/>
              <a:gd name="connsiteY13" fmla="*/ 15240 h 238029"/>
              <a:gd name="connsiteX14" fmla="*/ 223171 w 238315"/>
              <a:gd name="connsiteY14" fmla="*/ 0 h 238029"/>
              <a:gd name="connsiteX15" fmla="*/ 228790 w 238315"/>
              <a:gd name="connsiteY15" fmla="*/ 151733 h 238029"/>
              <a:gd name="connsiteX16" fmla="*/ 223171 w 238315"/>
              <a:gd name="connsiteY16" fmla="*/ 157448 h 238029"/>
              <a:gd name="connsiteX17" fmla="*/ 155258 w 238315"/>
              <a:gd name="connsiteY17" fmla="*/ 157448 h 238029"/>
              <a:gd name="connsiteX18" fmla="*/ 155258 w 238315"/>
              <a:gd name="connsiteY18" fmla="*/ 222790 h 238029"/>
              <a:gd name="connsiteX19" fmla="*/ 149638 w 238315"/>
              <a:gd name="connsiteY19" fmla="*/ 228505 h 238029"/>
              <a:gd name="connsiteX20" fmla="*/ 15145 w 238315"/>
              <a:gd name="connsiteY20" fmla="*/ 228505 h 238029"/>
              <a:gd name="connsiteX21" fmla="*/ 9525 w 238315"/>
              <a:gd name="connsiteY21" fmla="*/ 222790 h 238029"/>
              <a:gd name="connsiteX22" fmla="*/ 9525 w 238315"/>
              <a:gd name="connsiteY22" fmla="*/ 86297 h 238029"/>
              <a:gd name="connsiteX23" fmla="*/ 15145 w 238315"/>
              <a:gd name="connsiteY23" fmla="*/ 80582 h 238029"/>
              <a:gd name="connsiteX24" fmla="*/ 83153 w 238315"/>
              <a:gd name="connsiteY24" fmla="*/ 80582 h 238029"/>
              <a:gd name="connsiteX25" fmla="*/ 83153 w 238315"/>
              <a:gd name="connsiteY25" fmla="*/ 15240 h 238029"/>
              <a:gd name="connsiteX26" fmla="*/ 88773 w 238315"/>
              <a:gd name="connsiteY26" fmla="*/ 9525 h 238029"/>
              <a:gd name="connsiteX27" fmla="*/ 223266 w 238315"/>
              <a:gd name="connsiteY27" fmla="*/ 9525 h 238029"/>
              <a:gd name="connsiteX28" fmla="*/ 228886 w 238315"/>
              <a:gd name="connsiteY28" fmla="*/ 15240 h 238029"/>
              <a:gd name="connsiteX29" fmla="*/ 228886 w 238315"/>
              <a:gd name="connsiteY29" fmla="*/ 151733 h 238029"/>
              <a:gd name="connsiteX30" fmla="*/ 183642 w 238315"/>
              <a:gd name="connsiteY30" fmla="*/ 47911 h 238029"/>
              <a:gd name="connsiteX31" fmla="*/ 127730 w 238315"/>
              <a:gd name="connsiteY31" fmla="*/ 47911 h 238029"/>
              <a:gd name="connsiteX32" fmla="*/ 117538 w 238315"/>
              <a:gd name="connsiteY32" fmla="*/ 58103 h 238029"/>
              <a:gd name="connsiteX33" fmla="*/ 117538 w 238315"/>
              <a:gd name="connsiteY33" fmla="*/ 114014 h 238029"/>
              <a:gd name="connsiteX34" fmla="*/ 119253 w 238315"/>
              <a:gd name="connsiteY34" fmla="*/ 119634 h 238029"/>
              <a:gd name="connsiteX35" fmla="*/ 112585 w 238315"/>
              <a:gd name="connsiteY35" fmla="*/ 117062 h 238029"/>
              <a:gd name="connsiteX36" fmla="*/ 56674 w 238315"/>
              <a:gd name="connsiteY36" fmla="*/ 117062 h 238029"/>
              <a:gd name="connsiteX37" fmla="*/ 46482 w 238315"/>
              <a:gd name="connsiteY37" fmla="*/ 127254 h 238029"/>
              <a:gd name="connsiteX38" fmla="*/ 46482 w 238315"/>
              <a:gd name="connsiteY38" fmla="*/ 183166 h 238029"/>
              <a:gd name="connsiteX39" fmla="*/ 56674 w 238315"/>
              <a:gd name="connsiteY39" fmla="*/ 193358 h 238029"/>
              <a:gd name="connsiteX40" fmla="*/ 112585 w 238315"/>
              <a:gd name="connsiteY40" fmla="*/ 193358 h 238029"/>
              <a:gd name="connsiteX41" fmla="*/ 122777 w 238315"/>
              <a:gd name="connsiteY41" fmla="*/ 183166 h 238029"/>
              <a:gd name="connsiteX42" fmla="*/ 122777 w 238315"/>
              <a:gd name="connsiteY42" fmla="*/ 127254 h 238029"/>
              <a:gd name="connsiteX43" fmla="*/ 121063 w 238315"/>
              <a:gd name="connsiteY43" fmla="*/ 121634 h 238029"/>
              <a:gd name="connsiteX44" fmla="*/ 127730 w 238315"/>
              <a:gd name="connsiteY44" fmla="*/ 124206 h 238029"/>
              <a:gd name="connsiteX45" fmla="*/ 183642 w 238315"/>
              <a:gd name="connsiteY45" fmla="*/ 124206 h 238029"/>
              <a:gd name="connsiteX46" fmla="*/ 193834 w 238315"/>
              <a:gd name="connsiteY46" fmla="*/ 114014 h 238029"/>
              <a:gd name="connsiteX47" fmla="*/ 193834 w 238315"/>
              <a:gd name="connsiteY47" fmla="*/ 58103 h 238029"/>
              <a:gd name="connsiteX48" fmla="*/ 183642 w 238315"/>
              <a:gd name="connsiteY48" fmla="*/ 47911 h 2380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238315" h="238029">
                <a:moveTo>
                  <a:pt x="223171" y="0"/>
                </a:moveTo>
                <a:lnTo>
                  <a:pt x="88678" y="0"/>
                </a:lnTo>
                <a:cubicBezTo>
                  <a:pt x="80391" y="0"/>
                  <a:pt x="73533" y="6858"/>
                  <a:pt x="73533" y="15240"/>
                </a:cubicBezTo>
                <a:lnTo>
                  <a:pt x="73533" y="71057"/>
                </a:lnTo>
                <a:lnTo>
                  <a:pt x="15145" y="71057"/>
                </a:lnTo>
                <a:cubicBezTo>
                  <a:pt x="6858" y="71057"/>
                  <a:pt x="0" y="77915"/>
                  <a:pt x="0" y="86297"/>
                </a:cubicBezTo>
                <a:lnTo>
                  <a:pt x="0" y="222790"/>
                </a:lnTo>
                <a:cubicBezTo>
                  <a:pt x="0" y="231172"/>
                  <a:pt x="6763" y="238030"/>
                  <a:pt x="15145" y="238030"/>
                </a:cubicBezTo>
                <a:lnTo>
                  <a:pt x="149638" y="238030"/>
                </a:lnTo>
                <a:cubicBezTo>
                  <a:pt x="157925" y="238030"/>
                  <a:pt x="164783" y="231172"/>
                  <a:pt x="164783" y="222790"/>
                </a:cubicBezTo>
                <a:lnTo>
                  <a:pt x="164783" y="166973"/>
                </a:lnTo>
                <a:lnTo>
                  <a:pt x="223171" y="166973"/>
                </a:lnTo>
                <a:cubicBezTo>
                  <a:pt x="231458" y="166973"/>
                  <a:pt x="238315" y="160115"/>
                  <a:pt x="238315" y="151733"/>
                </a:cubicBezTo>
                <a:lnTo>
                  <a:pt x="238315" y="15240"/>
                </a:lnTo>
                <a:cubicBezTo>
                  <a:pt x="238315" y="6858"/>
                  <a:pt x="231553" y="0"/>
                  <a:pt x="223171" y="0"/>
                </a:cubicBezTo>
                <a:close/>
                <a:moveTo>
                  <a:pt x="228790" y="151733"/>
                </a:moveTo>
                <a:cubicBezTo>
                  <a:pt x="228790" y="154877"/>
                  <a:pt x="226314" y="157448"/>
                  <a:pt x="223171" y="157448"/>
                </a:cubicBezTo>
                <a:lnTo>
                  <a:pt x="155258" y="157448"/>
                </a:lnTo>
                <a:lnTo>
                  <a:pt x="155258" y="222790"/>
                </a:lnTo>
                <a:cubicBezTo>
                  <a:pt x="155258" y="225933"/>
                  <a:pt x="152781" y="228505"/>
                  <a:pt x="149638" y="228505"/>
                </a:cubicBezTo>
                <a:lnTo>
                  <a:pt x="15145" y="228505"/>
                </a:lnTo>
                <a:cubicBezTo>
                  <a:pt x="12097" y="228505"/>
                  <a:pt x="9525" y="225933"/>
                  <a:pt x="9525" y="222790"/>
                </a:cubicBezTo>
                <a:lnTo>
                  <a:pt x="9525" y="86297"/>
                </a:lnTo>
                <a:cubicBezTo>
                  <a:pt x="9525" y="83153"/>
                  <a:pt x="12001" y="80582"/>
                  <a:pt x="15145" y="80582"/>
                </a:cubicBezTo>
                <a:lnTo>
                  <a:pt x="83153" y="80582"/>
                </a:lnTo>
                <a:lnTo>
                  <a:pt x="83153" y="15240"/>
                </a:lnTo>
                <a:cubicBezTo>
                  <a:pt x="83153" y="12097"/>
                  <a:pt x="85630" y="9525"/>
                  <a:pt x="88773" y="9525"/>
                </a:cubicBezTo>
                <a:lnTo>
                  <a:pt x="223266" y="9525"/>
                </a:lnTo>
                <a:cubicBezTo>
                  <a:pt x="226314" y="9525"/>
                  <a:pt x="228886" y="12097"/>
                  <a:pt x="228886" y="15240"/>
                </a:cubicBezTo>
                <a:lnTo>
                  <a:pt x="228886" y="151733"/>
                </a:lnTo>
                <a:close/>
                <a:moveTo>
                  <a:pt x="183642" y="47911"/>
                </a:moveTo>
                <a:lnTo>
                  <a:pt x="127730" y="47911"/>
                </a:lnTo>
                <a:cubicBezTo>
                  <a:pt x="122110" y="47911"/>
                  <a:pt x="117538" y="52483"/>
                  <a:pt x="117538" y="58103"/>
                </a:cubicBezTo>
                <a:lnTo>
                  <a:pt x="117538" y="114014"/>
                </a:lnTo>
                <a:cubicBezTo>
                  <a:pt x="117538" y="116110"/>
                  <a:pt x="118205" y="118015"/>
                  <a:pt x="119253" y="119634"/>
                </a:cubicBezTo>
                <a:cubicBezTo>
                  <a:pt x="117443" y="118015"/>
                  <a:pt x="115157" y="117062"/>
                  <a:pt x="112585" y="117062"/>
                </a:cubicBezTo>
                <a:lnTo>
                  <a:pt x="56674" y="117062"/>
                </a:lnTo>
                <a:cubicBezTo>
                  <a:pt x="51054" y="117062"/>
                  <a:pt x="46482" y="121634"/>
                  <a:pt x="46482" y="127254"/>
                </a:cubicBezTo>
                <a:lnTo>
                  <a:pt x="46482" y="183166"/>
                </a:lnTo>
                <a:cubicBezTo>
                  <a:pt x="46482" y="188786"/>
                  <a:pt x="51054" y="193358"/>
                  <a:pt x="56674" y="193358"/>
                </a:cubicBezTo>
                <a:lnTo>
                  <a:pt x="112585" y="193358"/>
                </a:lnTo>
                <a:cubicBezTo>
                  <a:pt x="118205" y="193358"/>
                  <a:pt x="122777" y="188786"/>
                  <a:pt x="122777" y="183166"/>
                </a:cubicBezTo>
                <a:lnTo>
                  <a:pt x="122777" y="127254"/>
                </a:lnTo>
                <a:cubicBezTo>
                  <a:pt x="122777" y="125158"/>
                  <a:pt x="122110" y="123254"/>
                  <a:pt x="121063" y="121634"/>
                </a:cubicBezTo>
                <a:cubicBezTo>
                  <a:pt x="122872" y="123254"/>
                  <a:pt x="125158" y="124206"/>
                  <a:pt x="127730" y="124206"/>
                </a:cubicBezTo>
                <a:lnTo>
                  <a:pt x="183642" y="124206"/>
                </a:lnTo>
                <a:cubicBezTo>
                  <a:pt x="189262" y="124206"/>
                  <a:pt x="193834" y="119634"/>
                  <a:pt x="193834" y="114014"/>
                </a:cubicBezTo>
                <a:lnTo>
                  <a:pt x="193834" y="58103"/>
                </a:lnTo>
                <a:cubicBezTo>
                  <a:pt x="193834" y="52483"/>
                  <a:pt x="189262" y="47911"/>
                  <a:pt x="183642" y="47911"/>
                </a:cubicBez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758" name="Graphic 728">
            <a:extLst>
              <a:ext uri="{FF2B5EF4-FFF2-40B4-BE49-F238E27FC236}">
                <a16:creationId xmlns:a16="http://schemas.microsoft.com/office/drawing/2014/main" id="{0A1EF1D9-EC27-4C69-9CAA-E6F382659976}"/>
              </a:ext>
            </a:extLst>
          </p:cNvPr>
          <p:cNvGrpSpPr/>
          <p:nvPr/>
        </p:nvGrpSpPr>
        <p:grpSpPr>
          <a:xfrm>
            <a:off x="3011866" y="1527904"/>
            <a:ext cx="285845" cy="246316"/>
            <a:chOff x="5130386" y="2071306"/>
            <a:chExt cx="285845" cy="246316"/>
          </a:xfrm>
          <a:solidFill>
            <a:srgbClr val="000000"/>
          </a:solidFill>
        </p:grpSpPr>
        <p:sp>
          <p:nvSpPr>
            <p:cNvPr id="759" name="Freeform: Shape 758">
              <a:extLst>
                <a:ext uri="{FF2B5EF4-FFF2-40B4-BE49-F238E27FC236}">
                  <a16:creationId xmlns:a16="http://schemas.microsoft.com/office/drawing/2014/main" id="{964A908E-7D91-4732-AB2B-3A10B02153CE}"/>
                </a:ext>
              </a:extLst>
            </p:cNvPr>
            <p:cNvSpPr/>
            <p:nvPr/>
          </p:nvSpPr>
          <p:spPr>
            <a:xfrm>
              <a:off x="5368225" y="2195036"/>
              <a:ext cx="9525" cy="29718"/>
            </a:xfrm>
            <a:custGeom>
              <a:avLst/>
              <a:gdLst>
                <a:gd name="connsiteX0" fmla="*/ 0 w 9525"/>
                <a:gd name="connsiteY0" fmla="*/ 0 h 29718"/>
                <a:gd name="connsiteX1" fmla="*/ 9525 w 9525"/>
                <a:gd name="connsiteY1" fmla="*/ 0 h 29718"/>
                <a:gd name="connsiteX2" fmla="*/ 9525 w 9525"/>
                <a:gd name="connsiteY2" fmla="*/ 29718 h 29718"/>
                <a:gd name="connsiteX3" fmla="*/ 0 w 9525"/>
                <a:gd name="connsiteY3" fmla="*/ 29718 h 29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5" h="29718">
                  <a:moveTo>
                    <a:pt x="0" y="0"/>
                  </a:moveTo>
                  <a:lnTo>
                    <a:pt x="9525" y="0"/>
                  </a:lnTo>
                  <a:lnTo>
                    <a:pt x="9525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60" name="Freeform: Shape 759">
              <a:extLst>
                <a:ext uri="{FF2B5EF4-FFF2-40B4-BE49-F238E27FC236}">
                  <a16:creationId xmlns:a16="http://schemas.microsoft.com/office/drawing/2014/main" id="{A8E8ADF4-F076-4F5E-8D5F-B6E977E2FA6D}"/>
                </a:ext>
              </a:extLst>
            </p:cNvPr>
            <p:cNvSpPr/>
            <p:nvPr/>
          </p:nvSpPr>
          <p:spPr>
            <a:xfrm>
              <a:off x="5383465" y="2195036"/>
              <a:ext cx="9525" cy="29718"/>
            </a:xfrm>
            <a:custGeom>
              <a:avLst/>
              <a:gdLst>
                <a:gd name="connsiteX0" fmla="*/ 0 w 9525"/>
                <a:gd name="connsiteY0" fmla="*/ 0 h 29718"/>
                <a:gd name="connsiteX1" fmla="*/ 9525 w 9525"/>
                <a:gd name="connsiteY1" fmla="*/ 0 h 29718"/>
                <a:gd name="connsiteX2" fmla="*/ 9525 w 9525"/>
                <a:gd name="connsiteY2" fmla="*/ 29718 h 29718"/>
                <a:gd name="connsiteX3" fmla="*/ 0 w 9525"/>
                <a:gd name="connsiteY3" fmla="*/ 29718 h 29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5" h="29718">
                  <a:moveTo>
                    <a:pt x="0" y="0"/>
                  </a:moveTo>
                  <a:lnTo>
                    <a:pt x="9525" y="0"/>
                  </a:lnTo>
                  <a:lnTo>
                    <a:pt x="9525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61" name="Freeform: Shape 760">
              <a:extLst>
                <a:ext uri="{FF2B5EF4-FFF2-40B4-BE49-F238E27FC236}">
                  <a16:creationId xmlns:a16="http://schemas.microsoft.com/office/drawing/2014/main" id="{14944F0A-9669-46EA-A09A-A083EE68B366}"/>
                </a:ext>
              </a:extLst>
            </p:cNvPr>
            <p:cNvSpPr/>
            <p:nvPr/>
          </p:nvSpPr>
          <p:spPr>
            <a:xfrm>
              <a:off x="5352890" y="2195036"/>
              <a:ext cx="9525" cy="29718"/>
            </a:xfrm>
            <a:custGeom>
              <a:avLst/>
              <a:gdLst>
                <a:gd name="connsiteX0" fmla="*/ 0 w 9525"/>
                <a:gd name="connsiteY0" fmla="*/ 0 h 29718"/>
                <a:gd name="connsiteX1" fmla="*/ 9525 w 9525"/>
                <a:gd name="connsiteY1" fmla="*/ 0 h 29718"/>
                <a:gd name="connsiteX2" fmla="*/ 9525 w 9525"/>
                <a:gd name="connsiteY2" fmla="*/ 29718 h 29718"/>
                <a:gd name="connsiteX3" fmla="*/ 0 w 9525"/>
                <a:gd name="connsiteY3" fmla="*/ 29718 h 29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5" h="29718">
                  <a:moveTo>
                    <a:pt x="0" y="0"/>
                  </a:moveTo>
                  <a:lnTo>
                    <a:pt x="9525" y="0"/>
                  </a:lnTo>
                  <a:lnTo>
                    <a:pt x="9525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62" name="Freeform: Shape 761">
              <a:extLst>
                <a:ext uri="{FF2B5EF4-FFF2-40B4-BE49-F238E27FC236}">
                  <a16:creationId xmlns:a16="http://schemas.microsoft.com/office/drawing/2014/main" id="{4D7D6AA1-9514-4573-BFB4-97F0236587BF}"/>
                </a:ext>
              </a:extLst>
            </p:cNvPr>
            <p:cNvSpPr/>
            <p:nvPr/>
          </p:nvSpPr>
          <p:spPr>
            <a:xfrm>
              <a:off x="5130386" y="2172938"/>
              <a:ext cx="285749" cy="74199"/>
            </a:xfrm>
            <a:custGeom>
              <a:avLst/>
              <a:gdLst>
                <a:gd name="connsiteX0" fmla="*/ 285750 w 285749"/>
                <a:gd name="connsiteY0" fmla="*/ 0 h 74199"/>
                <a:gd name="connsiteX1" fmla="*/ 0 w 285749"/>
                <a:gd name="connsiteY1" fmla="*/ 0 h 74199"/>
                <a:gd name="connsiteX2" fmla="*/ 0 w 285749"/>
                <a:gd name="connsiteY2" fmla="*/ 74200 h 74199"/>
                <a:gd name="connsiteX3" fmla="*/ 285750 w 285749"/>
                <a:gd name="connsiteY3" fmla="*/ 74200 h 74199"/>
                <a:gd name="connsiteX4" fmla="*/ 285750 w 285749"/>
                <a:gd name="connsiteY4" fmla="*/ 0 h 74199"/>
                <a:gd name="connsiteX5" fmla="*/ 276225 w 285749"/>
                <a:gd name="connsiteY5" fmla="*/ 64675 h 74199"/>
                <a:gd name="connsiteX6" fmla="*/ 9525 w 285749"/>
                <a:gd name="connsiteY6" fmla="*/ 64675 h 74199"/>
                <a:gd name="connsiteX7" fmla="*/ 9525 w 285749"/>
                <a:gd name="connsiteY7" fmla="*/ 9525 h 74199"/>
                <a:gd name="connsiteX8" fmla="*/ 276225 w 285749"/>
                <a:gd name="connsiteY8" fmla="*/ 9525 h 74199"/>
                <a:gd name="connsiteX9" fmla="*/ 276225 w 285749"/>
                <a:gd name="connsiteY9" fmla="*/ 64675 h 741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85749" h="74199">
                  <a:moveTo>
                    <a:pt x="285750" y="0"/>
                  </a:moveTo>
                  <a:lnTo>
                    <a:pt x="0" y="0"/>
                  </a:lnTo>
                  <a:lnTo>
                    <a:pt x="0" y="74200"/>
                  </a:lnTo>
                  <a:lnTo>
                    <a:pt x="285750" y="74200"/>
                  </a:lnTo>
                  <a:lnTo>
                    <a:pt x="285750" y="0"/>
                  </a:lnTo>
                  <a:close/>
                  <a:moveTo>
                    <a:pt x="276225" y="64675"/>
                  </a:moveTo>
                  <a:lnTo>
                    <a:pt x="9525" y="64675"/>
                  </a:lnTo>
                  <a:lnTo>
                    <a:pt x="9525" y="9525"/>
                  </a:lnTo>
                  <a:lnTo>
                    <a:pt x="276225" y="9525"/>
                  </a:lnTo>
                  <a:lnTo>
                    <a:pt x="276225" y="64675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63" name="Freeform: Shape 762">
              <a:extLst>
                <a:ext uri="{FF2B5EF4-FFF2-40B4-BE49-F238E27FC236}">
                  <a16:creationId xmlns:a16="http://schemas.microsoft.com/office/drawing/2014/main" id="{2539E2BC-3A78-4CFD-864F-5FC8AA548240}"/>
                </a:ext>
              </a:extLst>
            </p:cNvPr>
            <p:cNvSpPr/>
            <p:nvPr/>
          </p:nvSpPr>
          <p:spPr>
            <a:xfrm>
              <a:off x="5253353" y="2190369"/>
              <a:ext cx="39624" cy="39242"/>
            </a:xfrm>
            <a:custGeom>
              <a:avLst/>
              <a:gdLst>
                <a:gd name="connsiteX0" fmla="*/ 19812 w 39624"/>
                <a:gd name="connsiteY0" fmla="*/ 39243 h 39242"/>
                <a:gd name="connsiteX1" fmla="*/ 39624 w 39624"/>
                <a:gd name="connsiteY1" fmla="*/ 19622 h 39242"/>
                <a:gd name="connsiteX2" fmla="*/ 19812 w 39624"/>
                <a:gd name="connsiteY2" fmla="*/ 0 h 39242"/>
                <a:gd name="connsiteX3" fmla="*/ 0 w 39624"/>
                <a:gd name="connsiteY3" fmla="*/ 19622 h 39242"/>
                <a:gd name="connsiteX4" fmla="*/ 19812 w 39624"/>
                <a:gd name="connsiteY4" fmla="*/ 39243 h 39242"/>
                <a:gd name="connsiteX5" fmla="*/ 19812 w 39624"/>
                <a:gd name="connsiteY5" fmla="*/ 9525 h 39242"/>
                <a:gd name="connsiteX6" fmla="*/ 30099 w 39624"/>
                <a:gd name="connsiteY6" fmla="*/ 19622 h 39242"/>
                <a:gd name="connsiteX7" fmla="*/ 19812 w 39624"/>
                <a:gd name="connsiteY7" fmla="*/ 29718 h 39242"/>
                <a:gd name="connsiteX8" fmla="*/ 9525 w 39624"/>
                <a:gd name="connsiteY8" fmla="*/ 19622 h 39242"/>
                <a:gd name="connsiteX9" fmla="*/ 19812 w 39624"/>
                <a:gd name="connsiteY9" fmla="*/ 9525 h 39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624" h="39242">
                  <a:moveTo>
                    <a:pt x="19812" y="39243"/>
                  </a:moveTo>
                  <a:cubicBezTo>
                    <a:pt x="30766" y="39243"/>
                    <a:pt x="39624" y="30480"/>
                    <a:pt x="39624" y="19622"/>
                  </a:cubicBezTo>
                  <a:cubicBezTo>
                    <a:pt x="39624" y="8858"/>
                    <a:pt x="30766" y="0"/>
                    <a:pt x="19812" y="0"/>
                  </a:cubicBezTo>
                  <a:cubicBezTo>
                    <a:pt x="8858" y="0"/>
                    <a:pt x="0" y="8763"/>
                    <a:pt x="0" y="19622"/>
                  </a:cubicBezTo>
                  <a:cubicBezTo>
                    <a:pt x="95" y="30480"/>
                    <a:pt x="8954" y="39243"/>
                    <a:pt x="19812" y="39243"/>
                  </a:cubicBezTo>
                  <a:close/>
                  <a:moveTo>
                    <a:pt x="19812" y="9525"/>
                  </a:moveTo>
                  <a:cubicBezTo>
                    <a:pt x="25432" y="9525"/>
                    <a:pt x="30099" y="14002"/>
                    <a:pt x="30099" y="19622"/>
                  </a:cubicBezTo>
                  <a:cubicBezTo>
                    <a:pt x="30099" y="25241"/>
                    <a:pt x="25527" y="29718"/>
                    <a:pt x="19812" y="29718"/>
                  </a:cubicBezTo>
                  <a:cubicBezTo>
                    <a:pt x="14097" y="29718"/>
                    <a:pt x="9525" y="25146"/>
                    <a:pt x="9525" y="19622"/>
                  </a:cubicBezTo>
                  <a:cubicBezTo>
                    <a:pt x="9525" y="14097"/>
                    <a:pt x="14192" y="9525"/>
                    <a:pt x="19812" y="952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6E0D411B-D98D-49B5-8813-916ABF9540D5}"/>
                </a:ext>
              </a:extLst>
            </p:cNvPr>
            <p:cNvSpPr/>
            <p:nvPr/>
          </p:nvSpPr>
          <p:spPr>
            <a:xfrm>
              <a:off x="5130481" y="2071306"/>
              <a:ext cx="75152" cy="74199"/>
            </a:xfrm>
            <a:custGeom>
              <a:avLst/>
              <a:gdLst>
                <a:gd name="connsiteX0" fmla="*/ 75152 w 75152"/>
                <a:gd name="connsiteY0" fmla="*/ 0 h 74199"/>
                <a:gd name="connsiteX1" fmla="*/ 0 w 75152"/>
                <a:gd name="connsiteY1" fmla="*/ 0 h 74199"/>
                <a:gd name="connsiteX2" fmla="*/ 0 w 75152"/>
                <a:gd name="connsiteY2" fmla="*/ 74200 h 74199"/>
                <a:gd name="connsiteX3" fmla="*/ 75152 w 75152"/>
                <a:gd name="connsiteY3" fmla="*/ 74200 h 74199"/>
                <a:gd name="connsiteX4" fmla="*/ 75152 w 75152"/>
                <a:gd name="connsiteY4" fmla="*/ 0 h 74199"/>
                <a:gd name="connsiteX5" fmla="*/ 65627 w 75152"/>
                <a:gd name="connsiteY5" fmla="*/ 64675 h 74199"/>
                <a:gd name="connsiteX6" fmla="*/ 9525 w 75152"/>
                <a:gd name="connsiteY6" fmla="*/ 64675 h 74199"/>
                <a:gd name="connsiteX7" fmla="*/ 9525 w 75152"/>
                <a:gd name="connsiteY7" fmla="*/ 9525 h 74199"/>
                <a:gd name="connsiteX8" fmla="*/ 65627 w 75152"/>
                <a:gd name="connsiteY8" fmla="*/ 9525 h 74199"/>
                <a:gd name="connsiteX9" fmla="*/ 65627 w 75152"/>
                <a:gd name="connsiteY9" fmla="*/ 64675 h 741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5152" h="74199">
                  <a:moveTo>
                    <a:pt x="75152" y="0"/>
                  </a:moveTo>
                  <a:lnTo>
                    <a:pt x="0" y="0"/>
                  </a:lnTo>
                  <a:lnTo>
                    <a:pt x="0" y="74200"/>
                  </a:lnTo>
                  <a:lnTo>
                    <a:pt x="75152" y="74200"/>
                  </a:lnTo>
                  <a:lnTo>
                    <a:pt x="75152" y="0"/>
                  </a:lnTo>
                  <a:close/>
                  <a:moveTo>
                    <a:pt x="65627" y="64675"/>
                  </a:moveTo>
                  <a:lnTo>
                    <a:pt x="9525" y="64675"/>
                  </a:lnTo>
                  <a:lnTo>
                    <a:pt x="9525" y="9525"/>
                  </a:lnTo>
                  <a:lnTo>
                    <a:pt x="65627" y="9525"/>
                  </a:lnTo>
                  <a:lnTo>
                    <a:pt x="65627" y="64675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41C08E2F-BBFC-4BB0-960F-A2634895C967}"/>
                </a:ext>
              </a:extLst>
            </p:cNvPr>
            <p:cNvSpPr/>
            <p:nvPr/>
          </p:nvSpPr>
          <p:spPr>
            <a:xfrm>
              <a:off x="5144959" y="2098548"/>
              <a:ext cx="20669" cy="20478"/>
            </a:xfrm>
            <a:custGeom>
              <a:avLst/>
              <a:gdLst>
                <a:gd name="connsiteX0" fmla="*/ 11621 w 20669"/>
                <a:gd name="connsiteY0" fmla="*/ 20479 h 20478"/>
                <a:gd name="connsiteX1" fmla="*/ 20669 w 20669"/>
                <a:gd name="connsiteY1" fmla="*/ 0 h 20478"/>
                <a:gd name="connsiteX2" fmla="*/ 18098 w 20669"/>
                <a:gd name="connsiteY2" fmla="*/ 0 h 20478"/>
                <a:gd name="connsiteX3" fmla="*/ 10382 w 20669"/>
                <a:gd name="connsiteY3" fmla="*/ 17621 h 20478"/>
                <a:gd name="connsiteX4" fmla="*/ 2572 w 20669"/>
                <a:gd name="connsiteY4" fmla="*/ 0 h 20478"/>
                <a:gd name="connsiteX5" fmla="*/ 0 w 20669"/>
                <a:gd name="connsiteY5" fmla="*/ 0 h 20478"/>
                <a:gd name="connsiteX6" fmla="*/ 9049 w 20669"/>
                <a:gd name="connsiteY6" fmla="*/ 20479 h 20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669" h="20478">
                  <a:moveTo>
                    <a:pt x="11621" y="20479"/>
                  </a:moveTo>
                  <a:lnTo>
                    <a:pt x="20669" y="0"/>
                  </a:lnTo>
                  <a:lnTo>
                    <a:pt x="18098" y="0"/>
                  </a:lnTo>
                  <a:lnTo>
                    <a:pt x="10382" y="17621"/>
                  </a:lnTo>
                  <a:lnTo>
                    <a:pt x="2572" y="0"/>
                  </a:lnTo>
                  <a:lnTo>
                    <a:pt x="0" y="0"/>
                  </a:lnTo>
                  <a:lnTo>
                    <a:pt x="9049" y="20479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81D479DC-0ED4-4B26-A3B8-7EF77E39A5D0}"/>
                </a:ext>
              </a:extLst>
            </p:cNvPr>
            <p:cNvSpPr/>
            <p:nvPr/>
          </p:nvSpPr>
          <p:spPr>
            <a:xfrm>
              <a:off x="5169438" y="2098548"/>
              <a:ext cx="19907" cy="20478"/>
            </a:xfrm>
            <a:custGeom>
              <a:avLst/>
              <a:gdLst>
                <a:gd name="connsiteX0" fmla="*/ 2286 w 19907"/>
                <a:gd name="connsiteY0" fmla="*/ 4953 h 20478"/>
                <a:gd name="connsiteX1" fmla="*/ 9906 w 19907"/>
                <a:gd name="connsiteY1" fmla="*/ 19241 h 20478"/>
                <a:gd name="connsiteX2" fmla="*/ 17526 w 19907"/>
                <a:gd name="connsiteY2" fmla="*/ 4953 h 20478"/>
                <a:gd name="connsiteX3" fmla="*/ 17526 w 19907"/>
                <a:gd name="connsiteY3" fmla="*/ 20479 h 20478"/>
                <a:gd name="connsiteX4" fmla="*/ 19907 w 19907"/>
                <a:gd name="connsiteY4" fmla="*/ 20479 h 20478"/>
                <a:gd name="connsiteX5" fmla="*/ 19907 w 19907"/>
                <a:gd name="connsiteY5" fmla="*/ 0 h 20478"/>
                <a:gd name="connsiteX6" fmla="*/ 17526 w 19907"/>
                <a:gd name="connsiteY6" fmla="*/ 0 h 20478"/>
                <a:gd name="connsiteX7" fmla="*/ 9906 w 19907"/>
                <a:gd name="connsiteY7" fmla="*/ 14288 h 20478"/>
                <a:gd name="connsiteX8" fmla="*/ 2286 w 19907"/>
                <a:gd name="connsiteY8" fmla="*/ 0 h 20478"/>
                <a:gd name="connsiteX9" fmla="*/ 0 w 19907"/>
                <a:gd name="connsiteY9" fmla="*/ 0 h 20478"/>
                <a:gd name="connsiteX10" fmla="*/ 0 w 19907"/>
                <a:gd name="connsiteY10" fmla="*/ 20479 h 20478"/>
                <a:gd name="connsiteX11" fmla="*/ 2286 w 19907"/>
                <a:gd name="connsiteY11" fmla="*/ 20479 h 20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9907" h="20478">
                  <a:moveTo>
                    <a:pt x="2286" y="4953"/>
                  </a:moveTo>
                  <a:lnTo>
                    <a:pt x="9906" y="19241"/>
                  </a:lnTo>
                  <a:lnTo>
                    <a:pt x="17526" y="4953"/>
                  </a:lnTo>
                  <a:lnTo>
                    <a:pt x="17526" y="20479"/>
                  </a:lnTo>
                  <a:lnTo>
                    <a:pt x="19907" y="20479"/>
                  </a:lnTo>
                  <a:lnTo>
                    <a:pt x="19907" y="0"/>
                  </a:lnTo>
                  <a:lnTo>
                    <a:pt x="17526" y="0"/>
                  </a:lnTo>
                  <a:lnTo>
                    <a:pt x="9906" y="14288"/>
                  </a:lnTo>
                  <a:lnTo>
                    <a:pt x="2286" y="0"/>
                  </a:lnTo>
                  <a:lnTo>
                    <a:pt x="0" y="0"/>
                  </a:lnTo>
                  <a:lnTo>
                    <a:pt x="0" y="20479"/>
                  </a:lnTo>
                  <a:lnTo>
                    <a:pt x="2286" y="20479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C74546A2-0291-4244-B46B-C183D8D9AC69}"/>
                </a:ext>
              </a:extLst>
            </p:cNvPr>
            <p:cNvSpPr/>
            <p:nvPr/>
          </p:nvSpPr>
          <p:spPr>
            <a:xfrm>
              <a:off x="5340983" y="2071306"/>
              <a:ext cx="75152" cy="74199"/>
            </a:xfrm>
            <a:custGeom>
              <a:avLst/>
              <a:gdLst>
                <a:gd name="connsiteX0" fmla="*/ 75152 w 75152"/>
                <a:gd name="connsiteY0" fmla="*/ 0 h 74199"/>
                <a:gd name="connsiteX1" fmla="*/ 0 w 75152"/>
                <a:gd name="connsiteY1" fmla="*/ 0 h 74199"/>
                <a:gd name="connsiteX2" fmla="*/ 0 w 75152"/>
                <a:gd name="connsiteY2" fmla="*/ 74200 h 74199"/>
                <a:gd name="connsiteX3" fmla="*/ 75152 w 75152"/>
                <a:gd name="connsiteY3" fmla="*/ 74200 h 74199"/>
                <a:gd name="connsiteX4" fmla="*/ 75152 w 75152"/>
                <a:gd name="connsiteY4" fmla="*/ 0 h 74199"/>
                <a:gd name="connsiteX5" fmla="*/ 65627 w 75152"/>
                <a:gd name="connsiteY5" fmla="*/ 64675 h 74199"/>
                <a:gd name="connsiteX6" fmla="*/ 9525 w 75152"/>
                <a:gd name="connsiteY6" fmla="*/ 64675 h 74199"/>
                <a:gd name="connsiteX7" fmla="*/ 9525 w 75152"/>
                <a:gd name="connsiteY7" fmla="*/ 9525 h 74199"/>
                <a:gd name="connsiteX8" fmla="*/ 65627 w 75152"/>
                <a:gd name="connsiteY8" fmla="*/ 9525 h 74199"/>
                <a:gd name="connsiteX9" fmla="*/ 65627 w 75152"/>
                <a:gd name="connsiteY9" fmla="*/ 64675 h 741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5152" h="74199">
                  <a:moveTo>
                    <a:pt x="75152" y="0"/>
                  </a:moveTo>
                  <a:lnTo>
                    <a:pt x="0" y="0"/>
                  </a:lnTo>
                  <a:lnTo>
                    <a:pt x="0" y="74200"/>
                  </a:lnTo>
                  <a:lnTo>
                    <a:pt x="75152" y="74200"/>
                  </a:lnTo>
                  <a:lnTo>
                    <a:pt x="75152" y="0"/>
                  </a:lnTo>
                  <a:close/>
                  <a:moveTo>
                    <a:pt x="65627" y="64675"/>
                  </a:moveTo>
                  <a:lnTo>
                    <a:pt x="9525" y="64675"/>
                  </a:lnTo>
                  <a:lnTo>
                    <a:pt x="9525" y="9525"/>
                  </a:lnTo>
                  <a:lnTo>
                    <a:pt x="65627" y="9525"/>
                  </a:lnTo>
                  <a:lnTo>
                    <a:pt x="65627" y="64675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2DE94293-64A3-4BC4-8906-85D346243BA1}"/>
                </a:ext>
              </a:extLst>
            </p:cNvPr>
            <p:cNvSpPr/>
            <p:nvPr/>
          </p:nvSpPr>
          <p:spPr>
            <a:xfrm>
              <a:off x="5355461" y="2098548"/>
              <a:ext cx="20669" cy="20478"/>
            </a:xfrm>
            <a:custGeom>
              <a:avLst/>
              <a:gdLst>
                <a:gd name="connsiteX0" fmla="*/ 11621 w 20669"/>
                <a:gd name="connsiteY0" fmla="*/ 20479 h 20478"/>
                <a:gd name="connsiteX1" fmla="*/ 20669 w 20669"/>
                <a:gd name="connsiteY1" fmla="*/ 0 h 20478"/>
                <a:gd name="connsiteX2" fmla="*/ 18193 w 20669"/>
                <a:gd name="connsiteY2" fmla="*/ 0 h 20478"/>
                <a:gd name="connsiteX3" fmla="*/ 10382 w 20669"/>
                <a:gd name="connsiteY3" fmla="*/ 17621 h 20478"/>
                <a:gd name="connsiteX4" fmla="*/ 2572 w 20669"/>
                <a:gd name="connsiteY4" fmla="*/ 0 h 20478"/>
                <a:gd name="connsiteX5" fmla="*/ 0 w 20669"/>
                <a:gd name="connsiteY5" fmla="*/ 0 h 20478"/>
                <a:gd name="connsiteX6" fmla="*/ 9049 w 20669"/>
                <a:gd name="connsiteY6" fmla="*/ 20479 h 20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669" h="20478">
                  <a:moveTo>
                    <a:pt x="11621" y="20479"/>
                  </a:moveTo>
                  <a:lnTo>
                    <a:pt x="20669" y="0"/>
                  </a:lnTo>
                  <a:lnTo>
                    <a:pt x="18193" y="0"/>
                  </a:lnTo>
                  <a:lnTo>
                    <a:pt x="10382" y="17621"/>
                  </a:lnTo>
                  <a:lnTo>
                    <a:pt x="2572" y="0"/>
                  </a:lnTo>
                  <a:lnTo>
                    <a:pt x="0" y="0"/>
                  </a:lnTo>
                  <a:lnTo>
                    <a:pt x="9049" y="20479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69" name="Freeform: Shape 768">
              <a:extLst>
                <a:ext uri="{FF2B5EF4-FFF2-40B4-BE49-F238E27FC236}">
                  <a16:creationId xmlns:a16="http://schemas.microsoft.com/office/drawing/2014/main" id="{4A351A7B-8356-4142-973F-BF8CF8536728}"/>
                </a:ext>
              </a:extLst>
            </p:cNvPr>
            <p:cNvSpPr/>
            <p:nvPr/>
          </p:nvSpPr>
          <p:spPr>
            <a:xfrm>
              <a:off x="5379941" y="2098548"/>
              <a:ext cx="19907" cy="20478"/>
            </a:xfrm>
            <a:custGeom>
              <a:avLst/>
              <a:gdLst>
                <a:gd name="connsiteX0" fmla="*/ 2286 w 19907"/>
                <a:gd name="connsiteY0" fmla="*/ 4953 h 20478"/>
                <a:gd name="connsiteX1" fmla="*/ 9906 w 19907"/>
                <a:gd name="connsiteY1" fmla="*/ 19241 h 20478"/>
                <a:gd name="connsiteX2" fmla="*/ 17621 w 19907"/>
                <a:gd name="connsiteY2" fmla="*/ 4953 h 20478"/>
                <a:gd name="connsiteX3" fmla="*/ 17621 w 19907"/>
                <a:gd name="connsiteY3" fmla="*/ 20479 h 20478"/>
                <a:gd name="connsiteX4" fmla="*/ 19907 w 19907"/>
                <a:gd name="connsiteY4" fmla="*/ 20479 h 20478"/>
                <a:gd name="connsiteX5" fmla="*/ 19907 w 19907"/>
                <a:gd name="connsiteY5" fmla="*/ 0 h 20478"/>
                <a:gd name="connsiteX6" fmla="*/ 17621 w 19907"/>
                <a:gd name="connsiteY6" fmla="*/ 0 h 20478"/>
                <a:gd name="connsiteX7" fmla="*/ 9906 w 19907"/>
                <a:gd name="connsiteY7" fmla="*/ 14288 h 20478"/>
                <a:gd name="connsiteX8" fmla="*/ 2286 w 19907"/>
                <a:gd name="connsiteY8" fmla="*/ 0 h 20478"/>
                <a:gd name="connsiteX9" fmla="*/ 0 w 19907"/>
                <a:gd name="connsiteY9" fmla="*/ 0 h 20478"/>
                <a:gd name="connsiteX10" fmla="*/ 0 w 19907"/>
                <a:gd name="connsiteY10" fmla="*/ 20479 h 20478"/>
                <a:gd name="connsiteX11" fmla="*/ 2286 w 19907"/>
                <a:gd name="connsiteY11" fmla="*/ 20479 h 20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9907" h="20478">
                  <a:moveTo>
                    <a:pt x="2286" y="4953"/>
                  </a:moveTo>
                  <a:lnTo>
                    <a:pt x="9906" y="19241"/>
                  </a:lnTo>
                  <a:lnTo>
                    <a:pt x="17621" y="4953"/>
                  </a:lnTo>
                  <a:lnTo>
                    <a:pt x="17621" y="20479"/>
                  </a:lnTo>
                  <a:lnTo>
                    <a:pt x="19907" y="20479"/>
                  </a:lnTo>
                  <a:lnTo>
                    <a:pt x="19907" y="0"/>
                  </a:lnTo>
                  <a:lnTo>
                    <a:pt x="17621" y="0"/>
                  </a:lnTo>
                  <a:lnTo>
                    <a:pt x="9906" y="14288"/>
                  </a:lnTo>
                  <a:lnTo>
                    <a:pt x="2286" y="0"/>
                  </a:lnTo>
                  <a:lnTo>
                    <a:pt x="0" y="0"/>
                  </a:lnTo>
                  <a:lnTo>
                    <a:pt x="0" y="20479"/>
                  </a:lnTo>
                  <a:lnTo>
                    <a:pt x="2286" y="20479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70" name="Freeform: Shape 769">
              <a:extLst>
                <a:ext uri="{FF2B5EF4-FFF2-40B4-BE49-F238E27FC236}">
                  <a16:creationId xmlns:a16="http://schemas.microsoft.com/office/drawing/2014/main" id="{4FCD587C-433C-41EE-BE00-973745CFCFF9}"/>
                </a:ext>
              </a:extLst>
            </p:cNvPr>
            <p:cNvSpPr/>
            <p:nvPr/>
          </p:nvSpPr>
          <p:spPr>
            <a:xfrm>
              <a:off x="5235732" y="2071306"/>
              <a:ext cx="75152" cy="74199"/>
            </a:xfrm>
            <a:custGeom>
              <a:avLst/>
              <a:gdLst>
                <a:gd name="connsiteX0" fmla="*/ 75152 w 75152"/>
                <a:gd name="connsiteY0" fmla="*/ 0 h 74199"/>
                <a:gd name="connsiteX1" fmla="*/ 0 w 75152"/>
                <a:gd name="connsiteY1" fmla="*/ 0 h 74199"/>
                <a:gd name="connsiteX2" fmla="*/ 0 w 75152"/>
                <a:gd name="connsiteY2" fmla="*/ 74200 h 74199"/>
                <a:gd name="connsiteX3" fmla="*/ 75152 w 75152"/>
                <a:gd name="connsiteY3" fmla="*/ 74200 h 74199"/>
                <a:gd name="connsiteX4" fmla="*/ 75152 w 75152"/>
                <a:gd name="connsiteY4" fmla="*/ 0 h 74199"/>
                <a:gd name="connsiteX5" fmla="*/ 65627 w 75152"/>
                <a:gd name="connsiteY5" fmla="*/ 64675 h 74199"/>
                <a:gd name="connsiteX6" fmla="*/ 9525 w 75152"/>
                <a:gd name="connsiteY6" fmla="*/ 64675 h 74199"/>
                <a:gd name="connsiteX7" fmla="*/ 9525 w 75152"/>
                <a:gd name="connsiteY7" fmla="*/ 9525 h 74199"/>
                <a:gd name="connsiteX8" fmla="*/ 65627 w 75152"/>
                <a:gd name="connsiteY8" fmla="*/ 9525 h 74199"/>
                <a:gd name="connsiteX9" fmla="*/ 65627 w 75152"/>
                <a:gd name="connsiteY9" fmla="*/ 64675 h 741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5152" h="74199">
                  <a:moveTo>
                    <a:pt x="75152" y="0"/>
                  </a:moveTo>
                  <a:lnTo>
                    <a:pt x="0" y="0"/>
                  </a:lnTo>
                  <a:lnTo>
                    <a:pt x="0" y="74200"/>
                  </a:lnTo>
                  <a:lnTo>
                    <a:pt x="75152" y="74200"/>
                  </a:lnTo>
                  <a:lnTo>
                    <a:pt x="75152" y="0"/>
                  </a:lnTo>
                  <a:close/>
                  <a:moveTo>
                    <a:pt x="65627" y="64675"/>
                  </a:moveTo>
                  <a:lnTo>
                    <a:pt x="9525" y="64675"/>
                  </a:lnTo>
                  <a:lnTo>
                    <a:pt x="9525" y="9525"/>
                  </a:lnTo>
                  <a:lnTo>
                    <a:pt x="65627" y="9525"/>
                  </a:lnTo>
                  <a:lnTo>
                    <a:pt x="65627" y="64675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9416BD28-B829-4E90-A3E0-9F6DC2A11867}"/>
                </a:ext>
              </a:extLst>
            </p:cNvPr>
            <p:cNvSpPr/>
            <p:nvPr/>
          </p:nvSpPr>
          <p:spPr>
            <a:xfrm>
              <a:off x="5250210" y="2098548"/>
              <a:ext cx="20669" cy="20478"/>
            </a:xfrm>
            <a:custGeom>
              <a:avLst/>
              <a:gdLst>
                <a:gd name="connsiteX0" fmla="*/ 11621 w 20669"/>
                <a:gd name="connsiteY0" fmla="*/ 20479 h 20478"/>
                <a:gd name="connsiteX1" fmla="*/ 20669 w 20669"/>
                <a:gd name="connsiteY1" fmla="*/ 0 h 20478"/>
                <a:gd name="connsiteX2" fmla="*/ 18193 w 20669"/>
                <a:gd name="connsiteY2" fmla="*/ 0 h 20478"/>
                <a:gd name="connsiteX3" fmla="*/ 10382 w 20669"/>
                <a:gd name="connsiteY3" fmla="*/ 17621 h 20478"/>
                <a:gd name="connsiteX4" fmla="*/ 2572 w 20669"/>
                <a:gd name="connsiteY4" fmla="*/ 0 h 20478"/>
                <a:gd name="connsiteX5" fmla="*/ 0 w 20669"/>
                <a:gd name="connsiteY5" fmla="*/ 0 h 20478"/>
                <a:gd name="connsiteX6" fmla="*/ 9049 w 20669"/>
                <a:gd name="connsiteY6" fmla="*/ 20479 h 20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669" h="20478">
                  <a:moveTo>
                    <a:pt x="11621" y="20479"/>
                  </a:moveTo>
                  <a:lnTo>
                    <a:pt x="20669" y="0"/>
                  </a:lnTo>
                  <a:lnTo>
                    <a:pt x="18193" y="0"/>
                  </a:lnTo>
                  <a:lnTo>
                    <a:pt x="10382" y="17621"/>
                  </a:lnTo>
                  <a:lnTo>
                    <a:pt x="2572" y="0"/>
                  </a:lnTo>
                  <a:lnTo>
                    <a:pt x="0" y="0"/>
                  </a:lnTo>
                  <a:lnTo>
                    <a:pt x="9049" y="20479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57965B6A-5249-4557-A23E-AED4E88045D9}"/>
                </a:ext>
              </a:extLst>
            </p:cNvPr>
            <p:cNvSpPr/>
            <p:nvPr/>
          </p:nvSpPr>
          <p:spPr>
            <a:xfrm>
              <a:off x="5274690" y="2098548"/>
              <a:ext cx="19907" cy="20478"/>
            </a:xfrm>
            <a:custGeom>
              <a:avLst/>
              <a:gdLst>
                <a:gd name="connsiteX0" fmla="*/ 2286 w 19907"/>
                <a:gd name="connsiteY0" fmla="*/ 4953 h 20478"/>
                <a:gd name="connsiteX1" fmla="*/ 9906 w 19907"/>
                <a:gd name="connsiteY1" fmla="*/ 19241 h 20478"/>
                <a:gd name="connsiteX2" fmla="*/ 17621 w 19907"/>
                <a:gd name="connsiteY2" fmla="*/ 4953 h 20478"/>
                <a:gd name="connsiteX3" fmla="*/ 17621 w 19907"/>
                <a:gd name="connsiteY3" fmla="*/ 20479 h 20478"/>
                <a:gd name="connsiteX4" fmla="*/ 19907 w 19907"/>
                <a:gd name="connsiteY4" fmla="*/ 20479 h 20478"/>
                <a:gd name="connsiteX5" fmla="*/ 19907 w 19907"/>
                <a:gd name="connsiteY5" fmla="*/ 0 h 20478"/>
                <a:gd name="connsiteX6" fmla="*/ 17621 w 19907"/>
                <a:gd name="connsiteY6" fmla="*/ 0 h 20478"/>
                <a:gd name="connsiteX7" fmla="*/ 9906 w 19907"/>
                <a:gd name="connsiteY7" fmla="*/ 14288 h 20478"/>
                <a:gd name="connsiteX8" fmla="*/ 2286 w 19907"/>
                <a:gd name="connsiteY8" fmla="*/ 0 h 20478"/>
                <a:gd name="connsiteX9" fmla="*/ 0 w 19907"/>
                <a:gd name="connsiteY9" fmla="*/ 0 h 20478"/>
                <a:gd name="connsiteX10" fmla="*/ 0 w 19907"/>
                <a:gd name="connsiteY10" fmla="*/ 20479 h 20478"/>
                <a:gd name="connsiteX11" fmla="*/ 2286 w 19907"/>
                <a:gd name="connsiteY11" fmla="*/ 20479 h 20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9907" h="20478">
                  <a:moveTo>
                    <a:pt x="2286" y="4953"/>
                  </a:moveTo>
                  <a:lnTo>
                    <a:pt x="9906" y="19241"/>
                  </a:lnTo>
                  <a:lnTo>
                    <a:pt x="17621" y="4953"/>
                  </a:lnTo>
                  <a:lnTo>
                    <a:pt x="17621" y="20479"/>
                  </a:lnTo>
                  <a:lnTo>
                    <a:pt x="19907" y="20479"/>
                  </a:lnTo>
                  <a:lnTo>
                    <a:pt x="19907" y="0"/>
                  </a:lnTo>
                  <a:lnTo>
                    <a:pt x="17621" y="0"/>
                  </a:lnTo>
                  <a:lnTo>
                    <a:pt x="9906" y="14288"/>
                  </a:lnTo>
                  <a:lnTo>
                    <a:pt x="2286" y="0"/>
                  </a:lnTo>
                  <a:lnTo>
                    <a:pt x="0" y="0"/>
                  </a:lnTo>
                  <a:lnTo>
                    <a:pt x="0" y="20479"/>
                  </a:lnTo>
                  <a:lnTo>
                    <a:pt x="2286" y="20479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73" name="Freeform: Shape 772">
              <a:extLst>
                <a:ext uri="{FF2B5EF4-FFF2-40B4-BE49-F238E27FC236}">
                  <a16:creationId xmlns:a16="http://schemas.microsoft.com/office/drawing/2014/main" id="{E7EB76E1-6398-4430-92BE-8DFBA42887D8}"/>
                </a:ext>
              </a:extLst>
            </p:cNvPr>
            <p:cNvSpPr/>
            <p:nvPr/>
          </p:nvSpPr>
          <p:spPr>
            <a:xfrm>
              <a:off x="5166200" y="2195036"/>
              <a:ext cx="9525" cy="29718"/>
            </a:xfrm>
            <a:custGeom>
              <a:avLst/>
              <a:gdLst>
                <a:gd name="connsiteX0" fmla="*/ 0 w 9525"/>
                <a:gd name="connsiteY0" fmla="*/ 0 h 29718"/>
                <a:gd name="connsiteX1" fmla="*/ 9525 w 9525"/>
                <a:gd name="connsiteY1" fmla="*/ 0 h 29718"/>
                <a:gd name="connsiteX2" fmla="*/ 9525 w 9525"/>
                <a:gd name="connsiteY2" fmla="*/ 29718 h 29718"/>
                <a:gd name="connsiteX3" fmla="*/ 0 w 9525"/>
                <a:gd name="connsiteY3" fmla="*/ 29718 h 29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5" h="29718">
                  <a:moveTo>
                    <a:pt x="0" y="0"/>
                  </a:moveTo>
                  <a:lnTo>
                    <a:pt x="9525" y="0"/>
                  </a:lnTo>
                  <a:lnTo>
                    <a:pt x="9525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74" name="Freeform: Shape 773">
              <a:extLst>
                <a:ext uri="{FF2B5EF4-FFF2-40B4-BE49-F238E27FC236}">
                  <a16:creationId xmlns:a16="http://schemas.microsoft.com/office/drawing/2014/main" id="{C696E31F-9597-4771-92BD-E2AE9AB18248}"/>
                </a:ext>
              </a:extLst>
            </p:cNvPr>
            <p:cNvSpPr/>
            <p:nvPr/>
          </p:nvSpPr>
          <p:spPr>
            <a:xfrm>
              <a:off x="5181535" y="2195036"/>
              <a:ext cx="9525" cy="29718"/>
            </a:xfrm>
            <a:custGeom>
              <a:avLst/>
              <a:gdLst>
                <a:gd name="connsiteX0" fmla="*/ 0 w 9525"/>
                <a:gd name="connsiteY0" fmla="*/ 0 h 29718"/>
                <a:gd name="connsiteX1" fmla="*/ 9525 w 9525"/>
                <a:gd name="connsiteY1" fmla="*/ 0 h 29718"/>
                <a:gd name="connsiteX2" fmla="*/ 9525 w 9525"/>
                <a:gd name="connsiteY2" fmla="*/ 29718 h 29718"/>
                <a:gd name="connsiteX3" fmla="*/ 0 w 9525"/>
                <a:gd name="connsiteY3" fmla="*/ 29718 h 29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5" h="29718">
                  <a:moveTo>
                    <a:pt x="0" y="0"/>
                  </a:moveTo>
                  <a:lnTo>
                    <a:pt x="9525" y="0"/>
                  </a:lnTo>
                  <a:lnTo>
                    <a:pt x="9525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75" name="Freeform: Shape 774">
              <a:extLst>
                <a:ext uri="{FF2B5EF4-FFF2-40B4-BE49-F238E27FC236}">
                  <a16:creationId xmlns:a16="http://schemas.microsoft.com/office/drawing/2014/main" id="{A671254F-95F1-479D-AFF1-671CDE25BBD8}"/>
                </a:ext>
              </a:extLst>
            </p:cNvPr>
            <p:cNvSpPr/>
            <p:nvPr/>
          </p:nvSpPr>
          <p:spPr>
            <a:xfrm>
              <a:off x="5150960" y="2195036"/>
              <a:ext cx="9525" cy="29718"/>
            </a:xfrm>
            <a:custGeom>
              <a:avLst/>
              <a:gdLst>
                <a:gd name="connsiteX0" fmla="*/ 0 w 9525"/>
                <a:gd name="connsiteY0" fmla="*/ 0 h 29718"/>
                <a:gd name="connsiteX1" fmla="*/ 9525 w 9525"/>
                <a:gd name="connsiteY1" fmla="*/ 0 h 29718"/>
                <a:gd name="connsiteX2" fmla="*/ 9525 w 9525"/>
                <a:gd name="connsiteY2" fmla="*/ 29718 h 29718"/>
                <a:gd name="connsiteX3" fmla="*/ 0 w 9525"/>
                <a:gd name="connsiteY3" fmla="*/ 29718 h 29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5" h="29718">
                  <a:moveTo>
                    <a:pt x="0" y="0"/>
                  </a:moveTo>
                  <a:lnTo>
                    <a:pt x="9525" y="0"/>
                  </a:lnTo>
                  <a:lnTo>
                    <a:pt x="9525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76" name="Freeform: Shape 775">
              <a:extLst>
                <a:ext uri="{FF2B5EF4-FFF2-40B4-BE49-F238E27FC236}">
                  <a16:creationId xmlns:a16="http://schemas.microsoft.com/office/drawing/2014/main" id="{E88CBCB1-5A1E-4D0F-90E6-0E95FFD00034}"/>
                </a:ext>
              </a:extLst>
            </p:cNvPr>
            <p:cNvSpPr/>
            <p:nvPr/>
          </p:nvSpPr>
          <p:spPr>
            <a:xfrm>
              <a:off x="5368225" y="2265521"/>
              <a:ext cx="9525" cy="29718"/>
            </a:xfrm>
            <a:custGeom>
              <a:avLst/>
              <a:gdLst>
                <a:gd name="connsiteX0" fmla="*/ 0 w 9525"/>
                <a:gd name="connsiteY0" fmla="*/ 0 h 29718"/>
                <a:gd name="connsiteX1" fmla="*/ 9525 w 9525"/>
                <a:gd name="connsiteY1" fmla="*/ 0 h 29718"/>
                <a:gd name="connsiteX2" fmla="*/ 9525 w 9525"/>
                <a:gd name="connsiteY2" fmla="*/ 29718 h 29718"/>
                <a:gd name="connsiteX3" fmla="*/ 0 w 9525"/>
                <a:gd name="connsiteY3" fmla="*/ 29718 h 29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5" h="29718">
                  <a:moveTo>
                    <a:pt x="0" y="0"/>
                  </a:moveTo>
                  <a:lnTo>
                    <a:pt x="9525" y="0"/>
                  </a:lnTo>
                  <a:lnTo>
                    <a:pt x="9525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77" name="Freeform: Shape 776">
              <a:extLst>
                <a:ext uri="{FF2B5EF4-FFF2-40B4-BE49-F238E27FC236}">
                  <a16:creationId xmlns:a16="http://schemas.microsoft.com/office/drawing/2014/main" id="{9F2CFF91-9F55-4F8D-B415-B6D82FD3186C}"/>
                </a:ext>
              </a:extLst>
            </p:cNvPr>
            <p:cNvSpPr/>
            <p:nvPr/>
          </p:nvSpPr>
          <p:spPr>
            <a:xfrm>
              <a:off x="5383465" y="2265521"/>
              <a:ext cx="9525" cy="29718"/>
            </a:xfrm>
            <a:custGeom>
              <a:avLst/>
              <a:gdLst>
                <a:gd name="connsiteX0" fmla="*/ 0 w 9525"/>
                <a:gd name="connsiteY0" fmla="*/ 0 h 29718"/>
                <a:gd name="connsiteX1" fmla="*/ 9525 w 9525"/>
                <a:gd name="connsiteY1" fmla="*/ 0 h 29718"/>
                <a:gd name="connsiteX2" fmla="*/ 9525 w 9525"/>
                <a:gd name="connsiteY2" fmla="*/ 29718 h 29718"/>
                <a:gd name="connsiteX3" fmla="*/ 0 w 9525"/>
                <a:gd name="connsiteY3" fmla="*/ 29718 h 29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5" h="29718">
                  <a:moveTo>
                    <a:pt x="0" y="0"/>
                  </a:moveTo>
                  <a:lnTo>
                    <a:pt x="9525" y="0"/>
                  </a:lnTo>
                  <a:lnTo>
                    <a:pt x="9525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78" name="Freeform: Shape 777">
              <a:extLst>
                <a:ext uri="{FF2B5EF4-FFF2-40B4-BE49-F238E27FC236}">
                  <a16:creationId xmlns:a16="http://schemas.microsoft.com/office/drawing/2014/main" id="{C81F7EAF-E4DE-4B91-B772-332A2F5298EA}"/>
                </a:ext>
              </a:extLst>
            </p:cNvPr>
            <p:cNvSpPr/>
            <p:nvPr/>
          </p:nvSpPr>
          <p:spPr>
            <a:xfrm>
              <a:off x="5352890" y="2265521"/>
              <a:ext cx="9525" cy="29718"/>
            </a:xfrm>
            <a:custGeom>
              <a:avLst/>
              <a:gdLst>
                <a:gd name="connsiteX0" fmla="*/ 0 w 9525"/>
                <a:gd name="connsiteY0" fmla="*/ 0 h 29718"/>
                <a:gd name="connsiteX1" fmla="*/ 9525 w 9525"/>
                <a:gd name="connsiteY1" fmla="*/ 0 h 29718"/>
                <a:gd name="connsiteX2" fmla="*/ 9525 w 9525"/>
                <a:gd name="connsiteY2" fmla="*/ 29718 h 29718"/>
                <a:gd name="connsiteX3" fmla="*/ 0 w 9525"/>
                <a:gd name="connsiteY3" fmla="*/ 29718 h 29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5" h="29718">
                  <a:moveTo>
                    <a:pt x="0" y="0"/>
                  </a:moveTo>
                  <a:lnTo>
                    <a:pt x="9525" y="0"/>
                  </a:lnTo>
                  <a:lnTo>
                    <a:pt x="9525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79" name="Freeform: Shape 778">
              <a:extLst>
                <a:ext uri="{FF2B5EF4-FFF2-40B4-BE49-F238E27FC236}">
                  <a16:creationId xmlns:a16="http://schemas.microsoft.com/office/drawing/2014/main" id="{209AA9EA-C978-4A29-8B6E-CA40DFAA18C5}"/>
                </a:ext>
              </a:extLst>
            </p:cNvPr>
            <p:cNvSpPr/>
            <p:nvPr/>
          </p:nvSpPr>
          <p:spPr>
            <a:xfrm>
              <a:off x="5130481" y="2257806"/>
              <a:ext cx="285750" cy="59816"/>
            </a:xfrm>
            <a:custGeom>
              <a:avLst/>
              <a:gdLst>
                <a:gd name="connsiteX0" fmla="*/ 276225 w 285750"/>
                <a:gd name="connsiteY0" fmla="*/ 0 h 59816"/>
                <a:gd name="connsiteX1" fmla="*/ 276225 w 285750"/>
                <a:gd name="connsiteY1" fmla="*/ 50292 h 59816"/>
                <a:gd name="connsiteX2" fmla="*/ 9525 w 285750"/>
                <a:gd name="connsiteY2" fmla="*/ 50292 h 59816"/>
                <a:gd name="connsiteX3" fmla="*/ 9525 w 285750"/>
                <a:gd name="connsiteY3" fmla="*/ 0 h 59816"/>
                <a:gd name="connsiteX4" fmla="*/ 0 w 285750"/>
                <a:gd name="connsiteY4" fmla="*/ 0 h 59816"/>
                <a:gd name="connsiteX5" fmla="*/ 0 w 285750"/>
                <a:gd name="connsiteY5" fmla="*/ 59817 h 59816"/>
                <a:gd name="connsiteX6" fmla="*/ 285750 w 285750"/>
                <a:gd name="connsiteY6" fmla="*/ 59817 h 59816"/>
                <a:gd name="connsiteX7" fmla="*/ 285750 w 285750"/>
                <a:gd name="connsiteY7" fmla="*/ 0 h 598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5750" h="59816">
                  <a:moveTo>
                    <a:pt x="276225" y="0"/>
                  </a:moveTo>
                  <a:lnTo>
                    <a:pt x="276225" y="50292"/>
                  </a:lnTo>
                  <a:lnTo>
                    <a:pt x="9525" y="50292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59817"/>
                  </a:lnTo>
                  <a:lnTo>
                    <a:pt x="285750" y="59817"/>
                  </a:lnTo>
                  <a:lnTo>
                    <a:pt x="285750" y="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80" name="Freeform: Shape 779">
              <a:extLst>
                <a:ext uri="{FF2B5EF4-FFF2-40B4-BE49-F238E27FC236}">
                  <a16:creationId xmlns:a16="http://schemas.microsoft.com/office/drawing/2014/main" id="{B475C379-97CD-42BC-8A93-11747928B448}"/>
                </a:ext>
              </a:extLst>
            </p:cNvPr>
            <p:cNvSpPr/>
            <p:nvPr/>
          </p:nvSpPr>
          <p:spPr>
            <a:xfrm>
              <a:off x="5253449" y="2260854"/>
              <a:ext cx="39623" cy="39242"/>
            </a:xfrm>
            <a:custGeom>
              <a:avLst/>
              <a:gdLst>
                <a:gd name="connsiteX0" fmla="*/ 0 w 39623"/>
                <a:gd name="connsiteY0" fmla="*/ 19621 h 39242"/>
                <a:gd name="connsiteX1" fmla="*/ 19812 w 39623"/>
                <a:gd name="connsiteY1" fmla="*/ 39243 h 39242"/>
                <a:gd name="connsiteX2" fmla="*/ 39624 w 39623"/>
                <a:gd name="connsiteY2" fmla="*/ 19621 h 39242"/>
                <a:gd name="connsiteX3" fmla="*/ 19812 w 39623"/>
                <a:gd name="connsiteY3" fmla="*/ 0 h 39242"/>
                <a:gd name="connsiteX4" fmla="*/ 0 w 39623"/>
                <a:gd name="connsiteY4" fmla="*/ 19621 h 39242"/>
                <a:gd name="connsiteX5" fmla="*/ 30004 w 39623"/>
                <a:gd name="connsiteY5" fmla="*/ 19621 h 39242"/>
                <a:gd name="connsiteX6" fmla="*/ 19717 w 39623"/>
                <a:gd name="connsiteY6" fmla="*/ 29718 h 39242"/>
                <a:gd name="connsiteX7" fmla="*/ 9430 w 39623"/>
                <a:gd name="connsiteY7" fmla="*/ 19621 h 39242"/>
                <a:gd name="connsiteX8" fmla="*/ 19717 w 39623"/>
                <a:gd name="connsiteY8" fmla="*/ 9525 h 39242"/>
                <a:gd name="connsiteX9" fmla="*/ 30004 w 39623"/>
                <a:gd name="connsiteY9" fmla="*/ 19621 h 39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623" h="39242">
                  <a:moveTo>
                    <a:pt x="0" y="19621"/>
                  </a:moveTo>
                  <a:cubicBezTo>
                    <a:pt x="0" y="30480"/>
                    <a:pt x="8858" y="39243"/>
                    <a:pt x="19812" y="39243"/>
                  </a:cubicBezTo>
                  <a:cubicBezTo>
                    <a:pt x="30766" y="39243"/>
                    <a:pt x="39624" y="30480"/>
                    <a:pt x="39624" y="19621"/>
                  </a:cubicBezTo>
                  <a:cubicBezTo>
                    <a:pt x="39624" y="8858"/>
                    <a:pt x="30766" y="0"/>
                    <a:pt x="19812" y="0"/>
                  </a:cubicBezTo>
                  <a:cubicBezTo>
                    <a:pt x="8858" y="0"/>
                    <a:pt x="0" y="8763"/>
                    <a:pt x="0" y="19621"/>
                  </a:cubicBezTo>
                  <a:close/>
                  <a:moveTo>
                    <a:pt x="30004" y="19621"/>
                  </a:moveTo>
                  <a:cubicBezTo>
                    <a:pt x="30004" y="25146"/>
                    <a:pt x="25432" y="29718"/>
                    <a:pt x="19717" y="29718"/>
                  </a:cubicBezTo>
                  <a:cubicBezTo>
                    <a:pt x="14002" y="29718"/>
                    <a:pt x="9430" y="25146"/>
                    <a:pt x="9430" y="19621"/>
                  </a:cubicBezTo>
                  <a:cubicBezTo>
                    <a:pt x="9430" y="14097"/>
                    <a:pt x="14002" y="9525"/>
                    <a:pt x="19717" y="9525"/>
                  </a:cubicBezTo>
                  <a:cubicBezTo>
                    <a:pt x="25432" y="9525"/>
                    <a:pt x="30004" y="14002"/>
                    <a:pt x="30004" y="19621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81" name="Freeform: Shape 780">
              <a:extLst>
                <a:ext uri="{FF2B5EF4-FFF2-40B4-BE49-F238E27FC236}">
                  <a16:creationId xmlns:a16="http://schemas.microsoft.com/office/drawing/2014/main" id="{D499CFDE-3842-44CC-9907-0DCCB66D6E2F}"/>
                </a:ext>
              </a:extLst>
            </p:cNvPr>
            <p:cNvSpPr/>
            <p:nvPr/>
          </p:nvSpPr>
          <p:spPr>
            <a:xfrm>
              <a:off x="5166200" y="2265521"/>
              <a:ext cx="9525" cy="29718"/>
            </a:xfrm>
            <a:custGeom>
              <a:avLst/>
              <a:gdLst>
                <a:gd name="connsiteX0" fmla="*/ 0 w 9525"/>
                <a:gd name="connsiteY0" fmla="*/ 0 h 29718"/>
                <a:gd name="connsiteX1" fmla="*/ 9525 w 9525"/>
                <a:gd name="connsiteY1" fmla="*/ 0 h 29718"/>
                <a:gd name="connsiteX2" fmla="*/ 9525 w 9525"/>
                <a:gd name="connsiteY2" fmla="*/ 29718 h 29718"/>
                <a:gd name="connsiteX3" fmla="*/ 0 w 9525"/>
                <a:gd name="connsiteY3" fmla="*/ 29718 h 29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5" h="29718">
                  <a:moveTo>
                    <a:pt x="0" y="0"/>
                  </a:moveTo>
                  <a:lnTo>
                    <a:pt x="9525" y="0"/>
                  </a:lnTo>
                  <a:lnTo>
                    <a:pt x="9525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82" name="Freeform: Shape 781">
              <a:extLst>
                <a:ext uri="{FF2B5EF4-FFF2-40B4-BE49-F238E27FC236}">
                  <a16:creationId xmlns:a16="http://schemas.microsoft.com/office/drawing/2014/main" id="{C6AEBB98-C6BE-4C0D-AA63-BDFE97546A56}"/>
                </a:ext>
              </a:extLst>
            </p:cNvPr>
            <p:cNvSpPr/>
            <p:nvPr/>
          </p:nvSpPr>
          <p:spPr>
            <a:xfrm>
              <a:off x="5181535" y="2265521"/>
              <a:ext cx="9525" cy="29718"/>
            </a:xfrm>
            <a:custGeom>
              <a:avLst/>
              <a:gdLst>
                <a:gd name="connsiteX0" fmla="*/ 0 w 9525"/>
                <a:gd name="connsiteY0" fmla="*/ 0 h 29718"/>
                <a:gd name="connsiteX1" fmla="*/ 9525 w 9525"/>
                <a:gd name="connsiteY1" fmla="*/ 0 h 29718"/>
                <a:gd name="connsiteX2" fmla="*/ 9525 w 9525"/>
                <a:gd name="connsiteY2" fmla="*/ 29718 h 29718"/>
                <a:gd name="connsiteX3" fmla="*/ 0 w 9525"/>
                <a:gd name="connsiteY3" fmla="*/ 29718 h 29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5" h="29718">
                  <a:moveTo>
                    <a:pt x="0" y="0"/>
                  </a:moveTo>
                  <a:lnTo>
                    <a:pt x="9525" y="0"/>
                  </a:lnTo>
                  <a:lnTo>
                    <a:pt x="9525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83" name="Freeform: Shape 782">
              <a:extLst>
                <a:ext uri="{FF2B5EF4-FFF2-40B4-BE49-F238E27FC236}">
                  <a16:creationId xmlns:a16="http://schemas.microsoft.com/office/drawing/2014/main" id="{1ABCF20C-0859-42C7-A32B-C0FFDDD3626B}"/>
                </a:ext>
              </a:extLst>
            </p:cNvPr>
            <p:cNvSpPr/>
            <p:nvPr/>
          </p:nvSpPr>
          <p:spPr>
            <a:xfrm>
              <a:off x="5150960" y="2265521"/>
              <a:ext cx="9525" cy="29718"/>
            </a:xfrm>
            <a:custGeom>
              <a:avLst/>
              <a:gdLst>
                <a:gd name="connsiteX0" fmla="*/ 0 w 9525"/>
                <a:gd name="connsiteY0" fmla="*/ 0 h 29718"/>
                <a:gd name="connsiteX1" fmla="*/ 9525 w 9525"/>
                <a:gd name="connsiteY1" fmla="*/ 0 h 29718"/>
                <a:gd name="connsiteX2" fmla="*/ 9525 w 9525"/>
                <a:gd name="connsiteY2" fmla="*/ 29718 h 29718"/>
                <a:gd name="connsiteX3" fmla="*/ 0 w 9525"/>
                <a:gd name="connsiteY3" fmla="*/ 29718 h 29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5" h="29718">
                  <a:moveTo>
                    <a:pt x="0" y="0"/>
                  </a:moveTo>
                  <a:lnTo>
                    <a:pt x="9525" y="0"/>
                  </a:lnTo>
                  <a:lnTo>
                    <a:pt x="9525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784" name="Freeform: Shape 783">
            <a:extLst>
              <a:ext uri="{FF2B5EF4-FFF2-40B4-BE49-F238E27FC236}">
                <a16:creationId xmlns:a16="http://schemas.microsoft.com/office/drawing/2014/main" id="{2D95AF98-9BAA-4960-B868-7E9EC9B1CF58}"/>
              </a:ext>
            </a:extLst>
          </p:cNvPr>
          <p:cNvSpPr/>
          <p:nvPr/>
        </p:nvSpPr>
        <p:spPr>
          <a:xfrm>
            <a:off x="9670303" y="2312317"/>
            <a:ext cx="228313" cy="228123"/>
          </a:xfrm>
          <a:custGeom>
            <a:avLst/>
            <a:gdLst>
              <a:gd name="connsiteX0" fmla="*/ 10954 w 228313"/>
              <a:gd name="connsiteY0" fmla="*/ 132969 h 228123"/>
              <a:gd name="connsiteX1" fmla="*/ 1619 w 228313"/>
              <a:gd name="connsiteY1" fmla="*/ 134684 h 228123"/>
              <a:gd name="connsiteX2" fmla="*/ 2953 w 228313"/>
              <a:gd name="connsiteY2" fmla="*/ 141161 h 228123"/>
              <a:gd name="connsiteX3" fmla="*/ 2953 w 228313"/>
              <a:gd name="connsiteY3" fmla="*/ 141161 h 228123"/>
              <a:gd name="connsiteX4" fmla="*/ 2953 w 228313"/>
              <a:gd name="connsiteY4" fmla="*/ 141256 h 228123"/>
              <a:gd name="connsiteX5" fmla="*/ 2953 w 228313"/>
              <a:gd name="connsiteY5" fmla="*/ 141256 h 228123"/>
              <a:gd name="connsiteX6" fmla="*/ 3048 w 228313"/>
              <a:gd name="connsiteY6" fmla="*/ 141637 h 228123"/>
              <a:gd name="connsiteX7" fmla="*/ 3048 w 228313"/>
              <a:gd name="connsiteY7" fmla="*/ 141637 h 228123"/>
              <a:gd name="connsiteX8" fmla="*/ 3048 w 228313"/>
              <a:gd name="connsiteY8" fmla="*/ 141732 h 228123"/>
              <a:gd name="connsiteX9" fmla="*/ 3048 w 228313"/>
              <a:gd name="connsiteY9" fmla="*/ 141732 h 228123"/>
              <a:gd name="connsiteX10" fmla="*/ 3048 w 228313"/>
              <a:gd name="connsiteY10" fmla="*/ 141827 h 228123"/>
              <a:gd name="connsiteX11" fmla="*/ 3048 w 228313"/>
              <a:gd name="connsiteY11" fmla="*/ 141827 h 228123"/>
              <a:gd name="connsiteX12" fmla="*/ 3143 w 228313"/>
              <a:gd name="connsiteY12" fmla="*/ 142113 h 228123"/>
              <a:gd name="connsiteX13" fmla="*/ 3143 w 228313"/>
              <a:gd name="connsiteY13" fmla="*/ 142113 h 228123"/>
              <a:gd name="connsiteX14" fmla="*/ 3143 w 228313"/>
              <a:gd name="connsiteY14" fmla="*/ 142208 h 228123"/>
              <a:gd name="connsiteX15" fmla="*/ 3143 w 228313"/>
              <a:gd name="connsiteY15" fmla="*/ 142208 h 228123"/>
              <a:gd name="connsiteX16" fmla="*/ 3143 w 228313"/>
              <a:gd name="connsiteY16" fmla="*/ 142304 h 228123"/>
              <a:gd name="connsiteX17" fmla="*/ 3143 w 228313"/>
              <a:gd name="connsiteY17" fmla="*/ 142304 h 228123"/>
              <a:gd name="connsiteX18" fmla="*/ 3238 w 228313"/>
              <a:gd name="connsiteY18" fmla="*/ 142589 h 228123"/>
              <a:gd name="connsiteX19" fmla="*/ 3238 w 228313"/>
              <a:gd name="connsiteY19" fmla="*/ 142589 h 228123"/>
              <a:gd name="connsiteX20" fmla="*/ 3238 w 228313"/>
              <a:gd name="connsiteY20" fmla="*/ 142685 h 228123"/>
              <a:gd name="connsiteX21" fmla="*/ 3238 w 228313"/>
              <a:gd name="connsiteY21" fmla="*/ 142685 h 228123"/>
              <a:gd name="connsiteX22" fmla="*/ 3238 w 228313"/>
              <a:gd name="connsiteY22" fmla="*/ 142780 h 228123"/>
              <a:gd name="connsiteX23" fmla="*/ 3238 w 228313"/>
              <a:gd name="connsiteY23" fmla="*/ 142780 h 228123"/>
              <a:gd name="connsiteX24" fmla="*/ 3238 w 228313"/>
              <a:gd name="connsiteY24" fmla="*/ 142875 h 228123"/>
              <a:gd name="connsiteX25" fmla="*/ 3238 w 228313"/>
              <a:gd name="connsiteY25" fmla="*/ 142875 h 228123"/>
              <a:gd name="connsiteX26" fmla="*/ 3334 w 228313"/>
              <a:gd name="connsiteY26" fmla="*/ 143161 h 228123"/>
              <a:gd name="connsiteX27" fmla="*/ 3334 w 228313"/>
              <a:gd name="connsiteY27" fmla="*/ 143161 h 228123"/>
              <a:gd name="connsiteX28" fmla="*/ 3334 w 228313"/>
              <a:gd name="connsiteY28" fmla="*/ 143256 h 228123"/>
              <a:gd name="connsiteX29" fmla="*/ 3334 w 228313"/>
              <a:gd name="connsiteY29" fmla="*/ 143256 h 228123"/>
              <a:gd name="connsiteX30" fmla="*/ 3334 w 228313"/>
              <a:gd name="connsiteY30" fmla="*/ 143351 h 228123"/>
              <a:gd name="connsiteX31" fmla="*/ 3334 w 228313"/>
              <a:gd name="connsiteY31" fmla="*/ 143351 h 228123"/>
              <a:gd name="connsiteX32" fmla="*/ 3429 w 228313"/>
              <a:gd name="connsiteY32" fmla="*/ 143637 h 228123"/>
              <a:gd name="connsiteX33" fmla="*/ 3429 w 228313"/>
              <a:gd name="connsiteY33" fmla="*/ 143637 h 228123"/>
              <a:gd name="connsiteX34" fmla="*/ 3429 w 228313"/>
              <a:gd name="connsiteY34" fmla="*/ 143732 h 228123"/>
              <a:gd name="connsiteX35" fmla="*/ 3429 w 228313"/>
              <a:gd name="connsiteY35" fmla="*/ 143732 h 228123"/>
              <a:gd name="connsiteX36" fmla="*/ 3429 w 228313"/>
              <a:gd name="connsiteY36" fmla="*/ 143827 h 228123"/>
              <a:gd name="connsiteX37" fmla="*/ 3429 w 228313"/>
              <a:gd name="connsiteY37" fmla="*/ 143827 h 228123"/>
              <a:gd name="connsiteX38" fmla="*/ 3429 w 228313"/>
              <a:gd name="connsiteY38" fmla="*/ 143923 h 228123"/>
              <a:gd name="connsiteX39" fmla="*/ 3429 w 228313"/>
              <a:gd name="connsiteY39" fmla="*/ 143923 h 228123"/>
              <a:gd name="connsiteX40" fmla="*/ 3524 w 228313"/>
              <a:gd name="connsiteY40" fmla="*/ 144113 h 228123"/>
              <a:gd name="connsiteX41" fmla="*/ 3524 w 228313"/>
              <a:gd name="connsiteY41" fmla="*/ 144113 h 228123"/>
              <a:gd name="connsiteX42" fmla="*/ 3524 w 228313"/>
              <a:gd name="connsiteY42" fmla="*/ 144209 h 228123"/>
              <a:gd name="connsiteX43" fmla="*/ 3524 w 228313"/>
              <a:gd name="connsiteY43" fmla="*/ 144209 h 228123"/>
              <a:gd name="connsiteX44" fmla="*/ 3524 w 228313"/>
              <a:gd name="connsiteY44" fmla="*/ 144304 h 228123"/>
              <a:gd name="connsiteX45" fmla="*/ 3524 w 228313"/>
              <a:gd name="connsiteY45" fmla="*/ 144304 h 228123"/>
              <a:gd name="connsiteX46" fmla="*/ 3524 w 228313"/>
              <a:gd name="connsiteY46" fmla="*/ 144399 h 228123"/>
              <a:gd name="connsiteX47" fmla="*/ 3524 w 228313"/>
              <a:gd name="connsiteY47" fmla="*/ 144399 h 228123"/>
              <a:gd name="connsiteX48" fmla="*/ 3619 w 228313"/>
              <a:gd name="connsiteY48" fmla="*/ 144590 h 228123"/>
              <a:gd name="connsiteX49" fmla="*/ 3619 w 228313"/>
              <a:gd name="connsiteY49" fmla="*/ 144590 h 228123"/>
              <a:gd name="connsiteX50" fmla="*/ 3619 w 228313"/>
              <a:gd name="connsiteY50" fmla="*/ 144685 h 228123"/>
              <a:gd name="connsiteX51" fmla="*/ 3619 w 228313"/>
              <a:gd name="connsiteY51" fmla="*/ 144685 h 228123"/>
              <a:gd name="connsiteX52" fmla="*/ 3619 w 228313"/>
              <a:gd name="connsiteY52" fmla="*/ 144780 h 228123"/>
              <a:gd name="connsiteX53" fmla="*/ 3619 w 228313"/>
              <a:gd name="connsiteY53" fmla="*/ 144780 h 228123"/>
              <a:gd name="connsiteX54" fmla="*/ 3619 w 228313"/>
              <a:gd name="connsiteY54" fmla="*/ 144875 h 228123"/>
              <a:gd name="connsiteX55" fmla="*/ 3619 w 228313"/>
              <a:gd name="connsiteY55" fmla="*/ 144875 h 228123"/>
              <a:gd name="connsiteX56" fmla="*/ 3619 w 228313"/>
              <a:gd name="connsiteY56" fmla="*/ 144971 h 228123"/>
              <a:gd name="connsiteX57" fmla="*/ 3619 w 228313"/>
              <a:gd name="connsiteY57" fmla="*/ 144971 h 228123"/>
              <a:gd name="connsiteX58" fmla="*/ 3619 w 228313"/>
              <a:gd name="connsiteY58" fmla="*/ 145066 h 228123"/>
              <a:gd name="connsiteX59" fmla="*/ 3619 w 228313"/>
              <a:gd name="connsiteY59" fmla="*/ 145066 h 228123"/>
              <a:gd name="connsiteX60" fmla="*/ 3619 w 228313"/>
              <a:gd name="connsiteY60" fmla="*/ 145161 h 228123"/>
              <a:gd name="connsiteX61" fmla="*/ 3619 w 228313"/>
              <a:gd name="connsiteY61" fmla="*/ 145161 h 228123"/>
              <a:gd name="connsiteX62" fmla="*/ 3619 w 228313"/>
              <a:gd name="connsiteY62" fmla="*/ 145256 h 228123"/>
              <a:gd name="connsiteX63" fmla="*/ 3619 w 228313"/>
              <a:gd name="connsiteY63" fmla="*/ 145256 h 228123"/>
              <a:gd name="connsiteX64" fmla="*/ 3619 w 228313"/>
              <a:gd name="connsiteY64" fmla="*/ 145352 h 228123"/>
              <a:gd name="connsiteX65" fmla="*/ 3619 w 228313"/>
              <a:gd name="connsiteY65" fmla="*/ 145352 h 228123"/>
              <a:gd name="connsiteX66" fmla="*/ 3619 w 228313"/>
              <a:gd name="connsiteY66" fmla="*/ 145447 h 228123"/>
              <a:gd name="connsiteX67" fmla="*/ 3619 w 228313"/>
              <a:gd name="connsiteY67" fmla="*/ 145447 h 228123"/>
              <a:gd name="connsiteX68" fmla="*/ 3715 w 228313"/>
              <a:gd name="connsiteY68" fmla="*/ 145637 h 228123"/>
              <a:gd name="connsiteX69" fmla="*/ 3715 w 228313"/>
              <a:gd name="connsiteY69" fmla="*/ 145637 h 228123"/>
              <a:gd name="connsiteX70" fmla="*/ 3715 w 228313"/>
              <a:gd name="connsiteY70" fmla="*/ 145637 h 228123"/>
              <a:gd name="connsiteX71" fmla="*/ 3715 w 228313"/>
              <a:gd name="connsiteY71" fmla="*/ 145637 h 228123"/>
              <a:gd name="connsiteX72" fmla="*/ 3715 w 228313"/>
              <a:gd name="connsiteY72" fmla="*/ 145733 h 228123"/>
              <a:gd name="connsiteX73" fmla="*/ 3715 w 228313"/>
              <a:gd name="connsiteY73" fmla="*/ 145733 h 228123"/>
              <a:gd name="connsiteX74" fmla="*/ 3715 w 228313"/>
              <a:gd name="connsiteY74" fmla="*/ 145828 h 228123"/>
              <a:gd name="connsiteX75" fmla="*/ 3715 w 228313"/>
              <a:gd name="connsiteY75" fmla="*/ 145828 h 228123"/>
              <a:gd name="connsiteX76" fmla="*/ 3810 w 228313"/>
              <a:gd name="connsiteY76" fmla="*/ 146018 h 228123"/>
              <a:gd name="connsiteX77" fmla="*/ 3810 w 228313"/>
              <a:gd name="connsiteY77" fmla="*/ 146018 h 228123"/>
              <a:gd name="connsiteX78" fmla="*/ 3810 w 228313"/>
              <a:gd name="connsiteY78" fmla="*/ 146114 h 228123"/>
              <a:gd name="connsiteX79" fmla="*/ 3810 w 228313"/>
              <a:gd name="connsiteY79" fmla="*/ 146114 h 228123"/>
              <a:gd name="connsiteX80" fmla="*/ 3810 w 228313"/>
              <a:gd name="connsiteY80" fmla="*/ 146209 h 228123"/>
              <a:gd name="connsiteX81" fmla="*/ 3810 w 228313"/>
              <a:gd name="connsiteY81" fmla="*/ 146209 h 228123"/>
              <a:gd name="connsiteX82" fmla="*/ 3810 w 228313"/>
              <a:gd name="connsiteY82" fmla="*/ 146304 h 228123"/>
              <a:gd name="connsiteX83" fmla="*/ 3810 w 228313"/>
              <a:gd name="connsiteY83" fmla="*/ 146304 h 228123"/>
              <a:gd name="connsiteX84" fmla="*/ 3810 w 228313"/>
              <a:gd name="connsiteY84" fmla="*/ 146399 h 228123"/>
              <a:gd name="connsiteX85" fmla="*/ 3810 w 228313"/>
              <a:gd name="connsiteY85" fmla="*/ 146399 h 228123"/>
              <a:gd name="connsiteX86" fmla="*/ 3905 w 228313"/>
              <a:gd name="connsiteY86" fmla="*/ 146590 h 228123"/>
              <a:gd name="connsiteX87" fmla="*/ 3905 w 228313"/>
              <a:gd name="connsiteY87" fmla="*/ 146590 h 228123"/>
              <a:gd name="connsiteX88" fmla="*/ 3905 w 228313"/>
              <a:gd name="connsiteY88" fmla="*/ 146685 h 228123"/>
              <a:gd name="connsiteX89" fmla="*/ 3905 w 228313"/>
              <a:gd name="connsiteY89" fmla="*/ 146685 h 228123"/>
              <a:gd name="connsiteX90" fmla="*/ 3905 w 228313"/>
              <a:gd name="connsiteY90" fmla="*/ 146780 h 228123"/>
              <a:gd name="connsiteX91" fmla="*/ 3905 w 228313"/>
              <a:gd name="connsiteY91" fmla="*/ 146780 h 228123"/>
              <a:gd name="connsiteX92" fmla="*/ 3905 w 228313"/>
              <a:gd name="connsiteY92" fmla="*/ 146875 h 228123"/>
              <a:gd name="connsiteX93" fmla="*/ 3905 w 228313"/>
              <a:gd name="connsiteY93" fmla="*/ 146875 h 228123"/>
              <a:gd name="connsiteX94" fmla="*/ 4000 w 228313"/>
              <a:gd name="connsiteY94" fmla="*/ 147066 h 228123"/>
              <a:gd name="connsiteX95" fmla="*/ 4000 w 228313"/>
              <a:gd name="connsiteY95" fmla="*/ 147066 h 228123"/>
              <a:gd name="connsiteX96" fmla="*/ 4000 w 228313"/>
              <a:gd name="connsiteY96" fmla="*/ 147161 h 228123"/>
              <a:gd name="connsiteX97" fmla="*/ 4000 w 228313"/>
              <a:gd name="connsiteY97" fmla="*/ 147161 h 228123"/>
              <a:gd name="connsiteX98" fmla="*/ 4000 w 228313"/>
              <a:gd name="connsiteY98" fmla="*/ 147256 h 228123"/>
              <a:gd name="connsiteX99" fmla="*/ 4000 w 228313"/>
              <a:gd name="connsiteY99" fmla="*/ 147256 h 228123"/>
              <a:gd name="connsiteX100" fmla="*/ 4000 w 228313"/>
              <a:gd name="connsiteY100" fmla="*/ 147352 h 228123"/>
              <a:gd name="connsiteX101" fmla="*/ 4000 w 228313"/>
              <a:gd name="connsiteY101" fmla="*/ 147352 h 228123"/>
              <a:gd name="connsiteX102" fmla="*/ 4096 w 228313"/>
              <a:gd name="connsiteY102" fmla="*/ 147638 h 228123"/>
              <a:gd name="connsiteX103" fmla="*/ 4096 w 228313"/>
              <a:gd name="connsiteY103" fmla="*/ 147638 h 228123"/>
              <a:gd name="connsiteX104" fmla="*/ 4096 w 228313"/>
              <a:gd name="connsiteY104" fmla="*/ 147733 h 228123"/>
              <a:gd name="connsiteX105" fmla="*/ 4096 w 228313"/>
              <a:gd name="connsiteY105" fmla="*/ 147733 h 228123"/>
              <a:gd name="connsiteX106" fmla="*/ 4096 w 228313"/>
              <a:gd name="connsiteY106" fmla="*/ 147828 h 228123"/>
              <a:gd name="connsiteX107" fmla="*/ 4096 w 228313"/>
              <a:gd name="connsiteY107" fmla="*/ 147828 h 228123"/>
              <a:gd name="connsiteX108" fmla="*/ 4191 w 228313"/>
              <a:gd name="connsiteY108" fmla="*/ 148114 h 228123"/>
              <a:gd name="connsiteX109" fmla="*/ 4191 w 228313"/>
              <a:gd name="connsiteY109" fmla="*/ 148114 h 228123"/>
              <a:gd name="connsiteX110" fmla="*/ 4191 w 228313"/>
              <a:gd name="connsiteY110" fmla="*/ 148209 h 228123"/>
              <a:gd name="connsiteX111" fmla="*/ 4191 w 228313"/>
              <a:gd name="connsiteY111" fmla="*/ 148209 h 228123"/>
              <a:gd name="connsiteX112" fmla="*/ 4191 w 228313"/>
              <a:gd name="connsiteY112" fmla="*/ 148304 h 228123"/>
              <a:gd name="connsiteX113" fmla="*/ 4191 w 228313"/>
              <a:gd name="connsiteY113" fmla="*/ 148304 h 228123"/>
              <a:gd name="connsiteX114" fmla="*/ 4286 w 228313"/>
              <a:gd name="connsiteY114" fmla="*/ 148685 h 228123"/>
              <a:gd name="connsiteX115" fmla="*/ 4286 w 228313"/>
              <a:gd name="connsiteY115" fmla="*/ 148685 h 228123"/>
              <a:gd name="connsiteX116" fmla="*/ 4286 w 228313"/>
              <a:gd name="connsiteY116" fmla="*/ 148781 h 228123"/>
              <a:gd name="connsiteX117" fmla="*/ 4286 w 228313"/>
              <a:gd name="connsiteY117" fmla="*/ 148781 h 228123"/>
              <a:gd name="connsiteX118" fmla="*/ 6001 w 228313"/>
              <a:gd name="connsiteY118" fmla="*/ 153829 h 228123"/>
              <a:gd name="connsiteX119" fmla="*/ 14954 w 228313"/>
              <a:gd name="connsiteY119" fmla="*/ 150590 h 228123"/>
              <a:gd name="connsiteX120" fmla="*/ 10954 w 228313"/>
              <a:gd name="connsiteY120" fmla="*/ 132969 h 228123"/>
              <a:gd name="connsiteX121" fmla="*/ 42672 w 228313"/>
              <a:gd name="connsiteY121" fmla="*/ 37624 h 228123"/>
              <a:gd name="connsiteX122" fmla="*/ 36195 w 228313"/>
              <a:gd name="connsiteY122" fmla="*/ 30671 h 228123"/>
              <a:gd name="connsiteX123" fmla="*/ 36195 w 228313"/>
              <a:gd name="connsiteY123" fmla="*/ 30671 h 228123"/>
              <a:gd name="connsiteX124" fmla="*/ 35433 w 228313"/>
              <a:gd name="connsiteY124" fmla="*/ 31433 h 228123"/>
              <a:gd name="connsiteX125" fmla="*/ 35433 w 228313"/>
              <a:gd name="connsiteY125" fmla="*/ 31433 h 228123"/>
              <a:gd name="connsiteX126" fmla="*/ 35338 w 228313"/>
              <a:gd name="connsiteY126" fmla="*/ 31528 h 228123"/>
              <a:gd name="connsiteX127" fmla="*/ 35338 w 228313"/>
              <a:gd name="connsiteY127" fmla="*/ 31528 h 228123"/>
              <a:gd name="connsiteX128" fmla="*/ 35242 w 228313"/>
              <a:gd name="connsiteY128" fmla="*/ 31528 h 228123"/>
              <a:gd name="connsiteX129" fmla="*/ 35242 w 228313"/>
              <a:gd name="connsiteY129" fmla="*/ 31528 h 228123"/>
              <a:gd name="connsiteX130" fmla="*/ 35242 w 228313"/>
              <a:gd name="connsiteY130" fmla="*/ 31528 h 228123"/>
              <a:gd name="connsiteX131" fmla="*/ 35242 w 228313"/>
              <a:gd name="connsiteY131" fmla="*/ 31528 h 228123"/>
              <a:gd name="connsiteX132" fmla="*/ 35242 w 228313"/>
              <a:gd name="connsiteY132" fmla="*/ 31528 h 228123"/>
              <a:gd name="connsiteX133" fmla="*/ 35242 w 228313"/>
              <a:gd name="connsiteY133" fmla="*/ 31528 h 228123"/>
              <a:gd name="connsiteX134" fmla="*/ 35147 w 228313"/>
              <a:gd name="connsiteY134" fmla="*/ 31623 h 228123"/>
              <a:gd name="connsiteX135" fmla="*/ 35147 w 228313"/>
              <a:gd name="connsiteY135" fmla="*/ 31623 h 228123"/>
              <a:gd name="connsiteX136" fmla="*/ 35147 w 228313"/>
              <a:gd name="connsiteY136" fmla="*/ 31623 h 228123"/>
              <a:gd name="connsiteX137" fmla="*/ 35147 w 228313"/>
              <a:gd name="connsiteY137" fmla="*/ 31623 h 228123"/>
              <a:gd name="connsiteX138" fmla="*/ 35147 w 228313"/>
              <a:gd name="connsiteY138" fmla="*/ 31623 h 228123"/>
              <a:gd name="connsiteX139" fmla="*/ 35147 w 228313"/>
              <a:gd name="connsiteY139" fmla="*/ 31623 h 228123"/>
              <a:gd name="connsiteX140" fmla="*/ 35147 w 228313"/>
              <a:gd name="connsiteY140" fmla="*/ 31623 h 228123"/>
              <a:gd name="connsiteX141" fmla="*/ 35147 w 228313"/>
              <a:gd name="connsiteY141" fmla="*/ 31623 h 228123"/>
              <a:gd name="connsiteX142" fmla="*/ 35147 w 228313"/>
              <a:gd name="connsiteY142" fmla="*/ 31623 h 228123"/>
              <a:gd name="connsiteX143" fmla="*/ 35147 w 228313"/>
              <a:gd name="connsiteY143" fmla="*/ 31623 h 228123"/>
              <a:gd name="connsiteX144" fmla="*/ 35147 w 228313"/>
              <a:gd name="connsiteY144" fmla="*/ 31623 h 228123"/>
              <a:gd name="connsiteX145" fmla="*/ 35147 w 228313"/>
              <a:gd name="connsiteY145" fmla="*/ 31623 h 228123"/>
              <a:gd name="connsiteX146" fmla="*/ 35147 w 228313"/>
              <a:gd name="connsiteY146" fmla="*/ 31623 h 228123"/>
              <a:gd name="connsiteX147" fmla="*/ 35052 w 228313"/>
              <a:gd name="connsiteY147" fmla="*/ 31718 h 228123"/>
              <a:gd name="connsiteX148" fmla="*/ 35052 w 228313"/>
              <a:gd name="connsiteY148" fmla="*/ 31718 h 228123"/>
              <a:gd name="connsiteX149" fmla="*/ 35052 w 228313"/>
              <a:gd name="connsiteY149" fmla="*/ 31718 h 228123"/>
              <a:gd name="connsiteX150" fmla="*/ 35052 w 228313"/>
              <a:gd name="connsiteY150" fmla="*/ 31718 h 228123"/>
              <a:gd name="connsiteX151" fmla="*/ 35052 w 228313"/>
              <a:gd name="connsiteY151" fmla="*/ 31718 h 228123"/>
              <a:gd name="connsiteX152" fmla="*/ 35052 w 228313"/>
              <a:gd name="connsiteY152" fmla="*/ 31718 h 228123"/>
              <a:gd name="connsiteX153" fmla="*/ 35052 w 228313"/>
              <a:gd name="connsiteY153" fmla="*/ 31718 h 228123"/>
              <a:gd name="connsiteX154" fmla="*/ 35052 w 228313"/>
              <a:gd name="connsiteY154" fmla="*/ 31718 h 228123"/>
              <a:gd name="connsiteX155" fmla="*/ 35052 w 228313"/>
              <a:gd name="connsiteY155" fmla="*/ 31718 h 228123"/>
              <a:gd name="connsiteX156" fmla="*/ 35052 w 228313"/>
              <a:gd name="connsiteY156" fmla="*/ 31718 h 228123"/>
              <a:gd name="connsiteX157" fmla="*/ 35052 w 228313"/>
              <a:gd name="connsiteY157" fmla="*/ 31718 h 228123"/>
              <a:gd name="connsiteX158" fmla="*/ 35052 w 228313"/>
              <a:gd name="connsiteY158" fmla="*/ 31718 h 228123"/>
              <a:gd name="connsiteX159" fmla="*/ 34861 w 228313"/>
              <a:gd name="connsiteY159" fmla="*/ 31909 h 228123"/>
              <a:gd name="connsiteX160" fmla="*/ 34861 w 228313"/>
              <a:gd name="connsiteY160" fmla="*/ 31909 h 228123"/>
              <a:gd name="connsiteX161" fmla="*/ 34861 w 228313"/>
              <a:gd name="connsiteY161" fmla="*/ 31909 h 228123"/>
              <a:gd name="connsiteX162" fmla="*/ 34861 w 228313"/>
              <a:gd name="connsiteY162" fmla="*/ 31909 h 228123"/>
              <a:gd name="connsiteX163" fmla="*/ 34861 w 228313"/>
              <a:gd name="connsiteY163" fmla="*/ 31909 h 228123"/>
              <a:gd name="connsiteX164" fmla="*/ 34861 w 228313"/>
              <a:gd name="connsiteY164" fmla="*/ 31909 h 228123"/>
              <a:gd name="connsiteX165" fmla="*/ 34576 w 228313"/>
              <a:gd name="connsiteY165" fmla="*/ 32195 h 228123"/>
              <a:gd name="connsiteX166" fmla="*/ 34576 w 228313"/>
              <a:gd name="connsiteY166" fmla="*/ 32195 h 228123"/>
              <a:gd name="connsiteX167" fmla="*/ 34480 w 228313"/>
              <a:gd name="connsiteY167" fmla="*/ 32290 h 228123"/>
              <a:gd name="connsiteX168" fmla="*/ 34480 w 228313"/>
              <a:gd name="connsiteY168" fmla="*/ 32290 h 228123"/>
              <a:gd name="connsiteX169" fmla="*/ 34385 w 228313"/>
              <a:gd name="connsiteY169" fmla="*/ 32385 h 228123"/>
              <a:gd name="connsiteX170" fmla="*/ 34385 w 228313"/>
              <a:gd name="connsiteY170" fmla="*/ 32385 h 228123"/>
              <a:gd name="connsiteX171" fmla="*/ 28670 w 228313"/>
              <a:gd name="connsiteY171" fmla="*/ 38481 h 228123"/>
              <a:gd name="connsiteX172" fmla="*/ 28670 w 228313"/>
              <a:gd name="connsiteY172" fmla="*/ 38481 h 228123"/>
              <a:gd name="connsiteX173" fmla="*/ 28289 w 228313"/>
              <a:gd name="connsiteY173" fmla="*/ 38957 h 228123"/>
              <a:gd name="connsiteX174" fmla="*/ 28289 w 228313"/>
              <a:gd name="connsiteY174" fmla="*/ 38957 h 228123"/>
              <a:gd name="connsiteX175" fmla="*/ 27908 w 228313"/>
              <a:gd name="connsiteY175" fmla="*/ 39338 h 228123"/>
              <a:gd name="connsiteX176" fmla="*/ 27908 w 228313"/>
              <a:gd name="connsiteY176" fmla="*/ 39338 h 228123"/>
              <a:gd name="connsiteX177" fmla="*/ 27908 w 228313"/>
              <a:gd name="connsiteY177" fmla="*/ 39434 h 228123"/>
              <a:gd name="connsiteX178" fmla="*/ 27908 w 228313"/>
              <a:gd name="connsiteY178" fmla="*/ 39434 h 228123"/>
              <a:gd name="connsiteX179" fmla="*/ 27622 w 228313"/>
              <a:gd name="connsiteY179" fmla="*/ 39815 h 228123"/>
              <a:gd name="connsiteX180" fmla="*/ 27622 w 228313"/>
              <a:gd name="connsiteY180" fmla="*/ 39815 h 228123"/>
              <a:gd name="connsiteX181" fmla="*/ 27622 w 228313"/>
              <a:gd name="connsiteY181" fmla="*/ 39910 h 228123"/>
              <a:gd name="connsiteX182" fmla="*/ 27622 w 228313"/>
              <a:gd name="connsiteY182" fmla="*/ 39910 h 228123"/>
              <a:gd name="connsiteX183" fmla="*/ 27622 w 228313"/>
              <a:gd name="connsiteY183" fmla="*/ 40005 h 228123"/>
              <a:gd name="connsiteX184" fmla="*/ 27622 w 228313"/>
              <a:gd name="connsiteY184" fmla="*/ 40005 h 228123"/>
              <a:gd name="connsiteX185" fmla="*/ 27337 w 228313"/>
              <a:gd name="connsiteY185" fmla="*/ 40386 h 228123"/>
              <a:gd name="connsiteX186" fmla="*/ 27337 w 228313"/>
              <a:gd name="connsiteY186" fmla="*/ 40386 h 228123"/>
              <a:gd name="connsiteX187" fmla="*/ 27337 w 228313"/>
              <a:gd name="connsiteY187" fmla="*/ 40481 h 228123"/>
              <a:gd name="connsiteX188" fmla="*/ 27337 w 228313"/>
              <a:gd name="connsiteY188" fmla="*/ 40481 h 228123"/>
              <a:gd name="connsiteX189" fmla="*/ 27337 w 228313"/>
              <a:gd name="connsiteY189" fmla="*/ 40577 h 228123"/>
              <a:gd name="connsiteX190" fmla="*/ 27337 w 228313"/>
              <a:gd name="connsiteY190" fmla="*/ 40577 h 228123"/>
              <a:gd name="connsiteX191" fmla="*/ 27146 w 228313"/>
              <a:gd name="connsiteY191" fmla="*/ 40862 h 228123"/>
              <a:gd name="connsiteX192" fmla="*/ 27146 w 228313"/>
              <a:gd name="connsiteY192" fmla="*/ 40862 h 228123"/>
              <a:gd name="connsiteX193" fmla="*/ 27146 w 228313"/>
              <a:gd name="connsiteY193" fmla="*/ 40958 h 228123"/>
              <a:gd name="connsiteX194" fmla="*/ 27146 w 228313"/>
              <a:gd name="connsiteY194" fmla="*/ 40958 h 228123"/>
              <a:gd name="connsiteX195" fmla="*/ 27146 w 228313"/>
              <a:gd name="connsiteY195" fmla="*/ 41053 h 228123"/>
              <a:gd name="connsiteX196" fmla="*/ 27146 w 228313"/>
              <a:gd name="connsiteY196" fmla="*/ 41053 h 228123"/>
              <a:gd name="connsiteX197" fmla="*/ 27146 w 228313"/>
              <a:gd name="connsiteY197" fmla="*/ 41148 h 228123"/>
              <a:gd name="connsiteX198" fmla="*/ 27146 w 228313"/>
              <a:gd name="connsiteY198" fmla="*/ 41148 h 228123"/>
              <a:gd name="connsiteX199" fmla="*/ 26956 w 228313"/>
              <a:gd name="connsiteY199" fmla="*/ 41339 h 228123"/>
              <a:gd name="connsiteX200" fmla="*/ 26956 w 228313"/>
              <a:gd name="connsiteY200" fmla="*/ 41339 h 228123"/>
              <a:gd name="connsiteX201" fmla="*/ 26956 w 228313"/>
              <a:gd name="connsiteY201" fmla="*/ 41434 h 228123"/>
              <a:gd name="connsiteX202" fmla="*/ 26956 w 228313"/>
              <a:gd name="connsiteY202" fmla="*/ 41434 h 228123"/>
              <a:gd name="connsiteX203" fmla="*/ 26956 w 228313"/>
              <a:gd name="connsiteY203" fmla="*/ 41529 h 228123"/>
              <a:gd name="connsiteX204" fmla="*/ 26956 w 228313"/>
              <a:gd name="connsiteY204" fmla="*/ 41529 h 228123"/>
              <a:gd name="connsiteX205" fmla="*/ 26956 w 228313"/>
              <a:gd name="connsiteY205" fmla="*/ 41624 h 228123"/>
              <a:gd name="connsiteX206" fmla="*/ 26956 w 228313"/>
              <a:gd name="connsiteY206" fmla="*/ 41624 h 228123"/>
              <a:gd name="connsiteX207" fmla="*/ 26765 w 228313"/>
              <a:gd name="connsiteY207" fmla="*/ 41910 h 228123"/>
              <a:gd name="connsiteX208" fmla="*/ 26765 w 228313"/>
              <a:gd name="connsiteY208" fmla="*/ 41910 h 228123"/>
              <a:gd name="connsiteX209" fmla="*/ 26765 w 228313"/>
              <a:gd name="connsiteY209" fmla="*/ 42005 h 228123"/>
              <a:gd name="connsiteX210" fmla="*/ 26765 w 228313"/>
              <a:gd name="connsiteY210" fmla="*/ 42005 h 228123"/>
              <a:gd name="connsiteX211" fmla="*/ 26765 w 228313"/>
              <a:gd name="connsiteY211" fmla="*/ 42101 h 228123"/>
              <a:gd name="connsiteX212" fmla="*/ 26765 w 228313"/>
              <a:gd name="connsiteY212" fmla="*/ 42101 h 228123"/>
              <a:gd name="connsiteX213" fmla="*/ 26765 w 228313"/>
              <a:gd name="connsiteY213" fmla="*/ 42196 h 228123"/>
              <a:gd name="connsiteX214" fmla="*/ 26765 w 228313"/>
              <a:gd name="connsiteY214" fmla="*/ 42196 h 228123"/>
              <a:gd name="connsiteX215" fmla="*/ 26575 w 228313"/>
              <a:gd name="connsiteY215" fmla="*/ 42386 h 228123"/>
              <a:gd name="connsiteX216" fmla="*/ 26575 w 228313"/>
              <a:gd name="connsiteY216" fmla="*/ 42386 h 228123"/>
              <a:gd name="connsiteX217" fmla="*/ 26575 w 228313"/>
              <a:gd name="connsiteY217" fmla="*/ 42482 h 228123"/>
              <a:gd name="connsiteX218" fmla="*/ 26575 w 228313"/>
              <a:gd name="connsiteY218" fmla="*/ 42482 h 228123"/>
              <a:gd name="connsiteX219" fmla="*/ 26575 w 228313"/>
              <a:gd name="connsiteY219" fmla="*/ 42577 h 228123"/>
              <a:gd name="connsiteX220" fmla="*/ 26575 w 228313"/>
              <a:gd name="connsiteY220" fmla="*/ 42577 h 228123"/>
              <a:gd name="connsiteX221" fmla="*/ 26575 w 228313"/>
              <a:gd name="connsiteY221" fmla="*/ 42672 h 228123"/>
              <a:gd name="connsiteX222" fmla="*/ 26575 w 228313"/>
              <a:gd name="connsiteY222" fmla="*/ 42672 h 228123"/>
              <a:gd name="connsiteX223" fmla="*/ 26575 w 228313"/>
              <a:gd name="connsiteY223" fmla="*/ 42767 h 228123"/>
              <a:gd name="connsiteX224" fmla="*/ 26575 w 228313"/>
              <a:gd name="connsiteY224" fmla="*/ 42767 h 228123"/>
              <a:gd name="connsiteX225" fmla="*/ 26384 w 228313"/>
              <a:gd name="connsiteY225" fmla="*/ 42958 h 228123"/>
              <a:gd name="connsiteX226" fmla="*/ 26384 w 228313"/>
              <a:gd name="connsiteY226" fmla="*/ 42958 h 228123"/>
              <a:gd name="connsiteX227" fmla="*/ 26384 w 228313"/>
              <a:gd name="connsiteY227" fmla="*/ 42958 h 228123"/>
              <a:gd name="connsiteX228" fmla="*/ 26384 w 228313"/>
              <a:gd name="connsiteY228" fmla="*/ 42958 h 228123"/>
              <a:gd name="connsiteX229" fmla="*/ 26384 w 228313"/>
              <a:gd name="connsiteY229" fmla="*/ 42958 h 228123"/>
              <a:gd name="connsiteX230" fmla="*/ 26384 w 228313"/>
              <a:gd name="connsiteY230" fmla="*/ 42958 h 228123"/>
              <a:gd name="connsiteX231" fmla="*/ 26384 w 228313"/>
              <a:gd name="connsiteY231" fmla="*/ 43053 h 228123"/>
              <a:gd name="connsiteX232" fmla="*/ 26384 w 228313"/>
              <a:gd name="connsiteY232" fmla="*/ 43053 h 228123"/>
              <a:gd name="connsiteX233" fmla="*/ 26194 w 228313"/>
              <a:gd name="connsiteY233" fmla="*/ 43339 h 228123"/>
              <a:gd name="connsiteX234" fmla="*/ 26194 w 228313"/>
              <a:gd name="connsiteY234" fmla="*/ 43339 h 228123"/>
              <a:gd name="connsiteX235" fmla="*/ 26194 w 228313"/>
              <a:gd name="connsiteY235" fmla="*/ 43434 h 228123"/>
              <a:gd name="connsiteX236" fmla="*/ 26194 w 228313"/>
              <a:gd name="connsiteY236" fmla="*/ 43434 h 228123"/>
              <a:gd name="connsiteX237" fmla="*/ 26194 w 228313"/>
              <a:gd name="connsiteY237" fmla="*/ 43529 h 228123"/>
              <a:gd name="connsiteX238" fmla="*/ 26194 w 228313"/>
              <a:gd name="connsiteY238" fmla="*/ 43529 h 228123"/>
              <a:gd name="connsiteX239" fmla="*/ 26194 w 228313"/>
              <a:gd name="connsiteY239" fmla="*/ 43625 h 228123"/>
              <a:gd name="connsiteX240" fmla="*/ 26194 w 228313"/>
              <a:gd name="connsiteY240" fmla="*/ 43625 h 228123"/>
              <a:gd name="connsiteX241" fmla="*/ 26003 w 228313"/>
              <a:gd name="connsiteY241" fmla="*/ 43815 h 228123"/>
              <a:gd name="connsiteX242" fmla="*/ 26003 w 228313"/>
              <a:gd name="connsiteY242" fmla="*/ 43815 h 228123"/>
              <a:gd name="connsiteX243" fmla="*/ 26003 w 228313"/>
              <a:gd name="connsiteY243" fmla="*/ 43910 h 228123"/>
              <a:gd name="connsiteX244" fmla="*/ 26003 w 228313"/>
              <a:gd name="connsiteY244" fmla="*/ 43910 h 228123"/>
              <a:gd name="connsiteX245" fmla="*/ 26003 w 228313"/>
              <a:gd name="connsiteY245" fmla="*/ 44006 h 228123"/>
              <a:gd name="connsiteX246" fmla="*/ 26003 w 228313"/>
              <a:gd name="connsiteY246" fmla="*/ 44006 h 228123"/>
              <a:gd name="connsiteX247" fmla="*/ 26003 w 228313"/>
              <a:gd name="connsiteY247" fmla="*/ 44101 h 228123"/>
              <a:gd name="connsiteX248" fmla="*/ 26003 w 228313"/>
              <a:gd name="connsiteY248" fmla="*/ 44101 h 228123"/>
              <a:gd name="connsiteX249" fmla="*/ 25813 w 228313"/>
              <a:gd name="connsiteY249" fmla="*/ 44387 h 228123"/>
              <a:gd name="connsiteX250" fmla="*/ 25813 w 228313"/>
              <a:gd name="connsiteY250" fmla="*/ 44387 h 228123"/>
              <a:gd name="connsiteX251" fmla="*/ 25813 w 228313"/>
              <a:gd name="connsiteY251" fmla="*/ 44482 h 228123"/>
              <a:gd name="connsiteX252" fmla="*/ 25813 w 228313"/>
              <a:gd name="connsiteY252" fmla="*/ 44482 h 228123"/>
              <a:gd name="connsiteX253" fmla="*/ 25813 w 228313"/>
              <a:gd name="connsiteY253" fmla="*/ 44577 h 228123"/>
              <a:gd name="connsiteX254" fmla="*/ 25813 w 228313"/>
              <a:gd name="connsiteY254" fmla="*/ 44577 h 228123"/>
              <a:gd name="connsiteX255" fmla="*/ 25813 w 228313"/>
              <a:gd name="connsiteY255" fmla="*/ 44672 h 228123"/>
              <a:gd name="connsiteX256" fmla="*/ 25813 w 228313"/>
              <a:gd name="connsiteY256" fmla="*/ 44672 h 228123"/>
              <a:gd name="connsiteX257" fmla="*/ 25717 w 228313"/>
              <a:gd name="connsiteY257" fmla="*/ 44863 h 228123"/>
              <a:gd name="connsiteX258" fmla="*/ 33242 w 228313"/>
              <a:gd name="connsiteY258" fmla="*/ 50673 h 228123"/>
              <a:gd name="connsiteX259" fmla="*/ 42672 w 228313"/>
              <a:gd name="connsiteY259" fmla="*/ 37624 h 228123"/>
              <a:gd name="connsiteX260" fmla="*/ 88106 w 228313"/>
              <a:gd name="connsiteY260" fmla="*/ 12668 h 228123"/>
              <a:gd name="connsiteX261" fmla="*/ 85725 w 228313"/>
              <a:gd name="connsiteY261" fmla="*/ 3429 h 228123"/>
              <a:gd name="connsiteX262" fmla="*/ 67723 w 228313"/>
              <a:gd name="connsiteY262" fmla="*/ 9620 h 228123"/>
              <a:gd name="connsiteX263" fmla="*/ 71628 w 228313"/>
              <a:gd name="connsiteY263" fmla="*/ 18288 h 228123"/>
              <a:gd name="connsiteX264" fmla="*/ 88106 w 228313"/>
              <a:gd name="connsiteY264" fmla="*/ 12668 h 228123"/>
              <a:gd name="connsiteX265" fmla="*/ 14573 w 228313"/>
              <a:gd name="connsiteY265" fmla="*/ 81153 h 228123"/>
              <a:gd name="connsiteX266" fmla="*/ 5524 w 228313"/>
              <a:gd name="connsiteY266" fmla="*/ 78105 h 228123"/>
              <a:gd name="connsiteX267" fmla="*/ 3048 w 228313"/>
              <a:gd name="connsiteY267" fmla="*/ 86773 h 228123"/>
              <a:gd name="connsiteX268" fmla="*/ 3048 w 228313"/>
              <a:gd name="connsiteY268" fmla="*/ 86773 h 228123"/>
              <a:gd name="connsiteX269" fmla="*/ 3048 w 228313"/>
              <a:gd name="connsiteY269" fmla="*/ 86868 h 228123"/>
              <a:gd name="connsiteX270" fmla="*/ 3048 w 228313"/>
              <a:gd name="connsiteY270" fmla="*/ 86868 h 228123"/>
              <a:gd name="connsiteX271" fmla="*/ 2953 w 228313"/>
              <a:gd name="connsiteY271" fmla="*/ 87154 h 228123"/>
              <a:gd name="connsiteX272" fmla="*/ 2953 w 228313"/>
              <a:gd name="connsiteY272" fmla="*/ 87154 h 228123"/>
              <a:gd name="connsiteX273" fmla="*/ 2953 w 228313"/>
              <a:gd name="connsiteY273" fmla="*/ 87249 h 228123"/>
              <a:gd name="connsiteX274" fmla="*/ 2953 w 228313"/>
              <a:gd name="connsiteY274" fmla="*/ 87249 h 228123"/>
              <a:gd name="connsiteX275" fmla="*/ 2953 w 228313"/>
              <a:gd name="connsiteY275" fmla="*/ 87344 h 228123"/>
              <a:gd name="connsiteX276" fmla="*/ 2953 w 228313"/>
              <a:gd name="connsiteY276" fmla="*/ 87344 h 228123"/>
              <a:gd name="connsiteX277" fmla="*/ 2953 w 228313"/>
              <a:gd name="connsiteY277" fmla="*/ 87440 h 228123"/>
              <a:gd name="connsiteX278" fmla="*/ 2953 w 228313"/>
              <a:gd name="connsiteY278" fmla="*/ 87440 h 228123"/>
              <a:gd name="connsiteX279" fmla="*/ 2953 w 228313"/>
              <a:gd name="connsiteY279" fmla="*/ 87630 h 228123"/>
              <a:gd name="connsiteX280" fmla="*/ 2953 w 228313"/>
              <a:gd name="connsiteY280" fmla="*/ 87630 h 228123"/>
              <a:gd name="connsiteX281" fmla="*/ 2953 w 228313"/>
              <a:gd name="connsiteY281" fmla="*/ 87725 h 228123"/>
              <a:gd name="connsiteX282" fmla="*/ 2953 w 228313"/>
              <a:gd name="connsiteY282" fmla="*/ 87725 h 228123"/>
              <a:gd name="connsiteX283" fmla="*/ 2953 w 228313"/>
              <a:gd name="connsiteY283" fmla="*/ 87725 h 228123"/>
              <a:gd name="connsiteX284" fmla="*/ 2953 w 228313"/>
              <a:gd name="connsiteY284" fmla="*/ 87725 h 228123"/>
              <a:gd name="connsiteX285" fmla="*/ 2953 w 228313"/>
              <a:gd name="connsiteY285" fmla="*/ 87725 h 228123"/>
              <a:gd name="connsiteX286" fmla="*/ 2953 w 228313"/>
              <a:gd name="connsiteY286" fmla="*/ 87725 h 228123"/>
              <a:gd name="connsiteX287" fmla="*/ 2953 w 228313"/>
              <a:gd name="connsiteY287" fmla="*/ 87725 h 228123"/>
              <a:gd name="connsiteX288" fmla="*/ 2953 w 228313"/>
              <a:gd name="connsiteY288" fmla="*/ 87821 h 228123"/>
              <a:gd name="connsiteX289" fmla="*/ 2953 w 228313"/>
              <a:gd name="connsiteY289" fmla="*/ 87821 h 228123"/>
              <a:gd name="connsiteX290" fmla="*/ 2953 w 228313"/>
              <a:gd name="connsiteY290" fmla="*/ 87821 h 228123"/>
              <a:gd name="connsiteX291" fmla="*/ 2953 w 228313"/>
              <a:gd name="connsiteY291" fmla="*/ 87821 h 228123"/>
              <a:gd name="connsiteX292" fmla="*/ 2953 w 228313"/>
              <a:gd name="connsiteY292" fmla="*/ 87916 h 228123"/>
              <a:gd name="connsiteX293" fmla="*/ 2953 w 228313"/>
              <a:gd name="connsiteY293" fmla="*/ 87916 h 228123"/>
              <a:gd name="connsiteX294" fmla="*/ 2953 w 228313"/>
              <a:gd name="connsiteY294" fmla="*/ 88011 h 228123"/>
              <a:gd name="connsiteX295" fmla="*/ 2953 w 228313"/>
              <a:gd name="connsiteY295" fmla="*/ 88011 h 228123"/>
              <a:gd name="connsiteX296" fmla="*/ 2953 w 228313"/>
              <a:gd name="connsiteY296" fmla="*/ 88106 h 228123"/>
              <a:gd name="connsiteX297" fmla="*/ 2953 w 228313"/>
              <a:gd name="connsiteY297" fmla="*/ 88106 h 228123"/>
              <a:gd name="connsiteX298" fmla="*/ 2953 w 228313"/>
              <a:gd name="connsiteY298" fmla="*/ 88297 h 228123"/>
              <a:gd name="connsiteX299" fmla="*/ 2953 w 228313"/>
              <a:gd name="connsiteY299" fmla="*/ 88297 h 228123"/>
              <a:gd name="connsiteX300" fmla="*/ 2953 w 228313"/>
              <a:gd name="connsiteY300" fmla="*/ 88392 h 228123"/>
              <a:gd name="connsiteX301" fmla="*/ 2953 w 228313"/>
              <a:gd name="connsiteY301" fmla="*/ 88392 h 228123"/>
              <a:gd name="connsiteX302" fmla="*/ 2953 w 228313"/>
              <a:gd name="connsiteY302" fmla="*/ 88487 h 228123"/>
              <a:gd name="connsiteX303" fmla="*/ 2953 w 228313"/>
              <a:gd name="connsiteY303" fmla="*/ 88487 h 228123"/>
              <a:gd name="connsiteX304" fmla="*/ 1429 w 228313"/>
              <a:gd name="connsiteY304" fmla="*/ 96393 h 228123"/>
              <a:gd name="connsiteX305" fmla="*/ 10858 w 228313"/>
              <a:gd name="connsiteY305" fmla="*/ 97822 h 228123"/>
              <a:gd name="connsiteX306" fmla="*/ 14573 w 228313"/>
              <a:gd name="connsiteY306" fmla="*/ 81153 h 228123"/>
              <a:gd name="connsiteX307" fmla="*/ 9334 w 228313"/>
              <a:gd name="connsiteY307" fmla="*/ 114300 h 228123"/>
              <a:gd name="connsiteX308" fmla="*/ 9620 w 228313"/>
              <a:gd name="connsiteY308" fmla="*/ 106871 h 228123"/>
              <a:gd name="connsiteX309" fmla="*/ 95 w 228313"/>
              <a:gd name="connsiteY309" fmla="*/ 106204 h 228123"/>
              <a:gd name="connsiteX310" fmla="*/ 0 w 228313"/>
              <a:gd name="connsiteY310" fmla="*/ 107252 h 228123"/>
              <a:gd name="connsiteX311" fmla="*/ 0 w 228313"/>
              <a:gd name="connsiteY311" fmla="*/ 107252 h 228123"/>
              <a:gd name="connsiteX312" fmla="*/ 0 w 228313"/>
              <a:gd name="connsiteY312" fmla="*/ 107442 h 228123"/>
              <a:gd name="connsiteX313" fmla="*/ 0 w 228313"/>
              <a:gd name="connsiteY313" fmla="*/ 107442 h 228123"/>
              <a:gd name="connsiteX314" fmla="*/ 0 w 228313"/>
              <a:gd name="connsiteY314" fmla="*/ 107537 h 228123"/>
              <a:gd name="connsiteX315" fmla="*/ 0 w 228313"/>
              <a:gd name="connsiteY315" fmla="*/ 107537 h 228123"/>
              <a:gd name="connsiteX316" fmla="*/ 0 w 228313"/>
              <a:gd name="connsiteY316" fmla="*/ 107633 h 228123"/>
              <a:gd name="connsiteX317" fmla="*/ 0 w 228313"/>
              <a:gd name="connsiteY317" fmla="*/ 107633 h 228123"/>
              <a:gd name="connsiteX318" fmla="*/ 0 w 228313"/>
              <a:gd name="connsiteY318" fmla="*/ 107728 h 228123"/>
              <a:gd name="connsiteX319" fmla="*/ 0 w 228313"/>
              <a:gd name="connsiteY319" fmla="*/ 107728 h 228123"/>
              <a:gd name="connsiteX320" fmla="*/ 0 w 228313"/>
              <a:gd name="connsiteY320" fmla="*/ 107823 h 228123"/>
              <a:gd name="connsiteX321" fmla="*/ 0 w 228313"/>
              <a:gd name="connsiteY321" fmla="*/ 107823 h 228123"/>
              <a:gd name="connsiteX322" fmla="*/ 0 w 228313"/>
              <a:gd name="connsiteY322" fmla="*/ 107918 h 228123"/>
              <a:gd name="connsiteX323" fmla="*/ 0 w 228313"/>
              <a:gd name="connsiteY323" fmla="*/ 107918 h 228123"/>
              <a:gd name="connsiteX324" fmla="*/ 0 w 228313"/>
              <a:gd name="connsiteY324" fmla="*/ 108014 h 228123"/>
              <a:gd name="connsiteX325" fmla="*/ 0 w 228313"/>
              <a:gd name="connsiteY325" fmla="*/ 108014 h 228123"/>
              <a:gd name="connsiteX326" fmla="*/ 0 w 228313"/>
              <a:gd name="connsiteY326" fmla="*/ 108109 h 228123"/>
              <a:gd name="connsiteX327" fmla="*/ 0 w 228313"/>
              <a:gd name="connsiteY327" fmla="*/ 108109 h 228123"/>
              <a:gd name="connsiteX328" fmla="*/ 0 w 228313"/>
              <a:gd name="connsiteY328" fmla="*/ 108204 h 228123"/>
              <a:gd name="connsiteX329" fmla="*/ 0 w 228313"/>
              <a:gd name="connsiteY329" fmla="*/ 108204 h 228123"/>
              <a:gd name="connsiteX330" fmla="*/ 0 w 228313"/>
              <a:gd name="connsiteY330" fmla="*/ 108299 h 228123"/>
              <a:gd name="connsiteX331" fmla="*/ 0 w 228313"/>
              <a:gd name="connsiteY331" fmla="*/ 108299 h 228123"/>
              <a:gd name="connsiteX332" fmla="*/ 0 w 228313"/>
              <a:gd name="connsiteY332" fmla="*/ 108299 h 228123"/>
              <a:gd name="connsiteX333" fmla="*/ 0 w 228313"/>
              <a:gd name="connsiteY333" fmla="*/ 108395 h 228123"/>
              <a:gd name="connsiteX334" fmla="*/ 0 w 228313"/>
              <a:gd name="connsiteY334" fmla="*/ 108395 h 228123"/>
              <a:gd name="connsiteX335" fmla="*/ 0 w 228313"/>
              <a:gd name="connsiteY335" fmla="*/ 108395 h 228123"/>
              <a:gd name="connsiteX336" fmla="*/ 0 w 228313"/>
              <a:gd name="connsiteY336" fmla="*/ 108395 h 228123"/>
              <a:gd name="connsiteX337" fmla="*/ 0 w 228313"/>
              <a:gd name="connsiteY337" fmla="*/ 108490 h 228123"/>
              <a:gd name="connsiteX338" fmla="*/ 0 w 228313"/>
              <a:gd name="connsiteY338" fmla="*/ 108490 h 228123"/>
              <a:gd name="connsiteX339" fmla="*/ 0 w 228313"/>
              <a:gd name="connsiteY339" fmla="*/ 108490 h 228123"/>
              <a:gd name="connsiteX340" fmla="*/ 0 w 228313"/>
              <a:gd name="connsiteY340" fmla="*/ 108490 h 228123"/>
              <a:gd name="connsiteX341" fmla="*/ 0 w 228313"/>
              <a:gd name="connsiteY341" fmla="*/ 108490 h 228123"/>
              <a:gd name="connsiteX342" fmla="*/ 0 w 228313"/>
              <a:gd name="connsiteY342" fmla="*/ 108490 h 228123"/>
              <a:gd name="connsiteX343" fmla="*/ 0 w 228313"/>
              <a:gd name="connsiteY343" fmla="*/ 108585 h 228123"/>
              <a:gd name="connsiteX344" fmla="*/ 0 w 228313"/>
              <a:gd name="connsiteY344" fmla="*/ 108585 h 228123"/>
              <a:gd name="connsiteX345" fmla="*/ 0 w 228313"/>
              <a:gd name="connsiteY345" fmla="*/ 108585 h 228123"/>
              <a:gd name="connsiteX346" fmla="*/ 0 w 228313"/>
              <a:gd name="connsiteY346" fmla="*/ 108585 h 228123"/>
              <a:gd name="connsiteX347" fmla="*/ 0 w 228313"/>
              <a:gd name="connsiteY347" fmla="*/ 108680 h 228123"/>
              <a:gd name="connsiteX348" fmla="*/ 0 w 228313"/>
              <a:gd name="connsiteY348" fmla="*/ 108680 h 228123"/>
              <a:gd name="connsiteX349" fmla="*/ 0 w 228313"/>
              <a:gd name="connsiteY349" fmla="*/ 108680 h 228123"/>
              <a:gd name="connsiteX350" fmla="*/ 0 w 228313"/>
              <a:gd name="connsiteY350" fmla="*/ 108680 h 228123"/>
              <a:gd name="connsiteX351" fmla="*/ 0 w 228313"/>
              <a:gd name="connsiteY351" fmla="*/ 108776 h 228123"/>
              <a:gd name="connsiteX352" fmla="*/ 0 w 228313"/>
              <a:gd name="connsiteY352" fmla="*/ 108776 h 228123"/>
              <a:gd name="connsiteX353" fmla="*/ 0 w 228313"/>
              <a:gd name="connsiteY353" fmla="*/ 108776 h 228123"/>
              <a:gd name="connsiteX354" fmla="*/ 0 w 228313"/>
              <a:gd name="connsiteY354" fmla="*/ 108776 h 228123"/>
              <a:gd name="connsiteX355" fmla="*/ 0 w 228313"/>
              <a:gd name="connsiteY355" fmla="*/ 108966 h 228123"/>
              <a:gd name="connsiteX356" fmla="*/ 0 w 228313"/>
              <a:gd name="connsiteY356" fmla="*/ 108966 h 228123"/>
              <a:gd name="connsiteX357" fmla="*/ 0 w 228313"/>
              <a:gd name="connsiteY357" fmla="*/ 109157 h 228123"/>
              <a:gd name="connsiteX358" fmla="*/ 0 w 228313"/>
              <a:gd name="connsiteY358" fmla="*/ 109157 h 228123"/>
              <a:gd name="connsiteX359" fmla="*/ 0 w 228313"/>
              <a:gd name="connsiteY359" fmla="*/ 109252 h 228123"/>
              <a:gd name="connsiteX360" fmla="*/ 0 w 228313"/>
              <a:gd name="connsiteY360" fmla="*/ 109252 h 228123"/>
              <a:gd name="connsiteX361" fmla="*/ 0 w 228313"/>
              <a:gd name="connsiteY361" fmla="*/ 109347 h 228123"/>
              <a:gd name="connsiteX362" fmla="*/ 0 w 228313"/>
              <a:gd name="connsiteY362" fmla="*/ 109347 h 228123"/>
              <a:gd name="connsiteX363" fmla="*/ 0 w 228313"/>
              <a:gd name="connsiteY363" fmla="*/ 109442 h 228123"/>
              <a:gd name="connsiteX364" fmla="*/ 0 w 228313"/>
              <a:gd name="connsiteY364" fmla="*/ 109442 h 228123"/>
              <a:gd name="connsiteX365" fmla="*/ 0 w 228313"/>
              <a:gd name="connsiteY365" fmla="*/ 109538 h 228123"/>
              <a:gd name="connsiteX366" fmla="*/ 0 w 228313"/>
              <a:gd name="connsiteY366" fmla="*/ 109538 h 228123"/>
              <a:gd name="connsiteX367" fmla="*/ 0 w 228313"/>
              <a:gd name="connsiteY367" fmla="*/ 109633 h 228123"/>
              <a:gd name="connsiteX368" fmla="*/ 0 w 228313"/>
              <a:gd name="connsiteY368" fmla="*/ 109633 h 228123"/>
              <a:gd name="connsiteX369" fmla="*/ 0 w 228313"/>
              <a:gd name="connsiteY369" fmla="*/ 109728 h 228123"/>
              <a:gd name="connsiteX370" fmla="*/ 0 w 228313"/>
              <a:gd name="connsiteY370" fmla="*/ 109728 h 228123"/>
              <a:gd name="connsiteX371" fmla="*/ 0 w 228313"/>
              <a:gd name="connsiteY371" fmla="*/ 109728 h 228123"/>
              <a:gd name="connsiteX372" fmla="*/ 0 w 228313"/>
              <a:gd name="connsiteY372" fmla="*/ 109728 h 228123"/>
              <a:gd name="connsiteX373" fmla="*/ 0 w 228313"/>
              <a:gd name="connsiteY373" fmla="*/ 109728 h 228123"/>
              <a:gd name="connsiteX374" fmla="*/ 0 w 228313"/>
              <a:gd name="connsiteY374" fmla="*/ 109728 h 228123"/>
              <a:gd name="connsiteX375" fmla="*/ 0 w 228313"/>
              <a:gd name="connsiteY375" fmla="*/ 109823 h 228123"/>
              <a:gd name="connsiteX376" fmla="*/ 0 w 228313"/>
              <a:gd name="connsiteY376" fmla="*/ 109823 h 228123"/>
              <a:gd name="connsiteX377" fmla="*/ 0 w 228313"/>
              <a:gd name="connsiteY377" fmla="*/ 109823 h 228123"/>
              <a:gd name="connsiteX378" fmla="*/ 0 w 228313"/>
              <a:gd name="connsiteY378" fmla="*/ 109823 h 228123"/>
              <a:gd name="connsiteX379" fmla="*/ 0 w 228313"/>
              <a:gd name="connsiteY379" fmla="*/ 109919 h 228123"/>
              <a:gd name="connsiteX380" fmla="*/ 0 w 228313"/>
              <a:gd name="connsiteY380" fmla="*/ 109919 h 228123"/>
              <a:gd name="connsiteX381" fmla="*/ 0 w 228313"/>
              <a:gd name="connsiteY381" fmla="*/ 110014 h 228123"/>
              <a:gd name="connsiteX382" fmla="*/ 0 w 228313"/>
              <a:gd name="connsiteY382" fmla="*/ 110014 h 228123"/>
              <a:gd name="connsiteX383" fmla="*/ 0 w 228313"/>
              <a:gd name="connsiteY383" fmla="*/ 110109 h 228123"/>
              <a:gd name="connsiteX384" fmla="*/ 0 w 228313"/>
              <a:gd name="connsiteY384" fmla="*/ 110109 h 228123"/>
              <a:gd name="connsiteX385" fmla="*/ 0 w 228313"/>
              <a:gd name="connsiteY385" fmla="*/ 110109 h 228123"/>
              <a:gd name="connsiteX386" fmla="*/ 0 w 228313"/>
              <a:gd name="connsiteY386" fmla="*/ 110109 h 228123"/>
              <a:gd name="connsiteX387" fmla="*/ 0 w 228313"/>
              <a:gd name="connsiteY387" fmla="*/ 110204 h 228123"/>
              <a:gd name="connsiteX388" fmla="*/ 0 w 228313"/>
              <a:gd name="connsiteY388" fmla="*/ 110204 h 228123"/>
              <a:gd name="connsiteX389" fmla="*/ 0 w 228313"/>
              <a:gd name="connsiteY389" fmla="*/ 110204 h 228123"/>
              <a:gd name="connsiteX390" fmla="*/ 0 w 228313"/>
              <a:gd name="connsiteY390" fmla="*/ 110204 h 228123"/>
              <a:gd name="connsiteX391" fmla="*/ 0 w 228313"/>
              <a:gd name="connsiteY391" fmla="*/ 110204 h 228123"/>
              <a:gd name="connsiteX392" fmla="*/ 0 w 228313"/>
              <a:gd name="connsiteY392" fmla="*/ 110300 h 228123"/>
              <a:gd name="connsiteX393" fmla="*/ 0 w 228313"/>
              <a:gd name="connsiteY393" fmla="*/ 110300 h 228123"/>
              <a:gd name="connsiteX394" fmla="*/ 0 w 228313"/>
              <a:gd name="connsiteY394" fmla="*/ 110300 h 228123"/>
              <a:gd name="connsiteX395" fmla="*/ 0 w 228313"/>
              <a:gd name="connsiteY395" fmla="*/ 110300 h 228123"/>
              <a:gd name="connsiteX396" fmla="*/ 0 w 228313"/>
              <a:gd name="connsiteY396" fmla="*/ 110300 h 228123"/>
              <a:gd name="connsiteX397" fmla="*/ 0 w 228313"/>
              <a:gd name="connsiteY397" fmla="*/ 110395 h 228123"/>
              <a:gd name="connsiteX398" fmla="*/ 0 w 228313"/>
              <a:gd name="connsiteY398" fmla="*/ 110395 h 228123"/>
              <a:gd name="connsiteX399" fmla="*/ 0 w 228313"/>
              <a:gd name="connsiteY399" fmla="*/ 110395 h 228123"/>
              <a:gd name="connsiteX400" fmla="*/ 0 w 228313"/>
              <a:gd name="connsiteY400" fmla="*/ 110395 h 228123"/>
              <a:gd name="connsiteX401" fmla="*/ 0 w 228313"/>
              <a:gd name="connsiteY401" fmla="*/ 110490 h 228123"/>
              <a:gd name="connsiteX402" fmla="*/ 0 w 228313"/>
              <a:gd name="connsiteY402" fmla="*/ 110490 h 228123"/>
              <a:gd name="connsiteX403" fmla="*/ 0 w 228313"/>
              <a:gd name="connsiteY403" fmla="*/ 110490 h 228123"/>
              <a:gd name="connsiteX404" fmla="*/ 0 w 228313"/>
              <a:gd name="connsiteY404" fmla="*/ 110490 h 228123"/>
              <a:gd name="connsiteX405" fmla="*/ 0 w 228313"/>
              <a:gd name="connsiteY405" fmla="*/ 110490 h 228123"/>
              <a:gd name="connsiteX406" fmla="*/ 0 w 228313"/>
              <a:gd name="connsiteY406" fmla="*/ 110585 h 228123"/>
              <a:gd name="connsiteX407" fmla="*/ 0 w 228313"/>
              <a:gd name="connsiteY407" fmla="*/ 110585 h 228123"/>
              <a:gd name="connsiteX408" fmla="*/ 0 w 228313"/>
              <a:gd name="connsiteY408" fmla="*/ 110585 h 228123"/>
              <a:gd name="connsiteX409" fmla="*/ 0 w 228313"/>
              <a:gd name="connsiteY409" fmla="*/ 110585 h 228123"/>
              <a:gd name="connsiteX410" fmla="*/ 0 w 228313"/>
              <a:gd name="connsiteY410" fmla="*/ 110681 h 228123"/>
              <a:gd name="connsiteX411" fmla="*/ 0 w 228313"/>
              <a:gd name="connsiteY411" fmla="*/ 110681 h 228123"/>
              <a:gd name="connsiteX412" fmla="*/ 0 w 228313"/>
              <a:gd name="connsiteY412" fmla="*/ 110776 h 228123"/>
              <a:gd name="connsiteX413" fmla="*/ 0 w 228313"/>
              <a:gd name="connsiteY413" fmla="*/ 110776 h 228123"/>
              <a:gd name="connsiteX414" fmla="*/ 0 w 228313"/>
              <a:gd name="connsiteY414" fmla="*/ 110871 h 228123"/>
              <a:gd name="connsiteX415" fmla="*/ 0 w 228313"/>
              <a:gd name="connsiteY415" fmla="*/ 110871 h 228123"/>
              <a:gd name="connsiteX416" fmla="*/ 0 w 228313"/>
              <a:gd name="connsiteY416" fmla="*/ 110966 h 228123"/>
              <a:gd name="connsiteX417" fmla="*/ 0 w 228313"/>
              <a:gd name="connsiteY417" fmla="*/ 110966 h 228123"/>
              <a:gd name="connsiteX418" fmla="*/ 0 w 228313"/>
              <a:gd name="connsiteY418" fmla="*/ 111062 h 228123"/>
              <a:gd name="connsiteX419" fmla="*/ 0 w 228313"/>
              <a:gd name="connsiteY419" fmla="*/ 111062 h 228123"/>
              <a:gd name="connsiteX420" fmla="*/ 0 w 228313"/>
              <a:gd name="connsiteY420" fmla="*/ 111157 h 228123"/>
              <a:gd name="connsiteX421" fmla="*/ 0 w 228313"/>
              <a:gd name="connsiteY421" fmla="*/ 111157 h 228123"/>
              <a:gd name="connsiteX422" fmla="*/ 0 w 228313"/>
              <a:gd name="connsiteY422" fmla="*/ 111252 h 228123"/>
              <a:gd name="connsiteX423" fmla="*/ 0 w 228313"/>
              <a:gd name="connsiteY423" fmla="*/ 111252 h 228123"/>
              <a:gd name="connsiteX424" fmla="*/ 0 w 228313"/>
              <a:gd name="connsiteY424" fmla="*/ 111347 h 228123"/>
              <a:gd name="connsiteX425" fmla="*/ 0 w 228313"/>
              <a:gd name="connsiteY425" fmla="*/ 111347 h 228123"/>
              <a:gd name="connsiteX426" fmla="*/ 0 w 228313"/>
              <a:gd name="connsiteY426" fmla="*/ 111443 h 228123"/>
              <a:gd name="connsiteX427" fmla="*/ 0 w 228313"/>
              <a:gd name="connsiteY427" fmla="*/ 111443 h 228123"/>
              <a:gd name="connsiteX428" fmla="*/ 0 w 228313"/>
              <a:gd name="connsiteY428" fmla="*/ 111538 h 228123"/>
              <a:gd name="connsiteX429" fmla="*/ 0 w 228313"/>
              <a:gd name="connsiteY429" fmla="*/ 111538 h 228123"/>
              <a:gd name="connsiteX430" fmla="*/ 0 w 228313"/>
              <a:gd name="connsiteY430" fmla="*/ 111633 h 228123"/>
              <a:gd name="connsiteX431" fmla="*/ 0 w 228313"/>
              <a:gd name="connsiteY431" fmla="*/ 111633 h 228123"/>
              <a:gd name="connsiteX432" fmla="*/ 0 w 228313"/>
              <a:gd name="connsiteY432" fmla="*/ 111728 h 228123"/>
              <a:gd name="connsiteX433" fmla="*/ 0 w 228313"/>
              <a:gd name="connsiteY433" fmla="*/ 111824 h 228123"/>
              <a:gd name="connsiteX434" fmla="*/ 0 w 228313"/>
              <a:gd name="connsiteY434" fmla="*/ 111824 h 228123"/>
              <a:gd name="connsiteX435" fmla="*/ 0 w 228313"/>
              <a:gd name="connsiteY435" fmla="*/ 111919 h 228123"/>
              <a:gd name="connsiteX436" fmla="*/ 0 w 228313"/>
              <a:gd name="connsiteY436" fmla="*/ 112014 h 228123"/>
              <a:gd name="connsiteX437" fmla="*/ 0 w 228313"/>
              <a:gd name="connsiteY437" fmla="*/ 112109 h 228123"/>
              <a:gd name="connsiteX438" fmla="*/ 0 w 228313"/>
              <a:gd name="connsiteY438" fmla="*/ 112205 h 228123"/>
              <a:gd name="connsiteX439" fmla="*/ 0 w 228313"/>
              <a:gd name="connsiteY439" fmla="*/ 112300 h 228123"/>
              <a:gd name="connsiteX440" fmla="*/ 0 w 228313"/>
              <a:gd name="connsiteY440" fmla="*/ 112395 h 228123"/>
              <a:gd name="connsiteX441" fmla="*/ 0 w 228313"/>
              <a:gd name="connsiteY441" fmla="*/ 112586 h 228123"/>
              <a:gd name="connsiteX442" fmla="*/ 0 w 228313"/>
              <a:gd name="connsiteY442" fmla="*/ 112586 h 228123"/>
              <a:gd name="connsiteX443" fmla="*/ 0 w 228313"/>
              <a:gd name="connsiteY443" fmla="*/ 113348 h 228123"/>
              <a:gd name="connsiteX444" fmla="*/ 0 w 228313"/>
              <a:gd name="connsiteY444" fmla="*/ 113348 h 228123"/>
              <a:gd name="connsiteX445" fmla="*/ 0 w 228313"/>
              <a:gd name="connsiteY445" fmla="*/ 113538 h 228123"/>
              <a:gd name="connsiteX446" fmla="*/ 0 w 228313"/>
              <a:gd name="connsiteY446" fmla="*/ 113538 h 228123"/>
              <a:gd name="connsiteX447" fmla="*/ 0 w 228313"/>
              <a:gd name="connsiteY447" fmla="*/ 113633 h 228123"/>
              <a:gd name="connsiteX448" fmla="*/ 0 w 228313"/>
              <a:gd name="connsiteY448" fmla="*/ 113633 h 228123"/>
              <a:gd name="connsiteX449" fmla="*/ 0 w 228313"/>
              <a:gd name="connsiteY449" fmla="*/ 113729 h 228123"/>
              <a:gd name="connsiteX450" fmla="*/ 0 w 228313"/>
              <a:gd name="connsiteY450" fmla="*/ 113824 h 228123"/>
              <a:gd name="connsiteX451" fmla="*/ 0 w 228313"/>
              <a:gd name="connsiteY451" fmla="*/ 113919 h 228123"/>
              <a:gd name="connsiteX452" fmla="*/ 0 w 228313"/>
              <a:gd name="connsiteY452" fmla="*/ 113919 h 228123"/>
              <a:gd name="connsiteX453" fmla="*/ 0 w 228313"/>
              <a:gd name="connsiteY453" fmla="*/ 114014 h 228123"/>
              <a:gd name="connsiteX454" fmla="*/ 0 w 228313"/>
              <a:gd name="connsiteY454" fmla="*/ 114110 h 228123"/>
              <a:gd name="connsiteX455" fmla="*/ 0 w 228313"/>
              <a:gd name="connsiteY455" fmla="*/ 114205 h 228123"/>
              <a:gd name="connsiteX456" fmla="*/ 0 w 228313"/>
              <a:gd name="connsiteY456" fmla="*/ 114300 h 228123"/>
              <a:gd name="connsiteX457" fmla="*/ 0 w 228313"/>
              <a:gd name="connsiteY457" fmla="*/ 114300 h 228123"/>
              <a:gd name="connsiteX458" fmla="*/ 0 w 228313"/>
              <a:gd name="connsiteY458" fmla="*/ 114395 h 228123"/>
              <a:gd name="connsiteX459" fmla="*/ 0 w 228313"/>
              <a:gd name="connsiteY459" fmla="*/ 114395 h 228123"/>
              <a:gd name="connsiteX460" fmla="*/ 0 w 228313"/>
              <a:gd name="connsiteY460" fmla="*/ 114395 h 228123"/>
              <a:gd name="connsiteX461" fmla="*/ 0 w 228313"/>
              <a:gd name="connsiteY461" fmla="*/ 114395 h 228123"/>
              <a:gd name="connsiteX462" fmla="*/ 0 w 228313"/>
              <a:gd name="connsiteY462" fmla="*/ 114395 h 228123"/>
              <a:gd name="connsiteX463" fmla="*/ 0 w 228313"/>
              <a:gd name="connsiteY463" fmla="*/ 114395 h 228123"/>
              <a:gd name="connsiteX464" fmla="*/ 0 w 228313"/>
              <a:gd name="connsiteY464" fmla="*/ 114395 h 228123"/>
              <a:gd name="connsiteX465" fmla="*/ 0 w 228313"/>
              <a:gd name="connsiteY465" fmla="*/ 114395 h 228123"/>
              <a:gd name="connsiteX466" fmla="*/ 0 w 228313"/>
              <a:gd name="connsiteY466" fmla="*/ 114395 h 228123"/>
              <a:gd name="connsiteX467" fmla="*/ 0 w 228313"/>
              <a:gd name="connsiteY467" fmla="*/ 114395 h 228123"/>
              <a:gd name="connsiteX468" fmla="*/ 0 w 228313"/>
              <a:gd name="connsiteY468" fmla="*/ 114395 h 228123"/>
              <a:gd name="connsiteX469" fmla="*/ 0 w 228313"/>
              <a:gd name="connsiteY469" fmla="*/ 114395 h 228123"/>
              <a:gd name="connsiteX470" fmla="*/ 0 w 228313"/>
              <a:gd name="connsiteY470" fmla="*/ 114395 h 228123"/>
              <a:gd name="connsiteX471" fmla="*/ 0 w 228313"/>
              <a:gd name="connsiteY471" fmla="*/ 114395 h 228123"/>
              <a:gd name="connsiteX472" fmla="*/ 0 w 228313"/>
              <a:gd name="connsiteY472" fmla="*/ 114395 h 228123"/>
              <a:gd name="connsiteX473" fmla="*/ 0 w 228313"/>
              <a:gd name="connsiteY473" fmla="*/ 114395 h 228123"/>
              <a:gd name="connsiteX474" fmla="*/ 0 w 228313"/>
              <a:gd name="connsiteY474" fmla="*/ 114395 h 228123"/>
              <a:gd name="connsiteX475" fmla="*/ 0 w 228313"/>
              <a:gd name="connsiteY475" fmla="*/ 114491 h 228123"/>
              <a:gd name="connsiteX476" fmla="*/ 0 w 228313"/>
              <a:gd name="connsiteY476" fmla="*/ 114491 h 228123"/>
              <a:gd name="connsiteX477" fmla="*/ 0 w 228313"/>
              <a:gd name="connsiteY477" fmla="*/ 114586 h 228123"/>
              <a:gd name="connsiteX478" fmla="*/ 0 w 228313"/>
              <a:gd name="connsiteY478" fmla="*/ 114586 h 228123"/>
              <a:gd name="connsiteX479" fmla="*/ 0 w 228313"/>
              <a:gd name="connsiteY479" fmla="*/ 114681 h 228123"/>
              <a:gd name="connsiteX480" fmla="*/ 0 w 228313"/>
              <a:gd name="connsiteY480" fmla="*/ 114681 h 228123"/>
              <a:gd name="connsiteX481" fmla="*/ 0 w 228313"/>
              <a:gd name="connsiteY481" fmla="*/ 114776 h 228123"/>
              <a:gd name="connsiteX482" fmla="*/ 0 w 228313"/>
              <a:gd name="connsiteY482" fmla="*/ 114776 h 228123"/>
              <a:gd name="connsiteX483" fmla="*/ 0 w 228313"/>
              <a:gd name="connsiteY483" fmla="*/ 114872 h 228123"/>
              <a:gd name="connsiteX484" fmla="*/ 0 w 228313"/>
              <a:gd name="connsiteY484" fmla="*/ 114872 h 228123"/>
              <a:gd name="connsiteX485" fmla="*/ 0 w 228313"/>
              <a:gd name="connsiteY485" fmla="*/ 114967 h 228123"/>
              <a:gd name="connsiteX486" fmla="*/ 0 w 228313"/>
              <a:gd name="connsiteY486" fmla="*/ 114967 h 228123"/>
              <a:gd name="connsiteX487" fmla="*/ 0 w 228313"/>
              <a:gd name="connsiteY487" fmla="*/ 115062 h 228123"/>
              <a:gd name="connsiteX488" fmla="*/ 0 w 228313"/>
              <a:gd name="connsiteY488" fmla="*/ 115062 h 228123"/>
              <a:gd name="connsiteX489" fmla="*/ 0 w 228313"/>
              <a:gd name="connsiteY489" fmla="*/ 115157 h 228123"/>
              <a:gd name="connsiteX490" fmla="*/ 0 w 228313"/>
              <a:gd name="connsiteY490" fmla="*/ 115157 h 228123"/>
              <a:gd name="connsiteX491" fmla="*/ 0 w 228313"/>
              <a:gd name="connsiteY491" fmla="*/ 115253 h 228123"/>
              <a:gd name="connsiteX492" fmla="*/ 0 w 228313"/>
              <a:gd name="connsiteY492" fmla="*/ 115253 h 228123"/>
              <a:gd name="connsiteX493" fmla="*/ 0 w 228313"/>
              <a:gd name="connsiteY493" fmla="*/ 115348 h 228123"/>
              <a:gd name="connsiteX494" fmla="*/ 0 w 228313"/>
              <a:gd name="connsiteY494" fmla="*/ 115348 h 228123"/>
              <a:gd name="connsiteX495" fmla="*/ 0 w 228313"/>
              <a:gd name="connsiteY495" fmla="*/ 115443 h 228123"/>
              <a:gd name="connsiteX496" fmla="*/ 0 w 228313"/>
              <a:gd name="connsiteY496" fmla="*/ 115443 h 228123"/>
              <a:gd name="connsiteX497" fmla="*/ 0 w 228313"/>
              <a:gd name="connsiteY497" fmla="*/ 115538 h 228123"/>
              <a:gd name="connsiteX498" fmla="*/ 0 w 228313"/>
              <a:gd name="connsiteY498" fmla="*/ 115538 h 228123"/>
              <a:gd name="connsiteX499" fmla="*/ 0 w 228313"/>
              <a:gd name="connsiteY499" fmla="*/ 115634 h 228123"/>
              <a:gd name="connsiteX500" fmla="*/ 0 w 228313"/>
              <a:gd name="connsiteY500" fmla="*/ 115634 h 228123"/>
              <a:gd name="connsiteX501" fmla="*/ 0 w 228313"/>
              <a:gd name="connsiteY501" fmla="*/ 115729 h 228123"/>
              <a:gd name="connsiteX502" fmla="*/ 0 w 228313"/>
              <a:gd name="connsiteY502" fmla="*/ 115729 h 228123"/>
              <a:gd name="connsiteX503" fmla="*/ 0 w 228313"/>
              <a:gd name="connsiteY503" fmla="*/ 115824 h 228123"/>
              <a:gd name="connsiteX504" fmla="*/ 0 w 228313"/>
              <a:gd name="connsiteY504" fmla="*/ 115824 h 228123"/>
              <a:gd name="connsiteX505" fmla="*/ 0 w 228313"/>
              <a:gd name="connsiteY505" fmla="*/ 115919 h 228123"/>
              <a:gd name="connsiteX506" fmla="*/ 0 w 228313"/>
              <a:gd name="connsiteY506" fmla="*/ 115919 h 228123"/>
              <a:gd name="connsiteX507" fmla="*/ 0 w 228313"/>
              <a:gd name="connsiteY507" fmla="*/ 116015 h 228123"/>
              <a:gd name="connsiteX508" fmla="*/ 0 w 228313"/>
              <a:gd name="connsiteY508" fmla="*/ 116015 h 228123"/>
              <a:gd name="connsiteX509" fmla="*/ 0 w 228313"/>
              <a:gd name="connsiteY509" fmla="*/ 116300 h 228123"/>
              <a:gd name="connsiteX510" fmla="*/ 0 w 228313"/>
              <a:gd name="connsiteY510" fmla="*/ 116300 h 228123"/>
              <a:gd name="connsiteX511" fmla="*/ 0 w 228313"/>
              <a:gd name="connsiteY511" fmla="*/ 116396 h 228123"/>
              <a:gd name="connsiteX512" fmla="*/ 0 w 228313"/>
              <a:gd name="connsiteY512" fmla="*/ 116396 h 228123"/>
              <a:gd name="connsiteX513" fmla="*/ 0 w 228313"/>
              <a:gd name="connsiteY513" fmla="*/ 116491 h 228123"/>
              <a:gd name="connsiteX514" fmla="*/ 0 w 228313"/>
              <a:gd name="connsiteY514" fmla="*/ 116491 h 228123"/>
              <a:gd name="connsiteX515" fmla="*/ 0 w 228313"/>
              <a:gd name="connsiteY515" fmla="*/ 116586 h 228123"/>
              <a:gd name="connsiteX516" fmla="*/ 0 w 228313"/>
              <a:gd name="connsiteY516" fmla="*/ 116586 h 228123"/>
              <a:gd name="connsiteX517" fmla="*/ 0 w 228313"/>
              <a:gd name="connsiteY517" fmla="*/ 116681 h 228123"/>
              <a:gd name="connsiteX518" fmla="*/ 0 w 228313"/>
              <a:gd name="connsiteY518" fmla="*/ 116681 h 228123"/>
              <a:gd name="connsiteX519" fmla="*/ 0 w 228313"/>
              <a:gd name="connsiteY519" fmla="*/ 116777 h 228123"/>
              <a:gd name="connsiteX520" fmla="*/ 0 w 228313"/>
              <a:gd name="connsiteY520" fmla="*/ 116777 h 228123"/>
              <a:gd name="connsiteX521" fmla="*/ 0 w 228313"/>
              <a:gd name="connsiteY521" fmla="*/ 116872 h 228123"/>
              <a:gd name="connsiteX522" fmla="*/ 0 w 228313"/>
              <a:gd name="connsiteY522" fmla="*/ 116872 h 228123"/>
              <a:gd name="connsiteX523" fmla="*/ 0 w 228313"/>
              <a:gd name="connsiteY523" fmla="*/ 116967 h 228123"/>
              <a:gd name="connsiteX524" fmla="*/ 0 w 228313"/>
              <a:gd name="connsiteY524" fmla="*/ 116967 h 228123"/>
              <a:gd name="connsiteX525" fmla="*/ 0 w 228313"/>
              <a:gd name="connsiteY525" fmla="*/ 117062 h 228123"/>
              <a:gd name="connsiteX526" fmla="*/ 0 w 228313"/>
              <a:gd name="connsiteY526" fmla="*/ 117062 h 228123"/>
              <a:gd name="connsiteX527" fmla="*/ 0 w 228313"/>
              <a:gd name="connsiteY527" fmla="*/ 117158 h 228123"/>
              <a:gd name="connsiteX528" fmla="*/ 0 w 228313"/>
              <a:gd name="connsiteY528" fmla="*/ 117158 h 228123"/>
              <a:gd name="connsiteX529" fmla="*/ 0 w 228313"/>
              <a:gd name="connsiteY529" fmla="*/ 117253 h 228123"/>
              <a:gd name="connsiteX530" fmla="*/ 0 w 228313"/>
              <a:gd name="connsiteY530" fmla="*/ 117253 h 228123"/>
              <a:gd name="connsiteX531" fmla="*/ 0 w 228313"/>
              <a:gd name="connsiteY531" fmla="*/ 117348 h 228123"/>
              <a:gd name="connsiteX532" fmla="*/ 0 w 228313"/>
              <a:gd name="connsiteY532" fmla="*/ 117348 h 228123"/>
              <a:gd name="connsiteX533" fmla="*/ 0 w 228313"/>
              <a:gd name="connsiteY533" fmla="*/ 117729 h 228123"/>
              <a:gd name="connsiteX534" fmla="*/ 0 w 228313"/>
              <a:gd name="connsiteY534" fmla="*/ 117729 h 228123"/>
              <a:gd name="connsiteX535" fmla="*/ 0 w 228313"/>
              <a:gd name="connsiteY535" fmla="*/ 117824 h 228123"/>
              <a:gd name="connsiteX536" fmla="*/ 0 w 228313"/>
              <a:gd name="connsiteY536" fmla="*/ 117824 h 228123"/>
              <a:gd name="connsiteX537" fmla="*/ 0 w 228313"/>
              <a:gd name="connsiteY537" fmla="*/ 117920 h 228123"/>
              <a:gd name="connsiteX538" fmla="*/ 0 w 228313"/>
              <a:gd name="connsiteY538" fmla="*/ 117920 h 228123"/>
              <a:gd name="connsiteX539" fmla="*/ 0 w 228313"/>
              <a:gd name="connsiteY539" fmla="*/ 118015 h 228123"/>
              <a:gd name="connsiteX540" fmla="*/ 0 w 228313"/>
              <a:gd name="connsiteY540" fmla="*/ 118015 h 228123"/>
              <a:gd name="connsiteX541" fmla="*/ 0 w 228313"/>
              <a:gd name="connsiteY541" fmla="*/ 118110 h 228123"/>
              <a:gd name="connsiteX542" fmla="*/ 0 w 228313"/>
              <a:gd name="connsiteY542" fmla="*/ 118110 h 228123"/>
              <a:gd name="connsiteX543" fmla="*/ 0 w 228313"/>
              <a:gd name="connsiteY543" fmla="*/ 118205 h 228123"/>
              <a:gd name="connsiteX544" fmla="*/ 0 w 228313"/>
              <a:gd name="connsiteY544" fmla="*/ 118205 h 228123"/>
              <a:gd name="connsiteX545" fmla="*/ 0 w 228313"/>
              <a:gd name="connsiteY545" fmla="*/ 118301 h 228123"/>
              <a:gd name="connsiteX546" fmla="*/ 0 w 228313"/>
              <a:gd name="connsiteY546" fmla="*/ 118301 h 228123"/>
              <a:gd name="connsiteX547" fmla="*/ 0 w 228313"/>
              <a:gd name="connsiteY547" fmla="*/ 118396 h 228123"/>
              <a:gd name="connsiteX548" fmla="*/ 0 w 228313"/>
              <a:gd name="connsiteY548" fmla="*/ 118396 h 228123"/>
              <a:gd name="connsiteX549" fmla="*/ 0 w 228313"/>
              <a:gd name="connsiteY549" fmla="*/ 118491 h 228123"/>
              <a:gd name="connsiteX550" fmla="*/ 0 w 228313"/>
              <a:gd name="connsiteY550" fmla="*/ 118491 h 228123"/>
              <a:gd name="connsiteX551" fmla="*/ 0 w 228313"/>
              <a:gd name="connsiteY551" fmla="*/ 118586 h 228123"/>
              <a:gd name="connsiteX552" fmla="*/ 0 w 228313"/>
              <a:gd name="connsiteY552" fmla="*/ 118586 h 228123"/>
              <a:gd name="connsiteX553" fmla="*/ 0 w 228313"/>
              <a:gd name="connsiteY553" fmla="*/ 118682 h 228123"/>
              <a:gd name="connsiteX554" fmla="*/ 0 w 228313"/>
              <a:gd name="connsiteY554" fmla="*/ 118682 h 228123"/>
              <a:gd name="connsiteX555" fmla="*/ 0 w 228313"/>
              <a:gd name="connsiteY555" fmla="*/ 118777 h 228123"/>
              <a:gd name="connsiteX556" fmla="*/ 0 w 228313"/>
              <a:gd name="connsiteY556" fmla="*/ 118777 h 228123"/>
              <a:gd name="connsiteX557" fmla="*/ 0 w 228313"/>
              <a:gd name="connsiteY557" fmla="*/ 118967 h 228123"/>
              <a:gd name="connsiteX558" fmla="*/ 0 w 228313"/>
              <a:gd name="connsiteY558" fmla="*/ 118967 h 228123"/>
              <a:gd name="connsiteX559" fmla="*/ 0 w 228313"/>
              <a:gd name="connsiteY559" fmla="*/ 119063 h 228123"/>
              <a:gd name="connsiteX560" fmla="*/ 0 w 228313"/>
              <a:gd name="connsiteY560" fmla="*/ 119063 h 228123"/>
              <a:gd name="connsiteX561" fmla="*/ 0 w 228313"/>
              <a:gd name="connsiteY561" fmla="*/ 119158 h 228123"/>
              <a:gd name="connsiteX562" fmla="*/ 0 w 228313"/>
              <a:gd name="connsiteY562" fmla="*/ 119158 h 228123"/>
              <a:gd name="connsiteX563" fmla="*/ 0 w 228313"/>
              <a:gd name="connsiteY563" fmla="*/ 119158 h 228123"/>
              <a:gd name="connsiteX564" fmla="*/ 0 w 228313"/>
              <a:gd name="connsiteY564" fmla="*/ 119158 h 228123"/>
              <a:gd name="connsiteX565" fmla="*/ 0 w 228313"/>
              <a:gd name="connsiteY565" fmla="*/ 119158 h 228123"/>
              <a:gd name="connsiteX566" fmla="*/ 0 w 228313"/>
              <a:gd name="connsiteY566" fmla="*/ 119158 h 228123"/>
              <a:gd name="connsiteX567" fmla="*/ 0 w 228313"/>
              <a:gd name="connsiteY567" fmla="*/ 119158 h 228123"/>
              <a:gd name="connsiteX568" fmla="*/ 0 w 228313"/>
              <a:gd name="connsiteY568" fmla="*/ 119158 h 228123"/>
              <a:gd name="connsiteX569" fmla="*/ 0 w 228313"/>
              <a:gd name="connsiteY569" fmla="*/ 119158 h 228123"/>
              <a:gd name="connsiteX570" fmla="*/ 0 w 228313"/>
              <a:gd name="connsiteY570" fmla="*/ 119253 h 228123"/>
              <a:gd name="connsiteX571" fmla="*/ 0 w 228313"/>
              <a:gd name="connsiteY571" fmla="*/ 119253 h 228123"/>
              <a:gd name="connsiteX572" fmla="*/ 0 w 228313"/>
              <a:gd name="connsiteY572" fmla="*/ 119348 h 228123"/>
              <a:gd name="connsiteX573" fmla="*/ 0 w 228313"/>
              <a:gd name="connsiteY573" fmla="*/ 119348 h 228123"/>
              <a:gd name="connsiteX574" fmla="*/ 0 w 228313"/>
              <a:gd name="connsiteY574" fmla="*/ 119444 h 228123"/>
              <a:gd name="connsiteX575" fmla="*/ 0 w 228313"/>
              <a:gd name="connsiteY575" fmla="*/ 119444 h 228123"/>
              <a:gd name="connsiteX576" fmla="*/ 0 w 228313"/>
              <a:gd name="connsiteY576" fmla="*/ 119539 h 228123"/>
              <a:gd name="connsiteX577" fmla="*/ 0 w 228313"/>
              <a:gd name="connsiteY577" fmla="*/ 119539 h 228123"/>
              <a:gd name="connsiteX578" fmla="*/ 0 w 228313"/>
              <a:gd name="connsiteY578" fmla="*/ 119634 h 228123"/>
              <a:gd name="connsiteX579" fmla="*/ 0 w 228313"/>
              <a:gd name="connsiteY579" fmla="*/ 119634 h 228123"/>
              <a:gd name="connsiteX580" fmla="*/ 0 w 228313"/>
              <a:gd name="connsiteY580" fmla="*/ 119729 h 228123"/>
              <a:gd name="connsiteX581" fmla="*/ 0 w 228313"/>
              <a:gd name="connsiteY581" fmla="*/ 119729 h 228123"/>
              <a:gd name="connsiteX582" fmla="*/ 0 w 228313"/>
              <a:gd name="connsiteY582" fmla="*/ 120110 h 228123"/>
              <a:gd name="connsiteX583" fmla="*/ 0 w 228313"/>
              <a:gd name="connsiteY583" fmla="*/ 120110 h 228123"/>
              <a:gd name="connsiteX584" fmla="*/ 0 w 228313"/>
              <a:gd name="connsiteY584" fmla="*/ 120206 h 228123"/>
              <a:gd name="connsiteX585" fmla="*/ 0 w 228313"/>
              <a:gd name="connsiteY585" fmla="*/ 120206 h 228123"/>
              <a:gd name="connsiteX586" fmla="*/ 0 w 228313"/>
              <a:gd name="connsiteY586" fmla="*/ 120301 h 228123"/>
              <a:gd name="connsiteX587" fmla="*/ 0 w 228313"/>
              <a:gd name="connsiteY587" fmla="*/ 120301 h 228123"/>
              <a:gd name="connsiteX588" fmla="*/ 0 w 228313"/>
              <a:gd name="connsiteY588" fmla="*/ 120396 h 228123"/>
              <a:gd name="connsiteX589" fmla="*/ 0 w 228313"/>
              <a:gd name="connsiteY589" fmla="*/ 120396 h 228123"/>
              <a:gd name="connsiteX590" fmla="*/ 0 w 228313"/>
              <a:gd name="connsiteY590" fmla="*/ 120491 h 228123"/>
              <a:gd name="connsiteX591" fmla="*/ 0 w 228313"/>
              <a:gd name="connsiteY591" fmla="*/ 120491 h 228123"/>
              <a:gd name="connsiteX592" fmla="*/ 0 w 228313"/>
              <a:gd name="connsiteY592" fmla="*/ 120587 h 228123"/>
              <a:gd name="connsiteX593" fmla="*/ 0 w 228313"/>
              <a:gd name="connsiteY593" fmla="*/ 120587 h 228123"/>
              <a:gd name="connsiteX594" fmla="*/ 190 w 228313"/>
              <a:gd name="connsiteY594" fmla="*/ 123063 h 228123"/>
              <a:gd name="connsiteX595" fmla="*/ 9715 w 228313"/>
              <a:gd name="connsiteY595" fmla="*/ 122206 h 228123"/>
              <a:gd name="connsiteX596" fmla="*/ 9334 w 228313"/>
              <a:gd name="connsiteY596" fmla="*/ 114300 h 228123"/>
              <a:gd name="connsiteX597" fmla="*/ 25908 w 228313"/>
              <a:gd name="connsiteY597" fmla="*/ 57626 h 228123"/>
              <a:gd name="connsiteX598" fmla="*/ 17907 w 228313"/>
              <a:gd name="connsiteY598" fmla="*/ 52483 h 228123"/>
              <a:gd name="connsiteX599" fmla="*/ 14288 w 228313"/>
              <a:gd name="connsiteY599" fmla="*/ 58484 h 228123"/>
              <a:gd name="connsiteX600" fmla="*/ 14288 w 228313"/>
              <a:gd name="connsiteY600" fmla="*/ 58484 h 228123"/>
              <a:gd name="connsiteX601" fmla="*/ 14097 w 228313"/>
              <a:gd name="connsiteY601" fmla="*/ 58865 h 228123"/>
              <a:gd name="connsiteX602" fmla="*/ 14097 w 228313"/>
              <a:gd name="connsiteY602" fmla="*/ 58865 h 228123"/>
              <a:gd name="connsiteX603" fmla="*/ 14097 w 228313"/>
              <a:gd name="connsiteY603" fmla="*/ 58960 h 228123"/>
              <a:gd name="connsiteX604" fmla="*/ 14097 w 228313"/>
              <a:gd name="connsiteY604" fmla="*/ 58960 h 228123"/>
              <a:gd name="connsiteX605" fmla="*/ 14097 w 228313"/>
              <a:gd name="connsiteY605" fmla="*/ 59055 h 228123"/>
              <a:gd name="connsiteX606" fmla="*/ 14097 w 228313"/>
              <a:gd name="connsiteY606" fmla="*/ 59055 h 228123"/>
              <a:gd name="connsiteX607" fmla="*/ 14097 w 228313"/>
              <a:gd name="connsiteY607" fmla="*/ 59150 h 228123"/>
              <a:gd name="connsiteX608" fmla="*/ 14097 w 228313"/>
              <a:gd name="connsiteY608" fmla="*/ 59150 h 228123"/>
              <a:gd name="connsiteX609" fmla="*/ 14001 w 228313"/>
              <a:gd name="connsiteY609" fmla="*/ 59341 h 228123"/>
              <a:gd name="connsiteX610" fmla="*/ 14001 w 228313"/>
              <a:gd name="connsiteY610" fmla="*/ 59341 h 228123"/>
              <a:gd name="connsiteX611" fmla="*/ 14001 w 228313"/>
              <a:gd name="connsiteY611" fmla="*/ 59436 h 228123"/>
              <a:gd name="connsiteX612" fmla="*/ 14001 w 228313"/>
              <a:gd name="connsiteY612" fmla="*/ 59436 h 228123"/>
              <a:gd name="connsiteX613" fmla="*/ 14001 w 228313"/>
              <a:gd name="connsiteY613" fmla="*/ 59531 h 228123"/>
              <a:gd name="connsiteX614" fmla="*/ 14001 w 228313"/>
              <a:gd name="connsiteY614" fmla="*/ 59531 h 228123"/>
              <a:gd name="connsiteX615" fmla="*/ 14001 w 228313"/>
              <a:gd name="connsiteY615" fmla="*/ 59627 h 228123"/>
              <a:gd name="connsiteX616" fmla="*/ 14001 w 228313"/>
              <a:gd name="connsiteY616" fmla="*/ 59627 h 228123"/>
              <a:gd name="connsiteX617" fmla="*/ 14001 w 228313"/>
              <a:gd name="connsiteY617" fmla="*/ 59722 h 228123"/>
              <a:gd name="connsiteX618" fmla="*/ 14001 w 228313"/>
              <a:gd name="connsiteY618" fmla="*/ 59722 h 228123"/>
              <a:gd name="connsiteX619" fmla="*/ 14001 w 228313"/>
              <a:gd name="connsiteY619" fmla="*/ 59817 h 228123"/>
              <a:gd name="connsiteX620" fmla="*/ 14001 w 228313"/>
              <a:gd name="connsiteY620" fmla="*/ 59817 h 228123"/>
              <a:gd name="connsiteX621" fmla="*/ 14001 w 228313"/>
              <a:gd name="connsiteY621" fmla="*/ 59912 h 228123"/>
              <a:gd name="connsiteX622" fmla="*/ 14001 w 228313"/>
              <a:gd name="connsiteY622" fmla="*/ 59912 h 228123"/>
              <a:gd name="connsiteX623" fmla="*/ 14001 w 228313"/>
              <a:gd name="connsiteY623" fmla="*/ 59912 h 228123"/>
              <a:gd name="connsiteX624" fmla="*/ 14001 w 228313"/>
              <a:gd name="connsiteY624" fmla="*/ 59912 h 228123"/>
              <a:gd name="connsiteX625" fmla="*/ 14001 w 228313"/>
              <a:gd name="connsiteY625" fmla="*/ 59912 h 228123"/>
              <a:gd name="connsiteX626" fmla="*/ 14001 w 228313"/>
              <a:gd name="connsiteY626" fmla="*/ 59912 h 228123"/>
              <a:gd name="connsiteX627" fmla="*/ 14001 w 228313"/>
              <a:gd name="connsiteY627" fmla="*/ 59912 h 228123"/>
              <a:gd name="connsiteX628" fmla="*/ 14001 w 228313"/>
              <a:gd name="connsiteY628" fmla="*/ 59912 h 228123"/>
              <a:gd name="connsiteX629" fmla="*/ 14001 w 228313"/>
              <a:gd name="connsiteY629" fmla="*/ 59912 h 228123"/>
              <a:gd name="connsiteX630" fmla="*/ 14001 w 228313"/>
              <a:gd name="connsiteY630" fmla="*/ 59912 h 228123"/>
              <a:gd name="connsiteX631" fmla="*/ 14001 w 228313"/>
              <a:gd name="connsiteY631" fmla="*/ 60008 h 228123"/>
              <a:gd name="connsiteX632" fmla="*/ 14001 w 228313"/>
              <a:gd name="connsiteY632" fmla="*/ 60008 h 228123"/>
              <a:gd name="connsiteX633" fmla="*/ 14001 w 228313"/>
              <a:gd name="connsiteY633" fmla="*/ 60008 h 228123"/>
              <a:gd name="connsiteX634" fmla="*/ 14001 w 228313"/>
              <a:gd name="connsiteY634" fmla="*/ 60008 h 228123"/>
              <a:gd name="connsiteX635" fmla="*/ 14001 w 228313"/>
              <a:gd name="connsiteY635" fmla="*/ 60008 h 228123"/>
              <a:gd name="connsiteX636" fmla="*/ 14001 w 228313"/>
              <a:gd name="connsiteY636" fmla="*/ 60008 h 228123"/>
              <a:gd name="connsiteX637" fmla="*/ 14001 w 228313"/>
              <a:gd name="connsiteY637" fmla="*/ 60008 h 228123"/>
              <a:gd name="connsiteX638" fmla="*/ 14001 w 228313"/>
              <a:gd name="connsiteY638" fmla="*/ 60008 h 228123"/>
              <a:gd name="connsiteX639" fmla="*/ 14001 w 228313"/>
              <a:gd name="connsiteY639" fmla="*/ 60008 h 228123"/>
              <a:gd name="connsiteX640" fmla="*/ 14001 w 228313"/>
              <a:gd name="connsiteY640" fmla="*/ 60008 h 228123"/>
              <a:gd name="connsiteX641" fmla="*/ 14001 w 228313"/>
              <a:gd name="connsiteY641" fmla="*/ 60008 h 228123"/>
              <a:gd name="connsiteX642" fmla="*/ 14001 w 228313"/>
              <a:gd name="connsiteY642" fmla="*/ 60008 h 228123"/>
              <a:gd name="connsiteX643" fmla="*/ 14001 w 228313"/>
              <a:gd name="connsiteY643" fmla="*/ 60008 h 228123"/>
              <a:gd name="connsiteX644" fmla="*/ 14001 w 228313"/>
              <a:gd name="connsiteY644" fmla="*/ 60103 h 228123"/>
              <a:gd name="connsiteX645" fmla="*/ 14001 w 228313"/>
              <a:gd name="connsiteY645" fmla="*/ 60103 h 228123"/>
              <a:gd name="connsiteX646" fmla="*/ 14001 w 228313"/>
              <a:gd name="connsiteY646" fmla="*/ 60103 h 228123"/>
              <a:gd name="connsiteX647" fmla="*/ 14001 w 228313"/>
              <a:gd name="connsiteY647" fmla="*/ 60103 h 228123"/>
              <a:gd name="connsiteX648" fmla="*/ 14001 w 228313"/>
              <a:gd name="connsiteY648" fmla="*/ 60103 h 228123"/>
              <a:gd name="connsiteX649" fmla="*/ 14001 w 228313"/>
              <a:gd name="connsiteY649" fmla="*/ 60103 h 228123"/>
              <a:gd name="connsiteX650" fmla="*/ 14001 w 228313"/>
              <a:gd name="connsiteY650" fmla="*/ 60103 h 228123"/>
              <a:gd name="connsiteX651" fmla="*/ 14001 w 228313"/>
              <a:gd name="connsiteY651" fmla="*/ 60103 h 228123"/>
              <a:gd name="connsiteX652" fmla="*/ 14001 w 228313"/>
              <a:gd name="connsiteY652" fmla="*/ 60198 h 228123"/>
              <a:gd name="connsiteX653" fmla="*/ 14001 w 228313"/>
              <a:gd name="connsiteY653" fmla="*/ 60198 h 228123"/>
              <a:gd name="connsiteX654" fmla="*/ 13906 w 228313"/>
              <a:gd name="connsiteY654" fmla="*/ 60484 h 228123"/>
              <a:gd name="connsiteX655" fmla="*/ 13906 w 228313"/>
              <a:gd name="connsiteY655" fmla="*/ 60484 h 228123"/>
              <a:gd name="connsiteX656" fmla="*/ 13906 w 228313"/>
              <a:gd name="connsiteY656" fmla="*/ 60579 h 228123"/>
              <a:gd name="connsiteX657" fmla="*/ 13906 w 228313"/>
              <a:gd name="connsiteY657" fmla="*/ 60579 h 228123"/>
              <a:gd name="connsiteX658" fmla="*/ 13906 w 228313"/>
              <a:gd name="connsiteY658" fmla="*/ 60674 h 228123"/>
              <a:gd name="connsiteX659" fmla="*/ 13906 w 228313"/>
              <a:gd name="connsiteY659" fmla="*/ 60674 h 228123"/>
              <a:gd name="connsiteX660" fmla="*/ 13906 w 228313"/>
              <a:gd name="connsiteY660" fmla="*/ 60770 h 228123"/>
              <a:gd name="connsiteX661" fmla="*/ 13906 w 228313"/>
              <a:gd name="connsiteY661" fmla="*/ 60770 h 228123"/>
              <a:gd name="connsiteX662" fmla="*/ 13716 w 228313"/>
              <a:gd name="connsiteY662" fmla="*/ 61055 h 228123"/>
              <a:gd name="connsiteX663" fmla="*/ 13716 w 228313"/>
              <a:gd name="connsiteY663" fmla="*/ 61055 h 228123"/>
              <a:gd name="connsiteX664" fmla="*/ 13716 w 228313"/>
              <a:gd name="connsiteY664" fmla="*/ 61151 h 228123"/>
              <a:gd name="connsiteX665" fmla="*/ 13716 w 228313"/>
              <a:gd name="connsiteY665" fmla="*/ 61151 h 228123"/>
              <a:gd name="connsiteX666" fmla="*/ 13716 w 228313"/>
              <a:gd name="connsiteY666" fmla="*/ 61246 h 228123"/>
              <a:gd name="connsiteX667" fmla="*/ 13716 w 228313"/>
              <a:gd name="connsiteY667" fmla="*/ 61246 h 228123"/>
              <a:gd name="connsiteX668" fmla="*/ 11239 w 228313"/>
              <a:gd name="connsiteY668" fmla="*/ 66389 h 228123"/>
              <a:gd name="connsiteX669" fmla="*/ 11239 w 228313"/>
              <a:gd name="connsiteY669" fmla="*/ 66389 h 228123"/>
              <a:gd name="connsiteX670" fmla="*/ 11239 w 228313"/>
              <a:gd name="connsiteY670" fmla="*/ 66485 h 228123"/>
              <a:gd name="connsiteX671" fmla="*/ 11239 w 228313"/>
              <a:gd name="connsiteY671" fmla="*/ 66485 h 228123"/>
              <a:gd name="connsiteX672" fmla="*/ 11239 w 228313"/>
              <a:gd name="connsiteY672" fmla="*/ 66580 h 228123"/>
              <a:gd name="connsiteX673" fmla="*/ 11239 w 228313"/>
              <a:gd name="connsiteY673" fmla="*/ 66580 h 228123"/>
              <a:gd name="connsiteX674" fmla="*/ 11049 w 228313"/>
              <a:gd name="connsiteY674" fmla="*/ 66866 h 228123"/>
              <a:gd name="connsiteX675" fmla="*/ 11049 w 228313"/>
              <a:gd name="connsiteY675" fmla="*/ 66866 h 228123"/>
              <a:gd name="connsiteX676" fmla="*/ 11049 w 228313"/>
              <a:gd name="connsiteY676" fmla="*/ 66961 h 228123"/>
              <a:gd name="connsiteX677" fmla="*/ 11049 w 228313"/>
              <a:gd name="connsiteY677" fmla="*/ 66961 h 228123"/>
              <a:gd name="connsiteX678" fmla="*/ 11049 w 228313"/>
              <a:gd name="connsiteY678" fmla="*/ 67056 h 228123"/>
              <a:gd name="connsiteX679" fmla="*/ 11049 w 228313"/>
              <a:gd name="connsiteY679" fmla="*/ 67056 h 228123"/>
              <a:gd name="connsiteX680" fmla="*/ 11049 w 228313"/>
              <a:gd name="connsiteY680" fmla="*/ 67151 h 228123"/>
              <a:gd name="connsiteX681" fmla="*/ 11049 w 228313"/>
              <a:gd name="connsiteY681" fmla="*/ 67151 h 228123"/>
              <a:gd name="connsiteX682" fmla="*/ 10954 w 228313"/>
              <a:gd name="connsiteY682" fmla="*/ 67342 h 228123"/>
              <a:gd name="connsiteX683" fmla="*/ 10954 w 228313"/>
              <a:gd name="connsiteY683" fmla="*/ 67342 h 228123"/>
              <a:gd name="connsiteX684" fmla="*/ 10954 w 228313"/>
              <a:gd name="connsiteY684" fmla="*/ 67342 h 228123"/>
              <a:gd name="connsiteX685" fmla="*/ 10954 w 228313"/>
              <a:gd name="connsiteY685" fmla="*/ 67342 h 228123"/>
              <a:gd name="connsiteX686" fmla="*/ 10954 w 228313"/>
              <a:gd name="connsiteY686" fmla="*/ 67342 h 228123"/>
              <a:gd name="connsiteX687" fmla="*/ 10954 w 228313"/>
              <a:gd name="connsiteY687" fmla="*/ 67342 h 228123"/>
              <a:gd name="connsiteX688" fmla="*/ 10954 w 228313"/>
              <a:gd name="connsiteY688" fmla="*/ 67342 h 228123"/>
              <a:gd name="connsiteX689" fmla="*/ 10954 w 228313"/>
              <a:gd name="connsiteY689" fmla="*/ 67342 h 228123"/>
              <a:gd name="connsiteX690" fmla="*/ 10954 w 228313"/>
              <a:gd name="connsiteY690" fmla="*/ 67342 h 228123"/>
              <a:gd name="connsiteX691" fmla="*/ 10954 w 228313"/>
              <a:gd name="connsiteY691" fmla="*/ 67342 h 228123"/>
              <a:gd name="connsiteX692" fmla="*/ 10954 w 228313"/>
              <a:gd name="connsiteY692" fmla="*/ 67342 h 228123"/>
              <a:gd name="connsiteX693" fmla="*/ 10954 w 228313"/>
              <a:gd name="connsiteY693" fmla="*/ 67437 h 228123"/>
              <a:gd name="connsiteX694" fmla="*/ 10954 w 228313"/>
              <a:gd name="connsiteY694" fmla="*/ 67437 h 228123"/>
              <a:gd name="connsiteX695" fmla="*/ 10954 w 228313"/>
              <a:gd name="connsiteY695" fmla="*/ 67532 h 228123"/>
              <a:gd name="connsiteX696" fmla="*/ 10954 w 228313"/>
              <a:gd name="connsiteY696" fmla="*/ 67532 h 228123"/>
              <a:gd name="connsiteX697" fmla="*/ 10954 w 228313"/>
              <a:gd name="connsiteY697" fmla="*/ 67628 h 228123"/>
              <a:gd name="connsiteX698" fmla="*/ 10954 w 228313"/>
              <a:gd name="connsiteY698" fmla="*/ 67628 h 228123"/>
              <a:gd name="connsiteX699" fmla="*/ 10954 w 228313"/>
              <a:gd name="connsiteY699" fmla="*/ 67723 h 228123"/>
              <a:gd name="connsiteX700" fmla="*/ 10954 w 228313"/>
              <a:gd name="connsiteY700" fmla="*/ 67723 h 228123"/>
              <a:gd name="connsiteX701" fmla="*/ 10954 w 228313"/>
              <a:gd name="connsiteY701" fmla="*/ 67818 h 228123"/>
              <a:gd name="connsiteX702" fmla="*/ 10954 w 228313"/>
              <a:gd name="connsiteY702" fmla="*/ 67818 h 228123"/>
              <a:gd name="connsiteX703" fmla="*/ 10954 w 228313"/>
              <a:gd name="connsiteY703" fmla="*/ 67913 h 228123"/>
              <a:gd name="connsiteX704" fmla="*/ 10954 w 228313"/>
              <a:gd name="connsiteY704" fmla="*/ 67913 h 228123"/>
              <a:gd name="connsiteX705" fmla="*/ 10858 w 228313"/>
              <a:gd name="connsiteY705" fmla="*/ 68104 h 228123"/>
              <a:gd name="connsiteX706" fmla="*/ 10858 w 228313"/>
              <a:gd name="connsiteY706" fmla="*/ 68104 h 228123"/>
              <a:gd name="connsiteX707" fmla="*/ 10858 w 228313"/>
              <a:gd name="connsiteY707" fmla="*/ 68199 h 228123"/>
              <a:gd name="connsiteX708" fmla="*/ 10858 w 228313"/>
              <a:gd name="connsiteY708" fmla="*/ 68199 h 228123"/>
              <a:gd name="connsiteX709" fmla="*/ 10858 w 228313"/>
              <a:gd name="connsiteY709" fmla="*/ 68294 h 228123"/>
              <a:gd name="connsiteX710" fmla="*/ 10858 w 228313"/>
              <a:gd name="connsiteY710" fmla="*/ 68294 h 228123"/>
              <a:gd name="connsiteX711" fmla="*/ 10763 w 228313"/>
              <a:gd name="connsiteY711" fmla="*/ 68485 h 228123"/>
              <a:gd name="connsiteX712" fmla="*/ 19526 w 228313"/>
              <a:gd name="connsiteY712" fmla="*/ 72200 h 228123"/>
              <a:gd name="connsiteX713" fmla="*/ 25908 w 228313"/>
              <a:gd name="connsiteY713" fmla="*/ 57626 h 228123"/>
              <a:gd name="connsiteX714" fmla="*/ 63817 w 228313"/>
              <a:gd name="connsiteY714" fmla="*/ 22289 h 228123"/>
              <a:gd name="connsiteX715" fmla="*/ 59245 w 228313"/>
              <a:gd name="connsiteY715" fmla="*/ 13907 h 228123"/>
              <a:gd name="connsiteX716" fmla="*/ 54673 w 228313"/>
              <a:gd name="connsiteY716" fmla="*/ 16574 h 228123"/>
              <a:gd name="connsiteX717" fmla="*/ 54578 w 228313"/>
              <a:gd name="connsiteY717" fmla="*/ 16574 h 228123"/>
              <a:gd name="connsiteX718" fmla="*/ 54578 w 228313"/>
              <a:gd name="connsiteY718" fmla="*/ 16574 h 228123"/>
              <a:gd name="connsiteX719" fmla="*/ 54483 w 228313"/>
              <a:gd name="connsiteY719" fmla="*/ 16574 h 228123"/>
              <a:gd name="connsiteX720" fmla="*/ 54483 w 228313"/>
              <a:gd name="connsiteY720" fmla="*/ 16574 h 228123"/>
              <a:gd name="connsiteX721" fmla="*/ 54388 w 228313"/>
              <a:gd name="connsiteY721" fmla="*/ 16574 h 228123"/>
              <a:gd name="connsiteX722" fmla="*/ 54388 w 228313"/>
              <a:gd name="connsiteY722" fmla="*/ 16574 h 228123"/>
              <a:gd name="connsiteX723" fmla="*/ 54197 w 228313"/>
              <a:gd name="connsiteY723" fmla="*/ 16669 h 228123"/>
              <a:gd name="connsiteX724" fmla="*/ 54197 w 228313"/>
              <a:gd name="connsiteY724" fmla="*/ 16669 h 228123"/>
              <a:gd name="connsiteX725" fmla="*/ 54102 w 228313"/>
              <a:gd name="connsiteY725" fmla="*/ 16669 h 228123"/>
              <a:gd name="connsiteX726" fmla="*/ 54102 w 228313"/>
              <a:gd name="connsiteY726" fmla="*/ 16669 h 228123"/>
              <a:gd name="connsiteX727" fmla="*/ 54007 w 228313"/>
              <a:gd name="connsiteY727" fmla="*/ 16669 h 228123"/>
              <a:gd name="connsiteX728" fmla="*/ 54007 w 228313"/>
              <a:gd name="connsiteY728" fmla="*/ 16669 h 228123"/>
              <a:gd name="connsiteX729" fmla="*/ 53911 w 228313"/>
              <a:gd name="connsiteY729" fmla="*/ 16669 h 228123"/>
              <a:gd name="connsiteX730" fmla="*/ 53911 w 228313"/>
              <a:gd name="connsiteY730" fmla="*/ 16669 h 228123"/>
              <a:gd name="connsiteX731" fmla="*/ 53721 w 228313"/>
              <a:gd name="connsiteY731" fmla="*/ 16764 h 228123"/>
              <a:gd name="connsiteX732" fmla="*/ 53721 w 228313"/>
              <a:gd name="connsiteY732" fmla="*/ 16764 h 228123"/>
              <a:gd name="connsiteX733" fmla="*/ 53626 w 228313"/>
              <a:gd name="connsiteY733" fmla="*/ 16764 h 228123"/>
              <a:gd name="connsiteX734" fmla="*/ 53626 w 228313"/>
              <a:gd name="connsiteY734" fmla="*/ 16764 h 228123"/>
              <a:gd name="connsiteX735" fmla="*/ 53530 w 228313"/>
              <a:gd name="connsiteY735" fmla="*/ 16764 h 228123"/>
              <a:gd name="connsiteX736" fmla="*/ 53530 w 228313"/>
              <a:gd name="connsiteY736" fmla="*/ 16764 h 228123"/>
              <a:gd name="connsiteX737" fmla="*/ 53435 w 228313"/>
              <a:gd name="connsiteY737" fmla="*/ 16764 h 228123"/>
              <a:gd name="connsiteX738" fmla="*/ 53435 w 228313"/>
              <a:gd name="connsiteY738" fmla="*/ 16764 h 228123"/>
              <a:gd name="connsiteX739" fmla="*/ 53340 w 228313"/>
              <a:gd name="connsiteY739" fmla="*/ 16764 h 228123"/>
              <a:gd name="connsiteX740" fmla="*/ 53340 w 228313"/>
              <a:gd name="connsiteY740" fmla="*/ 16764 h 228123"/>
              <a:gd name="connsiteX741" fmla="*/ 53245 w 228313"/>
              <a:gd name="connsiteY741" fmla="*/ 16859 h 228123"/>
              <a:gd name="connsiteX742" fmla="*/ 53245 w 228313"/>
              <a:gd name="connsiteY742" fmla="*/ 16859 h 228123"/>
              <a:gd name="connsiteX743" fmla="*/ 53149 w 228313"/>
              <a:gd name="connsiteY743" fmla="*/ 16859 h 228123"/>
              <a:gd name="connsiteX744" fmla="*/ 53149 w 228313"/>
              <a:gd name="connsiteY744" fmla="*/ 16859 h 228123"/>
              <a:gd name="connsiteX745" fmla="*/ 53149 w 228313"/>
              <a:gd name="connsiteY745" fmla="*/ 16859 h 228123"/>
              <a:gd name="connsiteX746" fmla="*/ 53149 w 228313"/>
              <a:gd name="connsiteY746" fmla="*/ 16859 h 228123"/>
              <a:gd name="connsiteX747" fmla="*/ 53149 w 228313"/>
              <a:gd name="connsiteY747" fmla="*/ 16859 h 228123"/>
              <a:gd name="connsiteX748" fmla="*/ 53149 w 228313"/>
              <a:gd name="connsiteY748" fmla="*/ 16859 h 228123"/>
              <a:gd name="connsiteX749" fmla="*/ 53149 w 228313"/>
              <a:gd name="connsiteY749" fmla="*/ 16859 h 228123"/>
              <a:gd name="connsiteX750" fmla="*/ 53149 w 228313"/>
              <a:gd name="connsiteY750" fmla="*/ 16859 h 228123"/>
              <a:gd name="connsiteX751" fmla="*/ 53054 w 228313"/>
              <a:gd name="connsiteY751" fmla="*/ 16859 h 228123"/>
              <a:gd name="connsiteX752" fmla="*/ 53054 w 228313"/>
              <a:gd name="connsiteY752" fmla="*/ 16859 h 228123"/>
              <a:gd name="connsiteX753" fmla="*/ 52959 w 228313"/>
              <a:gd name="connsiteY753" fmla="*/ 16859 h 228123"/>
              <a:gd name="connsiteX754" fmla="*/ 52959 w 228313"/>
              <a:gd name="connsiteY754" fmla="*/ 16859 h 228123"/>
              <a:gd name="connsiteX755" fmla="*/ 52864 w 228313"/>
              <a:gd name="connsiteY755" fmla="*/ 16859 h 228123"/>
              <a:gd name="connsiteX756" fmla="*/ 52864 w 228313"/>
              <a:gd name="connsiteY756" fmla="*/ 16859 h 228123"/>
              <a:gd name="connsiteX757" fmla="*/ 52864 w 228313"/>
              <a:gd name="connsiteY757" fmla="*/ 16859 h 228123"/>
              <a:gd name="connsiteX758" fmla="*/ 52864 w 228313"/>
              <a:gd name="connsiteY758" fmla="*/ 16859 h 228123"/>
              <a:gd name="connsiteX759" fmla="*/ 52864 w 228313"/>
              <a:gd name="connsiteY759" fmla="*/ 16859 h 228123"/>
              <a:gd name="connsiteX760" fmla="*/ 52864 w 228313"/>
              <a:gd name="connsiteY760" fmla="*/ 16859 h 228123"/>
              <a:gd name="connsiteX761" fmla="*/ 52864 w 228313"/>
              <a:gd name="connsiteY761" fmla="*/ 16859 h 228123"/>
              <a:gd name="connsiteX762" fmla="*/ 52864 w 228313"/>
              <a:gd name="connsiteY762" fmla="*/ 16859 h 228123"/>
              <a:gd name="connsiteX763" fmla="*/ 52864 w 228313"/>
              <a:gd name="connsiteY763" fmla="*/ 16859 h 228123"/>
              <a:gd name="connsiteX764" fmla="*/ 52864 w 228313"/>
              <a:gd name="connsiteY764" fmla="*/ 16859 h 228123"/>
              <a:gd name="connsiteX765" fmla="*/ 52864 w 228313"/>
              <a:gd name="connsiteY765" fmla="*/ 16859 h 228123"/>
              <a:gd name="connsiteX766" fmla="*/ 52768 w 228313"/>
              <a:gd name="connsiteY766" fmla="*/ 16955 h 228123"/>
              <a:gd name="connsiteX767" fmla="*/ 52768 w 228313"/>
              <a:gd name="connsiteY767" fmla="*/ 16955 h 228123"/>
              <a:gd name="connsiteX768" fmla="*/ 52768 w 228313"/>
              <a:gd name="connsiteY768" fmla="*/ 16955 h 228123"/>
              <a:gd name="connsiteX769" fmla="*/ 52768 w 228313"/>
              <a:gd name="connsiteY769" fmla="*/ 16955 h 228123"/>
              <a:gd name="connsiteX770" fmla="*/ 52768 w 228313"/>
              <a:gd name="connsiteY770" fmla="*/ 16955 h 228123"/>
              <a:gd name="connsiteX771" fmla="*/ 52768 w 228313"/>
              <a:gd name="connsiteY771" fmla="*/ 16955 h 228123"/>
              <a:gd name="connsiteX772" fmla="*/ 52768 w 228313"/>
              <a:gd name="connsiteY772" fmla="*/ 16955 h 228123"/>
              <a:gd name="connsiteX773" fmla="*/ 52768 w 228313"/>
              <a:gd name="connsiteY773" fmla="*/ 16955 h 228123"/>
              <a:gd name="connsiteX774" fmla="*/ 52768 w 228313"/>
              <a:gd name="connsiteY774" fmla="*/ 16955 h 228123"/>
              <a:gd name="connsiteX775" fmla="*/ 52768 w 228313"/>
              <a:gd name="connsiteY775" fmla="*/ 16955 h 228123"/>
              <a:gd name="connsiteX776" fmla="*/ 52768 w 228313"/>
              <a:gd name="connsiteY776" fmla="*/ 16955 h 228123"/>
              <a:gd name="connsiteX777" fmla="*/ 52768 w 228313"/>
              <a:gd name="connsiteY777" fmla="*/ 16955 h 228123"/>
              <a:gd name="connsiteX778" fmla="*/ 52578 w 228313"/>
              <a:gd name="connsiteY778" fmla="*/ 17050 h 228123"/>
              <a:gd name="connsiteX779" fmla="*/ 52578 w 228313"/>
              <a:gd name="connsiteY779" fmla="*/ 17050 h 228123"/>
              <a:gd name="connsiteX780" fmla="*/ 52578 w 228313"/>
              <a:gd name="connsiteY780" fmla="*/ 17050 h 228123"/>
              <a:gd name="connsiteX781" fmla="*/ 52578 w 228313"/>
              <a:gd name="connsiteY781" fmla="*/ 17050 h 228123"/>
              <a:gd name="connsiteX782" fmla="*/ 52578 w 228313"/>
              <a:gd name="connsiteY782" fmla="*/ 17050 h 228123"/>
              <a:gd name="connsiteX783" fmla="*/ 52578 w 228313"/>
              <a:gd name="connsiteY783" fmla="*/ 17050 h 228123"/>
              <a:gd name="connsiteX784" fmla="*/ 52578 w 228313"/>
              <a:gd name="connsiteY784" fmla="*/ 17050 h 228123"/>
              <a:gd name="connsiteX785" fmla="*/ 52578 w 228313"/>
              <a:gd name="connsiteY785" fmla="*/ 17050 h 228123"/>
              <a:gd name="connsiteX786" fmla="*/ 52578 w 228313"/>
              <a:gd name="connsiteY786" fmla="*/ 17050 h 228123"/>
              <a:gd name="connsiteX787" fmla="*/ 52578 w 228313"/>
              <a:gd name="connsiteY787" fmla="*/ 17050 h 228123"/>
              <a:gd name="connsiteX788" fmla="*/ 52388 w 228313"/>
              <a:gd name="connsiteY788" fmla="*/ 17240 h 228123"/>
              <a:gd name="connsiteX789" fmla="*/ 52388 w 228313"/>
              <a:gd name="connsiteY789" fmla="*/ 17240 h 228123"/>
              <a:gd name="connsiteX790" fmla="*/ 52292 w 228313"/>
              <a:gd name="connsiteY790" fmla="*/ 17240 h 228123"/>
              <a:gd name="connsiteX791" fmla="*/ 52292 w 228313"/>
              <a:gd name="connsiteY791" fmla="*/ 17240 h 228123"/>
              <a:gd name="connsiteX792" fmla="*/ 52197 w 228313"/>
              <a:gd name="connsiteY792" fmla="*/ 17240 h 228123"/>
              <a:gd name="connsiteX793" fmla="*/ 52197 w 228313"/>
              <a:gd name="connsiteY793" fmla="*/ 17240 h 228123"/>
              <a:gd name="connsiteX794" fmla="*/ 52101 w 228313"/>
              <a:gd name="connsiteY794" fmla="*/ 17240 h 228123"/>
              <a:gd name="connsiteX795" fmla="*/ 52101 w 228313"/>
              <a:gd name="connsiteY795" fmla="*/ 17240 h 228123"/>
              <a:gd name="connsiteX796" fmla="*/ 51816 w 228313"/>
              <a:gd name="connsiteY796" fmla="*/ 17431 h 228123"/>
              <a:gd name="connsiteX797" fmla="*/ 51816 w 228313"/>
              <a:gd name="connsiteY797" fmla="*/ 17431 h 228123"/>
              <a:gd name="connsiteX798" fmla="*/ 51721 w 228313"/>
              <a:gd name="connsiteY798" fmla="*/ 17431 h 228123"/>
              <a:gd name="connsiteX799" fmla="*/ 51721 w 228313"/>
              <a:gd name="connsiteY799" fmla="*/ 17431 h 228123"/>
              <a:gd name="connsiteX800" fmla="*/ 51625 w 228313"/>
              <a:gd name="connsiteY800" fmla="*/ 17431 h 228123"/>
              <a:gd name="connsiteX801" fmla="*/ 51625 w 228313"/>
              <a:gd name="connsiteY801" fmla="*/ 17431 h 228123"/>
              <a:gd name="connsiteX802" fmla="*/ 44196 w 228313"/>
              <a:gd name="connsiteY802" fmla="*/ 22860 h 228123"/>
              <a:gd name="connsiteX803" fmla="*/ 50101 w 228313"/>
              <a:gd name="connsiteY803" fmla="*/ 30385 h 228123"/>
              <a:gd name="connsiteX804" fmla="*/ 63817 w 228313"/>
              <a:gd name="connsiteY804" fmla="*/ 22289 h 228123"/>
              <a:gd name="connsiteX805" fmla="*/ 214598 w 228313"/>
              <a:gd name="connsiteY805" fmla="*/ 84582 h 228123"/>
              <a:gd name="connsiteX806" fmla="*/ 223742 w 228313"/>
              <a:gd name="connsiteY806" fmla="*/ 81915 h 228123"/>
              <a:gd name="connsiteX807" fmla="*/ 222980 w 228313"/>
              <a:gd name="connsiteY807" fmla="*/ 79439 h 228123"/>
              <a:gd name="connsiteX808" fmla="*/ 222980 w 228313"/>
              <a:gd name="connsiteY808" fmla="*/ 79439 h 228123"/>
              <a:gd name="connsiteX809" fmla="*/ 222980 w 228313"/>
              <a:gd name="connsiteY809" fmla="*/ 79343 h 228123"/>
              <a:gd name="connsiteX810" fmla="*/ 222980 w 228313"/>
              <a:gd name="connsiteY810" fmla="*/ 79343 h 228123"/>
              <a:gd name="connsiteX811" fmla="*/ 222980 w 228313"/>
              <a:gd name="connsiteY811" fmla="*/ 79248 h 228123"/>
              <a:gd name="connsiteX812" fmla="*/ 222980 w 228313"/>
              <a:gd name="connsiteY812" fmla="*/ 79248 h 228123"/>
              <a:gd name="connsiteX813" fmla="*/ 222980 w 228313"/>
              <a:gd name="connsiteY813" fmla="*/ 79153 h 228123"/>
              <a:gd name="connsiteX814" fmla="*/ 222980 w 228313"/>
              <a:gd name="connsiteY814" fmla="*/ 79153 h 228123"/>
              <a:gd name="connsiteX815" fmla="*/ 222885 w 228313"/>
              <a:gd name="connsiteY815" fmla="*/ 78962 h 228123"/>
              <a:gd name="connsiteX816" fmla="*/ 222885 w 228313"/>
              <a:gd name="connsiteY816" fmla="*/ 78962 h 228123"/>
              <a:gd name="connsiteX817" fmla="*/ 222885 w 228313"/>
              <a:gd name="connsiteY817" fmla="*/ 78867 h 228123"/>
              <a:gd name="connsiteX818" fmla="*/ 222885 w 228313"/>
              <a:gd name="connsiteY818" fmla="*/ 78867 h 228123"/>
              <a:gd name="connsiteX819" fmla="*/ 222885 w 228313"/>
              <a:gd name="connsiteY819" fmla="*/ 78772 h 228123"/>
              <a:gd name="connsiteX820" fmla="*/ 222885 w 228313"/>
              <a:gd name="connsiteY820" fmla="*/ 78772 h 228123"/>
              <a:gd name="connsiteX821" fmla="*/ 222885 w 228313"/>
              <a:gd name="connsiteY821" fmla="*/ 78677 h 228123"/>
              <a:gd name="connsiteX822" fmla="*/ 222885 w 228313"/>
              <a:gd name="connsiteY822" fmla="*/ 78677 h 228123"/>
              <a:gd name="connsiteX823" fmla="*/ 222885 w 228313"/>
              <a:gd name="connsiteY823" fmla="*/ 78581 h 228123"/>
              <a:gd name="connsiteX824" fmla="*/ 222885 w 228313"/>
              <a:gd name="connsiteY824" fmla="*/ 78581 h 228123"/>
              <a:gd name="connsiteX825" fmla="*/ 222885 w 228313"/>
              <a:gd name="connsiteY825" fmla="*/ 78486 h 228123"/>
              <a:gd name="connsiteX826" fmla="*/ 222885 w 228313"/>
              <a:gd name="connsiteY826" fmla="*/ 78486 h 228123"/>
              <a:gd name="connsiteX827" fmla="*/ 222885 w 228313"/>
              <a:gd name="connsiteY827" fmla="*/ 78391 h 228123"/>
              <a:gd name="connsiteX828" fmla="*/ 222885 w 228313"/>
              <a:gd name="connsiteY828" fmla="*/ 78391 h 228123"/>
              <a:gd name="connsiteX829" fmla="*/ 222885 w 228313"/>
              <a:gd name="connsiteY829" fmla="*/ 78391 h 228123"/>
              <a:gd name="connsiteX830" fmla="*/ 222885 w 228313"/>
              <a:gd name="connsiteY830" fmla="*/ 78391 h 228123"/>
              <a:gd name="connsiteX831" fmla="*/ 222885 w 228313"/>
              <a:gd name="connsiteY831" fmla="*/ 78391 h 228123"/>
              <a:gd name="connsiteX832" fmla="*/ 222885 w 228313"/>
              <a:gd name="connsiteY832" fmla="*/ 78391 h 228123"/>
              <a:gd name="connsiteX833" fmla="*/ 222885 w 228313"/>
              <a:gd name="connsiteY833" fmla="*/ 78391 h 228123"/>
              <a:gd name="connsiteX834" fmla="*/ 222885 w 228313"/>
              <a:gd name="connsiteY834" fmla="*/ 78391 h 228123"/>
              <a:gd name="connsiteX835" fmla="*/ 222885 w 228313"/>
              <a:gd name="connsiteY835" fmla="*/ 78391 h 228123"/>
              <a:gd name="connsiteX836" fmla="*/ 222790 w 228313"/>
              <a:gd name="connsiteY836" fmla="*/ 78200 h 228123"/>
              <a:gd name="connsiteX837" fmla="*/ 222790 w 228313"/>
              <a:gd name="connsiteY837" fmla="*/ 78200 h 228123"/>
              <a:gd name="connsiteX838" fmla="*/ 222790 w 228313"/>
              <a:gd name="connsiteY838" fmla="*/ 78105 h 228123"/>
              <a:gd name="connsiteX839" fmla="*/ 222790 w 228313"/>
              <a:gd name="connsiteY839" fmla="*/ 78105 h 228123"/>
              <a:gd name="connsiteX840" fmla="*/ 222790 w 228313"/>
              <a:gd name="connsiteY840" fmla="*/ 78010 h 228123"/>
              <a:gd name="connsiteX841" fmla="*/ 222790 w 228313"/>
              <a:gd name="connsiteY841" fmla="*/ 78010 h 228123"/>
              <a:gd name="connsiteX842" fmla="*/ 222790 w 228313"/>
              <a:gd name="connsiteY842" fmla="*/ 77915 h 228123"/>
              <a:gd name="connsiteX843" fmla="*/ 222790 w 228313"/>
              <a:gd name="connsiteY843" fmla="*/ 77915 h 228123"/>
              <a:gd name="connsiteX844" fmla="*/ 222694 w 228313"/>
              <a:gd name="connsiteY844" fmla="*/ 77534 h 228123"/>
              <a:gd name="connsiteX845" fmla="*/ 222694 w 228313"/>
              <a:gd name="connsiteY845" fmla="*/ 77534 h 228123"/>
              <a:gd name="connsiteX846" fmla="*/ 222694 w 228313"/>
              <a:gd name="connsiteY846" fmla="*/ 77438 h 228123"/>
              <a:gd name="connsiteX847" fmla="*/ 222694 w 228313"/>
              <a:gd name="connsiteY847" fmla="*/ 77438 h 228123"/>
              <a:gd name="connsiteX848" fmla="*/ 222694 w 228313"/>
              <a:gd name="connsiteY848" fmla="*/ 77343 h 228123"/>
              <a:gd name="connsiteX849" fmla="*/ 222694 w 228313"/>
              <a:gd name="connsiteY849" fmla="*/ 77343 h 228123"/>
              <a:gd name="connsiteX850" fmla="*/ 217265 w 228313"/>
              <a:gd name="connsiteY850" fmla="*/ 64199 h 228123"/>
              <a:gd name="connsiteX851" fmla="*/ 208693 w 228313"/>
              <a:gd name="connsiteY851" fmla="*/ 68390 h 228123"/>
              <a:gd name="connsiteX852" fmla="*/ 214598 w 228313"/>
              <a:gd name="connsiteY852" fmla="*/ 84582 h 228123"/>
              <a:gd name="connsiteX853" fmla="*/ 204121 w 228313"/>
              <a:gd name="connsiteY853" fmla="*/ 60674 h 228123"/>
              <a:gd name="connsiteX854" fmla="*/ 212312 w 228313"/>
              <a:gd name="connsiteY854" fmla="*/ 55817 h 228123"/>
              <a:gd name="connsiteX855" fmla="*/ 207264 w 228313"/>
              <a:gd name="connsiteY855" fmla="*/ 48101 h 228123"/>
              <a:gd name="connsiteX856" fmla="*/ 207264 w 228313"/>
              <a:gd name="connsiteY856" fmla="*/ 48101 h 228123"/>
              <a:gd name="connsiteX857" fmla="*/ 207264 w 228313"/>
              <a:gd name="connsiteY857" fmla="*/ 48006 h 228123"/>
              <a:gd name="connsiteX858" fmla="*/ 207264 w 228313"/>
              <a:gd name="connsiteY858" fmla="*/ 48006 h 228123"/>
              <a:gd name="connsiteX859" fmla="*/ 207264 w 228313"/>
              <a:gd name="connsiteY859" fmla="*/ 47911 h 228123"/>
              <a:gd name="connsiteX860" fmla="*/ 207264 w 228313"/>
              <a:gd name="connsiteY860" fmla="*/ 47911 h 228123"/>
              <a:gd name="connsiteX861" fmla="*/ 207264 w 228313"/>
              <a:gd name="connsiteY861" fmla="*/ 47816 h 228123"/>
              <a:gd name="connsiteX862" fmla="*/ 207264 w 228313"/>
              <a:gd name="connsiteY862" fmla="*/ 47816 h 228123"/>
              <a:gd name="connsiteX863" fmla="*/ 207073 w 228313"/>
              <a:gd name="connsiteY863" fmla="*/ 47530 h 228123"/>
              <a:gd name="connsiteX864" fmla="*/ 207073 w 228313"/>
              <a:gd name="connsiteY864" fmla="*/ 47530 h 228123"/>
              <a:gd name="connsiteX865" fmla="*/ 207073 w 228313"/>
              <a:gd name="connsiteY865" fmla="*/ 47435 h 228123"/>
              <a:gd name="connsiteX866" fmla="*/ 207073 w 228313"/>
              <a:gd name="connsiteY866" fmla="*/ 47435 h 228123"/>
              <a:gd name="connsiteX867" fmla="*/ 207073 w 228313"/>
              <a:gd name="connsiteY867" fmla="*/ 47339 h 228123"/>
              <a:gd name="connsiteX868" fmla="*/ 207073 w 228313"/>
              <a:gd name="connsiteY868" fmla="*/ 47339 h 228123"/>
              <a:gd name="connsiteX869" fmla="*/ 207073 w 228313"/>
              <a:gd name="connsiteY869" fmla="*/ 47244 h 228123"/>
              <a:gd name="connsiteX870" fmla="*/ 207073 w 228313"/>
              <a:gd name="connsiteY870" fmla="*/ 47244 h 228123"/>
              <a:gd name="connsiteX871" fmla="*/ 206978 w 228313"/>
              <a:gd name="connsiteY871" fmla="*/ 47149 h 228123"/>
              <a:gd name="connsiteX872" fmla="*/ 206978 w 228313"/>
              <a:gd name="connsiteY872" fmla="*/ 47149 h 228123"/>
              <a:gd name="connsiteX873" fmla="*/ 206978 w 228313"/>
              <a:gd name="connsiteY873" fmla="*/ 47054 h 228123"/>
              <a:gd name="connsiteX874" fmla="*/ 206978 w 228313"/>
              <a:gd name="connsiteY874" fmla="*/ 47054 h 228123"/>
              <a:gd name="connsiteX875" fmla="*/ 206978 w 228313"/>
              <a:gd name="connsiteY875" fmla="*/ 47054 h 228123"/>
              <a:gd name="connsiteX876" fmla="*/ 206978 w 228313"/>
              <a:gd name="connsiteY876" fmla="*/ 47054 h 228123"/>
              <a:gd name="connsiteX877" fmla="*/ 206978 w 228313"/>
              <a:gd name="connsiteY877" fmla="*/ 47054 h 228123"/>
              <a:gd name="connsiteX878" fmla="*/ 206978 w 228313"/>
              <a:gd name="connsiteY878" fmla="*/ 47054 h 228123"/>
              <a:gd name="connsiteX879" fmla="*/ 206978 w 228313"/>
              <a:gd name="connsiteY879" fmla="*/ 47054 h 228123"/>
              <a:gd name="connsiteX880" fmla="*/ 206978 w 228313"/>
              <a:gd name="connsiteY880" fmla="*/ 47054 h 228123"/>
              <a:gd name="connsiteX881" fmla="*/ 206978 w 228313"/>
              <a:gd name="connsiteY881" fmla="*/ 47054 h 228123"/>
              <a:gd name="connsiteX882" fmla="*/ 206978 w 228313"/>
              <a:gd name="connsiteY882" fmla="*/ 47054 h 228123"/>
              <a:gd name="connsiteX883" fmla="*/ 206978 w 228313"/>
              <a:gd name="connsiteY883" fmla="*/ 46958 h 228123"/>
              <a:gd name="connsiteX884" fmla="*/ 206978 w 228313"/>
              <a:gd name="connsiteY884" fmla="*/ 46958 h 228123"/>
              <a:gd name="connsiteX885" fmla="*/ 206978 w 228313"/>
              <a:gd name="connsiteY885" fmla="*/ 46958 h 228123"/>
              <a:gd name="connsiteX886" fmla="*/ 206978 w 228313"/>
              <a:gd name="connsiteY886" fmla="*/ 46958 h 228123"/>
              <a:gd name="connsiteX887" fmla="*/ 206978 w 228313"/>
              <a:gd name="connsiteY887" fmla="*/ 46958 h 228123"/>
              <a:gd name="connsiteX888" fmla="*/ 206978 w 228313"/>
              <a:gd name="connsiteY888" fmla="*/ 46958 h 228123"/>
              <a:gd name="connsiteX889" fmla="*/ 206978 w 228313"/>
              <a:gd name="connsiteY889" fmla="*/ 46958 h 228123"/>
              <a:gd name="connsiteX890" fmla="*/ 206978 w 228313"/>
              <a:gd name="connsiteY890" fmla="*/ 46958 h 228123"/>
              <a:gd name="connsiteX891" fmla="*/ 206978 w 228313"/>
              <a:gd name="connsiteY891" fmla="*/ 46958 h 228123"/>
              <a:gd name="connsiteX892" fmla="*/ 206978 w 228313"/>
              <a:gd name="connsiteY892" fmla="*/ 46958 h 228123"/>
              <a:gd name="connsiteX893" fmla="*/ 206978 w 228313"/>
              <a:gd name="connsiteY893" fmla="*/ 46958 h 228123"/>
              <a:gd name="connsiteX894" fmla="*/ 206978 w 228313"/>
              <a:gd name="connsiteY894" fmla="*/ 46958 h 228123"/>
              <a:gd name="connsiteX895" fmla="*/ 206978 w 228313"/>
              <a:gd name="connsiteY895" fmla="*/ 46958 h 228123"/>
              <a:gd name="connsiteX896" fmla="*/ 206883 w 228313"/>
              <a:gd name="connsiteY896" fmla="*/ 46768 h 228123"/>
              <a:gd name="connsiteX897" fmla="*/ 206883 w 228313"/>
              <a:gd name="connsiteY897" fmla="*/ 46768 h 228123"/>
              <a:gd name="connsiteX898" fmla="*/ 206883 w 228313"/>
              <a:gd name="connsiteY898" fmla="*/ 46768 h 228123"/>
              <a:gd name="connsiteX899" fmla="*/ 206883 w 228313"/>
              <a:gd name="connsiteY899" fmla="*/ 46768 h 228123"/>
              <a:gd name="connsiteX900" fmla="*/ 206883 w 228313"/>
              <a:gd name="connsiteY900" fmla="*/ 46768 h 228123"/>
              <a:gd name="connsiteX901" fmla="*/ 206883 w 228313"/>
              <a:gd name="connsiteY901" fmla="*/ 46768 h 228123"/>
              <a:gd name="connsiteX902" fmla="*/ 206883 w 228313"/>
              <a:gd name="connsiteY902" fmla="*/ 46768 h 228123"/>
              <a:gd name="connsiteX903" fmla="*/ 206883 w 228313"/>
              <a:gd name="connsiteY903" fmla="*/ 46768 h 228123"/>
              <a:gd name="connsiteX904" fmla="*/ 206883 w 228313"/>
              <a:gd name="connsiteY904" fmla="*/ 46768 h 228123"/>
              <a:gd name="connsiteX905" fmla="*/ 206883 w 228313"/>
              <a:gd name="connsiteY905" fmla="*/ 46768 h 228123"/>
              <a:gd name="connsiteX906" fmla="*/ 206692 w 228313"/>
              <a:gd name="connsiteY906" fmla="*/ 46577 h 228123"/>
              <a:gd name="connsiteX907" fmla="*/ 206692 w 228313"/>
              <a:gd name="connsiteY907" fmla="*/ 46577 h 228123"/>
              <a:gd name="connsiteX908" fmla="*/ 206692 w 228313"/>
              <a:gd name="connsiteY908" fmla="*/ 46482 h 228123"/>
              <a:gd name="connsiteX909" fmla="*/ 206692 w 228313"/>
              <a:gd name="connsiteY909" fmla="*/ 46482 h 228123"/>
              <a:gd name="connsiteX910" fmla="*/ 206692 w 228313"/>
              <a:gd name="connsiteY910" fmla="*/ 46387 h 228123"/>
              <a:gd name="connsiteX911" fmla="*/ 206692 w 228313"/>
              <a:gd name="connsiteY911" fmla="*/ 46387 h 228123"/>
              <a:gd name="connsiteX912" fmla="*/ 206692 w 228313"/>
              <a:gd name="connsiteY912" fmla="*/ 46292 h 228123"/>
              <a:gd name="connsiteX913" fmla="*/ 206692 w 228313"/>
              <a:gd name="connsiteY913" fmla="*/ 46292 h 228123"/>
              <a:gd name="connsiteX914" fmla="*/ 206502 w 228313"/>
              <a:gd name="connsiteY914" fmla="*/ 46101 h 228123"/>
              <a:gd name="connsiteX915" fmla="*/ 206502 w 228313"/>
              <a:gd name="connsiteY915" fmla="*/ 46101 h 228123"/>
              <a:gd name="connsiteX916" fmla="*/ 206502 w 228313"/>
              <a:gd name="connsiteY916" fmla="*/ 46006 h 228123"/>
              <a:gd name="connsiteX917" fmla="*/ 206502 w 228313"/>
              <a:gd name="connsiteY917" fmla="*/ 46006 h 228123"/>
              <a:gd name="connsiteX918" fmla="*/ 206502 w 228313"/>
              <a:gd name="connsiteY918" fmla="*/ 45910 h 228123"/>
              <a:gd name="connsiteX919" fmla="*/ 206502 w 228313"/>
              <a:gd name="connsiteY919" fmla="*/ 45910 h 228123"/>
              <a:gd name="connsiteX920" fmla="*/ 206502 w 228313"/>
              <a:gd name="connsiteY920" fmla="*/ 45815 h 228123"/>
              <a:gd name="connsiteX921" fmla="*/ 206502 w 228313"/>
              <a:gd name="connsiteY921" fmla="*/ 45815 h 228123"/>
              <a:gd name="connsiteX922" fmla="*/ 206311 w 228313"/>
              <a:gd name="connsiteY922" fmla="*/ 45530 h 228123"/>
              <a:gd name="connsiteX923" fmla="*/ 206311 w 228313"/>
              <a:gd name="connsiteY923" fmla="*/ 45530 h 228123"/>
              <a:gd name="connsiteX924" fmla="*/ 206311 w 228313"/>
              <a:gd name="connsiteY924" fmla="*/ 45434 h 228123"/>
              <a:gd name="connsiteX925" fmla="*/ 206311 w 228313"/>
              <a:gd name="connsiteY925" fmla="*/ 45434 h 228123"/>
              <a:gd name="connsiteX926" fmla="*/ 206311 w 228313"/>
              <a:gd name="connsiteY926" fmla="*/ 45339 h 228123"/>
              <a:gd name="connsiteX927" fmla="*/ 206311 w 228313"/>
              <a:gd name="connsiteY927" fmla="*/ 45339 h 228123"/>
              <a:gd name="connsiteX928" fmla="*/ 206026 w 228313"/>
              <a:gd name="connsiteY928" fmla="*/ 44958 h 228123"/>
              <a:gd name="connsiteX929" fmla="*/ 206026 w 228313"/>
              <a:gd name="connsiteY929" fmla="*/ 44958 h 228123"/>
              <a:gd name="connsiteX930" fmla="*/ 206026 w 228313"/>
              <a:gd name="connsiteY930" fmla="*/ 44863 h 228123"/>
              <a:gd name="connsiteX931" fmla="*/ 206026 w 228313"/>
              <a:gd name="connsiteY931" fmla="*/ 44863 h 228123"/>
              <a:gd name="connsiteX932" fmla="*/ 206026 w 228313"/>
              <a:gd name="connsiteY932" fmla="*/ 44768 h 228123"/>
              <a:gd name="connsiteX933" fmla="*/ 206026 w 228313"/>
              <a:gd name="connsiteY933" fmla="*/ 44768 h 228123"/>
              <a:gd name="connsiteX934" fmla="*/ 205740 w 228313"/>
              <a:gd name="connsiteY934" fmla="*/ 44387 h 228123"/>
              <a:gd name="connsiteX935" fmla="*/ 205740 w 228313"/>
              <a:gd name="connsiteY935" fmla="*/ 44387 h 228123"/>
              <a:gd name="connsiteX936" fmla="*/ 205740 w 228313"/>
              <a:gd name="connsiteY936" fmla="*/ 44291 h 228123"/>
              <a:gd name="connsiteX937" fmla="*/ 205454 w 228313"/>
              <a:gd name="connsiteY937" fmla="*/ 43910 h 228123"/>
              <a:gd name="connsiteX938" fmla="*/ 205454 w 228313"/>
              <a:gd name="connsiteY938" fmla="*/ 43910 h 228123"/>
              <a:gd name="connsiteX939" fmla="*/ 205073 w 228313"/>
              <a:gd name="connsiteY939" fmla="*/ 43434 h 228123"/>
              <a:gd name="connsiteX940" fmla="*/ 205073 w 228313"/>
              <a:gd name="connsiteY940" fmla="*/ 43434 h 228123"/>
              <a:gd name="connsiteX941" fmla="*/ 204406 w 228313"/>
              <a:gd name="connsiteY941" fmla="*/ 42672 h 228123"/>
              <a:gd name="connsiteX942" fmla="*/ 204406 w 228313"/>
              <a:gd name="connsiteY942" fmla="*/ 42672 h 228123"/>
              <a:gd name="connsiteX943" fmla="*/ 204406 w 228313"/>
              <a:gd name="connsiteY943" fmla="*/ 42577 h 228123"/>
              <a:gd name="connsiteX944" fmla="*/ 204406 w 228313"/>
              <a:gd name="connsiteY944" fmla="*/ 42577 h 228123"/>
              <a:gd name="connsiteX945" fmla="*/ 204406 w 228313"/>
              <a:gd name="connsiteY945" fmla="*/ 42482 h 228123"/>
              <a:gd name="connsiteX946" fmla="*/ 204406 w 228313"/>
              <a:gd name="connsiteY946" fmla="*/ 42482 h 228123"/>
              <a:gd name="connsiteX947" fmla="*/ 204216 w 228313"/>
              <a:gd name="connsiteY947" fmla="*/ 42291 h 228123"/>
              <a:gd name="connsiteX948" fmla="*/ 204216 w 228313"/>
              <a:gd name="connsiteY948" fmla="*/ 42291 h 228123"/>
              <a:gd name="connsiteX949" fmla="*/ 204216 w 228313"/>
              <a:gd name="connsiteY949" fmla="*/ 42196 h 228123"/>
              <a:gd name="connsiteX950" fmla="*/ 204216 w 228313"/>
              <a:gd name="connsiteY950" fmla="*/ 42196 h 228123"/>
              <a:gd name="connsiteX951" fmla="*/ 204216 w 228313"/>
              <a:gd name="connsiteY951" fmla="*/ 42101 h 228123"/>
              <a:gd name="connsiteX952" fmla="*/ 204216 w 228313"/>
              <a:gd name="connsiteY952" fmla="*/ 42101 h 228123"/>
              <a:gd name="connsiteX953" fmla="*/ 204216 w 228313"/>
              <a:gd name="connsiteY953" fmla="*/ 42005 h 228123"/>
              <a:gd name="connsiteX954" fmla="*/ 204216 w 228313"/>
              <a:gd name="connsiteY954" fmla="*/ 42005 h 228123"/>
              <a:gd name="connsiteX955" fmla="*/ 204025 w 228313"/>
              <a:gd name="connsiteY955" fmla="*/ 41720 h 228123"/>
              <a:gd name="connsiteX956" fmla="*/ 204025 w 228313"/>
              <a:gd name="connsiteY956" fmla="*/ 41720 h 228123"/>
              <a:gd name="connsiteX957" fmla="*/ 204025 w 228313"/>
              <a:gd name="connsiteY957" fmla="*/ 41624 h 228123"/>
              <a:gd name="connsiteX958" fmla="*/ 204025 w 228313"/>
              <a:gd name="connsiteY958" fmla="*/ 41624 h 228123"/>
              <a:gd name="connsiteX959" fmla="*/ 204025 w 228313"/>
              <a:gd name="connsiteY959" fmla="*/ 41624 h 228123"/>
              <a:gd name="connsiteX960" fmla="*/ 204025 w 228313"/>
              <a:gd name="connsiteY960" fmla="*/ 41624 h 228123"/>
              <a:gd name="connsiteX961" fmla="*/ 204025 w 228313"/>
              <a:gd name="connsiteY961" fmla="*/ 41529 h 228123"/>
              <a:gd name="connsiteX962" fmla="*/ 204025 w 228313"/>
              <a:gd name="connsiteY962" fmla="*/ 41529 h 228123"/>
              <a:gd name="connsiteX963" fmla="*/ 203930 w 228313"/>
              <a:gd name="connsiteY963" fmla="*/ 41339 h 228123"/>
              <a:gd name="connsiteX964" fmla="*/ 203930 w 228313"/>
              <a:gd name="connsiteY964" fmla="*/ 41339 h 228123"/>
              <a:gd name="connsiteX965" fmla="*/ 203930 w 228313"/>
              <a:gd name="connsiteY965" fmla="*/ 41339 h 228123"/>
              <a:gd name="connsiteX966" fmla="*/ 203930 w 228313"/>
              <a:gd name="connsiteY966" fmla="*/ 41339 h 228123"/>
              <a:gd name="connsiteX967" fmla="*/ 203930 w 228313"/>
              <a:gd name="connsiteY967" fmla="*/ 41339 h 228123"/>
              <a:gd name="connsiteX968" fmla="*/ 203930 w 228313"/>
              <a:gd name="connsiteY968" fmla="*/ 41339 h 228123"/>
              <a:gd name="connsiteX969" fmla="*/ 203930 w 228313"/>
              <a:gd name="connsiteY969" fmla="*/ 41339 h 228123"/>
              <a:gd name="connsiteX970" fmla="*/ 203930 w 228313"/>
              <a:gd name="connsiteY970" fmla="*/ 41339 h 228123"/>
              <a:gd name="connsiteX971" fmla="*/ 203930 w 228313"/>
              <a:gd name="connsiteY971" fmla="*/ 41339 h 228123"/>
              <a:gd name="connsiteX972" fmla="*/ 203930 w 228313"/>
              <a:gd name="connsiteY972" fmla="*/ 41339 h 228123"/>
              <a:gd name="connsiteX973" fmla="*/ 203930 w 228313"/>
              <a:gd name="connsiteY973" fmla="*/ 41339 h 228123"/>
              <a:gd name="connsiteX974" fmla="*/ 203930 w 228313"/>
              <a:gd name="connsiteY974" fmla="*/ 41339 h 228123"/>
              <a:gd name="connsiteX975" fmla="*/ 203930 w 228313"/>
              <a:gd name="connsiteY975" fmla="*/ 41339 h 228123"/>
              <a:gd name="connsiteX976" fmla="*/ 203835 w 228313"/>
              <a:gd name="connsiteY976" fmla="*/ 41243 h 228123"/>
              <a:gd name="connsiteX977" fmla="*/ 203835 w 228313"/>
              <a:gd name="connsiteY977" fmla="*/ 41243 h 228123"/>
              <a:gd name="connsiteX978" fmla="*/ 203835 w 228313"/>
              <a:gd name="connsiteY978" fmla="*/ 41243 h 228123"/>
              <a:gd name="connsiteX979" fmla="*/ 203835 w 228313"/>
              <a:gd name="connsiteY979" fmla="*/ 41243 h 228123"/>
              <a:gd name="connsiteX980" fmla="*/ 203835 w 228313"/>
              <a:gd name="connsiteY980" fmla="*/ 41243 h 228123"/>
              <a:gd name="connsiteX981" fmla="*/ 203835 w 228313"/>
              <a:gd name="connsiteY981" fmla="*/ 41243 h 228123"/>
              <a:gd name="connsiteX982" fmla="*/ 203835 w 228313"/>
              <a:gd name="connsiteY982" fmla="*/ 41243 h 228123"/>
              <a:gd name="connsiteX983" fmla="*/ 203835 w 228313"/>
              <a:gd name="connsiteY983" fmla="*/ 41243 h 228123"/>
              <a:gd name="connsiteX984" fmla="*/ 203835 w 228313"/>
              <a:gd name="connsiteY984" fmla="*/ 41243 h 228123"/>
              <a:gd name="connsiteX985" fmla="*/ 203835 w 228313"/>
              <a:gd name="connsiteY985" fmla="*/ 41243 h 228123"/>
              <a:gd name="connsiteX986" fmla="*/ 203835 w 228313"/>
              <a:gd name="connsiteY986" fmla="*/ 41148 h 228123"/>
              <a:gd name="connsiteX987" fmla="*/ 203835 w 228313"/>
              <a:gd name="connsiteY987" fmla="*/ 41148 h 228123"/>
              <a:gd name="connsiteX988" fmla="*/ 203740 w 228313"/>
              <a:gd name="connsiteY988" fmla="*/ 41053 h 228123"/>
              <a:gd name="connsiteX989" fmla="*/ 196501 w 228313"/>
              <a:gd name="connsiteY989" fmla="*/ 47244 h 228123"/>
              <a:gd name="connsiteX990" fmla="*/ 204121 w 228313"/>
              <a:gd name="connsiteY990" fmla="*/ 60674 h 228123"/>
              <a:gd name="connsiteX991" fmla="*/ 146113 w 228313"/>
              <a:gd name="connsiteY991" fmla="*/ 4477 h 228123"/>
              <a:gd name="connsiteX992" fmla="*/ 135731 w 228313"/>
              <a:gd name="connsiteY992" fmla="*/ 2000 h 228123"/>
              <a:gd name="connsiteX993" fmla="*/ 135731 w 228313"/>
              <a:gd name="connsiteY993" fmla="*/ 2000 h 228123"/>
              <a:gd name="connsiteX994" fmla="*/ 135636 w 228313"/>
              <a:gd name="connsiteY994" fmla="*/ 2000 h 228123"/>
              <a:gd name="connsiteX995" fmla="*/ 135636 w 228313"/>
              <a:gd name="connsiteY995" fmla="*/ 2000 h 228123"/>
              <a:gd name="connsiteX996" fmla="*/ 135350 w 228313"/>
              <a:gd name="connsiteY996" fmla="*/ 1905 h 228123"/>
              <a:gd name="connsiteX997" fmla="*/ 135350 w 228313"/>
              <a:gd name="connsiteY997" fmla="*/ 1905 h 228123"/>
              <a:gd name="connsiteX998" fmla="*/ 135255 w 228313"/>
              <a:gd name="connsiteY998" fmla="*/ 1905 h 228123"/>
              <a:gd name="connsiteX999" fmla="*/ 135255 w 228313"/>
              <a:gd name="connsiteY999" fmla="*/ 1905 h 228123"/>
              <a:gd name="connsiteX1000" fmla="*/ 135159 w 228313"/>
              <a:gd name="connsiteY1000" fmla="*/ 1905 h 228123"/>
              <a:gd name="connsiteX1001" fmla="*/ 135159 w 228313"/>
              <a:gd name="connsiteY1001" fmla="*/ 1905 h 228123"/>
              <a:gd name="connsiteX1002" fmla="*/ 135064 w 228313"/>
              <a:gd name="connsiteY1002" fmla="*/ 1905 h 228123"/>
              <a:gd name="connsiteX1003" fmla="*/ 135064 w 228313"/>
              <a:gd name="connsiteY1003" fmla="*/ 1905 h 228123"/>
              <a:gd name="connsiteX1004" fmla="*/ 134874 w 228313"/>
              <a:gd name="connsiteY1004" fmla="*/ 1905 h 228123"/>
              <a:gd name="connsiteX1005" fmla="*/ 134874 w 228313"/>
              <a:gd name="connsiteY1005" fmla="*/ 1905 h 228123"/>
              <a:gd name="connsiteX1006" fmla="*/ 134779 w 228313"/>
              <a:gd name="connsiteY1006" fmla="*/ 1905 h 228123"/>
              <a:gd name="connsiteX1007" fmla="*/ 134779 w 228313"/>
              <a:gd name="connsiteY1007" fmla="*/ 1905 h 228123"/>
              <a:gd name="connsiteX1008" fmla="*/ 134683 w 228313"/>
              <a:gd name="connsiteY1008" fmla="*/ 1905 h 228123"/>
              <a:gd name="connsiteX1009" fmla="*/ 134683 w 228313"/>
              <a:gd name="connsiteY1009" fmla="*/ 1905 h 228123"/>
              <a:gd name="connsiteX1010" fmla="*/ 134588 w 228313"/>
              <a:gd name="connsiteY1010" fmla="*/ 1905 h 228123"/>
              <a:gd name="connsiteX1011" fmla="*/ 134588 w 228313"/>
              <a:gd name="connsiteY1011" fmla="*/ 1905 h 228123"/>
              <a:gd name="connsiteX1012" fmla="*/ 134398 w 228313"/>
              <a:gd name="connsiteY1012" fmla="*/ 1905 h 228123"/>
              <a:gd name="connsiteX1013" fmla="*/ 134398 w 228313"/>
              <a:gd name="connsiteY1013" fmla="*/ 1905 h 228123"/>
              <a:gd name="connsiteX1014" fmla="*/ 134302 w 228313"/>
              <a:gd name="connsiteY1014" fmla="*/ 1905 h 228123"/>
              <a:gd name="connsiteX1015" fmla="*/ 134302 w 228313"/>
              <a:gd name="connsiteY1015" fmla="*/ 1905 h 228123"/>
              <a:gd name="connsiteX1016" fmla="*/ 134207 w 228313"/>
              <a:gd name="connsiteY1016" fmla="*/ 1905 h 228123"/>
              <a:gd name="connsiteX1017" fmla="*/ 134207 w 228313"/>
              <a:gd name="connsiteY1017" fmla="*/ 1905 h 228123"/>
              <a:gd name="connsiteX1018" fmla="*/ 134112 w 228313"/>
              <a:gd name="connsiteY1018" fmla="*/ 1905 h 228123"/>
              <a:gd name="connsiteX1019" fmla="*/ 134112 w 228313"/>
              <a:gd name="connsiteY1019" fmla="*/ 1905 h 228123"/>
              <a:gd name="connsiteX1020" fmla="*/ 134017 w 228313"/>
              <a:gd name="connsiteY1020" fmla="*/ 1905 h 228123"/>
              <a:gd name="connsiteX1021" fmla="*/ 134017 w 228313"/>
              <a:gd name="connsiteY1021" fmla="*/ 1905 h 228123"/>
              <a:gd name="connsiteX1022" fmla="*/ 133921 w 228313"/>
              <a:gd name="connsiteY1022" fmla="*/ 1905 h 228123"/>
              <a:gd name="connsiteX1023" fmla="*/ 133921 w 228313"/>
              <a:gd name="connsiteY1023" fmla="*/ 1905 h 228123"/>
              <a:gd name="connsiteX1024" fmla="*/ 133826 w 228313"/>
              <a:gd name="connsiteY1024" fmla="*/ 1905 h 228123"/>
              <a:gd name="connsiteX1025" fmla="*/ 133826 w 228313"/>
              <a:gd name="connsiteY1025" fmla="*/ 1905 h 228123"/>
              <a:gd name="connsiteX1026" fmla="*/ 133826 w 228313"/>
              <a:gd name="connsiteY1026" fmla="*/ 1905 h 228123"/>
              <a:gd name="connsiteX1027" fmla="*/ 133826 w 228313"/>
              <a:gd name="connsiteY1027" fmla="*/ 1905 h 228123"/>
              <a:gd name="connsiteX1028" fmla="*/ 133826 w 228313"/>
              <a:gd name="connsiteY1028" fmla="*/ 1905 h 228123"/>
              <a:gd name="connsiteX1029" fmla="*/ 133826 w 228313"/>
              <a:gd name="connsiteY1029" fmla="*/ 1905 h 228123"/>
              <a:gd name="connsiteX1030" fmla="*/ 133826 w 228313"/>
              <a:gd name="connsiteY1030" fmla="*/ 1905 h 228123"/>
              <a:gd name="connsiteX1031" fmla="*/ 133636 w 228313"/>
              <a:gd name="connsiteY1031" fmla="*/ 1905 h 228123"/>
              <a:gd name="connsiteX1032" fmla="*/ 133636 w 228313"/>
              <a:gd name="connsiteY1032" fmla="*/ 1905 h 228123"/>
              <a:gd name="connsiteX1033" fmla="*/ 133540 w 228313"/>
              <a:gd name="connsiteY1033" fmla="*/ 1905 h 228123"/>
              <a:gd name="connsiteX1034" fmla="*/ 133540 w 228313"/>
              <a:gd name="connsiteY1034" fmla="*/ 1905 h 228123"/>
              <a:gd name="connsiteX1035" fmla="*/ 133445 w 228313"/>
              <a:gd name="connsiteY1035" fmla="*/ 1905 h 228123"/>
              <a:gd name="connsiteX1036" fmla="*/ 133445 w 228313"/>
              <a:gd name="connsiteY1036" fmla="*/ 1905 h 228123"/>
              <a:gd name="connsiteX1037" fmla="*/ 133350 w 228313"/>
              <a:gd name="connsiteY1037" fmla="*/ 1905 h 228123"/>
              <a:gd name="connsiteX1038" fmla="*/ 133350 w 228313"/>
              <a:gd name="connsiteY1038" fmla="*/ 1905 h 228123"/>
              <a:gd name="connsiteX1039" fmla="*/ 133159 w 228313"/>
              <a:gd name="connsiteY1039" fmla="*/ 1905 h 228123"/>
              <a:gd name="connsiteX1040" fmla="*/ 133159 w 228313"/>
              <a:gd name="connsiteY1040" fmla="*/ 1905 h 228123"/>
              <a:gd name="connsiteX1041" fmla="*/ 133064 w 228313"/>
              <a:gd name="connsiteY1041" fmla="*/ 1905 h 228123"/>
              <a:gd name="connsiteX1042" fmla="*/ 133064 w 228313"/>
              <a:gd name="connsiteY1042" fmla="*/ 1905 h 228123"/>
              <a:gd name="connsiteX1043" fmla="*/ 132969 w 228313"/>
              <a:gd name="connsiteY1043" fmla="*/ 1905 h 228123"/>
              <a:gd name="connsiteX1044" fmla="*/ 132969 w 228313"/>
              <a:gd name="connsiteY1044" fmla="*/ 1905 h 228123"/>
              <a:gd name="connsiteX1045" fmla="*/ 132588 w 228313"/>
              <a:gd name="connsiteY1045" fmla="*/ 1810 h 228123"/>
              <a:gd name="connsiteX1046" fmla="*/ 132588 w 228313"/>
              <a:gd name="connsiteY1046" fmla="*/ 1810 h 228123"/>
              <a:gd name="connsiteX1047" fmla="*/ 132493 w 228313"/>
              <a:gd name="connsiteY1047" fmla="*/ 1810 h 228123"/>
              <a:gd name="connsiteX1048" fmla="*/ 132493 w 228313"/>
              <a:gd name="connsiteY1048" fmla="*/ 1810 h 228123"/>
              <a:gd name="connsiteX1049" fmla="*/ 127444 w 228313"/>
              <a:gd name="connsiteY1049" fmla="*/ 1143 h 228123"/>
              <a:gd name="connsiteX1050" fmla="*/ 126301 w 228313"/>
              <a:gd name="connsiteY1050" fmla="*/ 10573 h 228123"/>
              <a:gd name="connsiteX1051" fmla="*/ 143351 w 228313"/>
              <a:gd name="connsiteY1051" fmla="*/ 14002 h 228123"/>
              <a:gd name="connsiteX1052" fmla="*/ 146113 w 228313"/>
              <a:gd name="connsiteY1052" fmla="*/ 4477 h 228123"/>
              <a:gd name="connsiteX1053" fmla="*/ 218789 w 228313"/>
              <a:gd name="connsiteY1053" fmla="*/ 110395 h 228123"/>
              <a:gd name="connsiteX1054" fmla="*/ 228314 w 228313"/>
              <a:gd name="connsiteY1054" fmla="*/ 110014 h 228123"/>
              <a:gd name="connsiteX1055" fmla="*/ 226314 w 228313"/>
              <a:gd name="connsiteY1055" fmla="*/ 92488 h 228123"/>
              <a:gd name="connsiteX1056" fmla="*/ 226314 w 228313"/>
              <a:gd name="connsiteY1056" fmla="*/ 92488 h 228123"/>
              <a:gd name="connsiteX1057" fmla="*/ 226219 w 228313"/>
              <a:gd name="connsiteY1057" fmla="*/ 92107 h 228123"/>
              <a:gd name="connsiteX1058" fmla="*/ 226219 w 228313"/>
              <a:gd name="connsiteY1058" fmla="*/ 92107 h 228123"/>
              <a:gd name="connsiteX1059" fmla="*/ 226219 w 228313"/>
              <a:gd name="connsiteY1059" fmla="*/ 92012 h 228123"/>
              <a:gd name="connsiteX1060" fmla="*/ 226219 w 228313"/>
              <a:gd name="connsiteY1060" fmla="*/ 92012 h 228123"/>
              <a:gd name="connsiteX1061" fmla="*/ 226123 w 228313"/>
              <a:gd name="connsiteY1061" fmla="*/ 91726 h 228123"/>
              <a:gd name="connsiteX1062" fmla="*/ 226123 w 228313"/>
              <a:gd name="connsiteY1062" fmla="*/ 91726 h 228123"/>
              <a:gd name="connsiteX1063" fmla="*/ 226123 w 228313"/>
              <a:gd name="connsiteY1063" fmla="*/ 91631 h 228123"/>
              <a:gd name="connsiteX1064" fmla="*/ 226123 w 228313"/>
              <a:gd name="connsiteY1064" fmla="*/ 91631 h 228123"/>
              <a:gd name="connsiteX1065" fmla="*/ 226123 w 228313"/>
              <a:gd name="connsiteY1065" fmla="*/ 91535 h 228123"/>
              <a:gd name="connsiteX1066" fmla="*/ 226123 w 228313"/>
              <a:gd name="connsiteY1066" fmla="*/ 91535 h 228123"/>
              <a:gd name="connsiteX1067" fmla="*/ 226028 w 228313"/>
              <a:gd name="connsiteY1067" fmla="*/ 91250 h 228123"/>
              <a:gd name="connsiteX1068" fmla="*/ 226028 w 228313"/>
              <a:gd name="connsiteY1068" fmla="*/ 91250 h 228123"/>
              <a:gd name="connsiteX1069" fmla="*/ 226028 w 228313"/>
              <a:gd name="connsiteY1069" fmla="*/ 91154 h 228123"/>
              <a:gd name="connsiteX1070" fmla="*/ 226028 w 228313"/>
              <a:gd name="connsiteY1070" fmla="*/ 91154 h 228123"/>
              <a:gd name="connsiteX1071" fmla="*/ 226028 w 228313"/>
              <a:gd name="connsiteY1071" fmla="*/ 91059 h 228123"/>
              <a:gd name="connsiteX1072" fmla="*/ 226028 w 228313"/>
              <a:gd name="connsiteY1072" fmla="*/ 91059 h 228123"/>
              <a:gd name="connsiteX1073" fmla="*/ 226028 w 228313"/>
              <a:gd name="connsiteY1073" fmla="*/ 90964 h 228123"/>
              <a:gd name="connsiteX1074" fmla="*/ 216694 w 228313"/>
              <a:gd name="connsiteY1074" fmla="*/ 92869 h 228123"/>
              <a:gd name="connsiteX1075" fmla="*/ 218789 w 228313"/>
              <a:gd name="connsiteY1075" fmla="*/ 110395 h 228123"/>
              <a:gd name="connsiteX1076" fmla="*/ 172212 w 228313"/>
              <a:gd name="connsiteY1076" fmla="*/ 15811 h 228123"/>
              <a:gd name="connsiteX1077" fmla="*/ 171069 w 228313"/>
              <a:gd name="connsiteY1077" fmla="*/ 15145 h 228123"/>
              <a:gd name="connsiteX1078" fmla="*/ 171069 w 228313"/>
              <a:gd name="connsiteY1078" fmla="*/ 15145 h 228123"/>
              <a:gd name="connsiteX1079" fmla="*/ 170783 w 228313"/>
              <a:gd name="connsiteY1079" fmla="*/ 14954 h 228123"/>
              <a:gd name="connsiteX1080" fmla="*/ 170783 w 228313"/>
              <a:gd name="connsiteY1080" fmla="*/ 14954 h 228123"/>
              <a:gd name="connsiteX1081" fmla="*/ 170688 w 228313"/>
              <a:gd name="connsiteY1081" fmla="*/ 14954 h 228123"/>
              <a:gd name="connsiteX1082" fmla="*/ 170688 w 228313"/>
              <a:gd name="connsiteY1082" fmla="*/ 14954 h 228123"/>
              <a:gd name="connsiteX1083" fmla="*/ 170593 w 228313"/>
              <a:gd name="connsiteY1083" fmla="*/ 14954 h 228123"/>
              <a:gd name="connsiteX1084" fmla="*/ 170593 w 228313"/>
              <a:gd name="connsiteY1084" fmla="*/ 14954 h 228123"/>
              <a:gd name="connsiteX1085" fmla="*/ 170497 w 228313"/>
              <a:gd name="connsiteY1085" fmla="*/ 14954 h 228123"/>
              <a:gd name="connsiteX1086" fmla="*/ 170497 w 228313"/>
              <a:gd name="connsiteY1086" fmla="*/ 14954 h 228123"/>
              <a:gd name="connsiteX1087" fmla="*/ 170402 w 228313"/>
              <a:gd name="connsiteY1087" fmla="*/ 14954 h 228123"/>
              <a:gd name="connsiteX1088" fmla="*/ 170402 w 228313"/>
              <a:gd name="connsiteY1088" fmla="*/ 14954 h 228123"/>
              <a:gd name="connsiteX1089" fmla="*/ 170307 w 228313"/>
              <a:gd name="connsiteY1089" fmla="*/ 14954 h 228123"/>
              <a:gd name="connsiteX1090" fmla="*/ 170307 w 228313"/>
              <a:gd name="connsiteY1090" fmla="*/ 14954 h 228123"/>
              <a:gd name="connsiteX1091" fmla="*/ 170307 w 228313"/>
              <a:gd name="connsiteY1091" fmla="*/ 14954 h 228123"/>
              <a:gd name="connsiteX1092" fmla="*/ 170307 w 228313"/>
              <a:gd name="connsiteY1092" fmla="*/ 14954 h 228123"/>
              <a:gd name="connsiteX1093" fmla="*/ 170307 w 228313"/>
              <a:gd name="connsiteY1093" fmla="*/ 14954 h 228123"/>
              <a:gd name="connsiteX1094" fmla="*/ 170307 w 228313"/>
              <a:gd name="connsiteY1094" fmla="*/ 14954 h 228123"/>
              <a:gd name="connsiteX1095" fmla="*/ 170307 w 228313"/>
              <a:gd name="connsiteY1095" fmla="*/ 14954 h 228123"/>
              <a:gd name="connsiteX1096" fmla="*/ 170307 w 228313"/>
              <a:gd name="connsiteY1096" fmla="*/ 14954 h 228123"/>
              <a:gd name="connsiteX1097" fmla="*/ 170307 w 228313"/>
              <a:gd name="connsiteY1097" fmla="*/ 14954 h 228123"/>
              <a:gd name="connsiteX1098" fmla="*/ 170307 w 228313"/>
              <a:gd name="connsiteY1098" fmla="*/ 14954 h 228123"/>
              <a:gd name="connsiteX1099" fmla="*/ 170307 w 228313"/>
              <a:gd name="connsiteY1099" fmla="*/ 14954 h 228123"/>
              <a:gd name="connsiteX1100" fmla="*/ 170116 w 228313"/>
              <a:gd name="connsiteY1100" fmla="*/ 14859 h 228123"/>
              <a:gd name="connsiteX1101" fmla="*/ 170116 w 228313"/>
              <a:gd name="connsiteY1101" fmla="*/ 14859 h 228123"/>
              <a:gd name="connsiteX1102" fmla="*/ 170021 w 228313"/>
              <a:gd name="connsiteY1102" fmla="*/ 14859 h 228123"/>
              <a:gd name="connsiteX1103" fmla="*/ 170021 w 228313"/>
              <a:gd name="connsiteY1103" fmla="*/ 14859 h 228123"/>
              <a:gd name="connsiteX1104" fmla="*/ 169926 w 228313"/>
              <a:gd name="connsiteY1104" fmla="*/ 14859 h 228123"/>
              <a:gd name="connsiteX1105" fmla="*/ 169926 w 228313"/>
              <a:gd name="connsiteY1105" fmla="*/ 14859 h 228123"/>
              <a:gd name="connsiteX1106" fmla="*/ 169831 w 228313"/>
              <a:gd name="connsiteY1106" fmla="*/ 14859 h 228123"/>
              <a:gd name="connsiteX1107" fmla="*/ 169831 w 228313"/>
              <a:gd name="connsiteY1107" fmla="*/ 14859 h 228123"/>
              <a:gd name="connsiteX1108" fmla="*/ 160020 w 228313"/>
              <a:gd name="connsiteY1108" fmla="*/ 10001 h 228123"/>
              <a:gd name="connsiteX1109" fmla="*/ 160020 w 228313"/>
              <a:gd name="connsiteY1109" fmla="*/ 10001 h 228123"/>
              <a:gd name="connsiteX1110" fmla="*/ 159639 w 228313"/>
              <a:gd name="connsiteY1110" fmla="*/ 9811 h 228123"/>
              <a:gd name="connsiteX1111" fmla="*/ 159639 w 228313"/>
              <a:gd name="connsiteY1111" fmla="*/ 9811 h 228123"/>
              <a:gd name="connsiteX1112" fmla="*/ 159544 w 228313"/>
              <a:gd name="connsiteY1112" fmla="*/ 9811 h 228123"/>
              <a:gd name="connsiteX1113" fmla="*/ 159544 w 228313"/>
              <a:gd name="connsiteY1113" fmla="*/ 9811 h 228123"/>
              <a:gd name="connsiteX1114" fmla="*/ 159448 w 228313"/>
              <a:gd name="connsiteY1114" fmla="*/ 9811 h 228123"/>
              <a:gd name="connsiteX1115" fmla="*/ 159448 w 228313"/>
              <a:gd name="connsiteY1115" fmla="*/ 9811 h 228123"/>
              <a:gd name="connsiteX1116" fmla="*/ 159353 w 228313"/>
              <a:gd name="connsiteY1116" fmla="*/ 9811 h 228123"/>
              <a:gd name="connsiteX1117" fmla="*/ 159353 w 228313"/>
              <a:gd name="connsiteY1117" fmla="*/ 9811 h 228123"/>
              <a:gd name="connsiteX1118" fmla="*/ 159258 w 228313"/>
              <a:gd name="connsiteY1118" fmla="*/ 9811 h 228123"/>
              <a:gd name="connsiteX1119" fmla="*/ 159258 w 228313"/>
              <a:gd name="connsiteY1119" fmla="*/ 9811 h 228123"/>
              <a:gd name="connsiteX1120" fmla="*/ 159163 w 228313"/>
              <a:gd name="connsiteY1120" fmla="*/ 9716 h 228123"/>
              <a:gd name="connsiteX1121" fmla="*/ 159163 w 228313"/>
              <a:gd name="connsiteY1121" fmla="*/ 9716 h 228123"/>
              <a:gd name="connsiteX1122" fmla="*/ 159163 w 228313"/>
              <a:gd name="connsiteY1122" fmla="*/ 9716 h 228123"/>
              <a:gd name="connsiteX1123" fmla="*/ 159163 w 228313"/>
              <a:gd name="connsiteY1123" fmla="*/ 9716 h 228123"/>
              <a:gd name="connsiteX1124" fmla="*/ 159163 w 228313"/>
              <a:gd name="connsiteY1124" fmla="*/ 9716 h 228123"/>
              <a:gd name="connsiteX1125" fmla="*/ 159163 w 228313"/>
              <a:gd name="connsiteY1125" fmla="*/ 9716 h 228123"/>
              <a:gd name="connsiteX1126" fmla="*/ 159163 w 228313"/>
              <a:gd name="connsiteY1126" fmla="*/ 9716 h 228123"/>
              <a:gd name="connsiteX1127" fmla="*/ 159163 w 228313"/>
              <a:gd name="connsiteY1127" fmla="*/ 9716 h 228123"/>
              <a:gd name="connsiteX1128" fmla="*/ 159163 w 228313"/>
              <a:gd name="connsiteY1128" fmla="*/ 9716 h 228123"/>
              <a:gd name="connsiteX1129" fmla="*/ 159163 w 228313"/>
              <a:gd name="connsiteY1129" fmla="*/ 9716 h 228123"/>
              <a:gd name="connsiteX1130" fmla="*/ 159163 w 228313"/>
              <a:gd name="connsiteY1130" fmla="*/ 9716 h 228123"/>
              <a:gd name="connsiteX1131" fmla="*/ 159067 w 228313"/>
              <a:gd name="connsiteY1131" fmla="*/ 9716 h 228123"/>
              <a:gd name="connsiteX1132" fmla="*/ 159067 w 228313"/>
              <a:gd name="connsiteY1132" fmla="*/ 9716 h 228123"/>
              <a:gd name="connsiteX1133" fmla="*/ 158972 w 228313"/>
              <a:gd name="connsiteY1133" fmla="*/ 9716 h 228123"/>
              <a:gd name="connsiteX1134" fmla="*/ 158972 w 228313"/>
              <a:gd name="connsiteY1134" fmla="*/ 9716 h 228123"/>
              <a:gd name="connsiteX1135" fmla="*/ 158877 w 228313"/>
              <a:gd name="connsiteY1135" fmla="*/ 9716 h 228123"/>
              <a:gd name="connsiteX1136" fmla="*/ 158877 w 228313"/>
              <a:gd name="connsiteY1136" fmla="*/ 9716 h 228123"/>
              <a:gd name="connsiteX1137" fmla="*/ 158782 w 228313"/>
              <a:gd name="connsiteY1137" fmla="*/ 9716 h 228123"/>
              <a:gd name="connsiteX1138" fmla="*/ 158782 w 228313"/>
              <a:gd name="connsiteY1138" fmla="*/ 9716 h 228123"/>
              <a:gd name="connsiteX1139" fmla="*/ 158686 w 228313"/>
              <a:gd name="connsiteY1139" fmla="*/ 9716 h 228123"/>
              <a:gd name="connsiteX1140" fmla="*/ 158686 w 228313"/>
              <a:gd name="connsiteY1140" fmla="*/ 9716 h 228123"/>
              <a:gd name="connsiteX1141" fmla="*/ 158591 w 228313"/>
              <a:gd name="connsiteY1141" fmla="*/ 9716 h 228123"/>
              <a:gd name="connsiteX1142" fmla="*/ 158591 w 228313"/>
              <a:gd name="connsiteY1142" fmla="*/ 9716 h 228123"/>
              <a:gd name="connsiteX1143" fmla="*/ 158305 w 228313"/>
              <a:gd name="connsiteY1143" fmla="*/ 9620 h 228123"/>
              <a:gd name="connsiteX1144" fmla="*/ 158305 w 228313"/>
              <a:gd name="connsiteY1144" fmla="*/ 9620 h 228123"/>
              <a:gd name="connsiteX1145" fmla="*/ 158210 w 228313"/>
              <a:gd name="connsiteY1145" fmla="*/ 9620 h 228123"/>
              <a:gd name="connsiteX1146" fmla="*/ 158210 w 228313"/>
              <a:gd name="connsiteY1146" fmla="*/ 9620 h 228123"/>
              <a:gd name="connsiteX1147" fmla="*/ 155353 w 228313"/>
              <a:gd name="connsiteY1147" fmla="*/ 8477 h 228123"/>
              <a:gd name="connsiteX1148" fmla="*/ 151924 w 228313"/>
              <a:gd name="connsiteY1148" fmla="*/ 17335 h 228123"/>
              <a:gd name="connsiteX1149" fmla="*/ 167640 w 228313"/>
              <a:gd name="connsiteY1149" fmla="*/ 24956 h 228123"/>
              <a:gd name="connsiteX1150" fmla="*/ 172212 w 228313"/>
              <a:gd name="connsiteY1150" fmla="*/ 15811 h 228123"/>
              <a:gd name="connsiteX1151" fmla="*/ 194786 w 228313"/>
              <a:gd name="connsiteY1151" fmla="*/ 33338 h 228123"/>
              <a:gd name="connsiteX1152" fmla="*/ 180213 w 228313"/>
              <a:gd name="connsiteY1152" fmla="*/ 21050 h 228123"/>
              <a:gd name="connsiteX1153" fmla="*/ 174688 w 228313"/>
              <a:gd name="connsiteY1153" fmla="*/ 28861 h 228123"/>
              <a:gd name="connsiteX1154" fmla="*/ 188023 w 228313"/>
              <a:gd name="connsiteY1154" fmla="*/ 40100 h 228123"/>
              <a:gd name="connsiteX1155" fmla="*/ 194786 w 228313"/>
              <a:gd name="connsiteY1155" fmla="*/ 33338 h 228123"/>
              <a:gd name="connsiteX1156" fmla="*/ 125349 w 228313"/>
              <a:gd name="connsiteY1156" fmla="*/ 218408 h 228123"/>
              <a:gd name="connsiteX1157" fmla="*/ 126397 w 228313"/>
              <a:gd name="connsiteY1157" fmla="*/ 227838 h 228123"/>
              <a:gd name="connsiteX1158" fmla="*/ 126492 w 228313"/>
              <a:gd name="connsiteY1158" fmla="*/ 227838 h 228123"/>
              <a:gd name="connsiteX1159" fmla="*/ 126492 w 228313"/>
              <a:gd name="connsiteY1159" fmla="*/ 227838 h 228123"/>
              <a:gd name="connsiteX1160" fmla="*/ 126587 w 228313"/>
              <a:gd name="connsiteY1160" fmla="*/ 227838 h 228123"/>
              <a:gd name="connsiteX1161" fmla="*/ 126587 w 228313"/>
              <a:gd name="connsiteY1161" fmla="*/ 227838 h 228123"/>
              <a:gd name="connsiteX1162" fmla="*/ 126682 w 228313"/>
              <a:gd name="connsiteY1162" fmla="*/ 227838 h 228123"/>
              <a:gd name="connsiteX1163" fmla="*/ 126682 w 228313"/>
              <a:gd name="connsiteY1163" fmla="*/ 227838 h 228123"/>
              <a:gd name="connsiteX1164" fmla="*/ 126778 w 228313"/>
              <a:gd name="connsiteY1164" fmla="*/ 227838 h 228123"/>
              <a:gd name="connsiteX1165" fmla="*/ 126778 w 228313"/>
              <a:gd name="connsiteY1165" fmla="*/ 227838 h 228123"/>
              <a:gd name="connsiteX1166" fmla="*/ 126873 w 228313"/>
              <a:gd name="connsiteY1166" fmla="*/ 227838 h 228123"/>
              <a:gd name="connsiteX1167" fmla="*/ 126873 w 228313"/>
              <a:gd name="connsiteY1167" fmla="*/ 227838 h 228123"/>
              <a:gd name="connsiteX1168" fmla="*/ 127063 w 228313"/>
              <a:gd name="connsiteY1168" fmla="*/ 227838 h 228123"/>
              <a:gd name="connsiteX1169" fmla="*/ 127063 w 228313"/>
              <a:gd name="connsiteY1169" fmla="*/ 227838 h 228123"/>
              <a:gd name="connsiteX1170" fmla="*/ 127159 w 228313"/>
              <a:gd name="connsiteY1170" fmla="*/ 227838 h 228123"/>
              <a:gd name="connsiteX1171" fmla="*/ 127159 w 228313"/>
              <a:gd name="connsiteY1171" fmla="*/ 227838 h 228123"/>
              <a:gd name="connsiteX1172" fmla="*/ 127254 w 228313"/>
              <a:gd name="connsiteY1172" fmla="*/ 227838 h 228123"/>
              <a:gd name="connsiteX1173" fmla="*/ 127254 w 228313"/>
              <a:gd name="connsiteY1173" fmla="*/ 227838 h 228123"/>
              <a:gd name="connsiteX1174" fmla="*/ 135636 w 228313"/>
              <a:gd name="connsiteY1174" fmla="*/ 226600 h 228123"/>
              <a:gd name="connsiteX1175" fmla="*/ 135636 w 228313"/>
              <a:gd name="connsiteY1175" fmla="*/ 226600 h 228123"/>
              <a:gd name="connsiteX1176" fmla="*/ 136112 w 228313"/>
              <a:gd name="connsiteY1176" fmla="*/ 226504 h 228123"/>
              <a:gd name="connsiteX1177" fmla="*/ 136112 w 228313"/>
              <a:gd name="connsiteY1177" fmla="*/ 226504 h 228123"/>
              <a:gd name="connsiteX1178" fmla="*/ 136493 w 228313"/>
              <a:gd name="connsiteY1178" fmla="*/ 226409 h 228123"/>
              <a:gd name="connsiteX1179" fmla="*/ 136493 w 228313"/>
              <a:gd name="connsiteY1179" fmla="*/ 226409 h 228123"/>
              <a:gd name="connsiteX1180" fmla="*/ 136588 w 228313"/>
              <a:gd name="connsiteY1180" fmla="*/ 226409 h 228123"/>
              <a:gd name="connsiteX1181" fmla="*/ 136588 w 228313"/>
              <a:gd name="connsiteY1181" fmla="*/ 226409 h 228123"/>
              <a:gd name="connsiteX1182" fmla="*/ 136684 w 228313"/>
              <a:gd name="connsiteY1182" fmla="*/ 226409 h 228123"/>
              <a:gd name="connsiteX1183" fmla="*/ 136684 w 228313"/>
              <a:gd name="connsiteY1183" fmla="*/ 226409 h 228123"/>
              <a:gd name="connsiteX1184" fmla="*/ 136969 w 228313"/>
              <a:gd name="connsiteY1184" fmla="*/ 226314 h 228123"/>
              <a:gd name="connsiteX1185" fmla="*/ 136969 w 228313"/>
              <a:gd name="connsiteY1185" fmla="*/ 226314 h 228123"/>
              <a:gd name="connsiteX1186" fmla="*/ 137065 w 228313"/>
              <a:gd name="connsiteY1186" fmla="*/ 226314 h 228123"/>
              <a:gd name="connsiteX1187" fmla="*/ 137065 w 228313"/>
              <a:gd name="connsiteY1187" fmla="*/ 226314 h 228123"/>
              <a:gd name="connsiteX1188" fmla="*/ 137160 w 228313"/>
              <a:gd name="connsiteY1188" fmla="*/ 226314 h 228123"/>
              <a:gd name="connsiteX1189" fmla="*/ 137160 w 228313"/>
              <a:gd name="connsiteY1189" fmla="*/ 226314 h 228123"/>
              <a:gd name="connsiteX1190" fmla="*/ 137255 w 228313"/>
              <a:gd name="connsiteY1190" fmla="*/ 226314 h 228123"/>
              <a:gd name="connsiteX1191" fmla="*/ 137255 w 228313"/>
              <a:gd name="connsiteY1191" fmla="*/ 226314 h 228123"/>
              <a:gd name="connsiteX1192" fmla="*/ 137446 w 228313"/>
              <a:gd name="connsiteY1192" fmla="*/ 226314 h 228123"/>
              <a:gd name="connsiteX1193" fmla="*/ 137446 w 228313"/>
              <a:gd name="connsiteY1193" fmla="*/ 226314 h 228123"/>
              <a:gd name="connsiteX1194" fmla="*/ 137541 w 228313"/>
              <a:gd name="connsiteY1194" fmla="*/ 226314 h 228123"/>
              <a:gd name="connsiteX1195" fmla="*/ 137541 w 228313"/>
              <a:gd name="connsiteY1195" fmla="*/ 226314 h 228123"/>
              <a:gd name="connsiteX1196" fmla="*/ 137636 w 228313"/>
              <a:gd name="connsiteY1196" fmla="*/ 226314 h 228123"/>
              <a:gd name="connsiteX1197" fmla="*/ 137636 w 228313"/>
              <a:gd name="connsiteY1197" fmla="*/ 226314 h 228123"/>
              <a:gd name="connsiteX1198" fmla="*/ 137731 w 228313"/>
              <a:gd name="connsiteY1198" fmla="*/ 226314 h 228123"/>
              <a:gd name="connsiteX1199" fmla="*/ 137731 w 228313"/>
              <a:gd name="connsiteY1199" fmla="*/ 226314 h 228123"/>
              <a:gd name="connsiteX1200" fmla="*/ 137922 w 228313"/>
              <a:gd name="connsiteY1200" fmla="*/ 226314 h 228123"/>
              <a:gd name="connsiteX1201" fmla="*/ 137922 w 228313"/>
              <a:gd name="connsiteY1201" fmla="*/ 226314 h 228123"/>
              <a:gd name="connsiteX1202" fmla="*/ 138017 w 228313"/>
              <a:gd name="connsiteY1202" fmla="*/ 226314 h 228123"/>
              <a:gd name="connsiteX1203" fmla="*/ 138017 w 228313"/>
              <a:gd name="connsiteY1203" fmla="*/ 226314 h 228123"/>
              <a:gd name="connsiteX1204" fmla="*/ 138113 w 228313"/>
              <a:gd name="connsiteY1204" fmla="*/ 226314 h 228123"/>
              <a:gd name="connsiteX1205" fmla="*/ 138113 w 228313"/>
              <a:gd name="connsiteY1205" fmla="*/ 226314 h 228123"/>
              <a:gd name="connsiteX1206" fmla="*/ 138208 w 228313"/>
              <a:gd name="connsiteY1206" fmla="*/ 226314 h 228123"/>
              <a:gd name="connsiteX1207" fmla="*/ 138208 w 228313"/>
              <a:gd name="connsiteY1207" fmla="*/ 226314 h 228123"/>
              <a:gd name="connsiteX1208" fmla="*/ 138398 w 228313"/>
              <a:gd name="connsiteY1208" fmla="*/ 226314 h 228123"/>
              <a:gd name="connsiteX1209" fmla="*/ 138398 w 228313"/>
              <a:gd name="connsiteY1209" fmla="*/ 226314 h 228123"/>
              <a:gd name="connsiteX1210" fmla="*/ 138493 w 228313"/>
              <a:gd name="connsiteY1210" fmla="*/ 226314 h 228123"/>
              <a:gd name="connsiteX1211" fmla="*/ 138493 w 228313"/>
              <a:gd name="connsiteY1211" fmla="*/ 226314 h 228123"/>
              <a:gd name="connsiteX1212" fmla="*/ 138589 w 228313"/>
              <a:gd name="connsiteY1212" fmla="*/ 226314 h 228123"/>
              <a:gd name="connsiteX1213" fmla="*/ 138589 w 228313"/>
              <a:gd name="connsiteY1213" fmla="*/ 226314 h 228123"/>
              <a:gd name="connsiteX1214" fmla="*/ 138684 w 228313"/>
              <a:gd name="connsiteY1214" fmla="*/ 226314 h 228123"/>
              <a:gd name="connsiteX1215" fmla="*/ 138684 w 228313"/>
              <a:gd name="connsiteY1215" fmla="*/ 226314 h 228123"/>
              <a:gd name="connsiteX1216" fmla="*/ 138779 w 228313"/>
              <a:gd name="connsiteY1216" fmla="*/ 226314 h 228123"/>
              <a:gd name="connsiteX1217" fmla="*/ 138874 w 228313"/>
              <a:gd name="connsiteY1217" fmla="*/ 226314 h 228123"/>
              <a:gd name="connsiteX1218" fmla="*/ 138874 w 228313"/>
              <a:gd name="connsiteY1218" fmla="*/ 226314 h 228123"/>
              <a:gd name="connsiteX1219" fmla="*/ 138970 w 228313"/>
              <a:gd name="connsiteY1219" fmla="*/ 226314 h 228123"/>
              <a:gd name="connsiteX1220" fmla="*/ 138970 w 228313"/>
              <a:gd name="connsiteY1220" fmla="*/ 226314 h 228123"/>
              <a:gd name="connsiteX1221" fmla="*/ 139065 w 228313"/>
              <a:gd name="connsiteY1221" fmla="*/ 226314 h 228123"/>
              <a:gd name="connsiteX1222" fmla="*/ 139065 w 228313"/>
              <a:gd name="connsiteY1222" fmla="*/ 226314 h 228123"/>
              <a:gd name="connsiteX1223" fmla="*/ 139160 w 228313"/>
              <a:gd name="connsiteY1223" fmla="*/ 226314 h 228123"/>
              <a:gd name="connsiteX1224" fmla="*/ 139160 w 228313"/>
              <a:gd name="connsiteY1224" fmla="*/ 226314 h 228123"/>
              <a:gd name="connsiteX1225" fmla="*/ 139351 w 228313"/>
              <a:gd name="connsiteY1225" fmla="*/ 226314 h 228123"/>
              <a:gd name="connsiteX1226" fmla="*/ 139351 w 228313"/>
              <a:gd name="connsiteY1226" fmla="*/ 226314 h 228123"/>
              <a:gd name="connsiteX1227" fmla="*/ 139446 w 228313"/>
              <a:gd name="connsiteY1227" fmla="*/ 226314 h 228123"/>
              <a:gd name="connsiteX1228" fmla="*/ 139446 w 228313"/>
              <a:gd name="connsiteY1228" fmla="*/ 226314 h 228123"/>
              <a:gd name="connsiteX1229" fmla="*/ 139541 w 228313"/>
              <a:gd name="connsiteY1229" fmla="*/ 226314 h 228123"/>
              <a:gd name="connsiteX1230" fmla="*/ 139541 w 228313"/>
              <a:gd name="connsiteY1230" fmla="*/ 226314 h 228123"/>
              <a:gd name="connsiteX1231" fmla="*/ 139636 w 228313"/>
              <a:gd name="connsiteY1231" fmla="*/ 226314 h 228123"/>
              <a:gd name="connsiteX1232" fmla="*/ 139636 w 228313"/>
              <a:gd name="connsiteY1232" fmla="*/ 226314 h 228123"/>
              <a:gd name="connsiteX1233" fmla="*/ 139827 w 228313"/>
              <a:gd name="connsiteY1233" fmla="*/ 226314 h 228123"/>
              <a:gd name="connsiteX1234" fmla="*/ 139827 w 228313"/>
              <a:gd name="connsiteY1234" fmla="*/ 226314 h 228123"/>
              <a:gd name="connsiteX1235" fmla="*/ 139922 w 228313"/>
              <a:gd name="connsiteY1235" fmla="*/ 226314 h 228123"/>
              <a:gd name="connsiteX1236" fmla="*/ 139922 w 228313"/>
              <a:gd name="connsiteY1236" fmla="*/ 226314 h 228123"/>
              <a:gd name="connsiteX1237" fmla="*/ 140017 w 228313"/>
              <a:gd name="connsiteY1237" fmla="*/ 226314 h 228123"/>
              <a:gd name="connsiteX1238" fmla="*/ 140017 w 228313"/>
              <a:gd name="connsiteY1238" fmla="*/ 226314 h 228123"/>
              <a:gd name="connsiteX1239" fmla="*/ 140113 w 228313"/>
              <a:gd name="connsiteY1239" fmla="*/ 226314 h 228123"/>
              <a:gd name="connsiteX1240" fmla="*/ 140113 w 228313"/>
              <a:gd name="connsiteY1240" fmla="*/ 226314 h 228123"/>
              <a:gd name="connsiteX1241" fmla="*/ 140303 w 228313"/>
              <a:gd name="connsiteY1241" fmla="*/ 226314 h 228123"/>
              <a:gd name="connsiteX1242" fmla="*/ 140303 w 228313"/>
              <a:gd name="connsiteY1242" fmla="*/ 226314 h 228123"/>
              <a:gd name="connsiteX1243" fmla="*/ 140398 w 228313"/>
              <a:gd name="connsiteY1243" fmla="*/ 226314 h 228123"/>
              <a:gd name="connsiteX1244" fmla="*/ 140398 w 228313"/>
              <a:gd name="connsiteY1244" fmla="*/ 226314 h 228123"/>
              <a:gd name="connsiteX1245" fmla="*/ 140494 w 228313"/>
              <a:gd name="connsiteY1245" fmla="*/ 226314 h 228123"/>
              <a:gd name="connsiteX1246" fmla="*/ 140494 w 228313"/>
              <a:gd name="connsiteY1246" fmla="*/ 226314 h 228123"/>
              <a:gd name="connsiteX1247" fmla="*/ 140589 w 228313"/>
              <a:gd name="connsiteY1247" fmla="*/ 226314 h 228123"/>
              <a:gd name="connsiteX1248" fmla="*/ 140589 w 228313"/>
              <a:gd name="connsiteY1248" fmla="*/ 226314 h 228123"/>
              <a:gd name="connsiteX1249" fmla="*/ 140779 w 228313"/>
              <a:gd name="connsiteY1249" fmla="*/ 226314 h 228123"/>
              <a:gd name="connsiteX1250" fmla="*/ 140779 w 228313"/>
              <a:gd name="connsiteY1250" fmla="*/ 226314 h 228123"/>
              <a:gd name="connsiteX1251" fmla="*/ 140875 w 228313"/>
              <a:gd name="connsiteY1251" fmla="*/ 226314 h 228123"/>
              <a:gd name="connsiteX1252" fmla="*/ 140875 w 228313"/>
              <a:gd name="connsiteY1252" fmla="*/ 226314 h 228123"/>
              <a:gd name="connsiteX1253" fmla="*/ 140970 w 228313"/>
              <a:gd name="connsiteY1253" fmla="*/ 226314 h 228123"/>
              <a:gd name="connsiteX1254" fmla="*/ 140970 w 228313"/>
              <a:gd name="connsiteY1254" fmla="*/ 226314 h 228123"/>
              <a:gd name="connsiteX1255" fmla="*/ 141065 w 228313"/>
              <a:gd name="connsiteY1255" fmla="*/ 226314 h 228123"/>
              <a:gd name="connsiteX1256" fmla="*/ 141065 w 228313"/>
              <a:gd name="connsiteY1256" fmla="*/ 226314 h 228123"/>
              <a:gd name="connsiteX1257" fmla="*/ 141256 w 228313"/>
              <a:gd name="connsiteY1257" fmla="*/ 226314 h 228123"/>
              <a:gd name="connsiteX1258" fmla="*/ 141256 w 228313"/>
              <a:gd name="connsiteY1258" fmla="*/ 226314 h 228123"/>
              <a:gd name="connsiteX1259" fmla="*/ 141351 w 228313"/>
              <a:gd name="connsiteY1259" fmla="*/ 226314 h 228123"/>
              <a:gd name="connsiteX1260" fmla="*/ 141351 w 228313"/>
              <a:gd name="connsiteY1260" fmla="*/ 226314 h 228123"/>
              <a:gd name="connsiteX1261" fmla="*/ 141446 w 228313"/>
              <a:gd name="connsiteY1261" fmla="*/ 226314 h 228123"/>
              <a:gd name="connsiteX1262" fmla="*/ 141446 w 228313"/>
              <a:gd name="connsiteY1262" fmla="*/ 226314 h 228123"/>
              <a:gd name="connsiteX1263" fmla="*/ 141827 w 228313"/>
              <a:gd name="connsiteY1263" fmla="*/ 226219 h 228123"/>
              <a:gd name="connsiteX1264" fmla="*/ 141827 w 228313"/>
              <a:gd name="connsiteY1264" fmla="*/ 226219 h 228123"/>
              <a:gd name="connsiteX1265" fmla="*/ 141922 w 228313"/>
              <a:gd name="connsiteY1265" fmla="*/ 226219 h 228123"/>
              <a:gd name="connsiteX1266" fmla="*/ 141922 w 228313"/>
              <a:gd name="connsiteY1266" fmla="*/ 226219 h 228123"/>
              <a:gd name="connsiteX1267" fmla="*/ 145637 w 228313"/>
              <a:gd name="connsiteY1267" fmla="*/ 225266 h 228123"/>
              <a:gd name="connsiteX1268" fmla="*/ 143065 w 228313"/>
              <a:gd name="connsiteY1268" fmla="*/ 216122 h 228123"/>
              <a:gd name="connsiteX1269" fmla="*/ 125349 w 228313"/>
              <a:gd name="connsiteY1269" fmla="*/ 218408 h 228123"/>
              <a:gd name="connsiteX1270" fmla="*/ 173926 w 228313"/>
              <a:gd name="connsiteY1270" fmla="*/ 200311 h 228123"/>
              <a:gd name="connsiteX1271" fmla="*/ 179356 w 228313"/>
              <a:gd name="connsiteY1271" fmla="*/ 208121 h 228123"/>
              <a:gd name="connsiteX1272" fmla="*/ 190405 w 228313"/>
              <a:gd name="connsiteY1272" fmla="*/ 199358 h 228123"/>
              <a:gd name="connsiteX1273" fmla="*/ 190405 w 228313"/>
              <a:gd name="connsiteY1273" fmla="*/ 199358 h 228123"/>
              <a:gd name="connsiteX1274" fmla="*/ 190690 w 228313"/>
              <a:gd name="connsiteY1274" fmla="*/ 199073 h 228123"/>
              <a:gd name="connsiteX1275" fmla="*/ 190690 w 228313"/>
              <a:gd name="connsiteY1275" fmla="*/ 199073 h 228123"/>
              <a:gd name="connsiteX1276" fmla="*/ 190786 w 228313"/>
              <a:gd name="connsiteY1276" fmla="*/ 198977 h 228123"/>
              <a:gd name="connsiteX1277" fmla="*/ 190786 w 228313"/>
              <a:gd name="connsiteY1277" fmla="*/ 198977 h 228123"/>
              <a:gd name="connsiteX1278" fmla="*/ 190881 w 228313"/>
              <a:gd name="connsiteY1278" fmla="*/ 198882 h 228123"/>
              <a:gd name="connsiteX1279" fmla="*/ 190881 w 228313"/>
              <a:gd name="connsiteY1279" fmla="*/ 198882 h 228123"/>
              <a:gd name="connsiteX1280" fmla="*/ 190976 w 228313"/>
              <a:gd name="connsiteY1280" fmla="*/ 198787 h 228123"/>
              <a:gd name="connsiteX1281" fmla="*/ 190976 w 228313"/>
              <a:gd name="connsiteY1281" fmla="*/ 198787 h 228123"/>
              <a:gd name="connsiteX1282" fmla="*/ 191167 w 228313"/>
              <a:gd name="connsiteY1282" fmla="*/ 198596 h 228123"/>
              <a:gd name="connsiteX1283" fmla="*/ 191167 w 228313"/>
              <a:gd name="connsiteY1283" fmla="*/ 198596 h 228123"/>
              <a:gd name="connsiteX1284" fmla="*/ 191262 w 228313"/>
              <a:gd name="connsiteY1284" fmla="*/ 198501 h 228123"/>
              <a:gd name="connsiteX1285" fmla="*/ 191262 w 228313"/>
              <a:gd name="connsiteY1285" fmla="*/ 198501 h 228123"/>
              <a:gd name="connsiteX1286" fmla="*/ 191357 w 228313"/>
              <a:gd name="connsiteY1286" fmla="*/ 198406 h 228123"/>
              <a:gd name="connsiteX1287" fmla="*/ 191357 w 228313"/>
              <a:gd name="connsiteY1287" fmla="*/ 198406 h 228123"/>
              <a:gd name="connsiteX1288" fmla="*/ 191452 w 228313"/>
              <a:gd name="connsiteY1288" fmla="*/ 198311 h 228123"/>
              <a:gd name="connsiteX1289" fmla="*/ 191452 w 228313"/>
              <a:gd name="connsiteY1289" fmla="*/ 198311 h 228123"/>
              <a:gd name="connsiteX1290" fmla="*/ 191738 w 228313"/>
              <a:gd name="connsiteY1290" fmla="*/ 198120 h 228123"/>
              <a:gd name="connsiteX1291" fmla="*/ 191738 w 228313"/>
              <a:gd name="connsiteY1291" fmla="*/ 198120 h 228123"/>
              <a:gd name="connsiteX1292" fmla="*/ 191833 w 228313"/>
              <a:gd name="connsiteY1292" fmla="*/ 198025 h 228123"/>
              <a:gd name="connsiteX1293" fmla="*/ 191833 w 228313"/>
              <a:gd name="connsiteY1293" fmla="*/ 198025 h 228123"/>
              <a:gd name="connsiteX1294" fmla="*/ 191929 w 228313"/>
              <a:gd name="connsiteY1294" fmla="*/ 198025 h 228123"/>
              <a:gd name="connsiteX1295" fmla="*/ 191929 w 228313"/>
              <a:gd name="connsiteY1295" fmla="*/ 198025 h 228123"/>
              <a:gd name="connsiteX1296" fmla="*/ 192024 w 228313"/>
              <a:gd name="connsiteY1296" fmla="*/ 197929 h 228123"/>
              <a:gd name="connsiteX1297" fmla="*/ 192024 w 228313"/>
              <a:gd name="connsiteY1297" fmla="*/ 197929 h 228123"/>
              <a:gd name="connsiteX1298" fmla="*/ 192214 w 228313"/>
              <a:gd name="connsiteY1298" fmla="*/ 197739 h 228123"/>
              <a:gd name="connsiteX1299" fmla="*/ 192214 w 228313"/>
              <a:gd name="connsiteY1299" fmla="*/ 197739 h 228123"/>
              <a:gd name="connsiteX1300" fmla="*/ 192309 w 228313"/>
              <a:gd name="connsiteY1300" fmla="*/ 197739 h 228123"/>
              <a:gd name="connsiteX1301" fmla="*/ 192309 w 228313"/>
              <a:gd name="connsiteY1301" fmla="*/ 197739 h 228123"/>
              <a:gd name="connsiteX1302" fmla="*/ 192309 w 228313"/>
              <a:gd name="connsiteY1302" fmla="*/ 197739 h 228123"/>
              <a:gd name="connsiteX1303" fmla="*/ 192309 w 228313"/>
              <a:gd name="connsiteY1303" fmla="*/ 197739 h 228123"/>
              <a:gd name="connsiteX1304" fmla="*/ 192405 w 228313"/>
              <a:gd name="connsiteY1304" fmla="*/ 197739 h 228123"/>
              <a:gd name="connsiteX1305" fmla="*/ 192405 w 228313"/>
              <a:gd name="connsiteY1305" fmla="*/ 197739 h 228123"/>
              <a:gd name="connsiteX1306" fmla="*/ 192500 w 228313"/>
              <a:gd name="connsiteY1306" fmla="*/ 197644 h 228123"/>
              <a:gd name="connsiteX1307" fmla="*/ 192500 w 228313"/>
              <a:gd name="connsiteY1307" fmla="*/ 197644 h 228123"/>
              <a:gd name="connsiteX1308" fmla="*/ 192595 w 228313"/>
              <a:gd name="connsiteY1308" fmla="*/ 197548 h 228123"/>
              <a:gd name="connsiteX1309" fmla="*/ 192595 w 228313"/>
              <a:gd name="connsiteY1309" fmla="*/ 197548 h 228123"/>
              <a:gd name="connsiteX1310" fmla="*/ 192691 w 228313"/>
              <a:gd name="connsiteY1310" fmla="*/ 197453 h 228123"/>
              <a:gd name="connsiteX1311" fmla="*/ 192691 w 228313"/>
              <a:gd name="connsiteY1311" fmla="*/ 197453 h 228123"/>
              <a:gd name="connsiteX1312" fmla="*/ 192691 w 228313"/>
              <a:gd name="connsiteY1312" fmla="*/ 197453 h 228123"/>
              <a:gd name="connsiteX1313" fmla="*/ 192691 w 228313"/>
              <a:gd name="connsiteY1313" fmla="*/ 197453 h 228123"/>
              <a:gd name="connsiteX1314" fmla="*/ 192691 w 228313"/>
              <a:gd name="connsiteY1314" fmla="*/ 197453 h 228123"/>
              <a:gd name="connsiteX1315" fmla="*/ 192691 w 228313"/>
              <a:gd name="connsiteY1315" fmla="*/ 197453 h 228123"/>
              <a:gd name="connsiteX1316" fmla="*/ 192691 w 228313"/>
              <a:gd name="connsiteY1316" fmla="*/ 197453 h 228123"/>
              <a:gd name="connsiteX1317" fmla="*/ 192691 w 228313"/>
              <a:gd name="connsiteY1317" fmla="*/ 197453 h 228123"/>
              <a:gd name="connsiteX1318" fmla="*/ 192786 w 228313"/>
              <a:gd name="connsiteY1318" fmla="*/ 197358 h 228123"/>
              <a:gd name="connsiteX1319" fmla="*/ 192786 w 228313"/>
              <a:gd name="connsiteY1319" fmla="*/ 197358 h 228123"/>
              <a:gd name="connsiteX1320" fmla="*/ 192881 w 228313"/>
              <a:gd name="connsiteY1320" fmla="*/ 197263 h 228123"/>
              <a:gd name="connsiteX1321" fmla="*/ 192881 w 228313"/>
              <a:gd name="connsiteY1321" fmla="*/ 197263 h 228123"/>
              <a:gd name="connsiteX1322" fmla="*/ 192881 w 228313"/>
              <a:gd name="connsiteY1322" fmla="*/ 197263 h 228123"/>
              <a:gd name="connsiteX1323" fmla="*/ 192881 w 228313"/>
              <a:gd name="connsiteY1323" fmla="*/ 197263 h 228123"/>
              <a:gd name="connsiteX1324" fmla="*/ 192881 w 228313"/>
              <a:gd name="connsiteY1324" fmla="*/ 197263 h 228123"/>
              <a:gd name="connsiteX1325" fmla="*/ 192881 w 228313"/>
              <a:gd name="connsiteY1325" fmla="*/ 197263 h 228123"/>
              <a:gd name="connsiteX1326" fmla="*/ 192881 w 228313"/>
              <a:gd name="connsiteY1326" fmla="*/ 197263 h 228123"/>
              <a:gd name="connsiteX1327" fmla="*/ 192881 w 228313"/>
              <a:gd name="connsiteY1327" fmla="*/ 197263 h 228123"/>
              <a:gd name="connsiteX1328" fmla="*/ 192881 w 228313"/>
              <a:gd name="connsiteY1328" fmla="*/ 197263 h 228123"/>
              <a:gd name="connsiteX1329" fmla="*/ 192881 w 228313"/>
              <a:gd name="connsiteY1329" fmla="*/ 197263 h 228123"/>
              <a:gd name="connsiteX1330" fmla="*/ 192881 w 228313"/>
              <a:gd name="connsiteY1330" fmla="*/ 197263 h 228123"/>
              <a:gd name="connsiteX1331" fmla="*/ 192881 w 228313"/>
              <a:gd name="connsiteY1331" fmla="*/ 197263 h 228123"/>
              <a:gd name="connsiteX1332" fmla="*/ 192881 w 228313"/>
              <a:gd name="connsiteY1332" fmla="*/ 197263 h 228123"/>
              <a:gd name="connsiteX1333" fmla="*/ 192881 w 228313"/>
              <a:gd name="connsiteY1333" fmla="*/ 197263 h 228123"/>
              <a:gd name="connsiteX1334" fmla="*/ 192976 w 228313"/>
              <a:gd name="connsiteY1334" fmla="*/ 197168 h 228123"/>
              <a:gd name="connsiteX1335" fmla="*/ 192976 w 228313"/>
              <a:gd name="connsiteY1335" fmla="*/ 197168 h 228123"/>
              <a:gd name="connsiteX1336" fmla="*/ 192976 w 228313"/>
              <a:gd name="connsiteY1336" fmla="*/ 197168 h 228123"/>
              <a:gd name="connsiteX1337" fmla="*/ 192976 w 228313"/>
              <a:gd name="connsiteY1337" fmla="*/ 197168 h 228123"/>
              <a:gd name="connsiteX1338" fmla="*/ 192976 w 228313"/>
              <a:gd name="connsiteY1338" fmla="*/ 197168 h 228123"/>
              <a:gd name="connsiteX1339" fmla="*/ 192976 w 228313"/>
              <a:gd name="connsiteY1339" fmla="*/ 197168 h 228123"/>
              <a:gd name="connsiteX1340" fmla="*/ 192976 w 228313"/>
              <a:gd name="connsiteY1340" fmla="*/ 197168 h 228123"/>
              <a:gd name="connsiteX1341" fmla="*/ 192976 w 228313"/>
              <a:gd name="connsiteY1341" fmla="*/ 197168 h 228123"/>
              <a:gd name="connsiteX1342" fmla="*/ 192976 w 228313"/>
              <a:gd name="connsiteY1342" fmla="*/ 197168 h 228123"/>
              <a:gd name="connsiteX1343" fmla="*/ 192976 w 228313"/>
              <a:gd name="connsiteY1343" fmla="*/ 197168 h 228123"/>
              <a:gd name="connsiteX1344" fmla="*/ 192976 w 228313"/>
              <a:gd name="connsiteY1344" fmla="*/ 197168 h 228123"/>
              <a:gd name="connsiteX1345" fmla="*/ 192976 w 228313"/>
              <a:gd name="connsiteY1345" fmla="*/ 197168 h 228123"/>
              <a:gd name="connsiteX1346" fmla="*/ 193072 w 228313"/>
              <a:gd name="connsiteY1346" fmla="*/ 197072 h 228123"/>
              <a:gd name="connsiteX1347" fmla="*/ 193072 w 228313"/>
              <a:gd name="connsiteY1347" fmla="*/ 197072 h 228123"/>
              <a:gd name="connsiteX1348" fmla="*/ 193072 w 228313"/>
              <a:gd name="connsiteY1348" fmla="*/ 197072 h 228123"/>
              <a:gd name="connsiteX1349" fmla="*/ 193072 w 228313"/>
              <a:gd name="connsiteY1349" fmla="*/ 197072 h 228123"/>
              <a:gd name="connsiteX1350" fmla="*/ 193072 w 228313"/>
              <a:gd name="connsiteY1350" fmla="*/ 197072 h 228123"/>
              <a:gd name="connsiteX1351" fmla="*/ 193072 w 228313"/>
              <a:gd name="connsiteY1351" fmla="*/ 197072 h 228123"/>
              <a:gd name="connsiteX1352" fmla="*/ 193072 w 228313"/>
              <a:gd name="connsiteY1352" fmla="*/ 197072 h 228123"/>
              <a:gd name="connsiteX1353" fmla="*/ 193072 w 228313"/>
              <a:gd name="connsiteY1353" fmla="*/ 197072 h 228123"/>
              <a:gd name="connsiteX1354" fmla="*/ 193072 w 228313"/>
              <a:gd name="connsiteY1354" fmla="*/ 197072 h 228123"/>
              <a:gd name="connsiteX1355" fmla="*/ 193072 w 228313"/>
              <a:gd name="connsiteY1355" fmla="*/ 197072 h 228123"/>
              <a:gd name="connsiteX1356" fmla="*/ 193072 w 228313"/>
              <a:gd name="connsiteY1356" fmla="*/ 197072 h 228123"/>
              <a:gd name="connsiteX1357" fmla="*/ 193072 w 228313"/>
              <a:gd name="connsiteY1357" fmla="*/ 197072 h 228123"/>
              <a:gd name="connsiteX1358" fmla="*/ 193072 w 228313"/>
              <a:gd name="connsiteY1358" fmla="*/ 197072 h 228123"/>
              <a:gd name="connsiteX1359" fmla="*/ 193167 w 228313"/>
              <a:gd name="connsiteY1359" fmla="*/ 196977 h 228123"/>
              <a:gd name="connsiteX1360" fmla="*/ 193167 w 228313"/>
              <a:gd name="connsiteY1360" fmla="*/ 196977 h 228123"/>
              <a:gd name="connsiteX1361" fmla="*/ 193167 w 228313"/>
              <a:gd name="connsiteY1361" fmla="*/ 196977 h 228123"/>
              <a:gd name="connsiteX1362" fmla="*/ 193167 w 228313"/>
              <a:gd name="connsiteY1362" fmla="*/ 196977 h 228123"/>
              <a:gd name="connsiteX1363" fmla="*/ 186499 w 228313"/>
              <a:gd name="connsiteY1363" fmla="*/ 190214 h 228123"/>
              <a:gd name="connsiteX1364" fmla="*/ 173926 w 228313"/>
              <a:gd name="connsiteY1364" fmla="*/ 200311 h 228123"/>
              <a:gd name="connsiteX1365" fmla="*/ 193357 w 228313"/>
              <a:gd name="connsiteY1365" fmla="*/ 182785 h 228123"/>
              <a:gd name="connsiteX1366" fmla="*/ 200596 w 228313"/>
              <a:gd name="connsiteY1366" fmla="*/ 188976 h 228123"/>
              <a:gd name="connsiteX1367" fmla="*/ 200692 w 228313"/>
              <a:gd name="connsiteY1367" fmla="*/ 188881 h 228123"/>
              <a:gd name="connsiteX1368" fmla="*/ 200692 w 228313"/>
              <a:gd name="connsiteY1368" fmla="*/ 188881 h 228123"/>
              <a:gd name="connsiteX1369" fmla="*/ 200692 w 228313"/>
              <a:gd name="connsiteY1369" fmla="*/ 188786 h 228123"/>
              <a:gd name="connsiteX1370" fmla="*/ 200692 w 228313"/>
              <a:gd name="connsiteY1370" fmla="*/ 188786 h 228123"/>
              <a:gd name="connsiteX1371" fmla="*/ 205549 w 228313"/>
              <a:gd name="connsiteY1371" fmla="*/ 182690 h 228123"/>
              <a:gd name="connsiteX1372" fmla="*/ 205835 w 228313"/>
              <a:gd name="connsiteY1372" fmla="*/ 182309 h 228123"/>
              <a:gd name="connsiteX1373" fmla="*/ 205835 w 228313"/>
              <a:gd name="connsiteY1373" fmla="*/ 182309 h 228123"/>
              <a:gd name="connsiteX1374" fmla="*/ 205835 w 228313"/>
              <a:gd name="connsiteY1374" fmla="*/ 182213 h 228123"/>
              <a:gd name="connsiteX1375" fmla="*/ 205835 w 228313"/>
              <a:gd name="connsiteY1375" fmla="*/ 182213 h 228123"/>
              <a:gd name="connsiteX1376" fmla="*/ 205835 w 228313"/>
              <a:gd name="connsiteY1376" fmla="*/ 182118 h 228123"/>
              <a:gd name="connsiteX1377" fmla="*/ 205835 w 228313"/>
              <a:gd name="connsiteY1377" fmla="*/ 182118 h 228123"/>
              <a:gd name="connsiteX1378" fmla="*/ 205835 w 228313"/>
              <a:gd name="connsiteY1378" fmla="*/ 182023 h 228123"/>
              <a:gd name="connsiteX1379" fmla="*/ 205835 w 228313"/>
              <a:gd name="connsiteY1379" fmla="*/ 182023 h 228123"/>
              <a:gd name="connsiteX1380" fmla="*/ 206026 w 228313"/>
              <a:gd name="connsiteY1380" fmla="*/ 181832 h 228123"/>
              <a:gd name="connsiteX1381" fmla="*/ 206026 w 228313"/>
              <a:gd name="connsiteY1381" fmla="*/ 181832 h 228123"/>
              <a:gd name="connsiteX1382" fmla="*/ 206026 w 228313"/>
              <a:gd name="connsiteY1382" fmla="*/ 181832 h 228123"/>
              <a:gd name="connsiteX1383" fmla="*/ 206026 w 228313"/>
              <a:gd name="connsiteY1383" fmla="*/ 181832 h 228123"/>
              <a:gd name="connsiteX1384" fmla="*/ 206026 w 228313"/>
              <a:gd name="connsiteY1384" fmla="*/ 181737 h 228123"/>
              <a:gd name="connsiteX1385" fmla="*/ 206026 w 228313"/>
              <a:gd name="connsiteY1385" fmla="*/ 181737 h 228123"/>
              <a:gd name="connsiteX1386" fmla="*/ 206026 w 228313"/>
              <a:gd name="connsiteY1386" fmla="*/ 181642 h 228123"/>
              <a:gd name="connsiteX1387" fmla="*/ 206026 w 228313"/>
              <a:gd name="connsiteY1387" fmla="*/ 181642 h 228123"/>
              <a:gd name="connsiteX1388" fmla="*/ 206026 w 228313"/>
              <a:gd name="connsiteY1388" fmla="*/ 181547 h 228123"/>
              <a:gd name="connsiteX1389" fmla="*/ 206026 w 228313"/>
              <a:gd name="connsiteY1389" fmla="*/ 181547 h 228123"/>
              <a:gd name="connsiteX1390" fmla="*/ 206121 w 228313"/>
              <a:gd name="connsiteY1390" fmla="*/ 181356 h 228123"/>
              <a:gd name="connsiteX1391" fmla="*/ 206121 w 228313"/>
              <a:gd name="connsiteY1391" fmla="*/ 181356 h 228123"/>
              <a:gd name="connsiteX1392" fmla="*/ 206121 w 228313"/>
              <a:gd name="connsiteY1392" fmla="*/ 181356 h 228123"/>
              <a:gd name="connsiteX1393" fmla="*/ 206121 w 228313"/>
              <a:gd name="connsiteY1393" fmla="*/ 181356 h 228123"/>
              <a:gd name="connsiteX1394" fmla="*/ 206121 w 228313"/>
              <a:gd name="connsiteY1394" fmla="*/ 181356 h 228123"/>
              <a:gd name="connsiteX1395" fmla="*/ 206121 w 228313"/>
              <a:gd name="connsiteY1395" fmla="*/ 181356 h 228123"/>
              <a:gd name="connsiteX1396" fmla="*/ 206121 w 228313"/>
              <a:gd name="connsiteY1396" fmla="*/ 181356 h 228123"/>
              <a:gd name="connsiteX1397" fmla="*/ 206121 w 228313"/>
              <a:gd name="connsiteY1397" fmla="*/ 181356 h 228123"/>
              <a:gd name="connsiteX1398" fmla="*/ 206121 w 228313"/>
              <a:gd name="connsiteY1398" fmla="*/ 181356 h 228123"/>
              <a:gd name="connsiteX1399" fmla="*/ 206121 w 228313"/>
              <a:gd name="connsiteY1399" fmla="*/ 181356 h 228123"/>
              <a:gd name="connsiteX1400" fmla="*/ 206121 w 228313"/>
              <a:gd name="connsiteY1400" fmla="*/ 181356 h 228123"/>
              <a:gd name="connsiteX1401" fmla="*/ 206121 w 228313"/>
              <a:gd name="connsiteY1401" fmla="*/ 181356 h 228123"/>
              <a:gd name="connsiteX1402" fmla="*/ 206121 w 228313"/>
              <a:gd name="connsiteY1402" fmla="*/ 181261 h 228123"/>
              <a:gd name="connsiteX1403" fmla="*/ 206121 w 228313"/>
              <a:gd name="connsiteY1403" fmla="*/ 181261 h 228123"/>
              <a:gd name="connsiteX1404" fmla="*/ 206121 w 228313"/>
              <a:gd name="connsiteY1404" fmla="*/ 181261 h 228123"/>
              <a:gd name="connsiteX1405" fmla="*/ 206121 w 228313"/>
              <a:gd name="connsiteY1405" fmla="*/ 181261 h 228123"/>
              <a:gd name="connsiteX1406" fmla="*/ 206121 w 228313"/>
              <a:gd name="connsiteY1406" fmla="*/ 181261 h 228123"/>
              <a:gd name="connsiteX1407" fmla="*/ 206121 w 228313"/>
              <a:gd name="connsiteY1407" fmla="*/ 181261 h 228123"/>
              <a:gd name="connsiteX1408" fmla="*/ 206121 w 228313"/>
              <a:gd name="connsiteY1408" fmla="*/ 181261 h 228123"/>
              <a:gd name="connsiteX1409" fmla="*/ 206121 w 228313"/>
              <a:gd name="connsiteY1409" fmla="*/ 181261 h 228123"/>
              <a:gd name="connsiteX1410" fmla="*/ 206121 w 228313"/>
              <a:gd name="connsiteY1410" fmla="*/ 181261 h 228123"/>
              <a:gd name="connsiteX1411" fmla="*/ 206121 w 228313"/>
              <a:gd name="connsiteY1411" fmla="*/ 181261 h 228123"/>
              <a:gd name="connsiteX1412" fmla="*/ 206121 w 228313"/>
              <a:gd name="connsiteY1412" fmla="*/ 181261 h 228123"/>
              <a:gd name="connsiteX1413" fmla="*/ 206121 w 228313"/>
              <a:gd name="connsiteY1413" fmla="*/ 181166 h 228123"/>
              <a:gd name="connsiteX1414" fmla="*/ 206121 w 228313"/>
              <a:gd name="connsiteY1414" fmla="*/ 181166 h 228123"/>
              <a:gd name="connsiteX1415" fmla="*/ 206121 w 228313"/>
              <a:gd name="connsiteY1415" fmla="*/ 181070 h 228123"/>
              <a:gd name="connsiteX1416" fmla="*/ 206121 w 228313"/>
              <a:gd name="connsiteY1416" fmla="*/ 181070 h 228123"/>
              <a:gd name="connsiteX1417" fmla="*/ 206121 w 228313"/>
              <a:gd name="connsiteY1417" fmla="*/ 181070 h 228123"/>
              <a:gd name="connsiteX1418" fmla="*/ 206121 w 228313"/>
              <a:gd name="connsiteY1418" fmla="*/ 181070 h 228123"/>
              <a:gd name="connsiteX1419" fmla="*/ 206121 w 228313"/>
              <a:gd name="connsiteY1419" fmla="*/ 181070 h 228123"/>
              <a:gd name="connsiteX1420" fmla="*/ 206121 w 228313"/>
              <a:gd name="connsiteY1420" fmla="*/ 181070 h 228123"/>
              <a:gd name="connsiteX1421" fmla="*/ 206121 w 228313"/>
              <a:gd name="connsiteY1421" fmla="*/ 181070 h 228123"/>
              <a:gd name="connsiteX1422" fmla="*/ 206121 w 228313"/>
              <a:gd name="connsiteY1422" fmla="*/ 181070 h 228123"/>
              <a:gd name="connsiteX1423" fmla="*/ 206121 w 228313"/>
              <a:gd name="connsiteY1423" fmla="*/ 181070 h 228123"/>
              <a:gd name="connsiteX1424" fmla="*/ 206121 w 228313"/>
              <a:gd name="connsiteY1424" fmla="*/ 181070 h 228123"/>
              <a:gd name="connsiteX1425" fmla="*/ 206121 w 228313"/>
              <a:gd name="connsiteY1425" fmla="*/ 181070 h 228123"/>
              <a:gd name="connsiteX1426" fmla="*/ 206121 w 228313"/>
              <a:gd name="connsiteY1426" fmla="*/ 181070 h 228123"/>
              <a:gd name="connsiteX1427" fmla="*/ 206121 w 228313"/>
              <a:gd name="connsiteY1427" fmla="*/ 180975 h 228123"/>
              <a:gd name="connsiteX1428" fmla="*/ 206121 w 228313"/>
              <a:gd name="connsiteY1428" fmla="*/ 180975 h 228123"/>
              <a:gd name="connsiteX1429" fmla="*/ 206121 w 228313"/>
              <a:gd name="connsiteY1429" fmla="*/ 180880 h 228123"/>
              <a:gd name="connsiteX1430" fmla="*/ 206121 w 228313"/>
              <a:gd name="connsiteY1430" fmla="*/ 180880 h 228123"/>
              <a:gd name="connsiteX1431" fmla="*/ 206121 w 228313"/>
              <a:gd name="connsiteY1431" fmla="*/ 180880 h 228123"/>
              <a:gd name="connsiteX1432" fmla="*/ 206121 w 228313"/>
              <a:gd name="connsiteY1432" fmla="*/ 180880 h 228123"/>
              <a:gd name="connsiteX1433" fmla="*/ 206121 w 228313"/>
              <a:gd name="connsiteY1433" fmla="*/ 180880 h 228123"/>
              <a:gd name="connsiteX1434" fmla="*/ 206121 w 228313"/>
              <a:gd name="connsiteY1434" fmla="*/ 180880 h 228123"/>
              <a:gd name="connsiteX1435" fmla="*/ 206121 w 228313"/>
              <a:gd name="connsiteY1435" fmla="*/ 180785 h 228123"/>
              <a:gd name="connsiteX1436" fmla="*/ 206121 w 228313"/>
              <a:gd name="connsiteY1436" fmla="*/ 180785 h 228123"/>
              <a:gd name="connsiteX1437" fmla="*/ 206121 w 228313"/>
              <a:gd name="connsiteY1437" fmla="*/ 180689 h 228123"/>
              <a:gd name="connsiteX1438" fmla="*/ 206121 w 228313"/>
              <a:gd name="connsiteY1438" fmla="*/ 180689 h 228123"/>
              <a:gd name="connsiteX1439" fmla="*/ 206216 w 228313"/>
              <a:gd name="connsiteY1439" fmla="*/ 180594 h 228123"/>
              <a:gd name="connsiteX1440" fmla="*/ 206216 w 228313"/>
              <a:gd name="connsiteY1440" fmla="*/ 180594 h 228123"/>
              <a:gd name="connsiteX1441" fmla="*/ 206216 w 228313"/>
              <a:gd name="connsiteY1441" fmla="*/ 180499 h 228123"/>
              <a:gd name="connsiteX1442" fmla="*/ 206216 w 228313"/>
              <a:gd name="connsiteY1442" fmla="*/ 180499 h 228123"/>
              <a:gd name="connsiteX1443" fmla="*/ 206216 w 228313"/>
              <a:gd name="connsiteY1443" fmla="*/ 180404 h 228123"/>
              <a:gd name="connsiteX1444" fmla="*/ 206216 w 228313"/>
              <a:gd name="connsiteY1444" fmla="*/ 180404 h 228123"/>
              <a:gd name="connsiteX1445" fmla="*/ 206216 w 228313"/>
              <a:gd name="connsiteY1445" fmla="*/ 180308 h 228123"/>
              <a:gd name="connsiteX1446" fmla="*/ 206216 w 228313"/>
              <a:gd name="connsiteY1446" fmla="*/ 180308 h 228123"/>
              <a:gd name="connsiteX1447" fmla="*/ 206216 w 228313"/>
              <a:gd name="connsiteY1447" fmla="*/ 180213 h 228123"/>
              <a:gd name="connsiteX1448" fmla="*/ 206216 w 228313"/>
              <a:gd name="connsiteY1448" fmla="*/ 180213 h 228123"/>
              <a:gd name="connsiteX1449" fmla="*/ 206311 w 228313"/>
              <a:gd name="connsiteY1449" fmla="*/ 180023 h 228123"/>
              <a:gd name="connsiteX1450" fmla="*/ 206311 w 228313"/>
              <a:gd name="connsiteY1450" fmla="*/ 180023 h 228123"/>
              <a:gd name="connsiteX1451" fmla="*/ 206311 w 228313"/>
              <a:gd name="connsiteY1451" fmla="*/ 179927 h 228123"/>
              <a:gd name="connsiteX1452" fmla="*/ 206311 w 228313"/>
              <a:gd name="connsiteY1452" fmla="*/ 179927 h 228123"/>
              <a:gd name="connsiteX1453" fmla="*/ 206311 w 228313"/>
              <a:gd name="connsiteY1453" fmla="*/ 179832 h 228123"/>
              <a:gd name="connsiteX1454" fmla="*/ 206311 w 228313"/>
              <a:gd name="connsiteY1454" fmla="*/ 179832 h 228123"/>
              <a:gd name="connsiteX1455" fmla="*/ 206311 w 228313"/>
              <a:gd name="connsiteY1455" fmla="*/ 179737 h 228123"/>
              <a:gd name="connsiteX1456" fmla="*/ 206311 w 228313"/>
              <a:gd name="connsiteY1456" fmla="*/ 179737 h 228123"/>
              <a:gd name="connsiteX1457" fmla="*/ 206311 w 228313"/>
              <a:gd name="connsiteY1457" fmla="*/ 179642 h 228123"/>
              <a:gd name="connsiteX1458" fmla="*/ 206311 w 228313"/>
              <a:gd name="connsiteY1458" fmla="*/ 179642 h 228123"/>
              <a:gd name="connsiteX1459" fmla="*/ 206502 w 228313"/>
              <a:gd name="connsiteY1459" fmla="*/ 179451 h 228123"/>
              <a:gd name="connsiteX1460" fmla="*/ 206502 w 228313"/>
              <a:gd name="connsiteY1460" fmla="*/ 179451 h 228123"/>
              <a:gd name="connsiteX1461" fmla="*/ 206502 w 228313"/>
              <a:gd name="connsiteY1461" fmla="*/ 179356 h 228123"/>
              <a:gd name="connsiteX1462" fmla="*/ 206502 w 228313"/>
              <a:gd name="connsiteY1462" fmla="*/ 179356 h 228123"/>
              <a:gd name="connsiteX1463" fmla="*/ 206502 w 228313"/>
              <a:gd name="connsiteY1463" fmla="*/ 179261 h 228123"/>
              <a:gd name="connsiteX1464" fmla="*/ 206502 w 228313"/>
              <a:gd name="connsiteY1464" fmla="*/ 179261 h 228123"/>
              <a:gd name="connsiteX1465" fmla="*/ 206502 w 228313"/>
              <a:gd name="connsiteY1465" fmla="*/ 179165 h 228123"/>
              <a:gd name="connsiteX1466" fmla="*/ 206502 w 228313"/>
              <a:gd name="connsiteY1466" fmla="*/ 179165 h 228123"/>
              <a:gd name="connsiteX1467" fmla="*/ 206597 w 228313"/>
              <a:gd name="connsiteY1467" fmla="*/ 178975 h 228123"/>
              <a:gd name="connsiteX1468" fmla="*/ 206597 w 228313"/>
              <a:gd name="connsiteY1468" fmla="*/ 178975 h 228123"/>
              <a:gd name="connsiteX1469" fmla="*/ 206597 w 228313"/>
              <a:gd name="connsiteY1469" fmla="*/ 178879 h 228123"/>
              <a:gd name="connsiteX1470" fmla="*/ 206597 w 228313"/>
              <a:gd name="connsiteY1470" fmla="*/ 178879 h 228123"/>
              <a:gd name="connsiteX1471" fmla="*/ 206597 w 228313"/>
              <a:gd name="connsiteY1471" fmla="*/ 178784 h 228123"/>
              <a:gd name="connsiteX1472" fmla="*/ 206597 w 228313"/>
              <a:gd name="connsiteY1472" fmla="*/ 178784 h 228123"/>
              <a:gd name="connsiteX1473" fmla="*/ 206597 w 228313"/>
              <a:gd name="connsiteY1473" fmla="*/ 178689 h 228123"/>
              <a:gd name="connsiteX1474" fmla="*/ 206597 w 228313"/>
              <a:gd name="connsiteY1474" fmla="*/ 178689 h 228123"/>
              <a:gd name="connsiteX1475" fmla="*/ 206597 w 228313"/>
              <a:gd name="connsiteY1475" fmla="*/ 178594 h 228123"/>
              <a:gd name="connsiteX1476" fmla="*/ 206597 w 228313"/>
              <a:gd name="connsiteY1476" fmla="*/ 178594 h 228123"/>
              <a:gd name="connsiteX1477" fmla="*/ 206692 w 228313"/>
              <a:gd name="connsiteY1477" fmla="*/ 178498 h 228123"/>
              <a:gd name="connsiteX1478" fmla="*/ 206692 w 228313"/>
              <a:gd name="connsiteY1478" fmla="*/ 178498 h 228123"/>
              <a:gd name="connsiteX1479" fmla="*/ 206692 w 228313"/>
              <a:gd name="connsiteY1479" fmla="*/ 178403 h 228123"/>
              <a:gd name="connsiteX1480" fmla="*/ 206692 w 228313"/>
              <a:gd name="connsiteY1480" fmla="*/ 178403 h 228123"/>
              <a:gd name="connsiteX1481" fmla="*/ 206692 w 228313"/>
              <a:gd name="connsiteY1481" fmla="*/ 178308 h 228123"/>
              <a:gd name="connsiteX1482" fmla="*/ 206692 w 228313"/>
              <a:gd name="connsiteY1482" fmla="*/ 178308 h 228123"/>
              <a:gd name="connsiteX1483" fmla="*/ 206692 w 228313"/>
              <a:gd name="connsiteY1483" fmla="*/ 178213 h 228123"/>
              <a:gd name="connsiteX1484" fmla="*/ 206692 w 228313"/>
              <a:gd name="connsiteY1484" fmla="*/ 178213 h 228123"/>
              <a:gd name="connsiteX1485" fmla="*/ 206692 w 228313"/>
              <a:gd name="connsiteY1485" fmla="*/ 178118 h 228123"/>
              <a:gd name="connsiteX1486" fmla="*/ 206788 w 228313"/>
              <a:gd name="connsiteY1486" fmla="*/ 177927 h 228123"/>
              <a:gd name="connsiteX1487" fmla="*/ 206788 w 228313"/>
              <a:gd name="connsiteY1487" fmla="*/ 177927 h 228123"/>
              <a:gd name="connsiteX1488" fmla="*/ 206788 w 228313"/>
              <a:gd name="connsiteY1488" fmla="*/ 177832 h 228123"/>
              <a:gd name="connsiteX1489" fmla="*/ 206788 w 228313"/>
              <a:gd name="connsiteY1489" fmla="*/ 177832 h 228123"/>
              <a:gd name="connsiteX1490" fmla="*/ 206788 w 228313"/>
              <a:gd name="connsiteY1490" fmla="*/ 177737 h 228123"/>
              <a:gd name="connsiteX1491" fmla="*/ 206788 w 228313"/>
              <a:gd name="connsiteY1491" fmla="*/ 177737 h 228123"/>
              <a:gd name="connsiteX1492" fmla="*/ 206788 w 228313"/>
              <a:gd name="connsiteY1492" fmla="*/ 177641 h 228123"/>
              <a:gd name="connsiteX1493" fmla="*/ 206788 w 228313"/>
              <a:gd name="connsiteY1493" fmla="*/ 177641 h 228123"/>
              <a:gd name="connsiteX1494" fmla="*/ 206788 w 228313"/>
              <a:gd name="connsiteY1494" fmla="*/ 177546 h 228123"/>
              <a:gd name="connsiteX1495" fmla="*/ 206788 w 228313"/>
              <a:gd name="connsiteY1495" fmla="*/ 177546 h 228123"/>
              <a:gd name="connsiteX1496" fmla="*/ 206883 w 228313"/>
              <a:gd name="connsiteY1496" fmla="*/ 177451 h 228123"/>
              <a:gd name="connsiteX1497" fmla="*/ 206883 w 228313"/>
              <a:gd name="connsiteY1497" fmla="*/ 177451 h 228123"/>
              <a:gd name="connsiteX1498" fmla="*/ 206883 w 228313"/>
              <a:gd name="connsiteY1498" fmla="*/ 177356 h 228123"/>
              <a:gd name="connsiteX1499" fmla="*/ 206883 w 228313"/>
              <a:gd name="connsiteY1499" fmla="*/ 177356 h 228123"/>
              <a:gd name="connsiteX1500" fmla="*/ 206883 w 228313"/>
              <a:gd name="connsiteY1500" fmla="*/ 177260 h 228123"/>
              <a:gd name="connsiteX1501" fmla="*/ 206883 w 228313"/>
              <a:gd name="connsiteY1501" fmla="*/ 177260 h 228123"/>
              <a:gd name="connsiteX1502" fmla="*/ 206883 w 228313"/>
              <a:gd name="connsiteY1502" fmla="*/ 177165 h 228123"/>
              <a:gd name="connsiteX1503" fmla="*/ 206883 w 228313"/>
              <a:gd name="connsiteY1503" fmla="*/ 177165 h 228123"/>
              <a:gd name="connsiteX1504" fmla="*/ 206883 w 228313"/>
              <a:gd name="connsiteY1504" fmla="*/ 177070 h 228123"/>
              <a:gd name="connsiteX1505" fmla="*/ 206883 w 228313"/>
              <a:gd name="connsiteY1505" fmla="*/ 177070 h 228123"/>
              <a:gd name="connsiteX1506" fmla="*/ 206883 w 228313"/>
              <a:gd name="connsiteY1506" fmla="*/ 176975 h 228123"/>
              <a:gd name="connsiteX1507" fmla="*/ 206883 w 228313"/>
              <a:gd name="connsiteY1507" fmla="*/ 176975 h 228123"/>
              <a:gd name="connsiteX1508" fmla="*/ 206883 w 228313"/>
              <a:gd name="connsiteY1508" fmla="*/ 176879 h 228123"/>
              <a:gd name="connsiteX1509" fmla="*/ 206883 w 228313"/>
              <a:gd name="connsiteY1509" fmla="*/ 176879 h 228123"/>
              <a:gd name="connsiteX1510" fmla="*/ 206883 w 228313"/>
              <a:gd name="connsiteY1510" fmla="*/ 176784 h 228123"/>
              <a:gd name="connsiteX1511" fmla="*/ 206883 w 228313"/>
              <a:gd name="connsiteY1511" fmla="*/ 176784 h 228123"/>
              <a:gd name="connsiteX1512" fmla="*/ 206883 w 228313"/>
              <a:gd name="connsiteY1512" fmla="*/ 176689 h 228123"/>
              <a:gd name="connsiteX1513" fmla="*/ 206883 w 228313"/>
              <a:gd name="connsiteY1513" fmla="*/ 176689 h 228123"/>
              <a:gd name="connsiteX1514" fmla="*/ 206883 w 228313"/>
              <a:gd name="connsiteY1514" fmla="*/ 176689 h 228123"/>
              <a:gd name="connsiteX1515" fmla="*/ 206883 w 228313"/>
              <a:gd name="connsiteY1515" fmla="*/ 176689 h 228123"/>
              <a:gd name="connsiteX1516" fmla="*/ 206883 w 228313"/>
              <a:gd name="connsiteY1516" fmla="*/ 176689 h 228123"/>
              <a:gd name="connsiteX1517" fmla="*/ 206883 w 228313"/>
              <a:gd name="connsiteY1517" fmla="*/ 176689 h 228123"/>
              <a:gd name="connsiteX1518" fmla="*/ 206883 w 228313"/>
              <a:gd name="connsiteY1518" fmla="*/ 176689 h 228123"/>
              <a:gd name="connsiteX1519" fmla="*/ 206883 w 228313"/>
              <a:gd name="connsiteY1519" fmla="*/ 176689 h 228123"/>
              <a:gd name="connsiteX1520" fmla="*/ 206883 w 228313"/>
              <a:gd name="connsiteY1520" fmla="*/ 176594 h 228123"/>
              <a:gd name="connsiteX1521" fmla="*/ 206883 w 228313"/>
              <a:gd name="connsiteY1521" fmla="*/ 176594 h 228123"/>
              <a:gd name="connsiteX1522" fmla="*/ 206883 w 228313"/>
              <a:gd name="connsiteY1522" fmla="*/ 176498 h 228123"/>
              <a:gd name="connsiteX1523" fmla="*/ 206883 w 228313"/>
              <a:gd name="connsiteY1523" fmla="*/ 176498 h 228123"/>
              <a:gd name="connsiteX1524" fmla="*/ 206883 w 228313"/>
              <a:gd name="connsiteY1524" fmla="*/ 176498 h 228123"/>
              <a:gd name="connsiteX1525" fmla="*/ 206883 w 228313"/>
              <a:gd name="connsiteY1525" fmla="*/ 176498 h 228123"/>
              <a:gd name="connsiteX1526" fmla="*/ 206883 w 228313"/>
              <a:gd name="connsiteY1526" fmla="*/ 176498 h 228123"/>
              <a:gd name="connsiteX1527" fmla="*/ 206883 w 228313"/>
              <a:gd name="connsiteY1527" fmla="*/ 176498 h 228123"/>
              <a:gd name="connsiteX1528" fmla="*/ 206883 w 228313"/>
              <a:gd name="connsiteY1528" fmla="*/ 176498 h 228123"/>
              <a:gd name="connsiteX1529" fmla="*/ 206883 w 228313"/>
              <a:gd name="connsiteY1529" fmla="*/ 176498 h 228123"/>
              <a:gd name="connsiteX1530" fmla="*/ 206883 w 228313"/>
              <a:gd name="connsiteY1530" fmla="*/ 176498 h 228123"/>
              <a:gd name="connsiteX1531" fmla="*/ 206883 w 228313"/>
              <a:gd name="connsiteY1531" fmla="*/ 176498 h 228123"/>
              <a:gd name="connsiteX1532" fmla="*/ 206883 w 228313"/>
              <a:gd name="connsiteY1532" fmla="*/ 176498 h 228123"/>
              <a:gd name="connsiteX1533" fmla="*/ 206978 w 228313"/>
              <a:gd name="connsiteY1533" fmla="*/ 176403 h 228123"/>
              <a:gd name="connsiteX1534" fmla="*/ 206978 w 228313"/>
              <a:gd name="connsiteY1534" fmla="*/ 176403 h 228123"/>
              <a:gd name="connsiteX1535" fmla="*/ 206978 w 228313"/>
              <a:gd name="connsiteY1535" fmla="*/ 176403 h 228123"/>
              <a:gd name="connsiteX1536" fmla="*/ 206978 w 228313"/>
              <a:gd name="connsiteY1536" fmla="*/ 176403 h 228123"/>
              <a:gd name="connsiteX1537" fmla="*/ 206978 w 228313"/>
              <a:gd name="connsiteY1537" fmla="*/ 176403 h 228123"/>
              <a:gd name="connsiteX1538" fmla="*/ 206978 w 228313"/>
              <a:gd name="connsiteY1538" fmla="*/ 176403 h 228123"/>
              <a:gd name="connsiteX1539" fmla="*/ 206978 w 228313"/>
              <a:gd name="connsiteY1539" fmla="*/ 176403 h 228123"/>
              <a:gd name="connsiteX1540" fmla="*/ 206978 w 228313"/>
              <a:gd name="connsiteY1540" fmla="*/ 176403 h 228123"/>
              <a:gd name="connsiteX1541" fmla="*/ 206978 w 228313"/>
              <a:gd name="connsiteY1541" fmla="*/ 176403 h 228123"/>
              <a:gd name="connsiteX1542" fmla="*/ 206978 w 228313"/>
              <a:gd name="connsiteY1542" fmla="*/ 176403 h 228123"/>
              <a:gd name="connsiteX1543" fmla="*/ 206978 w 228313"/>
              <a:gd name="connsiteY1543" fmla="*/ 176403 h 228123"/>
              <a:gd name="connsiteX1544" fmla="*/ 206978 w 228313"/>
              <a:gd name="connsiteY1544" fmla="*/ 176403 h 228123"/>
              <a:gd name="connsiteX1545" fmla="*/ 207169 w 228313"/>
              <a:gd name="connsiteY1545" fmla="*/ 176213 h 228123"/>
              <a:gd name="connsiteX1546" fmla="*/ 207169 w 228313"/>
              <a:gd name="connsiteY1546" fmla="*/ 176213 h 228123"/>
              <a:gd name="connsiteX1547" fmla="*/ 207169 w 228313"/>
              <a:gd name="connsiteY1547" fmla="*/ 176117 h 228123"/>
              <a:gd name="connsiteX1548" fmla="*/ 207169 w 228313"/>
              <a:gd name="connsiteY1548" fmla="*/ 176117 h 228123"/>
              <a:gd name="connsiteX1549" fmla="*/ 207169 w 228313"/>
              <a:gd name="connsiteY1549" fmla="*/ 176022 h 228123"/>
              <a:gd name="connsiteX1550" fmla="*/ 207169 w 228313"/>
              <a:gd name="connsiteY1550" fmla="*/ 176022 h 228123"/>
              <a:gd name="connsiteX1551" fmla="*/ 208026 w 228313"/>
              <a:gd name="connsiteY1551" fmla="*/ 174593 h 228123"/>
              <a:gd name="connsiteX1552" fmla="*/ 199930 w 228313"/>
              <a:gd name="connsiteY1552" fmla="*/ 169640 h 228123"/>
              <a:gd name="connsiteX1553" fmla="*/ 193357 w 228313"/>
              <a:gd name="connsiteY1553" fmla="*/ 182785 h 228123"/>
              <a:gd name="connsiteX1554" fmla="*/ 216503 w 228313"/>
              <a:gd name="connsiteY1554" fmla="*/ 136398 h 228123"/>
              <a:gd name="connsiteX1555" fmla="*/ 225838 w 228313"/>
              <a:gd name="connsiteY1555" fmla="*/ 138398 h 228123"/>
              <a:gd name="connsiteX1556" fmla="*/ 225838 w 228313"/>
              <a:gd name="connsiteY1556" fmla="*/ 138303 h 228123"/>
              <a:gd name="connsiteX1557" fmla="*/ 225838 w 228313"/>
              <a:gd name="connsiteY1557" fmla="*/ 138303 h 228123"/>
              <a:gd name="connsiteX1558" fmla="*/ 225838 w 228313"/>
              <a:gd name="connsiteY1558" fmla="*/ 138208 h 228123"/>
              <a:gd name="connsiteX1559" fmla="*/ 225838 w 228313"/>
              <a:gd name="connsiteY1559" fmla="*/ 138208 h 228123"/>
              <a:gd name="connsiteX1560" fmla="*/ 225838 w 228313"/>
              <a:gd name="connsiteY1560" fmla="*/ 138113 h 228123"/>
              <a:gd name="connsiteX1561" fmla="*/ 225838 w 228313"/>
              <a:gd name="connsiteY1561" fmla="*/ 138113 h 228123"/>
              <a:gd name="connsiteX1562" fmla="*/ 225838 w 228313"/>
              <a:gd name="connsiteY1562" fmla="*/ 138017 h 228123"/>
              <a:gd name="connsiteX1563" fmla="*/ 225838 w 228313"/>
              <a:gd name="connsiteY1563" fmla="*/ 138017 h 228123"/>
              <a:gd name="connsiteX1564" fmla="*/ 225838 w 228313"/>
              <a:gd name="connsiteY1564" fmla="*/ 138017 h 228123"/>
              <a:gd name="connsiteX1565" fmla="*/ 225838 w 228313"/>
              <a:gd name="connsiteY1565" fmla="*/ 137922 h 228123"/>
              <a:gd name="connsiteX1566" fmla="*/ 225838 w 228313"/>
              <a:gd name="connsiteY1566" fmla="*/ 137922 h 228123"/>
              <a:gd name="connsiteX1567" fmla="*/ 225838 w 228313"/>
              <a:gd name="connsiteY1567" fmla="*/ 137922 h 228123"/>
              <a:gd name="connsiteX1568" fmla="*/ 225838 w 228313"/>
              <a:gd name="connsiteY1568" fmla="*/ 137922 h 228123"/>
              <a:gd name="connsiteX1569" fmla="*/ 225838 w 228313"/>
              <a:gd name="connsiteY1569" fmla="*/ 137922 h 228123"/>
              <a:gd name="connsiteX1570" fmla="*/ 225838 w 228313"/>
              <a:gd name="connsiteY1570" fmla="*/ 137922 h 228123"/>
              <a:gd name="connsiteX1571" fmla="*/ 225838 w 228313"/>
              <a:gd name="connsiteY1571" fmla="*/ 137827 h 228123"/>
              <a:gd name="connsiteX1572" fmla="*/ 225838 w 228313"/>
              <a:gd name="connsiteY1572" fmla="*/ 137827 h 228123"/>
              <a:gd name="connsiteX1573" fmla="*/ 225933 w 228313"/>
              <a:gd name="connsiteY1573" fmla="*/ 137541 h 228123"/>
              <a:gd name="connsiteX1574" fmla="*/ 225933 w 228313"/>
              <a:gd name="connsiteY1574" fmla="*/ 137541 h 228123"/>
              <a:gd name="connsiteX1575" fmla="*/ 225933 w 228313"/>
              <a:gd name="connsiteY1575" fmla="*/ 137446 h 228123"/>
              <a:gd name="connsiteX1576" fmla="*/ 225933 w 228313"/>
              <a:gd name="connsiteY1576" fmla="*/ 137446 h 228123"/>
              <a:gd name="connsiteX1577" fmla="*/ 225933 w 228313"/>
              <a:gd name="connsiteY1577" fmla="*/ 137350 h 228123"/>
              <a:gd name="connsiteX1578" fmla="*/ 225933 w 228313"/>
              <a:gd name="connsiteY1578" fmla="*/ 137350 h 228123"/>
              <a:gd name="connsiteX1579" fmla="*/ 226028 w 228313"/>
              <a:gd name="connsiteY1579" fmla="*/ 137065 h 228123"/>
              <a:gd name="connsiteX1580" fmla="*/ 226028 w 228313"/>
              <a:gd name="connsiteY1580" fmla="*/ 137065 h 228123"/>
              <a:gd name="connsiteX1581" fmla="*/ 226028 w 228313"/>
              <a:gd name="connsiteY1581" fmla="*/ 136970 h 228123"/>
              <a:gd name="connsiteX1582" fmla="*/ 226028 w 228313"/>
              <a:gd name="connsiteY1582" fmla="*/ 136970 h 228123"/>
              <a:gd name="connsiteX1583" fmla="*/ 227076 w 228313"/>
              <a:gd name="connsiteY1583" fmla="*/ 130683 h 228123"/>
              <a:gd name="connsiteX1584" fmla="*/ 227076 w 228313"/>
              <a:gd name="connsiteY1584" fmla="*/ 130683 h 228123"/>
              <a:gd name="connsiteX1585" fmla="*/ 227171 w 228313"/>
              <a:gd name="connsiteY1585" fmla="*/ 130302 h 228123"/>
              <a:gd name="connsiteX1586" fmla="*/ 227171 w 228313"/>
              <a:gd name="connsiteY1586" fmla="*/ 130302 h 228123"/>
              <a:gd name="connsiteX1587" fmla="*/ 227171 w 228313"/>
              <a:gd name="connsiteY1587" fmla="*/ 130207 h 228123"/>
              <a:gd name="connsiteX1588" fmla="*/ 227171 w 228313"/>
              <a:gd name="connsiteY1588" fmla="*/ 130207 h 228123"/>
              <a:gd name="connsiteX1589" fmla="*/ 227171 w 228313"/>
              <a:gd name="connsiteY1589" fmla="*/ 129921 h 228123"/>
              <a:gd name="connsiteX1590" fmla="*/ 227171 w 228313"/>
              <a:gd name="connsiteY1590" fmla="*/ 129921 h 228123"/>
              <a:gd name="connsiteX1591" fmla="*/ 227171 w 228313"/>
              <a:gd name="connsiteY1591" fmla="*/ 129826 h 228123"/>
              <a:gd name="connsiteX1592" fmla="*/ 227171 w 228313"/>
              <a:gd name="connsiteY1592" fmla="*/ 129826 h 228123"/>
              <a:gd name="connsiteX1593" fmla="*/ 227171 w 228313"/>
              <a:gd name="connsiteY1593" fmla="*/ 129731 h 228123"/>
              <a:gd name="connsiteX1594" fmla="*/ 227171 w 228313"/>
              <a:gd name="connsiteY1594" fmla="*/ 129731 h 228123"/>
              <a:gd name="connsiteX1595" fmla="*/ 227171 w 228313"/>
              <a:gd name="connsiteY1595" fmla="*/ 129445 h 228123"/>
              <a:gd name="connsiteX1596" fmla="*/ 227171 w 228313"/>
              <a:gd name="connsiteY1596" fmla="*/ 129445 h 228123"/>
              <a:gd name="connsiteX1597" fmla="*/ 227171 w 228313"/>
              <a:gd name="connsiteY1597" fmla="*/ 129350 h 228123"/>
              <a:gd name="connsiteX1598" fmla="*/ 227171 w 228313"/>
              <a:gd name="connsiteY1598" fmla="*/ 129350 h 228123"/>
              <a:gd name="connsiteX1599" fmla="*/ 227171 w 228313"/>
              <a:gd name="connsiteY1599" fmla="*/ 129254 h 228123"/>
              <a:gd name="connsiteX1600" fmla="*/ 227171 w 228313"/>
              <a:gd name="connsiteY1600" fmla="*/ 129254 h 228123"/>
              <a:gd name="connsiteX1601" fmla="*/ 227171 w 228313"/>
              <a:gd name="connsiteY1601" fmla="*/ 129064 h 228123"/>
              <a:gd name="connsiteX1602" fmla="*/ 227171 w 228313"/>
              <a:gd name="connsiteY1602" fmla="*/ 129064 h 228123"/>
              <a:gd name="connsiteX1603" fmla="*/ 227171 w 228313"/>
              <a:gd name="connsiteY1603" fmla="*/ 128969 h 228123"/>
              <a:gd name="connsiteX1604" fmla="*/ 227171 w 228313"/>
              <a:gd name="connsiteY1604" fmla="*/ 128969 h 228123"/>
              <a:gd name="connsiteX1605" fmla="*/ 227171 w 228313"/>
              <a:gd name="connsiteY1605" fmla="*/ 128873 h 228123"/>
              <a:gd name="connsiteX1606" fmla="*/ 227171 w 228313"/>
              <a:gd name="connsiteY1606" fmla="*/ 128873 h 228123"/>
              <a:gd name="connsiteX1607" fmla="*/ 227171 w 228313"/>
              <a:gd name="connsiteY1607" fmla="*/ 128778 h 228123"/>
              <a:gd name="connsiteX1608" fmla="*/ 227171 w 228313"/>
              <a:gd name="connsiteY1608" fmla="*/ 128778 h 228123"/>
              <a:gd name="connsiteX1609" fmla="*/ 227171 w 228313"/>
              <a:gd name="connsiteY1609" fmla="*/ 128588 h 228123"/>
              <a:gd name="connsiteX1610" fmla="*/ 227171 w 228313"/>
              <a:gd name="connsiteY1610" fmla="*/ 128588 h 228123"/>
              <a:gd name="connsiteX1611" fmla="*/ 227171 w 228313"/>
              <a:gd name="connsiteY1611" fmla="*/ 128492 h 228123"/>
              <a:gd name="connsiteX1612" fmla="*/ 227171 w 228313"/>
              <a:gd name="connsiteY1612" fmla="*/ 128492 h 228123"/>
              <a:gd name="connsiteX1613" fmla="*/ 227171 w 228313"/>
              <a:gd name="connsiteY1613" fmla="*/ 128397 h 228123"/>
              <a:gd name="connsiteX1614" fmla="*/ 227171 w 228313"/>
              <a:gd name="connsiteY1614" fmla="*/ 128397 h 228123"/>
              <a:gd name="connsiteX1615" fmla="*/ 227171 w 228313"/>
              <a:gd name="connsiteY1615" fmla="*/ 128302 h 228123"/>
              <a:gd name="connsiteX1616" fmla="*/ 227171 w 228313"/>
              <a:gd name="connsiteY1616" fmla="*/ 128302 h 228123"/>
              <a:gd name="connsiteX1617" fmla="*/ 227171 w 228313"/>
              <a:gd name="connsiteY1617" fmla="*/ 128111 h 228123"/>
              <a:gd name="connsiteX1618" fmla="*/ 227171 w 228313"/>
              <a:gd name="connsiteY1618" fmla="*/ 128111 h 228123"/>
              <a:gd name="connsiteX1619" fmla="*/ 227171 w 228313"/>
              <a:gd name="connsiteY1619" fmla="*/ 128016 h 228123"/>
              <a:gd name="connsiteX1620" fmla="*/ 227171 w 228313"/>
              <a:gd name="connsiteY1620" fmla="*/ 128016 h 228123"/>
              <a:gd name="connsiteX1621" fmla="*/ 227171 w 228313"/>
              <a:gd name="connsiteY1621" fmla="*/ 127921 h 228123"/>
              <a:gd name="connsiteX1622" fmla="*/ 227171 w 228313"/>
              <a:gd name="connsiteY1622" fmla="*/ 127921 h 228123"/>
              <a:gd name="connsiteX1623" fmla="*/ 227171 w 228313"/>
              <a:gd name="connsiteY1623" fmla="*/ 127826 h 228123"/>
              <a:gd name="connsiteX1624" fmla="*/ 227171 w 228313"/>
              <a:gd name="connsiteY1624" fmla="*/ 127826 h 228123"/>
              <a:gd name="connsiteX1625" fmla="*/ 227171 w 228313"/>
              <a:gd name="connsiteY1625" fmla="*/ 127730 h 228123"/>
              <a:gd name="connsiteX1626" fmla="*/ 227171 w 228313"/>
              <a:gd name="connsiteY1626" fmla="*/ 127730 h 228123"/>
              <a:gd name="connsiteX1627" fmla="*/ 227171 w 228313"/>
              <a:gd name="connsiteY1627" fmla="*/ 127635 h 228123"/>
              <a:gd name="connsiteX1628" fmla="*/ 227171 w 228313"/>
              <a:gd name="connsiteY1628" fmla="*/ 127635 h 228123"/>
              <a:gd name="connsiteX1629" fmla="*/ 227171 w 228313"/>
              <a:gd name="connsiteY1629" fmla="*/ 127540 h 228123"/>
              <a:gd name="connsiteX1630" fmla="*/ 227171 w 228313"/>
              <a:gd name="connsiteY1630" fmla="*/ 127540 h 228123"/>
              <a:gd name="connsiteX1631" fmla="*/ 227171 w 228313"/>
              <a:gd name="connsiteY1631" fmla="*/ 127445 h 228123"/>
              <a:gd name="connsiteX1632" fmla="*/ 227171 w 228313"/>
              <a:gd name="connsiteY1632" fmla="*/ 127445 h 228123"/>
              <a:gd name="connsiteX1633" fmla="*/ 227171 w 228313"/>
              <a:gd name="connsiteY1633" fmla="*/ 127349 h 228123"/>
              <a:gd name="connsiteX1634" fmla="*/ 227171 w 228313"/>
              <a:gd name="connsiteY1634" fmla="*/ 127349 h 228123"/>
              <a:gd name="connsiteX1635" fmla="*/ 227171 w 228313"/>
              <a:gd name="connsiteY1635" fmla="*/ 127254 h 228123"/>
              <a:gd name="connsiteX1636" fmla="*/ 227171 w 228313"/>
              <a:gd name="connsiteY1636" fmla="*/ 127254 h 228123"/>
              <a:gd name="connsiteX1637" fmla="*/ 227171 w 228313"/>
              <a:gd name="connsiteY1637" fmla="*/ 127159 h 228123"/>
              <a:gd name="connsiteX1638" fmla="*/ 227171 w 228313"/>
              <a:gd name="connsiteY1638" fmla="*/ 127159 h 228123"/>
              <a:gd name="connsiteX1639" fmla="*/ 227171 w 228313"/>
              <a:gd name="connsiteY1639" fmla="*/ 127064 h 228123"/>
              <a:gd name="connsiteX1640" fmla="*/ 227171 w 228313"/>
              <a:gd name="connsiteY1640" fmla="*/ 127064 h 228123"/>
              <a:gd name="connsiteX1641" fmla="*/ 227171 w 228313"/>
              <a:gd name="connsiteY1641" fmla="*/ 126968 h 228123"/>
              <a:gd name="connsiteX1642" fmla="*/ 227171 w 228313"/>
              <a:gd name="connsiteY1642" fmla="*/ 126968 h 228123"/>
              <a:gd name="connsiteX1643" fmla="*/ 227171 w 228313"/>
              <a:gd name="connsiteY1643" fmla="*/ 126778 h 228123"/>
              <a:gd name="connsiteX1644" fmla="*/ 227171 w 228313"/>
              <a:gd name="connsiteY1644" fmla="*/ 126778 h 228123"/>
              <a:gd name="connsiteX1645" fmla="*/ 227171 w 228313"/>
              <a:gd name="connsiteY1645" fmla="*/ 126683 h 228123"/>
              <a:gd name="connsiteX1646" fmla="*/ 227171 w 228313"/>
              <a:gd name="connsiteY1646" fmla="*/ 126683 h 228123"/>
              <a:gd name="connsiteX1647" fmla="*/ 227171 w 228313"/>
              <a:gd name="connsiteY1647" fmla="*/ 126587 h 228123"/>
              <a:gd name="connsiteX1648" fmla="*/ 227171 w 228313"/>
              <a:gd name="connsiteY1648" fmla="*/ 126587 h 228123"/>
              <a:gd name="connsiteX1649" fmla="*/ 227171 w 228313"/>
              <a:gd name="connsiteY1649" fmla="*/ 126492 h 228123"/>
              <a:gd name="connsiteX1650" fmla="*/ 227171 w 228313"/>
              <a:gd name="connsiteY1650" fmla="*/ 126492 h 228123"/>
              <a:gd name="connsiteX1651" fmla="*/ 227171 w 228313"/>
              <a:gd name="connsiteY1651" fmla="*/ 126397 h 228123"/>
              <a:gd name="connsiteX1652" fmla="*/ 227171 w 228313"/>
              <a:gd name="connsiteY1652" fmla="*/ 126397 h 228123"/>
              <a:gd name="connsiteX1653" fmla="*/ 227171 w 228313"/>
              <a:gd name="connsiteY1653" fmla="*/ 126302 h 228123"/>
              <a:gd name="connsiteX1654" fmla="*/ 227171 w 228313"/>
              <a:gd name="connsiteY1654" fmla="*/ 126302 h 228123"/>
              <a:gd name="connsiteX1655" fmla="*/ 227171 w 228313"/>
              <a:gd name="connsiteY1655" fmla="*/ 126206 h 228123"/>
              <a:gd name="connsiteX1656" fmla="*/ 227171 w 228313"/>
              <a:gd name="connsiteY1656" fmla="*/ 126206 h 228123"/>
              <a:gd name="connsiteX1657" fmla="*/ 227171 w 228313"/>
              <a:gd name="connsiteY1657" fmla="*/ 126111 h 228123"/>
              <a:gd name="connsiteX1658" fmla="*/ 227171 w 228313"/>
              <a:gd name="connsiteY1658" fmla="*/ 126111 h 228123"/>
              <a:gd name="connsiteX1659" fmla="*/ 227171 w 228313"/>
              <a:gd name="connsiteY1659" fmla="*/ 126016 h 228123"/>
              <a:gd name="connsiteX1660" fmla="*/ 227171 w 228313"/>
              <a:gd name="connsiteY1660" fmla="*/ 126016 h 228123"/>
              <a:gd name="connsiteX1661" fmla="*/ 227171 w 228313"/>
              <a:gd name="connsiteY1661" fmla="*/ 125921 h 228123"/>
              <a:gd name="connsiteX1662" fmla="*/ 227171 w 228313"/>
              <a:gd name="connsiteY1662" fmla="*/ 125921 h 228123"/>
              <a:gd name="connsiteX1663" fmla="*/ 227171 w 228313"/>
              <a:gd name="connsiteY1663" fmla="*/ 125825 h 228123"/>
              <a:gd name="connsiteX1664" fmla="*/ 227171 w 228313"/>
              <a:gd name="connsiteY1664" fmla="*/ 125825 h 228123"/>
              <a:gd name="connsiteX1665" fmla="*/ 227171 w 228313"/>
              <a:gd name="connsiteY1665" fmla="*/ 125730 h 228123"/>
              <a:gd name="connsiteX1666" fmla="*/ 227171 w 228313"/>
              <a:gd name="connsiteY1666" fmla="*/ 125730 h 228123"/>
              <a:gd name="connsiteX1667" fmla="*/ 227171 w 228313"/>
              <a:gd name="connsiteY1667" fmla="*/ 125635 h 228123"/>
              <a:gd name="connsiteX1668" fmla="*/ 227171 w 228313"/>
              <a:gd name="connsiteY1668" fmla="*/ 125635 h 228123"/>
              <a:gd name="connsiteX1669" fmla="*/ 227171 w 228313"/>
              <a:gd name="connsiteY1669" fmla="*/ 125444 h 228123"/>
              <a:gd name="connsiteX1670" fmla="*/ 227171 w 228313"/>
              <a:gd name="connsiteY1670" fmla="*/ 125444 h 228123"/>
              <a:gd name="connsiteX1671" fmla="*/ 227171 w 228313"/>
              <a:gd name="connsiteY1671" fmla="*/ 125349 h 228123"/>
              <a:gd name="connsiteX1672" fmla="*/ 227171 w 228313"/>
              <a:gd name="connsiteY1672" fmla="*/ 125349 h 228123"/>
              <a:gd name="connsiteX1673" fmla="*/ 227171 w 228313"/>
              <a:gd name="connsiteY1673" fmla="*/ 125254 h 228123"/>
              <a:gd name="connsiteX1674" fmla="*/ 227171 w 228313"/>
              <a:gd name="connsiteY1674" fmla="*/ 125254 h 228123"/>
              <a:gd name="connsiteX1675" fmla="*/ 227171 w 228313"/>
              <a:gd name="connsiteY1675" fmla="*/ 125159 h 228123"/>
              <a:gd name="connsiteX1676" fmla="*/ 227171 w 228313"/>
              <a:gd name="connsiteY1676" fmla="*/ 125159 h 228123"/>
              <a:gd name="connsiteX1677" fmla="*/ 227171 w 228313"/>
              <a:gd name="connsiteY1677" fmla="*/ 124968 h 228123"/>
              <a:gd name="connsiteX1678" fmla="*/ 227171 w 228313"/>
              <a:gd name="connsiteY1678" fmla="*/ 124968 h 228123"/>
              <a:gd name="connsiteX1679" fmla="*/ 227171 w 228313"/>
              <a:gd name="connsiteY1679" fmla="*/ 124873 h 228123"/>
              <a:gd name="connsiteX1680" fmla="*/ 227171 w 228313"/>
              <a:gd name="connsiteY1680" fmla="*/ 124873 h 228123"/>
              <a:gd name="connsiteX1681" fmla="*/ 227171 w 228313"/>
              <a:gd name="connsiteY1681" fmla="*/ 124778 h 228123"/>
              <a:gd name="connsiteX1682" fmla="*/ 227171 w 228313"/>
              <a:gd name="connsiteY1682" fmla="*/ 124778 h 228123"/>
              <a:gd name="connsiteX1683" fmla="*/ 227171 w 228313"/>
              <a:gd name="connsiteY1683" fmla="*/ 124682 h 228123"/>
              <a:gd name="connsiteX1684" fmla="*/ 227171 w 228313"/>
              <a:gd name="connsiteY1684" fmla="*/ 124682 h 228123"/>
              <a:gd name="connsiteX1685" fmla="*/ 227171 w 228313"/>
              <a:gd name="connsiteY1685" fmla="*/ 124492 h 228123"/>
              <a:gd name="connsiteX1686" fmla="*/ 227171 w 228313"/>
              <a:gd name="connsiteY1686" fmla="*/ 124492 h 228123"/>
              <a:gd name="connsiteX1687" fmla="*/ 227171 w 228313"/>
              <a:gd name="connsiteY1687" fmla="*/ 124397 h 228123"/>
              <a:gd name="connsiteX1688" fmla="*/ 227171 w 228313"/>
              <a:gd name="connsiteY1688" fmla="*/ 124397 h 228123"/>
              <a:gd name="connsiteX1689" fmla="*/ 227171 w 228313"/>
              <a:gd name="connsiteY1689" fmla="*/ 124301 h 228123"/>
              <a:gd name="connsiteX1690" fmla="*/ 227171 w 228313"/>
              <a:gd name="connsiteY1690" fmla="*/ 124301 h 228123"/>
              <a:gd name="connsiteX1691" fmla="*/ 227171 w 228313"/>
              <a:gd name="connsiteY1691" fmla="*/ 124016 h 228123"/>
              <a:gd name="connsiteX1692" fmla="*/ 227171 w 228313"/>
              <a:gd name="connsiteY1692" fmla="*/ 124016 h 228123"/>
              <a:gd name="connsiteX1693" fmla="*/ 227171 w 228313"/>
              <a:gd name="connsiteY1693" fmla="*/ 123920 h 228123"/>
              <a:gd name="connsiteX1694" fmla="*/ 227171 w 228313"/>
              <a:gd name="connsiteY1694" fmla="*/ 123920 h 228123"/>
              <a:gd name="connsiteX1695" fmla="*/ 227171 w 228313"/>
              <a:gd name="connsiteY1695" fmla="*/ 123825 h 228123"/>
              <a:gd name="connsiteX1696" fmla="*/ 227171 w 228313"/>
              <a:gd name="connsiteY1696" fmla="*/ 123825 h 228123"/>
              <a:gd name="connsiteX1697" fmla="*/ 227171 w 228313"/>
              <a:gd name="connsiteY1697" fmla="*/ 123539 h 228123"/>
              <a:gd name="connsiteX1698" fmla="*/ 227171 w 228313"/>
              <a:gd name="connsiteY1698" fmla="*/ 123539 h 228123"/>
              <a:gd name="connsiteX1699" fmla="*/ 227457 w 228313"/>
              <a:gd name="connsiteY1699" fmla="*/ 119158 h 228123"/>
              <a:gd name="connsiteX1700" fmla="*/ 217932 w 228313"/>
              <a:gd name="connsiteY1700" fmla="*/ 118682 h 228123"/>
              <a:gd name="connsiteX1701" fmla="*/ 216503 w 228313"/>
              <a:gd name="connsiteY1701" fmla="*/ 136398 h 228123"/>
              <a:gd name="connsiteX1702" fmla="*/ 207835 w 228313"/>
              <a:gd name="connsiteY1702" fmla="*/ 161068 h 228123"/>
              <a:gd name="connsiteX1703" fmla="*/ 216313 w 228313"/>
              <a:gd name="connsiteY1703" fmla="*/ 165354 h 228123"/>
              <a:gd name="connsiteX1704" fmla="*/ 221742 w 228313"/>
              <a:gd name="connsiteY1704" fmla="*/ 152591 h 228123"/>
              <a:gd name="connsiteX1705" fmla="*/ 221742 w 228313"/>
              <a:gd name="connsiteY1705" fmla="*/ 152591 h 228123"/>
              <a:gd name="connsiteX1706" fmla="*/ 221837 w 228313"/>
              <a:gd name="connsiteY1706" fmla="*/ 152305 h 228123"/>
              <a:gd name="connsiteX1707" fmla="*/ 221837 w 228313"/>
              <a:gd name="connsiteY1707" fmla="*/ 152305 h 228123"/>
              <a:gd name="connsiteX1708" fmla="*/ 221837 w 228313"/>
              <a:gd name="connsiteY1708" fmla="*/ 152210 h 228123"/>
              <a:gd name="connsiteX1709" fmla="*/ 221837 w 228313"/>
              <a:gd name="connsiteY1709" fmla="*/ 152210 h 228123"/>
              <a:gd name="connsiteX1710" fmla="*/ 221837 w 228313"/>
              <a:gd name="connsiteY1710" fmla="*/ 152114 h 228123"/>
              <a:gd name="connsiteX1711" fmla="*/ 221837 w 228313"/>
              <a:gd name="connsiteY1711" fmla="*/ 152114 h 228123"/>
              <a:gd name="connsiteX1712" fmla="*/ 221837 w 228313"/>
              <a:gd name="connsiteY1712" fmla="*/ 152019 h 228123"/>
              <a:gd name="connsiteX1713" fmla="*/ 221837 w 228313"/>
              <a:gd name="connsiteY1713" fmla="*/ 152019 h 228123"/>
              <a:gd name="connsiteX1714" fmla="*/ 221837 w 228313"/>
              <a:gd name="connsiteY1714" fmla="*/ 151924 h 228123"/>
              <a:gd name="connsiteX1715" fmla="*/ 221837 w 228313"/>
              <a:gd name="connsiteY1715" fmla="*/ 151924 h 228123"/>
              <a:gd name="connsiteX1716" fmla="*/ 221837 w 228313"/>
              <a:gd name="connsiteY1716" fmla="*/ 151829 h 228123"/>
              <a:gd name="connsiteX1717" fmla="*/ 221837 w 228313"/>
              <a:gd name="connsiteY1717" fmla="*/ 151829 h 228123"/>
              <a:gd name="connsiteX1718" fmla="*/ 221837 w 228313"/>
              <a:gd name="connsiteY1718" fmla="*/ 151733 h 228123"/>
              <a:gd name="connsiteX1719" fmla="*/ 221837 w 228313"/>
              <a:gd name="connsiteY1719" fmla="*/ 151733 h 228123"/>
              <a:gd name="connsiteX1720" fmla="*/ 221837 w 228313"/>
              <a:gd name="connsiteY1720" fmla="*/ 151638 h 228123"/>
              <a:gd name="connsiteX1721" fmla="*/ 221837 w 228313"/>
              <a:gd name="connsiteY1721" fmla="*/ 151638 h 228123"/>
              <a:gd name="connsiteX1722" fmla="*/ 221837 w 228313"/>
              <a:gd name="connsiteY1722" fmla="*/ 151543 h 228123"/>
              <a:gd name="connsiteX1723" fmla="*/ 221837 w 228313"/>
              <a:gd name="connsiteY1723" fmla="*/ 151543 h 228123"/>
              <a:gd name="connsiteX1724" fmla="*/ 221837 w 228313"/>
              <a:gd name="connsiteY1724" fmla="*/ 151543 h 228123"/>
              <a:gd name="connsiteX1725" fmla="*/ 221837 w 228313"/>
              <a:gd name="connsiteY1725" fmla="*/ 151543 h 228123"/>
              <a:gd name="connsiteX1726" fmla="*/ 221837 w 228313"/>
              <a:gd name="connsiteY1726" fmla="*/ 151448 h 228123"/>
              <a:gd name="connsiteX1727" fmla="*/ 221837 w 228313"/>
              <a:gd name="connsiteY1727" fmla="*/ 151448 h 228123"/>
              <a:gd name="connsiteX1728" fmla="*/ 221837 w 228313"/>
              <a:gd name="connsiteY1728" fmla="*/ 151352 h 228123"/>
              <a:gd name="connsiteX1729" fmla="*/ 221837 w 228313"/>
              <a:gd name="connsiteY1729" fmla="*/ 151352 h 228123"/>
              <a:gd name="connsiteX1730" fmla="*/ 221837 w 228313"/>
              <a:gd name="connsiteY1730" fmla="*/ 151352 h 228123"/>
              <a:gd name="connsiteX1731" fmla="*/ 221837 w 228313"/>
              <a:gd name="connsiteY1731" fmla="*/ 151352 h 228123"/>
              <a:gd name="connsiteX1732" fmla="*/ 221837 w 228313"/>
              <a:gd name="connsiteY1732" fmla="*/ 151352 h 228123"/>
              <a:gd name="connsiteX1733" fmla="*/ 221837 w 228313"/>
              <a:gd name="connsiteY1733" fmla="*/ 151352 h 228123"/>
              <a:gd name="connsiteX1734" fmla="*/ 221837 w 228313"/>
              <a:gd name="connsiteY1734" fmla="*/ 151352 h 228123"/>
              <a:gd name="connsiteX1735" fmla="*/ 221837 w 228313"/>
              <a:gd name="connsiteY1735" fmla="*/ 151352 h 228123"/>
              <a:gd name="connsiteX1736" fmla="*/ 221837 w 228313"/>
              <a:gd name="connsiteY1736" fmla="*/ 151352 h 228123"/>
              <a:gd name="connsiteX1737" fmla="*/ 221837 w 228313"/>
              <a:gd name="connsiteY1737" fmla="*/ 151257 h 228123"/>
              <a:gd name="connsiteX1738" fmla="*/ 221837 w 228313"/>
              <a:gd name="connsiteY1738" fmla="*/ 151257 h 228123"/>
              <a:gd name="connsiteX1739" fmla="*/ 221932 w 228313"/>
              <a:gd name="connsiteY1739" fmla="*/ 151067 h 228123"/>
              <a:gd name="connsiteX1740" fmla="*/ 221932 w 228313"/>
              <a:gd name="connsiteY1740" fmla="*/ 151067 h 228123"/>
              <a:gd name="connsiteX1741" fmla="*/ 221932 w 228313"/>
              <a:gd name="connsiteY1741" fmla="*/ 150971 h 228123"/>
              <a:gd name="connsiteX1742" fmla="*/ 221932 w 228313"/>
              <a:gd name="connsiteY1742" fmla="*/ 150971 h 228123"/>
              <a:gd name="connsiteX1743" fmla="*/ 221932 w 228313"/>
              <a:gd name="connsiteY1743" fmla="*/ 150876 h 228123"/>
              <a:gd name="connsiteX1744" fmla="*/ 221932 w 228313"/>
              <a:gd name="connsiteY1744" fmla="*/ 150876 h 228123"/>
              <a:gd name="connsiteX1745" fmla="*/ 222885 w 228313"/>
              <a:gd name="connsiteY1745" fmla="*/ 147923 h 228123"/>
              <a:gd name="connsiteX1746" fmla="*/ 213741 w 228313"/>
              <a:gd name="connsiteY1746" fmla="*/ 145161 h 228123"/>
              <a:gd name="connsiteX1747" fmla="*/ 207835 w 228313"/>
              <a:gd name="connsiteY1747" fmla="*/ 161068 h 228123"/>
              <a:gd name="connsiteX1748" fmla="*/ 18764 w 228313"/>
              <a:gd name="connsiteY1748" fmla="*/ 157829 h 228123"/>
              <a:gd name="connsiteX1749" fmla="*/ 10096 w 228313"/>
              <a:gd name="connsiteY1749" fmla="*/ 161830 h 228123"/>
              <a:gd name="connsiteX1750" fmla="*/ 11430 w 228313"/>
              <a:gd name="connsiteY1750" fmla="*/ 164687 h 228123"/>
              <a:gd name="connsiteX1751" fmla="*/ 11430 w 228313"/>
              <a:gd name="connsiteY1751" fmla="*/ 164687 h 228123"/>
              <a:gd name="connsiteX1752" fmla="*/ 11430 w 228313"/>
              <a:gd name="connsiteY1752" fmla="*/ 164783 h 228123"/>
              <a:gd name="connsiteX1753" fmla="*/ 11430 w 228313"/>
              <a:gd name="connsiteY1753" fmla="*/ 164783 h 228123"/>
              <a:gd name="connsiteX1754" fmla="*/ 11620 w 228313"/>
              <a:gd name="connsiteY1754" fmla="*/ 165068 h 228123"/>
              <a:gd name="connsiteX1755" fmla="*/ 11620 w 228313"/>
              <a:gd name="connsiteY1755" fmla="*/ 165068 h 228123"/>
              <a:gd name="connsiteX1756" fmla="*/ 11620 w 228313"/>
              <a:gd name="connsiteY1756" fmla="*/ 165164 h 228123"/>
              <a:gd name="connsiteX1757" fmla="*/ 11620 w 228313"/>
              <a:gd name="connsiteY1757" fmla="*/ 165164 h 228123"/>
              <a:gd name="connsiteX1758" fmla="*/ 11620 w 228313"/>
              <a:gd name="connsiteY1758" fmla="*/ 165259 h 228123"/>
              <a:gd name="connsiteX1759" fmla="*/ 11620 w 228313"/>
              <a:gd name="connsiteY1759" fmla="*/ 165259 h 228123"/>
              <a:gd name="connsiteX1760" fmla="*/ 11620 w 228313"/>
              <a:gd name="connsiteY1760" fmla="*/ 165354 h 228123"/>
              <a:gd name="connsiteX1761" fmla="*/ 11620 w 228313"/>
              <a:gd name="connsiteY1761" fmla="*/ 165354 h 228123"/>
              <a:gd name="connsiteX1762" fmla="*/ 11716 w 228313"/>
              <a:gd name="connsiteY1762" fmla="*/ 165640 h 228123"/>
              <a:gd name="connsiteX1763" fmla="*/ 11716 w 228313"/>
              <a:gd name="connsiteY1763" fmla="*/ 165640 h 228123"/>
              <a:gd name="connsiteX1764" fmla="*/ 11716 w 228313"/>
              <a:gd name="connsiteY1764" fmla="*/ 165735 h 228123"/>
              <a:gd name="connsiteX1765" fmla="*/ 11716 w 228313"/>
              <a:gd name="connsiteY1765" fmla="*/ 165735 h 228123"/>
              <a:gd name="connsiteX1766" fmla="*/ 11716 w 228313"/>
              <a:gd name="connsiteY1766" fmla="*/ 165735 h 228123"/>
              <a:gd name="connsiteX1767" fmla="*/ 11716 w 228313"/>
              <a:gd name="connsiteY1767" fmla="*/ 165735 h 228123"/>
              <a:gd name="connsiteX1768" fmla="*/ 11716 w 228313"/>
              <a:gd name="connsiteY1768" fmla="*/ 165735 h 228123"/>
              <a:gd name="connsiteX1769" fmla="*/ 11716 w 228313"/>
              <a:gd name="connsiteY1769" fmla="*/ 165735 h 228123"/>
              <a:gd name="connsiteX1770" fmla="*/ 11716 w 228313"/>
              <a:gd name="connsiteY1770" fmla="*/ 165735 h 228123"/>
              <a:gd name="connsiteX1771" fmla="*/ 11716 w 228313"/>
              <a:gd name="connsiteY1771" fmla="*/ 165735 h 228123"/>
              <a:gd name="connsiteX1772" fmla="*/ 11811 w 228313"/>
              <a:gd name="connsiteY1772" fmla="*/ 165925 h 228123"/>
              <a:gd name="connsiteX1773" fmla="*/ 11811 w 228313"/>
              <a:gd name="connsiteY1773" fmla="*/ 165925 h 228123"/>
              <a:gd name="connsiteX1774" fmla="*/ 11811 w 228313"/>
              <a:gd name="connsiteY1774" fmla="*/ 165925 h 228123"/>
              <a:gd name="connsiteX1775" fmla="*/ 11811 w 228313"/>
              <a:gd name="connsiteY1775" fmla="*/ 165925 h 228123"/>
              <a:gd name="connsiteX1776" fmla="*/ 11811 w 228313"/>
              <a:gd name="connsiteY1776" fmla="*/ 165925 h 228123"/>
              <a:gd name="connsiteX1777" fmla="*/ 11811 w 228313"/>
              <a:gd name="connsiteY1777" fmla="*/ 165925 h 228123"/>
              <a:gd name="connsiteX1778" fmla="*/ 11811 w 228313"/>
              <a:gd name="connsiteY1778" fmla="*/ 165925 h 228123"/>
              <a:gd name="connsiteX1779" fmla="*/ 11811 w 228313"/>
              <a:gd name="connsiteY1779" fmla="*/ 165925 h 228123"/>
              <a:gd name="connsiteX1780" fmla="*/ 11811 w 228313"/>
              <a:gd name="connsiteY1780" fmla="*/ 165925 h 228123"/>
              <a:gd name="connsiteX1781" fmla="*/ 11811 w 228313"/>
              <a:gd name="connsiteY1781" fmla="*/ 165925 h 228123"/>
              <a:gd name="connsiteX1782" fmla="*/ 11811 w 228313"/>
              <a:gd name="connsiteY1782" fmla="*/ 165925 h 228123"/>
              <a:gd name="connsiteX1783" fmla="*/ 11811 w 228313"/>
              <a:gd name="connsiteY1783" fmla="*/ 165925 h 228123"/>
              <a:gd name="connsiteX1784" fmla="*/ 11811 w 228313"/>
              <a:gd name="connsiteY1784" fmla="*/ 166021 h 228123"/>
              <a:gd name="connsiteX1785" fmla="*/ 11811 w 228313"/>
              <a:gd name="connsiteY1785" fmla="*/ 166021 h 228123"/>
              <a:gd name="connsiteX1786" fmla="*/ 11811 w 228313"/>
              <a:gd name="connsiteY1786" fmla="*/ 166021 h 228123"/>
              <a:gd name="connsiteX1787" fmla="*/ 11811 w 228313"/>
              <a:gd name="connsiteY1787" fmla="*/ 166021 h 228123"/>
              <a:gd name="connsiteX1788" fmla="*/ 11811 w 228313"/>
              <a:gd name="connsiteY1788" fmla="*/ 166021 h 228123"/>
              <a:gd name="connsiteX1789" fmla="*/ 11811 w 228313"/>
              <a:gd name="connsiteY1789" fmla="*/ 166021 h 228123"/>
              <a:gd name="connsiteX1790" fmla="*/ 11811 w 228313"/>
              <a:gd name="connsiteY1790" fmla="*/ 166021 h 228123"/>
              <a:gd name="connsiteX1791" fmla="*/ 11811 w 228313"/>
              <a:gd name="connsiteY1791" fmla="*/ 166021 h 228123"/>
              <a:gd name="connsiteX1792" fmla="*/ 11811 w 228313"/>
              <a:gd name="connsiteY1792" fmla="*/ 166021 h 228123"/>
              <a:gd name="connsiteX1793" fmla="*/ 11811 w 228313"/>
              <a:gd name="connsiteY1793" fmla="*/ 166021 h 228123"/>
              <a:gd name="connsiteX1794" fmla="*/ 11811 w 228313"/>
              <a:gd name="connsiteY1794" fmla="*/ 166021 h 228123"/>
              <a:gd name="connsiteX1795" fmla="*/ 11811 w 228313"/>
              <a:gd name="connsiteY1795" fmla="*/ 166021 h 228123"/>
              <a:gd name="connsiteX1796" fmla="*/ 11811 w 228313"/>
              <a:gd name="connsiteY1796" fmla="*/ 166116 h 228123"/>
              <a:gd name="connsiteX1797" fmla="*/ 11811 w 228313"/>
              <a:gd name="connsiteY1797" fmla="*/ 166116 h 228123"/>
              <a:gd name="connsiteX1798" fmla="*/ 11811 w 228313"/>
              <a:gd name="connsiteY1798" fmla="*/ 166116 h 228123"/>
              <a:gd name="connsiteX1799" fmla="*/ 11811 w 228313"/>
              <a:gd name="connsiteY1799" fmla="*/ 166116 h 228123"/>
              <a:gd name="connsiteX1800" fmla="*/ 11811 w 228313"/>
              <a:gd name="connsiteY1800" fmla="*/ 166116 h 228123"/>
              <a:gd name="connsiteX1801" fmla="*/ 11811 w 228313"/>
              <a:gd name="connsiteY1801" fmla="*/ 166116 h 228123"/>
              <a:gd name="connsiteX1802" fmla="*/ 11811 w 228313"/>
              <a:gd name="connsiteY1802" fmla="*/ 166116 h 228123"/>
              <a:gd name="connsiteX1803" fmla="*/ 11811 w 228313"/>
              <a:gd name="connsiteY1803" fmla="*/ 166116 h 228123"/>
              <a:gd name="connsiteX1804" fmla="*/ 11811 w 228313"/>
              <a:gd name="connsiteY1804" fmla="*/ 166116 h 228123"/>
              <a:gd name="connsiteX1805" fmla="*/ 11811 w 228313"/>
              <a:gd name="connsiteY1805" fmla="*/ 166116 h 228123"/>
              <a:gd name="connsiteX1806" fmla="*/ 11811 w 228313"/>
              <a:gd name="connsiteY1806" fmla="*/ 166116 h 228123"/>
              <a:gd name="connsiteX1807" fmla="*/ 11811 w 228313"/>
              <a:gd name="connsiteY1807" fmla="*/ 166211 h 228123"/>
              <a:gd name="connsiteX1808" fmla="*/ 11811 w 228313"/>
              <a:gd name="connsiteY1808" fmla="*/ 166211 h 228123"/>
              <a:gd name="connsiteX1809" fmla="*/ 11811 w 228313"/>
              <a:gd name="connsiteY1809" fmla="*/ 166306 h 228123"/>
              <a:gd name="connsiteX1810" fmla="*/ 11811 w 228313"/>
              <a:gd name="connsiteY1810" fmla="*/ 166306 h 228123"/>
              <a:gd name="connsiteX1811" fmla="*/ 11811 w 228313"/>
              <a:gd name="connsiteY1811" fmla="*/ 166306 h 228123"/>
              <a:gd name="connsiteX1812" fmla="*/ 11811 w 228313"/>
              <a:gd name="connsiteY1812" fmla="*/ 166306 h 228123"/>
              <a:gd name="connsiteX1813" fmla="*/ 11811 w 228313"/>
              <a:gd name="connsiteY1813" fmla="*/ 166306 h 228123"/>
              <a:gd name="connsiteX1814" fmla="*/ 11811 w 228313"/>
              <a:gd name="connsiteY1814" fmla="*/ 166306 h 228123"/>
              <a:gd name="connsiteX1815" fmla="*/ 11811 w 228313"/>
              <a:gd name="connsiteY1815" fmla="*/ 166306 h 228123"/>
              <a:gd name="connsiteX1816" fmla="*/ 11811 w 228313"/>
              <a:gd name="connsiteY1816" fmla="*/ 166306 h 228123"/>
              <a:gd name="connsiteX1817" fmla="*/ 11811 w 228313"/>
              <a:gd name="connsiteY1817" fmla="*/ 166306 h 228123"/>
              <a:gd name="connsiteX1818" fmla="*/ 11811 w 228313"/>
              <a:gd name="connsiteY1818" fmla="*/ 166306 h 228123"/>
              <a:gd name="connsiteX1819" fmla="*/ 11811 w 228313"/>
              <a:gd name="connsiteY1819" fmla="*/ 166402 h 228123"/>
              <a:gd name="connsiteX1820" fmla="*/ 11811 w 228313"/>
              <a:gd name="connsiteY1820" fmla="*/ 166402 h 228123"/>
              <a:gd name="connsiteX1821" fmla="*/ 11811 w 228313"/>
              <a:gd name="connsiteY1821" fmla="*/ 166497 h 228123"/>
              <a:gd name="connsiteX1822" fmla="*/ 11811 w 228313"/>
              <a:gd name="connsiteY1822" fmla="*/ 166497 h 228123"/>
              <a:gd name="connsiteX1823" fmla="*/ 11811 w 228313"/>
              <a:gd name="connsiteY1823" fmla="*/ 166592 h 228123"/>
              <a:gd name="connsiteX1824" fmla="*/ 11811 w 228313"/>
              <a:gd name="connsiteY1824" fmla="*/ 166592 h 228123"/>
              <a:gd name="connsiteX1825" fmla="*/ 11811 w 228313"/>
              <a:gd name="connsiteY1825" fmla="*/ 166592 h 228123"/>
              <a:gd name="connsiteX1826" fmla="*/ 11811 w 228313"/>
              <a:gd name="connsiteY1826" fmla="*/ 166592 h 228123"/>
              <a:gd name="connsiteX1827" fmla="*/ 11811 w 228313"/>
              <a:gd name="connsiteY1827" fmla="*/ 166592 h 228123"/>
              <a:gd name="connsiteX1828" fmla="*/ 11811 w 228313"/>
              <a:gd name="connsiteY1828" fmla="*/ 166592 h 228123"/>
              <a:gd name="connsiteX1829" fmla="*/ 11811 w 228313"/>
              <a:gd name="connsiteY1829" fmla="*/ 166592 h 228123"/>
              <a:gd name="connsiteX1830" fmla="*/ 11811 w 228313"/>
              <a:gd name="connsiteY1830" fmla="*/ 166592 h 228123"/>
              <a:gd name="connsiteX1831" fmla="*/ 11811 w 228313"/>
              <a:gd name="connsiteY1831" fmla="*/ 166688 h 228123"/>
              <a:gd name="connsiteX1832" fmla="*/ 11811 w 228313"/>
              <a:gd name="connsiteY1832" fmla="*/ 166688 h 228123"/>
              <a:gd name="connsiteX1833" fmla="*/ 11811 w 228313"/>
              <a:gd name="connsiteY1833" fmla="*/ 166783 h 228123"/>
              <a:gd name="connsiteX1834" fmla="*/ 11811 w 228313"/>
              <a:gd name="connsiteY1834" fmla="*/ 166783 h 228123"/>
              <a:gd name="connsiteX1835" fmla="*/ 11811 w 228313"/>
              <a:gd name="connsiteY1835" fmla="*/ 166878 h 228123"/>
              <a:gd name="connsiteX1836" fmla="*/ 11811 w 228313"/>
              <a:gd name="connsiteY1836" fmla="*/ 166878 h 228123"/>
              <a:gd name="connsiteX1837" fmla="*/ 11811 w 228313"/>
              <a:gd name="connsiteY1837" fmla="*/ 166878 h 228123"/>
              <a:gd name="connsiteX1838" fmla="*/ 11811 w 228313"/>
              <a:gd name="connsiteY1838" fmla="*/ 166878 h 228123"/>
              <a:gd name="connsiteX1839" fmla="*/ 11811 w 228313"/>
              <a:gd name="connsiteY1839" fmla="*/ 166878 h 228123"/>
              <a:gd name="connsiteX1840" fmla="*/ 11811 w 228313"/>
              <a:gd name="connsiteY1840" fmla="*/ 166878 h 228123"/>
              <a:gd name="connsiteX1841" fmla="*/ 11811 w 228313"/>
              <a:gd name="connsiteY1841" fmla="*/ 166878 h 228123"/>
              <a:gd name="connsiteX1842" fmla="*/ 11811 w 228313"/>
              <a:gd name="connsiteY1842" fmla="*/ 166878 h 228123"/>
              <a:gd name="connsiteX1843" fmla="*/ 11811 w 228313"/>
              <a:gd name="connsiteY1843" fmla="*/ 166878 h 228123"/>
              <a:gd name="connsiteX1844" fmla="*/ 11811 w 228313"/>
              <a:gd name="connsiteY1844" fmla="*/ 166878 h 228123"/>
              <a:gd name="connsiteX1845" fmla="*/ 11811 w 228313"/>
              <a:gd name="connsiteY1845" fmla="*/ 166878 h 228123"/>
              <a:gd name="connsiteX1846" fmla="*/ 11811 w 228313"/>
              <a:gd name="connsiteY1846" fmla="*/ 166973 h 228123"/>
              <a:gd name="connsiteX1847" fmla="*/ 11811 w 228313"/>
              <a:gd name="connsiteY1847" fmla="*/ 166973 h 228123"/>
              <a:gd name="connsiteX1848" fmla="*/ 11811 w 228313"/>
              <a:gd name="connsiteY1848" fmla="*/ 166973 h 228123"/>
              <a:gd name="connsiteX1849" fmla="*/ 11811 w 228313"/>
              <a:gd name="connsiteY1849" fmla="*/ 166973 h 228123"/>
              <a:gd name="connsiteX1850" fmla="*/ 11811 w 228313"/>
              <a:gd name="connsiteY1850" fmla="*/ 166973 h 228123"/>
              <a:gd name="connsiteX1851" fmla="*/ 11811 w 228313"/>
              <a:gd name="connsiteY1851" fmla="*/ 166973 h 228123"/>
              <a:gd name="connsiteX1852" fmla="*/ 11811 w 228313"/>
              <a:gd name="connsiteY1852" fmla="*/ 166973 h 228123"/>
              <a:gd name="connsiteX1853" fmla="*/ 11811 w 228313"/>
              <a:gd name="connsiteY1853" fmla="*/ 166973 h 228123"/>
              <a:gd name="connsiteX1854" fmla="*/ 11811 w 228313"/>
              <a:gd name="connsiteY1854" fmla="*/ 166973 h 228123"/>
              <a:gd name="connsiteX1855" fmla="*/ 11811 w 228313"/>
              <a:gd name="connsiteY1855" fmla="*/ 166973 h 228123"/>
              <a:gd name="connsiteX1856" fmla="*/ 11811 w 228313"/>
              <a:gd name="connsiteY1856" fmla="*/ 166973 h 228123"/>
              <a:gd name="connsiteX1857" fmla="*/ 11811 w 228313"/>
              <a:gd name="connsiteY1857" fmla="*/ 166973 h 228123"/>
              <a:gd name="connsiteX1858" fmla="*/ 11811 w 228313"/>
              <a:gd name="connsiteY1858" fmla="*/ 166973 h 228123"/>
              <a:gd name="connsiteX1859" fmla="*/ 11811 w 228313"/>
              <a:gd name="connsiteY1859" fmla="*/ 167069 h 228123"/>
              <a:gd name="connsiteX1860" fmla="*/ 11811 w 228313"/>
              <a:gd name="connsiteY1860" fmla="*/ 167069 h 228123"/>
              <a:gd name="connsiteX1861" fmla="*/ 11811 w 228313"/>
              <a:gd name="connsiteY1861" fmla="*/ 167069 h 228123"/>
              <a:gd name="connsiteX1862" fmla="*/ 11811 w 228313"/>
              <a:gd name="connsiteY1862" fmla="*/ 167069 h 228123"/>
              <a:gd name="connsiteX1863" fmla="*/ 11811 w 228313"/>
              <a:gd name="connsiteY1863" fmla="*/ 167069 h 228123"/>
              <a:gd name="connsiteX1864" fmla="*/ 11811 w 228313"/>
              <a:gd name="connsiteY1864" fmla="*/ 167069 h 228123"/>
              <a:gd name="connsiteX1865" fmla="*/ 11811 w 228313"/>
              <a:gd name="connsiteY1865" fmla="*/ 167069 h 228123"/>
              <a:gd name="connsiteX1866" fmla="*/ 11811 w 228313"/>
              <a:gd name="connsiteY1866" fmla="*/ 167069 h 228123"/>
              <a:gd name="connsiteX1867" fmla="*/ 11811 w 228313"/>
              <a:gd name="connsiteY1867" fmla="*/ 167069 h 228123"/>
              <a:gd name="connsiteX1868" fmla="*/ 11811 w 228313"/>
              <a:gd name="connsiteY1868" fmla="*/ 167069 h 228123"/>
              <a:gd name="connsiteX1869" fmla="*/ 11811 w 228313"/>
              <a:gd name="connsiteY1869" fmla="*/ 167069 h 228123"/>
              <a:gd name="connsiteX1870" fmla="*/ 11811 w 228313"/>
              <a:gd name="connsiteY1870" fmla="*/ 167164 h 228123"/>
              <a:gd name="connsiteX1871" fmla="*/ 11811 w 228313"/>
              <a:gd name="connsiteY1871" fmla="*/ 167259 h 228123"/>
              <a:gd name="connsiteX1872" fmla="*/ 11811 w 228313"/>
              <a:gd name="connsiteY1872" fmla="*/ 167259 h 228123"/>
              <a:gd name="connsiteX1873" fmla="*/ 11811 w 228313"/>
              <a:gd name="connsiteY1873" fmla="*/ 167259 h 228123"/>
              <a:gd name="connsiteX1874" fmla="*/ 11811 w 228313"/>
              <a:gd name="connsiteY1874" fmla="*/ 167259 h 228123"/>
              <a:gd name="connsiteX1875" fmla="*/ 11811 w 228313"/>
              <a:gd name="connsiteY1875" fmla="*/ 167259 h 228123"/>
              <a:gd name="connsiteX1876" fmla="*/ 11811 w 228313"/>
              <a:gd name="connsiteY1876" fmla="*/ 167259 h 228123"/>
              <a:gd name="connsiteX1877" fmla="*/ 11811 w 228313"/>
              <a:gd name="connsiteY1877" fmla="*/ 167259 h 228123"/>
              <a:gd name="connsiteX1878" fmla="*/ 11811 w 228313"/>
              <a:gd name="connsiteY1878" fmla="*/ 167259 h 228123"/>
              <a:gd name="connsiteX1879" fmla="*/ 11811 w 228313"/>
              <a:gd name="connsiteY1879" fmla="*/ 167259 h 228123"/>
              <a:gd name="connsiteX1880" fmla="*/ 11811 w 228313"/>
              <a:gd name="connsiteY1880" fmla="*/ 167259 h 228123"/>
              <a:gd name="connsiteX1881" fmla="*/ 11811 w 228313"/>
              <a:gd name="connsiteY1881" fmla="*/ 167259 h 228123"/>
              <a:gd name="connsiteX1882" fmla="*/ 11906 w 228313"/>
              <a:gd name="connsiteY1882" fmla="*/ 167450 h 228123"/>
              <a:gd name="connsiteX1883" fmla="*/ 11906 w 228313"/>
              <a:gd name="connsiteY1883" fmla="*/ 167450 h 228123"/>
              <a:gd name="connsiteX1884" fmla="*/ 11906 w 228313"/>
              <a:gd name="connsiteY1884" fmla="*/ 167450 h 228123"/>
              <a:gd name="connsiteX1885" fmla="*/ 11906 w 228313"/>
              <a:gd name="connsiteY1885" fmla="*/ 167450 h 228123"/>
              <a:gd name="connsiteX1886" fmla="*/ 11906 w 228313"/>
              <a:gd name="connsiteY1886" fmla="*/ 167450 h 228123"/>
              <a:gd name="connsiteX1887" fmla="*/ 11906 w 228313"/>
              <a:gd name="connsiteY1887" fmla="*/ 167450 h 228123"/>
              <a:gd name="connsiteX1888" fmla="*/ 11906 w 228313"/>
              <a:gd name="connsiteY1888" fmla="*/ 167450 h 228123"/>
              <a:gd name="connsiteX1889" fmla="*/ 11906 w 228313"/>
              <a:gd name="connsiteY1889" fmla="*/ 167450 h 228123"/>
              <a:gd name="connsiteX1890" fmla="*/ 11906 w 228313"/>
              <a:gd name="connsiteY1890" fmla="*/ 167545 h 228123"/>
              <a:gd name="connsiteX1891" fmla="*/ 11906 w 228313"/>
              <a:gd name="connsiteY1891" fmla="*/ 167545 h 228123"/>
              <a:gd name="connsiteX1892" fmla="*/ 12001 w 228313"/>
              <a:gd name="connsiteY1892" fmla="*/ 167735 h 228123"/>
              <a:gd name="connsiteX1893" fmla="*/ 12001 w 228313"/>
              <a:gd name="connsiteY1893" fmla="*/ 167735 h 228123"/>
              <a:gd name="connsiteX1894" fmla="*/ 12001 w 228313"/>
              <a:gd name="connsiteY1894" fmla="*/ 167831 h 228123"/>
              <a:gd name="connsiteX1895" fmla="*/ 12001 w 228313"/>
              <a:gd name="connsiteY1895" fmla="*/ 167831 h 228123"/>
              <a:gd name="connsiteX1896" fmla="*/ 12001 w 228313"/>
              <a:gd name="connsiteY1896" fmla="*/ 167926 h 228123"/>
              <a:gd name="connsiteX1897" fmla="*/ 12001 w 228313"/>
              <a:gd name="connsiteY1897" fmla="*/ 167926 h 228123"/>
              <a:gd name="connsiteX1898" fmla="*/ 12001 w 228313"/>
              <a:gd name="connsiteY1898" fmla="*/ 168021 h 228123"/>
              <a:gd name="connsiteX1899" fmla="*/ 12001 w 228313"/>
              <a:gd name="connsiteY1899" fmla="*/ 168021 h 228123"/>
              <a:gd name="connsiteX1900" fmla="*/ 12097 w 228313"/>
              <a:gd name="connsiteY1900" fmla="*/ 168307 h 228123"/>
              <a:gd name="connsiteX1901" fmla="*/ 12097 w 228313"/>
              <a:gd name="connsiteY1901" fmla="*/ 168307 h 228123"/>
              <a:gd name="connsiteX1902" fmla="*/ 12097 w 228313"/>
              <a:gd name="connsiteY1902" fmla="*/ 168402 h 228123"/>
              <a:gd name="connsiteX1903" fmla="*/ 12097 w 228313"/>
              <a:gd name="connsiteY1903" fmla="*/ 168402 h 228123"/>
              <a:gd name="connsiteX1904" fmla="*/ 12097 w 228313"/>
              <a:gd name="connsiteY1904" fmla="*/ 168497 h 228123"/>
              <a:gd name="connsiteX1905" fmla="*/ 12097 w 228313"/>
              <a:gd name="connsiteY1905" fmla="*/ 168497 h 228123"/>
              <a:gd name="connsiteX1906" fmla="*/ 12097 w 228313"/>
              <a:gd name="connsiteY1906" fmla="*/ 168593 h 228123"/>
              <a:gd name="connsiteX1907" fmla="*/ 12097 w 228313"/>
              <a:gd name="connsiteY1907" fmla="*/ 168593 h 228123"/>
              <a:gd name="connsiteX1908" fmla="*/ 12287 w 228313"/>
              <a:gd name="connsiteY1908" fmla="*/ 168973 h 228123"/>
              <a:gd name="connsiteX1909" fmla="*/ 12287 w 228313"/>
              <a:gd name="connsiteY1909" fmla="*/ 168973 h 228123"/>
              <a:gd name="connsiteX1910" fmla="*/ 16383 w 228313"/>
              <a:gd name="connsiteY1910" fmla="*/ 175546 h 228123"/>
              <a:gd name="connsiteX1911" fmla="*/ 24289 w 228313"/>
              <a:gd name="connsiteY1911" fmla="*/ 170212 h 228123"/>
              <a:gd name="connsiteX1912" fmla="*/ 18764 w 228313"/>
              <a:gd name="connsiteY1912" fmla="*/ 157829 h 228123"/>
              <a:gd name="connsiteX1913" fmla="*/ 150781 w 228313"/>
              <a:gd name="connsiteY1913" fmla="*/ 212408 h 228123"/>
              <a:gd name="connsiteX1914" fmla="*/ 154114 w 228313"/>
              <a:gd name="connsiteY1914" fmla="*/ 221361 h 228123"/>
              <a:gd name="connsiteX1915" fmla="*/ 158401 w 228313"/>
              <a:gd name="connsiteY1915" fmla="*/ 219647 h 228123"/>
              <a:gd name="connsiteX1916" fmla="*/ 158401 w 228313"/>
              <a:gd name="connsiteY1916" fmla="*/ 219647 h 228123"/>
              <a:gd name="connsiteX1917" fmla="*/ 158496 w 228313"/>
              <a:gd name="connsiteY1917" fmla="*/ 219647 h 228123"/>
              <a:gd name="connsiteX1918" fmla="*/ 158496 w 228313"/>
              <a:gd name="connsiteY1918" fmla="*/ 219647 h 228123"/>
              <a:gd name="connsiteX1919" fmla="*/ 158591 w 228313"/>
              <a:gd name="connsiteY1919" fmla="*/ 219647 h 228123"/>
              <a:gd name="connsiteX1920" fmla="*/ 158591 w 228313"/>
              <a:gd name="connsiteY1920" fmla="*/ 219647 h 228123"/>
              <a:gd name="connsiteX1921" fmla="*/ 158782 w 228313"/>
              <a:gd name="connsiteY1921" fmla="*/ 219551 h 228123"/>
              <a:gd name="connsiteX1922" fmla="*/ 158782 w 228313"/>
              <a:gd name="connsiteY1922" fmla="*/ 219551 h 228123"/>
              <a:gd name="connsiteX1923" fmla="*/ 158877 w 228313"/>
              <a:gd name="connsiteY1923" fmla="*/ 219551 h 228123"/>
              <a:gd name="connsiteX1924" fmla="*/ 158877 w 228313"/>
              <a:gd name="connsiteY1924" fmla="*/ 219551 h 228123"/>
              <a:gd name="connsiteX1925" fmla="*/ 158972 w 228313"/>
              <a:gd name="connsiteY1925" fmla="*/ 219551 h 228123"/>
              <a:gd name="connsiteX1926" fmla="*/ 158972 w 228313"/>
              <a:gd name="connsiteY1926" fmla="*/ 219551 h 228123"/>
              <a:gd name="connsiteX1927" fmla="*/ 159067 w 228313"/>
              <a:gd name="connsiteY1927" fmla="*/ 219551 h 228123"/>
              <a:gd name="connsiteX1928" fmla="*/ 159067 w 228313"/>
              <a:gd name="connsiteY1928" fmla="*/ 219551 h 228123"/>
              <a:gd name="connsiteX1929" fmla="*/ 159258 w 228313"/>
              <a:gd name="connsiteY1929" fmla="*/ 219456 h 228123"/>
              <a:gd name="connsiteX1930" fmla="*/ 159258 w 228313"/>
              <a:gd name="connsiteY1930" fmla="*/ 219456 h 228123"/>
              <a:gd name="connsiteX1931" fmla="*/ 159353 w 228313"/>
              <a:gd name="connsiteY1931" fmla="*/ 219456 h 228123"/>
              <a:gd name="connsiteX1932" fmla="*/ 159353 w 228313"/>
              <a:gd name="connsiteY1932" fmla="*/ 219456 h 228123"/>
              <a:gd name="connsiteX1933" fmla="*/ 159448 w 228313"/>
              <a:gd name="connsiteY1933" fmla="*/ 219456 h 228123"/>
              <a:gd name="connsiteX1934" fmla="*/ 159448 w 228313"/>
              <a:gd name="connsiteY1934" fmla="*/ 219456 h 228123"/>
              <a:gd name="connsiteX1935" fmla="*/ 159544 w 228313"/>
              <a:gd name="connsiteY1935" fmla="*/ 219456 h 228123"/>
              <a:gd name="connsiteX1936" fmla="*/ 159544 w 228313"/>
              <a:gd name="connsiteY1936" fmla="*/ 219456 h 228123"/>
              <a:gd name="connsiteX1937" fmla="*/ 159639 w 228313"/>
              <a:gd name="connsiteY1937" fmla="*/ 219456 h 228123"/>
              <a:gd name="connsiteX1938" fmla="*/ 159639 w 228313"/>
              <a:gd name="connsiteY1938" fmla="*/ 219456 h 228123"/>
              <a:gd name="connsiteX1939" fmla="*/ 159734 w 228313"/>
              <a:gd name="connsiteY1939" fmla="*/ 219456 h 228123"/>
              <a:gd name="connsiteX1940" fmla="*/ 159734 w 228313"/>
              <a:gd name="connsiteY1940" fmla="*/ 219456 h 228123"/>
              <a:gd name="connsiteX1941" fmla="*/ 159829 w 228313"/>
              <a:gd name="connsiteY1941" fmla="*/ 219456 h 228123"/>
              <a:gd name="connsiteX1942" fmla="*/ 159829 w 228313"/>
              <a:gd name="connsiteY1942" fmla="*/ 219456 h 228123"/>
              <a:gd name="connsiteX1943" fmla="*/ 159925 w 228313"/>
              <a:gd name="connsiteY1943" fmla="*/ 219456 h 228123"/>
              <a:gd name="connsiteX1944" fmla="*/ 159925 w 228313"/>
              <a:gd name="connsiteY1944" fmla="*/ 219456 h 228123"/>
              <a:gd name="connsiteX1945" fmla="*/ 160020 w 228313"/>
              <a:gd name="connsiteY1945" fmla="*/ 219456 h 228123"/>
              <a:gd name="connsiteX1946" fmla="*/ 160020 w 228313"/>
              <a:gd name="connsiteY1946" fmla="*/ 219456 h 228123"/>
              <a:gd name="connsiteX1947" fmla="*/ 160020 w 228313"/>
              <a:gd name="connsiteY1947" fmla="*/ 219456 h 228123"/>
              <a:gd name="connsiteX1948" fmla="*/ 160020 w 228313"/>
              <a:gd name="connsiteY1948" fmla="*/ 219456 h 228123"/>
              <a:gd name="connsiteX1949" fmla="*/ 160020 w 228313"/>
              <a:gd name="connsiteY1949" fmla="*/ 219456 h 228123"/>
              <a:gd name="connsiteX1950" fmla="*/ 160020 w 228313"/>
              <a:gd name="connsiteY1950" fmla="*/ 219456 h 228123"/>
              <a:gd name="connsiteX1951" fmla="*/ 160115 w 228313"/>
              <a:gd name="connsiteY1951" fmla="*/ 219456 h 228123"/>
              <a:gd name="connsiteX1952" fmla="*/ 160115 w 228313"/>
              <a:gd name="connsiteY1952" fmla="*/ 219456 h 228123"/>
              <a:gd name="connsiteX1953" fmla="*/ 160210 w 228313"/>
              <a:gd name="connsiteY1953" fmla="*/ 219456 h 228123"/>
              <a:gd name="connsiteX1954" fmla="*/ 160210 w 228313"/>
              <a:gd name="connsiteY1954" fmla="*/ 219456 h 228123"/>
              <a:gd name="connsiteX1955" fmla="*/ 160306 w 228313"/>
              <a:gd name="connsiteY1955" fmla="*/ 219456 h 228123"/>
              <a:gd name="connsiteX1956" fmla="*/ 160306 w 228313"/>
              <a:gd name="connsiteY1956" fmla="*/ 219456 h 228123"/>
              <a:gd name="connsiteX1957" fmla="*/ 160306 w 228313"/>
              <a:gd name="connsiteY1957" fmla="*/ 219456 h 228123"/>
              <a:gd name="connsiteX1958" fmla="*/ 160306 w 228313"/>
              <a:gd name="connsiteY1958" fmla="*/ 219456 h 228123"/>
              <a:gd name="connsiteX1959" fmla="*/ 160306 w 228313"/>
              <a:gd name="connsiteY1959" fmla="*/ 219456 h 228123"/>
              <a:gd name="connsiteX1960" fmla="*/ 160306 w 228313"/>
              <a:gd name="connsiteY1960" fmla="*/ 219456 h 228123"/>
              <a:gd name="connsiteX1961" fmla="*/ 160306 w 228313"/>
              <a:gd name="connsiteY1961" fmla="*/ 219456 h 228123"/>
              <a:gd name="connsiteX1962" fmla="*/ 160306 w 228313"/>
              <a:gd name="connsiteY1962" fmla="*/ 219456 h 228123"/>
              <a:gd name="connsiteX1963" fmla="*/ 160401 w 228313"/>
              <a:gd name="connsiteY1963" fmla="*/ 219456 h 228123"/>
              <a:gd name="connsiteX1964" fmla="*/ 160401 w 228313"/>
              <a:gd name="connsiteY1964" fmla="*/ 219456 h 228123"/>
              <a:gd name="connsiteX1965" fmla="*/ 160496 w 228313"/>
              <a:gd name="connsiteY1965" fmla="*/ 219456 h 228123"/>
              <a:gd name="connsiteX1966" fmla="*/ 160496 w 228313"/>
              <a:gd name="connsiteY1966" fmla="*/ 219456 h 228123"/>
              <a:gd name="connsiteX1967" fmla="*/ 160591 w 228313"/>
              <a:gd name="connsiteY1967" fmla="*/ 219456 h 228123"/>
              <a:gd name="connsiteX1968" fmla="*/ 160591 w 228313"/>
              <a:gd name="connsiteY1968" fmla="*/ 219456 h 228123"/>
              <a:gd name="connsiteX1969" fmla="*/ 160687 w 228313"/>
              <a:gd name="connsiteY1969" fmla="*/ 219456 h 228123"/>
              <a:gd name="connsiteX1970" fmla="*/ 160687 w 228313"/>
              <a:gd name="connsiteY1970" fmla="*/ 219456 h 228123"/>
              <a:gd name="connsiteX1971" fmla="*/ 160687 w 228313"/>
              <a:gd name="connsiteY1971" fmla="*/ 219456 h 228123"/>
              <a:gd name="connsiteX1972" fmla="*/ 160687 w 228313"/>
              <a:gd name="connsiteY1972" fmla="*/ 219456 h 228123"/>
              <a:gd name="connsiteX1973" fmla="*/ 160687 w 228313"/>
              <a:gd name="connsiteY1973" fmla="*/ 219456 h 228123"/>
              <a:gd name="connsiteX1974" fmla="*/ 160687 w 228313"/>
              <a:gd name="connsiteY1974" fmla="*/ 219456 h 228123"/>
              <a:gd name="connsiteX1975" fmla="*/ 160687 w 228313"/>
              <a:gd name="connsiteY1975" fmla="*/ 219456 h 228123"/>
              <a:gd name="connsiteX1976" fmla="*/ 160687 w 228313"/>
              <a:gd name="connsiteY1976" fmla="*/ 219456 h 228123"/>
              <a:gd name="connsiteX1977" fmla="*/ 160782 w 228313"/>
              <a:gd name="connsiteY1977" fmla="*/ 219456 h 228123"/>
              <a:gd name="connsiteX1978" fmla="*/ 160877 w 228313"/>
              <a:gd name="connsiteY1978" fmla="*/ 219456 h 228123"/>
              <a:gd name="connsiteX1979" fmla="*/ 160877 w 228313"/>
              <a:gd name="connsiteY1979" fmla="*/ 219456 h 228123"/>
              <a:gd name="connsiteX1980" fmla="*/ 160877 w 228313"/>
              <a:gd name="connsiteY1980" fmla="*/ 219456 h 228123"/>
              <a:gd name="connsiteX1981" fmla="*/ 160877 w 228313"/>
              <a:gd name="connsiteY1981" fmla="*/ 219456 h 228123"/>
              <a:gd name="connsiteX1982" fmla="*/ 160877 w 228313"/>
              <a:gd name="connsiteY1982" fmla="*/ 219456 h 228123"/>
              <a:gd name="connsiteX1983" fmla="*/ 160877 w 228313"/>
              <a:gd name="connsiteY1983" fmla="*/ 219456 h 228123"/>
              <a:gd name="connsiteX1984" fmla="*/ 160877 w 228313"/>
              <a:gd name="connsiteY1984" fmla="*/ 219456 h 228123"/>
              <a:gd name="connsiteX1985" fmla="*/ 160877 w 228313"/>
              <a:gd name="connsiteY1985" fmla="*/ 219456 h 228123"/>
              <a:gd name="connsiteX1986" fmla="*/ 160877 w 228313"/>
              <a:gd name="connsiteY1986" fmla="*/ 219456 h 228123"/>
              <a:gd name="connsiteX1987" fmla="*/ 160877 w 228313"/>
              <a:gd name="connsiteY1987" fmla="*/ 219456 h 228123"/>
              <a:gd name="connsiteX1988" fmla="*/ 160877 w 228313"/>
              <a:gd name="connsiteY1988" fmla="*/ 219456 h 228123"/>
              <a:gd name="connsiteX1989" fmla="*/ 160972 w 228313"/>
              <a:gd name="connsiteY1989" fmla="*/ 219456 h 228123"/>
              <a:gd name="connsiteX1990" fmla="*/ 160972 w 228313"/>
              <a:gd name="connsiteY1990" fmla="*/ 219456 h 228123"/>
              <a:gd name="connsiteX1991" fmla="*/ 161068 w 228313"/>
              <a:gd name="connsiteY1991" fmla="*/ 219456 h 228123"/>
              <a:gd name="connsiteX1992" fmla="*/ 161068 w 228313"/>
              <a:gd name="connsiteY1992" fmla="*/ 219456 h 228123"/>
              <a:gd name="connsiteX1993" fmla="*/ 161068 w 228313"/>
              <a:gd name="connsiteY1993" fmla="*/ 219456 h 228123"/>
              <a:gd name="connsiteX1994" fmla="*/ 161068 w 228313"/>
              <a:gd name="connsiteY1994" fmla="*/ 219456 h 228123"/>
              <a:gd name="connsiteX1995" fmla="*/ 161068 w 228313"/>
              <a:gd name="connsiteY1995" fmla="*/ 219456 h 228123"/>
              <a:gd name="connsiteX1996" fmla="*/ 161068 w 228313"/>
              <a:gd name="connsiteY1996" fmla="*/ 219456 h 228123"/>
              <a:gd name="connsiteX1997" fmla="*/ 161068 w 228313"/>
              <a:gd name="connsiteY1997" fmla="*/ 219456 h 228123"/>
              <a:gd name="connsiteX1998" fmla="*/ 161068 w 228313"/>
              <a:gd name="connsiteY1998" fmla="*/ 219456 h 228123"/>
              <a:gd name="connsiteX1999" fmla="*/ 161068 w 228313"/>
              <a:gd name="connsiteY1999" fmla="*/ 219456 h 228123"/>
              <a:gd name="connsiteX2000" fmla="*/ 161068 w 228313"/>
              <a:gd name="connsiteY2000" fmla="*/ 219456 h 228123"/>
              <a:gd name="connsiteX2001" fmla="*/ 161163 w 228313"/>
              <a:gd name="connsiteY2001" fmla="*/ 219456 h 228123"/>
              <a:gd name="connsiteX2002" fmla="*/ 161163 w 228313"/>
              <a:gd name="connsiteY2002" fmla="*/ 219456 h 228123"/>
              <a:gd name="connsiteX2003" fmla="*/ 161163 w 228313"/>
              <a:gd name="connsiteY2003" fmla="*/ 219456 h 228123"/>
              <a:gd name="connsiteX2004" fmla="*/ 161163 w 228313"/>
              <a:gd name="connsiteY2004" fmla="*/ 219456 h 228123"/>
              <a:gd name="connsiteX2005" fmla="*/ 161163 w 228313"/>
              <a:gd name="connsiteY2005" fmla="*/ 219456 h 228123"/>
              <a:gd name="connsiteX2006" fmla="*/ 161163 w 228313"/>
              <a:gd name="connsiteY2006" fmla="*/ 219456 h 228123"/>
              <a:gd name="connsiteX2007" fmla="*/ 161163 w 228313"/>
              <a:gd name="connsiteY2007" fmla="*/ 219456 h 228123"/>
              <a:gd name="connsiteX2008" fmla="*/ 161163 w 228313"/>
              <a:gd name="connsiteY2008" fmla="*/ 219456 h 228123"/>
              <a:gd name="connsiteX2009" fmla="*/ 161163 w 228313"/>
              <a:gd name="connsiteY2009" fmla="*/ 219456 h 228123"/>
              <a:gd name="connsiteX2010" fmla="*/ 161163 w 228313"/>
              <a:gd name="connsiteY2010" fmla="*/ 219456 h 228123"/>
              <a:gd name="connsiteX2011" fmla="*/ 161163 w 228313"/>
              <a:gd name="connsiteY2011" fmla="*/ 219456 h 228123"/>
              <a:gd name="connsiteX2012" fmla="*/ 161163 w 228313"/>
              <a:gd name="connsiteY2012" fmla="*/ 219456 h 228123"/>
              <a:gd name="connsiteX2013" fmla="*/ 161258 w 228313"/>
              <a:gd name="connsiteY2013" fmla="*/ 219456 h 228123"/>
              <a:gd name="connsiteX2014" fmla="*/ 161258 w 228313"/>
              <a:gd name="connsiteY2014" fmla="*/ 219456 h 228123"/>
              <a:gd name="connsiteX2015" fmla="*/ 161353 w 228313"/>
              <a:gd name="connsiteY2015" fmla="*/ 219456 h 228123"/>
              <a:gd name="connsiteX2016" fmla="*/ 161353 w 228313"/>
              <a:gd name="connsiteY2016" fmla="*/ 219456 h 228123"/>
              <a:gd name="connsiteX2017" fmla="*/ 161353 w 228313"/>
              <a:gd name="connsiteY2017" fmla="*/ 219456 h 228123"/>
              <a:gd name="connsiteX2018" fmla="*/ 161353 w 228313"/>
              <a:gd name="connsiteY2018" fmla="*/ 219456 h 228123"/>
              <a:gd name="connsiteX2019" fmla="*/ 161353 w 228313"/>
              <a:gd name="connsiteY2019" fmla="*/ 219456 h 228123"/>
              <a:gd name="connsiteX2020" fmla="*/ 161353 w 228313"/>
              <a:gd name="connsiteY2020" fmla="*/ 219456 h 228123"/>
              <a:gd name="connsiteX2021" fmla="*/ 161353 w 228313"/>
              <a:gd name="connsiteY2021" fmla="*/ 219456 h 228123"/>
              <a:gd name="connsiteX2022" fmla="*/ 161353 w 228313"/>
              <a:gd name="connsiteY2022" fmla="*/ 219456 h 228123"/>
              <a:gd name="connsiteX2023" fmla="*/ 161449 w 228313"/>
              <a:gd name="connsiteY2023" fmla="*/ 219456 h 228123"/>
              <a:gd name="connsiteX2024" fmla="*/ 161449 w 228313"/>
              <a:gd name="connsiteY2024" fmla="*/ 219456 h 228123"/>
              <a:gd name="connsiteX2025" fmla="*/ 161544 w 228313"/>
              <a:gd name="connsiteY2025" fmla="*/ 219456 h 228123"/>
              <a:gd name="connsiteX2026" fmla="*/ 161544 w 228313"/>
              <a:gd name="connsiteY2026" fmla="*/ 219456 h 228123"/>
              <a:gd name="connsiteX2027" fmla="*/ 161639 w 228313"/>
              <a:gd name="connsiteY2027" fmla="*/ 219456 h 228123"/>
              <a:gd name="connsiteX2028" fmla="*/ 161639 w 228313"/>
              <a:gd name="connsiteY2028" fmla="*/ 219456 h 228123"/>
              <a:gd name="connsiteX2029" fmla="*/ 161639 w 228313"/>
              <a:gd name="connsiteY2029" fmla="*/ 219456 h 228123"/>
              <a:gd name="connsiteX2030" fmla="*/ 161639 w 228313"/>
              <a:gd name="connsiteY2030" fmla="*/ 219456 h 228123"/>
              <a:gd name="connsiteX2031" fmla="*/ 161639 w 228313"/>
              <a:gd name="connsiteY2031" fmla="*/ 219456 h 228123"/>
              <a:gd name="connsiteX2032" fmla="*/ 161639 w 228313"/>
              <a:gd name="connsiteY2032" fmla="*/ 219456 h 228123"/>
              <a:gd name="connsiteX2033" fmla="*/ 161639 w 228313"/>
              <a:gd name="connsiteY2033" fmla="*/ 219456 h 228123"/>
              <a:gd name="connsiteX2034" fmla="*/ 161639 w 228313"/>
              <a:gd name="connsiteY2034" fmla="*/ 219456 h 228123"/>
              <a:gd name="connsiteX2035" fmla="*/ 161639 w 228313"/>
              <a:gd name="connsiteY2035" fmla="*/ 219456 h 228123"/>
              <a:gd name="connsiteX2036" fmla="*/ 161639 w 228313"/>
              <a:gd name="connsiteY2036" fmla="*/ 219456 h 228123"/>
              <a:gd name="connsiteX2037" fmla="*/ 161734 w 228313"/>
              <a:gd name="connsiteY2037" fmla="*/ 219456 h 228123"/>
              <a:gd name="connsiteX2038" fmla="*/ 161734 w 228313"/>
              <a:gd name="connsiteY2038" fmla="*/ 219456 h 228123"/>
              <a:gd name="connsiteX2039" fmla="*/ 161830 w 228313"/>
              <a:gd name="connsiteY2039" fmla="*/ 219456 h 228123"/>
              <a:gd name="connsiteX2040" fmla="*/ 161830 w 228313"/>
              <a:gd name="connsiteY2040" fmla="*/ 219456 h 228123"/>
              <a:gd name="connsiteX2041" fmla="*/ 161830 w 228313"/>
              <a:gd name="connsiteY2041" fmla="*/ 219456 h 228123"/>
              <a:gd name="connsiteX2042" fmla="*/ 161830 w 228313"/>
              <a:gd name="connsiteY2042" fmla="*/ 219456 h 228123"/>
              <a:gd name="connsiteX2043" fmla="*/ 161830 w 228313"/>
              <a:gd name="connsiteY2043" fmla="*/ 219456 h 228123"/>
              <a:gd name="connsiteX2044" fmla="*/ 161830 w 228313"/>
              <a:gd name="connsiteY2044" fmla="*/ 219456 h 228123"/>
              <a:gd name="connsiteX2045" fmla="*/ 161830 w 228313"/>
              <a:gd name="connsiteY2045" fmla="*/ 219456 h 228123"/>
              <a:gd name="connsiteX2046" fmla="*/ 161830 w 228313"/>
              <a:gd name="connsiteY2046" fmla="*/ 219456 h 228123"/>
              <a:gd name="connsiteX2047" fmla="*/ 161925 w 228313"/>
              <a:gd name="connsiteY2047" fmla="*/ 219456 h 228123"/>
              <a:gd name="connsiteX2048" fmla="*/ 161925 w 228313"/>
              <a:gd name="connsiteY2048" fmla="*/ 219456 h 228123"/>
              <a:gd name="connsiteX2049" fmla="*/ 162020 w 228313"/>
              <a:gd name="connsiteY2049" fmla="*/ 219456 h 228123"/>
              <a:gd name="connsiteX2050" fmla="*/ 162020 w 228313"/>
              <a:gd name="connsiteY2050" fmla="*/ 219456 h 228123"/>
              <a:gd name="connsiteX2051" fmla="*/ 162115 w 228313"/>
              <a:gd name="connsiteY2051" fmla="*/ 219456 h 228123"/>
              <a:gd name="connsiteX2052" fmla="*/ 162115 w 228313"/>
              <a:gd name="connsiteY2052" fmla="*/ 219456 h 228123"/>
              <a:gd name="connsiteX2053" fmla="*/ 162211 w 228313"/>
              <a:gd name="connsiteY2053" fmla="*/ 219456 h 228123"/>
              <a:gd name="connsiteX2054" fmla="*/ 162211 w 228313"/>
              <a:gd name="connsiteY2054" fmla="*/ 219456 h 228123"/>
              <a:gd name="connsiteX2055" fmla="*/ 162306 w 228313"/>
              <a:gd name="connsiteY2055" fmla="*/ 219456 h 228123"/>
              <a:gd name="connsiteX2056" fmla="*/ 162306 w 228313"/>
              <a:gd name="connsiteY2056" fmla="*/ 219456 h 228123"/>
              <a:gd name="connsiteX2057" fmla="*/ 162401 w 228313"/>
              <a:gd name="connsiteY2057" fmla="*/ 219456 h 228123"/>
              <a:gd name="connsiteX2058" fmla="*/ 162401 w 228313"/>
              <a:gd name="connsiteY2058" fmla="*/ 219456 h 228123"/>
              <a:gd name="connsiteX2059" fmla="*/ 162496 w 228313"/>
              <a:gd name="connsiteY2059" fmla="*/ 219456 h 228123"/>
              <a:gd name="connsiteX2060" fmla="*/ 162496 w 228313"/>
              <a:gd name="connsiteY2060" fmla="*/ 219456 h 228123"/>
              <a:gd name="connsiteX2061" fmla="*/ 162687 w 228313"/>
              <a:gd name="connsiteY2061" fmla="*/ 219361 h 228123"/>
              <a:gd name="connsiteX2062" fmla="*/ 162687 w 228313"/>
              <a:gd name="connsiteY2062" fmla="*/ 219361 h 228123"/>
              <a:gd name="connsiteX2063" fmla="*/ 162782 w 228313"/>
              <a:gd name="connsiteY2063" fmla="*/ 219361 h 228123"/>
              <a:gd name="connsiteX2064" fmla="*/ 162782 w 228313"/>
              <a:gd name="connsiteY2064" fmla="*/ 219361 h 228123"/>
              <a:gd name="connsiteX2065" fmla="*/ 162877 w 228313"/>
              <a:gd name="connsiteY2065" fmla="*/ 219361 h 228123"/>
              <a:gd name="connsiteX2066" fmla="*/ 162877 w 228313"/>
              <a:gd name="connsiteY2066" fmla="*/ 219361 h 228123"/>
              <a:gd name="connsiteX2067" fmla="*/ 162973 w 228313"/>
              <a:gd name="connsiteY2067" fmla="*/ 219361 h 228123"/>
              <a:gd name="connsiteX2068" fmla="*/ 162973 w 228313"/>
              <a:gd name="connsiteY2068" fmla="*/ 219361 h 228123"/>
              <a:gd name="connsiteX2069" fmla="*/ 163068 w 228313"/>
              <a:gd name="connsiteY2069" fmla="*/ 219361 h 228123"/>
              <a:gd name="connsiteX2070" fmla="*/ 163068 w 228313"/>
              <a:gd name="connsiteY2070" fmla="*/ 219361 h 228123"/>
              <a:gd name="connsiteX2071" fmla="*/ 163258 w 228313"/>
              <a:gd name="connsiteY2071" fmla="*/ 219266 h 228123"/>
              <a:gd name="connsiteX2072" fmla="*/ 163258 w 228313"/>
              <a:gd name="connsiteY2072" fmla="*/ 219266 h 228123"/>
              <a:gd name="connsiteX2073" fmla="*/ 163354 w 228313"/>
              <a:gd name="connsiteY2073" fmla="*/ 219266 h 228123"/>
              <a:gd name="connsiteX2074" fmla="*/ 163449 w 228313"/>
              <a:gd name="connsiteY2074" fmla="*/ 219266 h 228123"/>
              <a:gd name="connsiteX2075" fmla="*/ 163449 w 228313"/>
              <a:gd name="connsiteY2075" fmla="*/ 219266 h 228123"/>
              <a:gd name="connsiteX2076" fmla="*/ 163544 w 228313"/>
              <a:gd name="connsiteY2076" fmla="*/ 219266 h 228123"/>
              <a:gd name="connsiteX2077" fmla="*/ 163544 w 228313"/>
              <a:gd name="connsiteY2077" fmla="*/ 219266 h 228123"/>
              <a:gd name="connsiteX2078" fmla="*/ 163830 w 228313"/>
              <a:gd name="connsiteY2078" fmla="*/ 219075 h 228123"/>
              <a:gd name="connsiteX2079" fmla="*/ 163830 w 228313"/>
              <a:gd name="connsiteY2079" fmla="*/ 219075 h 228123"/>
              <a:gd name="connsiteX2080" fmla="*/ 163925 w 228313"/>
              <a:gd name="connsiteY2080" fmla="*/ 219075 h 228123"/>
              <a:gd name="connsiteX2081" fmla="*/ 163925 w 228313"/>
              <a:gd name="connsiteY2081" fmla="*/ 219075 h 228123"/>
              <a:gd name="connsiteX2082" fmla="*/ 164020 w 228313"/>
              <a:gd name="connsiteY2082" fmla="*/ 219075 h 228123"/>
              <a:gd name="connsiteX2083" fmla="*/ 164020 w 228313"/>
              <a:gd name="connsiteY2083" fmla="*/ 219075 h 228123"/>
              <a:gd name="connsiteX2084" fmla="*/ 164401 w 228313"/>
              <a:gd name="connsiteY2084" fmla="*/ 218885 h 228123"/>
              <a:gd name="connsiteX2085" fmla="*/ 164401 w 228313"/>
              <a:gd name="connsiteY2085" fmla="*/ 218885 h 228123"/>
              <a:gd name="connsiteX2086" fmla="*/ 169735 w 228313"/>
              <a:gd name="connsiteY2086" fmla="*/ 216027 h 228123"/>
              <a:gd name="connsiteX2087" fmla="*/ 164973 w 228313"/>
              <a:gd name="connsiteY2087" fmla="*/ 207740 h 228123"/>
              <a:gd name="connsiteX2088" fmla="*/ 150781 w 228313"/>
              <a:gd name="connsiteY2088" fmla="*/ 212408 h 228123"/>
              <a:gd name="connsiteX2089" fmla="*/ 70390 w 228313"/>
              <a:gd name="connsiteY2089" fmla="*/ 219932 h 228123"/>
              <a:gd name="connsiteX2090" fmla="*/ 79819 w 228313"/>
              <a:gd name="connsiteY2090" fmla="*/ 223361 h 228123"/>
              <a:gd name="connsiteX2091" fmla="*/ 81248 w 228313"/>
              <a:gd name="connsiteY2091" fmla="*/ 223838 h 228123"/>
              <a:gd name="connsiteX2092" fmla="*/ 81248 w 228313"/>
              <a:gd name="connsiteY2092" fmla="*/ 223838 h 228123"/>
              <a:gd name="connsiteX2093" fmla="*/ 81629 w 228313"/>
              <a:gd name="connsiteY2093" fmla="*/ 223933 h 228123"/>
              <a:gd name="connsiteX2094" fmla="*/ 88392 w 228313"/>
              <a:gd name="connsiteY2094" fmla="*/ 225743 h 228123"/>
              <a:gd name="connsiteX2095" fmla="*/ 90488 w 228313"/>
              <a:gd name="connsiteY2095" fmla="*/ 216503 h 228123"/>
              <a:gd name="connsiteX2096" fmla="*/ 73914 w 228313"/>
              <a:gd name="connsiteY2096" fmla="*/ 211169 h 228123"/>
              <a:gd name="connsiteX2097" fmla="*/ 70390 w 228313"/>
              <a:gd name="connsiteY2097" fmla="*/ 219932 h 228123"/>
              <a:gd name="connsiteX2098" fmla="*/ 45625 w 228313"/>
              <a:gd name="connsiteY2098" fmla="*/ 205835 h 228123"/>
              <a:gd name="connsiteX2099" fmla="*/ 46767 w 228313"/>
              <a:gd name="connsiteY2099" fmla="*/ 206693 h 228123"/>
              <a:gd name="connsiteX2100" fmla="*/ 46767 w 228313"/>
              <a:gd name="connsiteY2100" fmla="*/ 206693 h 228123"/>
              <a:gd name="connsiteX2101" fmla="*/ 46863 w 228313"/>
              <a:gd name="connsiteY2101" fmla="*/ 206693 h 228123"/>
              <a:gd name="connsiteX2102" fmla="*/ 46863 w 228313"/>
              <a:gd name="connsiteY2102" fmla="*/ 206693 h 228123"/>
              <a:gd name="connsiteX2103" fmla="*/ 46958 w 228313"/>
              <a:gd name="connsiteY2103" fmla="*/ 206693 h 228123"/>
              <a:gd name="connsiteX2104" fmla="*/ 46958 w 228313"/>
              <a:gd name="connsiteY2104" fmla="*/ 206693 h 228123"/>
              <a:gd name="connsiteX2105" fmla="*/ 47053 w 228313"/>
              <a:gd name="connsiteY2105" fmla="*/ 206693 h 228123"/>
              <a:gd name="connsiteX2106" fmla="*/ 47053 w 228313"/>
              <a:gd name="connsiteY2106" fmla="*/ 206693 h 228123"/>
              <a:gd name="connsiteX2107" fmla="*/ 47244 w 228313"/>
              <a:gd name="connsiteY2107" fmla="*/ 206883 h 228123"/>
              <a:gd name="connsiteX2108" fmla="*/ 47244 w 228313"/>
              <a:gd name="connsiteY2108" fmla="*/ 206883 h 228123"/>
              <a:gd name="connsiteX2109" fmla="*/ 47339 w 228313"/>
              <a:gd name="connsiteY2109" fmla="*/ 206883 h 228123"/>
              <a:gd name="connsiteX2110" fmla="*/ 47339 w 228313"/>
              <a:gd name="connsiteY2110" fmla="*/ 206883 h 228123"/>
              <a:gd name="connsiteX2111" fmla="*/ 47339 w 228313"/>
              <a:gd name="connsiteY2111" fmla="*/ 206883 h 228123"/>
              <a:gd name="connsiteX2112" fmla="*/ 47339 w 228313"/>
              <a:gd name="connsiteY2112" fmla="*/ 206883 h 228123"/>
              <a:gd name="connsiteX2113" fmla="*/ 47339 w 228313"/>
              <a:gd name="connsiteY2113" fmla="*/ 206883 h 228123"/>
              <a:gd name="connsiteX2114" fmla="*/ 47339 w 228313"/>
              <a:gd name="connsiteY2114" fmla="*/ 206883 h 228123"/>
              <a:gd name="connsiteX2115" fmla="*/ 47434 w 228313"/>
              <a:gd name="connsiteY2115" fmla="*/ 206883 h 228123"/>
              <a:gd name="connsiteX2116" fmla="*/ 47434 w 228313"/>
              <a:gd name="connsiteY2116" fmla="*/ 206883 h 228123"/>
              <a:gd name="connsiteX2117" fmla="*/ 47530 w 228313"/>
              <a:gd name="connsiteY2117" fmla="*/ 206978 h 228123"/>
              <a:gd name="connsiteX2118" fmla="*/ 47530 w 228313"/>
              <a:gd name="connsiteY2118" fmla="*/ 206978 h 228123"/>
              <a:gd name="connsiteX2119" fmla="*/ 47625 w 228313"/>
              <a:gd name="connsiteY2119" fmla="*/ 206978 h 228123"/>
              <a:gd name="connsiteX2120" fmla="*/ 47625 w 228313"/>
              <a:gd name="connsiteY2120" fmla="*/ 206978 h 228123"/>
              <a:gd name="connsiteX2121" fmla="*/ 47625 w 228313"/>
              <a:gd name="connsiteY2121" fmla="*/ 206978 h 228123"/>
              <a:gd name="connsiteX2122" fmla="*/ 47625 w 228313"/>
              <a:gd name="connsiteY2122" fmla="*/ 206978 h 228123"/>
              <a:gd name="connsiteX2123" fmla="*/ 47625 w 228313"/>
              <a:gd name="connsiteY2123" fmla="*/ 206978 h 228123"/>
              <a:gd name="connsiteX2124" fmla="*/ 47625 w 228313"/>
              <a:gd name="connsiteY2124" fmla="*/ 206978 h 228123"/>
              <a:gd name="connsiteX2125" fmla="*/ 47625 w 228313"/>
              <a:gd name="connsiteY2125" fmla="*/ 206978 h 228123"/>
              <a:gd name="connsiteX2126" fmla="*/ 47625 w 228313"/>
              <a:gd name="connsiteY2126" fmla="*/ 206978 h 228123"/>
              <a:gd name="connsiteX2127" fmla="*/ 47625 w 228313"/>
              <a:gd name="connsiteY2127" fmla="*/ 206978 h 228123"/>
              <a:gd name="connsiteX2128" fmla="*/ 47625 w 228313"/>
              <a:gd name="connsiteY2128" fmla="*/ 206978 h 228123"/>
              <a:gd name="connsiteX2129" fmla="*/ 47625 w 228313"/>
              <a:gd name="connsiteY2129" fmla="*/ 206978 h 228123"/>
              <a:gd name="connsiteX2130" fmla="*/ 47720 w 228313"/>
              <a:gd name="connsiteY2130" fmla="*/ 207073 h 228123"/>
              <a:gd name="connsiteX2131" fmla="*/ 47720 w 228313"/>
              <a:gd name="connsiteY2131" fmla="*/ 207073 h 228123"/>
              <a:gd name="connsiteX2132" fmla="*/ 47720 w 228313"/>
              <a:gd name="connsiteY2132" fmla="*/ 207073 h 228123"/>
              <a:gd name="connsiteX2133" fmla="*/ 47720 w 228313"/>
              <a:gd name="connsiteY2133" fmla="*/ 207073 h 228123"/>
              <a:gd name="connsiteX2134" fmla="*/ 47720 w 228313"/>
              <a:gd name="connsiteY2134" fmla="*/ 207073 h 228123"/>
              <a:gd name="connsiteX2135" fmla="*/ 47720 w 228313"/>
              <a:gd name="connsiteY2135" fmla="*/ 207073 h 228123"/>
              <a:gd name="connsiteX2136" fmla="*/ 47720 w 228313"/>
              <a:gd name="connsiteY2136" fmla="*/ 207073 h 228123"/>
              <a:gd name="connsiteX2137" fmla="*/ 47720 w 228313"/>
              <a:gd name="connsiteY2137" fmla="*/ 207073 h 228123"/>
              <a:gd name="connsiteX2138" fmla="*/ 47720 w 228313"/>
              <a:gd name="connsiteY2138" fmla="*/ 207073 h 228123"/>
              <a:gd name="connsiteX2139" fmla="*/ 47720 w 228313"/>
              <a:gd name="connsiteY2139" fmla="*/ 207073 h 228123"/>
              <a:gd name="connsiteX2140" fmla="*/ 47720 w 228313"/>
              <a:gd name="connsiteY2140" fmla="*/ 207073 h 228123"/>
              <a:gd name="connsiteX2141" fmla="*/ 47720 w 228313"/>
              <a:gd name="connsiteY2141" fmla="*/ 207073 h 228123"/>
              <a:gd name="connsiteX2142" fmla="*/ 47911 w 228313"/>
              <a:gd name="connsiteY2142" fmla="*/ 207169 h 228123"/>
              <a:gd name="connsiteX2143" fmla="*/ 47911 w 228313"/>
              <a:gd name="connsiteY2143" fmla="*/ 207169 h 228123"/>
              <a:gd name="connsiteX2144" fmla="*/ 48006 w 228313"/>
              <a:gd name="connsiteY2144" fmla="*/ 207169 h 228123"/>
              <a:gd name="connsiteX2145" fmla="*/ 48006 w 228313"/>
              <a:gd name="connsiteY2145" fmla="*/ 207169 h 228123"/>
              <a:gd name="connsiteX2146" fmla="*/ 48101 w 228313"/>
              <a:gd name="connsiteY2146" fmla="*/ 207169 h 228123"/>
              <a:gd name="connsiteX2147" fmla="*/ 48101 w 228313"/>
              <a:gd name="connsiteY2147" fmla="*/ 207169 h 228123"/>
              <a:gd name="connsiteX2148" fmla="*/ 48196 w 228313"/>
              <a:gd name="connsiteY2148" fmla="*/ 207169 h 228123"/>
              <a:gd name="connsiteX2149" fmla="*/ 48196 w 228313"/>
              <a:gd name="connsiteY2149" fmla="*/ 207169 h 228123"/>
              <a:gd name="connsiteX2150" fmla="*/ 48292 w 228313"/>
              <a:gd name="connsiteY2150" fmla="*/ 207169 h 228123"/>
              <a:gd name="connsiteX2151" fmla="*/ 48292 w 228313"/>
              <a:gd name="connsiteY2151" fmla="*/ 207169 h 228123"/>
              <a:gd name="connsiteX2152" fmla="*/ 48577 w 228313"/>
              <a:gd name="connsiteY2152" fmla="*/ 207359 h 228123"/>
              <a:gd name="connsiteX2153" fmla="*/ 48577 w 228313"/>
              <a:gd name="connsiteY2153" fmla="*/ 207359 h 228123"/>
              <a:gd name="connsiteX2154" fmla="*/ 48673 w 228313"/>
              <a:gd name="connsiteY2154" fmla="*/ 207359 h 228123"/>
              <a:gd name="connsiteX2155" fmla="*/ 48673 w 228313"/>
              <a:gd name="connsiteY2155" fmla="*/ 207359 h 228123"/>
              <a:gd name="connsiteX2156" fmla="*/ 48768 w 228313"/>
              <a:gd name="connsiteY2156" fmla="*/ 207359 h 228123"/>
              <a:gd name="connsiteX2157" fmla="*/ 48768 w 228313"/>
              <a:gd name="connsiteY2157" fmla="*/ 207359 h 228123"/>
              <a:gd name="connsiteX2158" fmla="*/ 49149 w 228313"/>
              <a:gd name="connsiteY2158" fmla="*/ 207645 h 228123"/>
              <a:gd name="connsiteX2159" fmla="*/ 49149 w 228313"/>
              <a:gd name="connsiteY2159" fmla="*/ 207645 h 228123"/>
              <a:gd name="connsiteX2160" fmla="*/ 55150 w 228313"/>
              <a:gd name="connsiteY2160" fmla="*/ 211455 h 228123"/>
              <a:gd name="connsiteX2161" fmla="*/ 55150 w 228313"/>
              <a:gd name="connsiteY2161" fmla="*/ 211455 h 228123"/>
              <a:gd name="connsiteX2162" fmla="*/ 55245 w 228313"/>
              <a:gd name="connsiteY2162" fmla="*/ 211455 h 228123"/>
              <a:gd name="connsiteX2163" fmla="*/ 55245 w 228313"/>
              <a:gd name="connsiteY2163" fmla="*/ 211455 h 228123"/>
              <a:gd name="connsiteX2164" fmla="*/ 55531 w 228313"/>
              <a:gd name="connsiteY2164" fmla="*/ 211646 h 228123"/>
              <a:gd name="connsiteX2165" fmla="*/ 55531 w 228313"/>
              <a:gd name="connsiteY2165" fmla="*/ 211646 h 228123"/>
              <a:gd name="connsiteX2166" fmla="*/ 55626 w 228313"/>
              <a:gd name="connsiteY2166" fmla="*/ 211646 h 228123"/>
              <a:gd name="connsiteX2167" fmla="*/ 55626 w 228313"/>
              <a:gd name="connsiteY2167" fmla="*/ 211646 h 228123"/>
              <a:gd name="connsiteX2168" fmla="*/ 55721 w 228313"/>
              <a:gd name="connsiteY2168" fmla="*/ 211646 h 228123"/>
              <a:gd name="connsiteX2169" fmla="*/ 55721 w 228313"/>
              <a:gd name="connsiteY2169" fmla="*/ 211646 h 228123"/>
              <a:gd name="connsiteX2170" fmla="*/ 55816 w 228313"/>
              <a:gd name="connsiteY2170" fmla="*/ 211646 h 228123"/>
              <a:gd name="connsiteX2171" fmla="*/ 55816 w 228313"/>
              <a:gd name="connsiteY2171" fmla="*/ 211646 h 228123"/>
              <a:gd name="connsiteX2172" fmla="*/ 56102 w 228313"/>
              <a:gd name="connsiteY2172" fmla="*/ 211836 h 228123"/>
              <a:gd name="connsiteX2173" fmla="*/ 56102 w 228313"/>
              <a:gd name="connsiteY2173" fmla="*/ 211836 h 228123"/>
              <a:gd name="connsiteX2174" fmla="*/ 56197 w 228313"/>
              <a:gd name="connsiteY2174" fmla="*/ 211836 h 228123"/>
              <a:gd name="connsiteX2175" fmla="*/ 56197 w 228313"/>
              <a:gd name="connsiteY2175" fmla="*/ 211836 h 228123"/>
              <a:gd name="connsiteX2176" fmla="*/ 56292 w 228313"/>
              <a:gd name="connsiteY2176" fmla="*/ 211836 h 228123"/>
              <a:gd name="connsiteX2177" fmla="*/ 56292 w 228313"/>
              <a:gd name="connsiteY2177" fmla="*/ 211836 h 228123"/>
              <a:gd name="connsiteX2178" fmla="*/ 56292 w 228313"/>
              <a:gd name="connsiteY2178" fmla="*/ 211836 h 228123"/>
              <a:gd name="connsiteX2179" fmla="*/ 56292 w 228313"/>
              <a:gd name="connsiteY2179" fmla="*/ 211836 h 228123"/>
              <a:gd name="connsiteX2180" fmla="*/ 56388 w 228313"/>
              <a:gd name="connsiteY2180" fmla="*/ 211836 h 228123"/>
              <a:gd name="connsiteX2181" fmla="*/ 56388 w 228313"/>
              <a:gd name="connsiteY2181" fmla="*/ 211836 h 228123"/>
              <a:gd name="connsiteX2182" fmla="*/ 56578 w 228313"/>
              <a:gd name="connsiteY2182" fmla="*/ 211931 h 228123"/>
              <a:gd name="connsiteX2183" fmla="*/ 56578 w 228313"/>
              <a:gd name="connsiteY2183" fmla="*/ 211931 h 228123"/>
              <a:gd name="connsiteX2184" fmla="*/ 56578 w 228313"/>
              <a:gd name="connsiteY2184" fmla="*/ 211931 h 228123"/>
              <a:gd name="connsiteX2185" fmla="*/ 56578 w 228313"/>
              <a:gd name="connsiteY2185" fmla="*/ 211931 h 228123"/>
              <a:gd name="connsiteX2186" fmla="*/ 56578 w 228313"/>
              <a:gd name="connsiteY2186" fmla="*/ 211931 h 228123"/>
              <a:gd name="connsiteX2187" fmla="*/ 56578 w 228313"/>
              <a:gd name="connsiteY2187" fmla="*/ 211931 h 228123"/>
              <a:gd name="connsiteX2188" fmla="*/ 56578 w 228313"/>
              <a:gd name="connsiteY2188" fmla="*/ 211931 h 228123"/>
              <a:gd name="connsiteX2189" fmla="*/ 56578 w 228313"/>
              <a:gd name="connsiteY2189" fmla="*/ 211931 h 228123"/>
              <a:gd name="connsiteX2190" fmla="*/ 56578 w 228313"/>
              <a:gd name="connsiteY2190" fmla="*/ 211931 h 228123"/>
              <a:gd name="connsiteX2191" fmla="*/ 56578 w 228313"/>
              <a:gd name="connsiteY2191" fmla="*/ 211931 h 228123"/>
              <a:gd name="connsiteX2192" fmla="*/ 56578 w 228313"/>
              <a:gd name="connsiteY2192" fmla="*/ 211931 h 228123"/>
              <a:gd name="connsiteX2193" fmla="*/ 56578 w 228313"/>
              <a:gd name="connsiteY2193" fmla="*/ 211931 h 228123"/>
              <a:gd name="connsiteX2194" fmla="*/ 56674 w 228313"/>
              <a:gd name="connsiteY2194" fmla="*/ 211931 h 228123"/>
              <a:gd name="connsiteX2195" fmla="*/ 56674 w 228313"/>
              <a:gd name="connsiteY2195" fmla="*/ 211931 h 228123"/>
              <a:gd name="connsiteX2196" fmla="*/ 56674 w 228313"/>
              <a:gd name="connsiteY2196" fmla="*/ 211931 h 228123"/>
              <a:gd name="connsiteX2197" fmla="*/ 56674 w 228313"/>
              <a:gd name="connsiteY2197" fmla="*/ 211931 h 228123"/>
              <a:gd name="connsiteX2198" fmla="*/ 56674 w 228313"/>
              <a:gd name="connsiteY2198" fmla="*/ 211931 h 228123"/>
              <a:gd name="connsiteX2199" fmla="*/ 56674 w 228313"/>
              <a:gd name="connsiteY2199" fmla="*/ 211931 h 228123"/>
              <a:gd name="connsiteX2200" fmla="*/ 56674 w 228313"/>
              <a:gd name="connsiteY2200" fmla="*/ 211931 h 228123"/>
              <a:gd name="connsiteX2201" fmla="*/ 56674 w 228313"/>
              <a:gd name="connsiteY2201" fmla="*/ 211931 h 228123"/>
              <a:gd name="connsiteX2202" fmla="*/ 56674 w 228313"/>
              <a:gd name="connsiteY2202" fmla="*/ 211931 h 228123"/>
              <a:gd name="connsiteX2203" fmla="*/ 56769 w 228313"/>
              <a:gd name="connsiteY2203" fmla="*/ 211931 h 228123"/>
              <a:gd name="connsiteX2204" fmla="*/ 56769 w 228313"/>
              <a:gd name="connsiteY2204" fmla="*/ 211931 h 228123"/>
              <a:gd name="connsiteX2205" fmla="*/ 56864 w 228313"/>
              <a:gd name="connsiteY2205" fmla="*/ 211931 h 228123"/>
              <a:gd name="connsiteX2206" fmla="*/ 56959 w 228313"/>
              <a:gd name="connsiteY2206" fmla="*/ 211931 h 228123"/>
              <a:gd name="connsiteX2207" fmla="*/ 56959 w 228313"/>
              <a:gd name="connsiteY2207" fmla="*/ 211931 h 228123"/>
              <a:gd name="connsiteX2208" fmla="*/ 57055 w 228313"/>
              <a:gd name="connsiteY2208" fmla="*/ 211931 h 228123"/>
              <a:gd name="connsiteX2209" fmla="*/ 57055 w 228313"/>
              <a:gd name="connsiteY2209" fmla="*/ 211931 h 228123"/>
              <a:gd name="connsiteX2210" fmla="*/ 57150 w 228313"/>
              <a:gd name="connsiteY2210" fmla="*/ 211931 h 228123"/>
              <a:gd name="connsiteX2211" fmla="*/ 57150 w 228313"/>
              <a:gd name="connsiteY2211" fmla="*/ 211931 h 228123"/>
              <a:gd name="connsiteX2212" fmla="*/ 57245 w 228313"/>
              <a:gd name="connsiteY2212" fmla="*/ 211931 h 228123"/>
              <a:gd name="connsiteX2213" fmla="*/ 57245 w 228313"/>
              <a:gd name="connsiteY2213" fmla="*/ 211931 h 228123"/>
              <a:gd name="connsiteX2214" fmla="*/ 57340 w 228313"/>
              <a:gd name="connsiteY2214" fmla="*/ 211931 h 228123"/>
              <a:gd name="connsiteX2215" fmla="*/ 57340 w 228313"/>
              <a:gd name="connsiteY2215" fmla="*/ 211931 h 228123"/>
              <a:gd name="connsiteX2216" fmla="*/ 57531 w 228313"/>
              <a:gd name="connsiteY2216" fmla="*/ 212027 h 228123"/>
              <a:gd name="connsiteX2217" fmla="*/ 57531 w 228313"/>
              <a:gd name="connsiteY2217" fmla="*/ 212027 h 228123"/>
              <a:gd name="connsiteX2218" fmla="*/ 57626 w 228313"/>
              <a:gd name="connsiteY2218" fmla="*/ 212027 h 228123"/>
              <a:gd name="connsiteX2219" fmla="*/ 57626 w 228313"/>
              <a:gd name="connsiteY2219" fmla="*/ 212027 h 228123"/>
              <a:gd name="connsiteX2220" fmla="*/ 57721 w 228313"/>
              <a:gd name="connsiteY2220" fmla="*/ 212027 h 228123"/>
              <a:gd name="connsiteX2221" fmla="*/ 57721 w 228313"/>
              <a:gd name="connsiteY2221" fmla="*/ 212027 h 228123"/>
              <a:gd name="connsiteX2222" fmla="*/ 57817 w 228313"/>
              <a:gd name="connsiteY2222" fmla="*/ 212027 h 228123"/>
              <a:gd name="connsiteX2223" fmla="*/ 57817 w 228313"/>
              <a:gd name="connsiteY2223" fmla="*/ 212027 h 228123"/>
              <a:gd name="connsiteX2224" fmla="*/ 61150 w 228313"/>
              <a:gd name="connsiteY2224" fmla="*/ 213836 h 228123"/>
              <a:gd name="connsiteX2225" fmla="*/ 65532 w 228313"/>
              <a:gd name="connsiteY2225" fmla="*/ 205359 h 228123"/>
              <a:gd name="connsiteX2226" fmla="*/ 50768 w 228313"/>
              <a:gd name="connsiteY2226" fmla="*/ 196120 h 228123"/>
              <a:gd name="connsiteX2227" fmla="*/ 45625 w 228313"/>
              <a:gd name="connsiteY2227" fmla="*/ 205835 h 228123"/>
              <a:gd name="connsiteX2228" fmla="*/ 117634 w 228313"/>
              <a:gd name="connsiteY2228" fmla="*/ 9525 h 228123"/>
              <a:gd name="connsiteX2229" fmla="*/ 117919 w 228313"/>
              <a:gd name="connsiteY2229" fmla="*/ 0 h 228123"/>
              <a:gd name="connsiteX2230" fmla="*/ 116586 w 228313"/>
              <a:gd name="connsiteY2230" fmla="*/ 0 h 228123"/>
              <a:gd name="connsiteX2231" fmla="*/ 116586 w 228313"/>
              <a:gd name="connsiteY2231" fmla="*/ 0 h 228123"/>
              <a:gd name="connsiteX2232" fmla="*/ 116491 w 228313"/>
              <a:gd name="connsiteY2232" fmla="*/ 0 h 228123"/>
              <a:gd name="connsiteX2233" fmla="*/ 116491 w 228313"/>
              <a:gd name="connsiteY2233" fmla="*/ 0 h 228123"/>
              <a:gd name="connsiteX2234" fmla="*/ 116491 w 228313"/>
              <a:gd name="connsiteY2234" fmla="*/ 0 h 228123"/>
              <a:gd name="connsiteX2235" fmla="*/ 116491 w 228313"/>
              <a:gd name="connsiteY2235" fmla="*/ 0 h 228123"/>
              <a:gd name="connsiteX2236" fmla="*/ 116395 w 228313"/>
              <a:gd name="connsiteY2236" fmla="*/ 0 h 228123"/>
              <a:gd name="connsiteX2237" fmla="*/ 116395 w 228313"/>
              <a:gd name="connsiteY2237" fmla="*/ 0 h 228123"/>
              <a:gd name="connsiteX2238" fmla="*/ 116395 w 228313"/>
              <a:gd name="connsiteY2238" fmla="*/ 0 h 228123"/>
              <a:gd name="connsiteX2239" fmla="*/ 116395 w 228313"/>
              <a:gd name="connsiteY2239" fmla="*/ 0 h 228123"/>
              <a:gd name="connsiteX2240" fmla="*/ 116300 w 228313"/>
              <a:gd name="connsiteY2240" fmla="*/ 0 h 228123"/>
              <a:gd name="connsiteX2241" fmla="*/ 116205 w 228313"/>
              <a:gd name="connsiteY2241" fmla="*/ 0 h 228123"/>
              <a:gd name="connsiteX2242" fmla="*/ 116205 w 228313"/>
              <a:gd name="connsiteY2242" fmla="*/ 0 h 228123"/>
              <a:gd name="connsiteX2243" fmla="*/ 116109 w 228313"/>
              <a:gd name="connsiteY2243" fmla="*/ 0 h 228123"/>
              <a:gd name="connsiteX2244" fmla="*/ 116109 w 228313"/>
              <a:gd name="connsiteY2244" fmla="*/ 0 h 228123"/>
              <a:gd name="connsiteX2245" fmla="*/ 116014 w 228313"/>
              <a:gd name="connsiteY2245" fmla="*/ 0 h 228123"/>
              <a:gd name="connsiteX2246" fmla="*/ 116014 w 228313"/>
              <a:gd name="connsiteY2246" fmla="*/ 0 h 228123"/>
              <a:gd name="connsiteX2247" fmla="*/ 115919 w 228313"/>
              <a:gd name="connsiteY2247" fmla="*/ 0 h 228123"/>
              <a:gd name="connsiteX2248" fmla="*/ 115919 w 228313"/>
              <a:gd name="connsiteY2248" fmla="*/ 0 h 228123"/>
              <a:gd name="connsiteX2249" fmla="*/ 115824 w 228313"/>
              <a:gd name="connsiteY2249" fmla="*/ 0 h 228123"/>
              <a:gd name="connsiteX2250" fmla="*/ 115824 w 228313"/>
              <a:gd name="connsiteY2250" fmla="*/ 0 h 228123"/>
              <a:gd name="connsiteX2251" fmla="*/ 115729 w 228313"/>
              <a:gd name="connsiteY2251" fmla="*/ 0 h 228123"/>
              <a:gd name="connsiteX2252" fmla="*/ 115729 w 228313"/>
              <a:gd name="connsiteY2252" fmla="*/ 0 h 228123"/>
              <a:gd name="connsiteX2253" fmla="*/ 115633 w 228313"/>
              <a:gd name="connsiteY2253" fmla="*/ 0 h 228123"/>
              <a:gd name="connsiteX2254" fmla="*/ 115633 w 228313"/>
              <a:gd name="connsiteY2254" fmla="*/ 0 h 228123"/>
              <a:gd name="connsiteX2255" fmla="*/ 115538 w 228313"/>
              <a:gd name="connsiteY2255" fmla="*/ 0 h 228123"/>
              <a:gd name="connsiteX2256" fmla="*/ 115538 w 228313"/>
              <a:gd name="connsiteY2256" fmla="*/ 0 h 228123"/>
              <a:gd name="connsiteX2257" fmla="*/ 115443 w 228313"/>
              <a:gd name="connsiteY2257" fmla="*/ 0 h 228123"/>
              <a:gd name="connsiteX2258" fmla="*/ 115443 w 228313"/>
              <a:gd name="connsiteY2258" fmla="*/ 0 h 228123"/>
              <a:gd name="connsiteX2259" fmla="*/ 115348 w 228313"/>
              <a:gd name="connsiteY2259" fmla="*/ 0 h 228123"/>
              <a:gd name="connsiteX2260" fmla="*/ 115348 w 228313"/>
              <a:gd name="connsiteY2260" fmla="*/ 0 h 228123"/>
              <a:gd name="connsiteX2261" fmla="*/ 115252 w 228313"/>
              <a:gd name="connsiteY2261" fmla="*/ 0 h 228123"/>
              <a:gd name="connsiteX2262" fmla="*/ 115252 w 228313"/>
              <a:gd name="connsiteY2262" fmla="*/ 0 h 228123"/>
              <a:gd name="connsiteX2263" fmla="*/ 115157 w 228313"/>
              <a:gd name="connsiteY2263" fmla="*/ 0 h 228123"/>
              <a:gd name="connsiteX2264" fmla="*/ 115157 w 228313"/>
              <a:gd name="connsiteY2264" fmla="*/ 0 h 228123"/>
              <a:gd name="connsiteX2265" fmla="*/ 115062 w 228313"/>
              <a:gd name="connsiteY2265" fmla="*/ 0 h 228123"/>
              <a:gd name="connsiteX2266" fmla="*/ 115062 w 228313"/>
              <a:gd name="connsiteY2266" fmla="*/ 0 h 228123"/>
              <a:gd name="connsiteX2267" fmla="*/ 114967 w 228313"/>
              <a:gd name="connsiteY2267" fmla="*/ 0 h 228123"/>
              <a:gd name="connsiteX2268" fmla="*/ 114967 w 228313"/>
              <a:gd name="connsiteY2268" fmla="*/ 0 h 228123"/>
              <a:gd name="connsiteX2269" fmla="*/ 114871 w 228313"/>
              <a:gd name="connsiteY2269" fmla="*/ 0 h 228123"/>
              <a:gd name="connsiteX2270" fmla="*/ 114871 w 228313"/>
              <a:gd name="connsiteY2270" fmla="*/ 0 h 228123"/>
              <a:gd name="connsiteX2271" fmla="*/ 114776 w 228313"/>
              <a:gd name="connsiteY2271" fmla="*/ 0 h 228123"/>
              <a:gd name="connsiteX2272" fmla="*/ 114776 w 228313"/>
              <a:gd name="connsiteY2272" fmla="*/ 0 h 228123"/>
              <a:gd name="connsiteX2273" fmla="*/ 114681 w 228313"/>
              <a:gd name="connsiteY2273" fmla="*/ 0 h 228123"/>
              <a:gd name="connsiteX2274" fmla="*/ 114586 w 228313"/>
              <a:gd name="connsiteY2274" fmla="*/ 0 h 228123"/>
              <a:gd name="connsiteX2275" fmla="*/ 114586 w 228313"/>
              <a:gd name="connsiteY2275" fmla="*/ 0 h 228123"/>
              <a:gd name="connsiteX2276" fmla="*/ 114490 w 228313"/>
              <a:gd name="connsiteY2276" fmla="*/ 0 h 228123"/>
              <a:gd name="connsiteX2277" fmla="*/ 114300 w 228313"/>
              <a:gd name="connsiteY2277" fmla="*/ 0 h 228123"/>
              <a:gd name="connsiteX2278" fmla="*/ 114300 w 228313"/>
              <a:gd name="connsiteY2278" fmla="*/ 0 h 228123"/>
              <a:gd name="connsiteX2279" fmla="*/ 114205 w 228313"/>
              <a:gd name="connsiteY2279" fmla="*/ 0 h 228123"/>
              <a:gd name="connsiteX2280" fmla="*/ 114014 w 228313"/>
              <a:gd name="connsiteY2280" fmla="*/ 0 h 228123"/>
              <a:gd name="connsiteX2281" fmla="*/ 113919 w 228313"/>
              <a:gd name="connsiteY2281" fmla="*/ 0 h 228123"/>
              <a:gd name="connsiteX2282" fmla="*/ 113728 w 228313"/>
              <a:gd name="connsiteY2282" fmla="*/ 0 h 228123"/>
              <a:gd name="connsiteX2283" fmla="*/ 113633 w 228313"/>
              <a:gd name="connsiteY2283" fmla="*/ 0 h 228123"/>
              <a:gd name="connsiteX2284" fmla="*/ 113633 w 228313"/>
              <a:gd name="connsiteY2284" fmla="*/ 0 h 228123"/>
              <a:gd name="connsiteX2285" fmla="*/ 113538 w 228313"/>
              <a:gd name="connsiteY2285" fmla="*/ 0 h 228123"/>
              <a:gd name="connsiteX2286" fmla="*/ 113442 w 228313"/>
              <a:gd name="connsiteY2286" fmla="*/ 0 h 228123"/>
              <a:gd name="connsiteX2287" fmla="*/ 113442 w 228313"/>
              <a:gd name="connsiteY2287" fmla="*/ 0 h 228123"/>
              <a:gd name="connsiteX2288" fmla="*/ 113347 w 228313"/>
              <a:gd name="connsiteY2288" fmla="*/ 0 h 228123"/>
              <a:gd name="connsiteX2289" fmla="*/ 113157 w 228313"/>
              <a:gd name="connsiteY2289" fmla="*/ 0 h 228123"/>
              <a:gd name="connsiteX2290" fmla="*/ 113157 w 228313"/>
              <a:gd name="connsiteY2290" fmla="*/ 0 h 228123"/>
              <a:gd name="connsiteX2291" fmla="*/ 113062 w 228313"/>
              <a:gd name="connsiteY2291" fmla="*/ 0 h 228123"/>
              <a:gd name="connsiteX2292" fmla="*/ 113062 w 228313"/>
              <a:gd name="connsiteY2292" fmla="*/ 0 h 228123"/>
              <a:gd name="connsiteX2293" fmla="*/ 112966 w 228313"/>
              <a:gd name="connsiteY2293" fmla="*/ 0 h 228123"/>
              <a:gd name="connsiteX2294" fmla="*/ 112966 w 228313"/>
              <a:gd name="connsiteY2294" fmla="*/ 0 h 228123"/>
              <a:gd name="connsiteX2295" fmla="*/ 112871 w 228313"/>
              <a:gd name="connsiteY2295" fmla="*/ 0 h 228123"/>
              <a:gd name="connsiteX2296" fmla="*/ 112871 w 228313"/>
              <a:gd name="connsiteY2296" fmla="*/ 0 h 228123"/>
              <a:gd name="connsiteX2297" fmla="*/ 112776 w 228313"/>
              <a:gd name="connsiteY2297" fmla="*/ 0 h 228123"/>
              <a:gd name="connsiteX2298" fmla="*/ 112776 w 228313"/>
              <a:gd name="connsiteY2298" fmla="*/ 0 h 228123"/>
              <a:gd name="connsiteX2299" fmla="*/ 112681 w 228313"/>
              <a:gd name="connsiteY2299" fmla="*/ 0 h 228123"/>
              <a:gd name="connsiteX2300" fmla="*/ 112681 w 228313"/>
              <a:gd name="connsiteY2300" fmla="*/ 0 h 228123"/>
              <a:gd name="connsiteX2301" fmla="*/ 112585 w 228313"/>
              <a:gd name="connsiteY2301" fmla="*/ 0 h 228123"/>
              <a:gd name="connsiteX2302" fmla="*/ 112585 w 228313"/>
              <a:gd name="connsiteY2302" fmla="*/ 0 h 228123"/>
              <a:gd name="connsiteX2303" fmla="*/ 112490 w 228313"/>
              <a:gd name="connsiteY2303" fmla="*/ 0 h 228123"/>
              <a:gd name="connsiteX2304" fmla="*/ 112490 w 228313"/>
              <a:gd name="connsiteY2304" fmla="*/ 0 h 228123"/>
              <a:gd name="connsiteX2305" fmla="*/ 112300 w 228313"/>
              <a:gd name="connsiteY2305" fmla="*/ 0 h 228123"/>
              <a:gd name="connsiteX2306" fmla="*/ 112300 w 228313"/>
              <a:gd name="connsiteY2306" fmla="*/ 0 h 228123"/>
              <a:gd name="connsiteX2307" fmla="*/ 112204 w 228313"/>
              <a:gd name="connsiteY2307" fmla="*/ 0 h 228123"/>
              <a:gd name="connsiteX2308" fmla="*/ 112204 w 228313"/>
              <a:gd name="connsiteY2308" fmla="*/ 0 h 228123"/>
              <a:gd name="connsiteX2309" fmla="*/ 112109 w 228313"/>
              <a:gd name="connsiteY2309" fmla="*/ 0 h 228123"/>
              <a:gd name="connsiteX2310" fmla="*/ 112109 w 228313"/>
              <a:gd name="connsiteY2310" fmla="*/ 0 h 228123"/>
              <a:gd name="connsiteX2311" fmla="*/ 112014 w 228313"/>
              <a:gd name="connsiteY2311" fmla="*/ 0 h 228123"/>
              <a:gd name="connsiteX2312" fmla="*/ 112014 w 228313"/>
              <a:gd name="connsiteY2312" fmla="*/ 0 h 228123"/>
              <a:gd name="connsiteX2313" fmla="*/ 111919 w 228313"/>
              <a:gd name="connsiteY2313" fmla="*/ 0 h 228123"/>
              <a:gd name="connsiteX2314" fmla="*/ 111919 w 228313"/>
              <a:gd name="connsiteY2314" fmla="*/ 0 h 228123"/>
              <a:gd name="connsiteX2315" fmla="*/ 111823 w 228313"/>
              <a:gd name="connsiteY2315" fmla="*/ 0 h 228123"/>
              <a:gd name="connsiteX2316" fmla="*/ 111823 w 228313"/>
              <a:gd name="connsiteY2316" fmla="*/ 0 h 228123"/>
              <a:gd name="connsiteX2317" fmla="*/ 111728 w 228313"/>
              <a:gd name="connsiteY2317" fmla="*/ 0 h 228123"/>
              <a:gd name="connsiteX2318" fmla="*/ 111728 w 228313"/>
              <a:gd name="connsiteY2318" fmla="*/ 0 h 228123"/>
              <a:gd name="connsiteX2319" fmla="*/ 111633 w 228313"/>
              <a:gd name="connsiteY2319" fmla="*/ 0 h 228123"/>
              <a:gd name="connsiteX2320" fmla="*/ 111633 w 228313"/>
              <a:gd name="connsiteY2320" fmla="*/ 0 h 228123"/>
              <a:gd name="connsiteX2321" fmla="*/ 111442 w 228313"/>
              <a:gd name="connsiteY2321" fmla="*/ 0 h 228123"/>
              <a:gd name="connsiteX2322" fmla="*/ 111442 w 228313"/>
              <a:gd name="connsiteY2322" fmla="*/ 0 h 228123"/>
              <a:gd name="connsiteX2323" fmla="*/ 111347 w 228313"/>
              <a:gd name="connsiteY2323" fmla="*/ 0 h 228123"/>
              <a:gd name="connsiteX2324" fmla="*/ 111347 w 228313"/>
              <a:gd name="connsiteY2324" fmla="*/ 0 h 228123"/>
              <a:gd name="connsiteX2325" fmla="*/ 111252 w 228313"/>
              <a:gd name="connsiteY2325" fmla="*/ 0 h 228123"/>
              <a:gd name="connsiteX2326" fmla="*/ 111252 w 228313"/>
              <a:gd name="connsiteY2326" fmla="*/ 0 h 228123"/>
              <a:gd name="connsiteX2327" fmla="*/ 111157 w 228313"/>
              <a:gd name="connsiteY2327" fmla="*/ 0 h 228123"/>
              <a:gd name="connsiteX2328" fmla="*/ 111157 w 228313"/>
              <a:gd name="connsiteY2328" fmla="*/ 0 h 228123"/>
              <a:gd name="connsiteX2329" fmla="*/ 111061 w 228313"/>
              <a:gd name="connsiteY2329" fmla="*/ 0 h 228123"/>
              <a:gd name="connsiteX2330" fmla="*/ 111061 w 228313"/>
              <a:gd name="connsiteY2330" fmla="*/ 0 h 228123"/>
              <a:gd name="connsiteX2331" fmla="*/ 110966 w 228313"/>
              <a:gd name="connsiteY2331" fmla="*/ 0 h 228123"/>
              <a:gd name="connsiteX2332" fmla="*/ 110966 w 228313"/>
              <a:gd name="connsiteY2332" fmla="*/ 0 h 228123"/>
              <a:gd name="connsiteX2333" fmla="*/ 110871 w 228313"/>
              <a:gd name="connsiteY2333" fmla="*/ 0 h 228123"/>
              <a:gd name="connsiteX2334" fmla="*/ 110871 w 228313"/>
              <a:gd name="connsiteY2334" fmla="*/ 0 h 228123"/>
              <a:gd name="connsiteX2335" fmla="*/ 110776 w 228313"/>
              <a:gd name="connsiteY2335" fmla="*/ 0 h 228123"/>
              <a:gd name="connsiteX2336" fmla="*/ 110776 w 228313"/>
              <a:gd name="connsiteY2336" fmla="*/ 0 h 228123"/>
              <a:gd name="connsiteX2337" fmla="*/ 110680 w 228313"/>
              <a:gd name="connsiteY2337" fmla="*/ 0 h 228123"/>
              <a:gd name="connsiteX2338" fmla="*/ 110680 w 228313"/>
              <a:gd name="connsiteY2338" fmla="*/ 0 h 228123"/>
              <a:gd name="connsiteX2339" fmla="*/ 110585 w 228313"/>
              <a:gd name="connsiteY2339" fmla="*/ 0 h 228123"/>
              <a:gd name="connsiteX2340" fmla="*/ 110585 w 228313"/>
              <a:gd name="connsiteY2340" fmla="*/ 0 h 228123"/>
              <a:gd name="connsiteX2341" fmla="*/ 110490 w 228313"/>
              <a:gd name="connsiteY2341" fmla="*/ 0 h 228123"/>
              <a:gd name="connsiteX2342" fmla="*/ 110490 w 228313"/>
              <a:gd name="connsiteY2342" fmla="*/ 0 h 228123"/>
              <a:gd name="connsiteX2343" fmla="*/ 110395 w 228313"/>
              <a:gd name="connsiteY2343" fmla="*/ 0 h 228123"/>
              <a:gd name="connsiteX2344" fmla="*/ 110395 w 228313"/>
              <a:gd name="connsiteY2344" fmla="*/ 0 h 228123"/>
              <a:gd name="connsiteX2345" fmla="*/ 110299 w 228313"/>
              <a:gd name="connsiteY2345" fmla="*/ 0 h 228123"/>
              <a:gd name="connsiteX2346" fmla="*/ 110299 w 228313"/>
              <a:gd name="connsiteY2346" fmla="*/ 0 h 228123"/>
              <a:gd name="connsiteX2347" fmla="*/ 110204 w 228313"/>
              <a:gd name="connsiteY2347" fmla="*/ 0 h 228123"/>
              <a:gd name="connsiteX2348" fmla="*/ 110204 w 228313"/>
              <a:gd name="connsiteY2348" fmla="*/ 0 h 228123"/>
              <a:gd name="connsiteX2349" fmla="*/ 110109 w 228313"/>
              <a:gd name="connsiteY2349" fmla="*/ 0 h 228123"/>
              <a:gd name="connsiteX2350" fmla="*/ 110109 w 228313"/>
              <a:gd name="connsiteY2350" fmla="*/ 0 h 228123"/>
              <a:gd name="connsiteX2351" fmla="*/ 110014 w 228313"/>
              <a:gd name="connsiteY2351" fmla="*/ 0 h 228123"/>
              <a:gd name="connsiteX2352" fmla="*/ 110014 w 228313"/>
              <a:gd name="connsiteY2352" fmla="*/ 0 h 228123"/>
              <a:gd name="connsiteX2353" fmla="*/ 109918 w 228313"/>
              <a:gd name="connsiteY2353" fmla="*/ 0 h 228123"/>
              <a:gd name="connsiteX2354" fmla="*/ 109918 w 228313"/>
              <a:gd name="connsiteY2354" fmla="*/ 0 h 228123"/>
              <a:gd name="connsiteX2355" fmla="*/ 109728 w 228313"/>
              <a:gd name="connsiteY2355" fmla="*/ 0 h 228123"/>
              <a:gd name="connsiteX2356" fmla="*/ 109728 w 228313"/>
              <a:gd name="connsiteY2356" fmla="*/ 0 h 228123"/>
              <a:gd name="connsiteX2357" fmla="*/ 109633 w 228313"/>
              <a:gd name="connsiteY2357" fmla="*/ 0 h 228123"/>
              <a:gd name="connsiteX2358" fmla="*/ 109633 w 228313"/>
              <a:gd name="connsiteY2358" fmla="*/ 0 h 228123"/>
              <a:gd name="connsiteX2359" fmla="*/ 109538 w 228313"/>
              <a:gd name="connsiteY2359" fmla="*/ 0 h 228123"/>
              <a:gd name="connsiteX2360" fmla="*/ 109538 w 228313"/>
              <a:gd name="connsiteY2360" fmla="*/ 0 h 228123"/>
              <a:gd name="connsiteX2361" fmla="*/ 109442 w 228313"/>
              <a:gd name="connsiteY2361" fmla="*/ 0 h 228123"/>
              <a:gd name="connsiteX2362" fmla="*/ 109442 w 228313"/>
              <a:gd name="connsiteY2362" fmla="*/ 0 h 228123"/>
              <a:gd name="connsiteX2363" fmla="*/ 109347 w 228313"/>
              <a:gd name="connsiteY2363" fmla="*/ 0 h 228123"/>
              <a:gd name="connsiteX2364" fmla="*/ 109347 w 228313"/>
              <a:gd name="connsiteY2364" fmla="*/ 0 h 228123"/>
              <a:gd name="connsiteX2365" fmla="*/ 109251 w 228313"/>
              <a:gd name="connsiteY2365" fmla="*/ 0 h 228123"/>
              <a:gd name="connsiteX2366" fmla="*/ 109251 w 228313"/>
              <a:gd name="connsiteY2366" fmla="*/ 0 h 228123"/>
              <a:gd name="connsiteX2367" fmla="*/ 109156 w 228313"/>
              <a:gd name="connsiteY2367" fmla="*/ 0 h 228123"/>
              <a:gd name="connsiteX2368" fmla="*/ 109156 w 228313"/>
              <a:gd name="connsiteY2368" fmla="*/ 0 h 228123"/>
              <a:gd name="connsiteX2369" fmla="*/ 109061 w 228313"/>
              <a:gd name="connsiteY2369" fmla="*/ 0 h 228123"/>
              <a:gd name="connsiteX2370" fmla="*/ 109061 w 228313"/>
              <a:gd name="connsiteY2370" fmla="*/ 0 h 228123"/>
              <a:gd name="connsiteX2371" fmla="*/ 108871 w 228313"/>
              <a:gd name="connsiteY2371" fmla="*/ 0 h 228123"/>
              <a:gd name="connsiteX2372" fmla="*/ 108871 w 228313"/>
              <a:gd name="connsiteY2372" fmla="*/ 0 h 228123"/>
              <a:gd name="connsiteX2373" fmla="*/ 108775 w 228313"/>
              <a:gd name="connsiteY2373" fmla="*/ 0 h 228123"/>
              <a:gd name="connsiteX2374" fmla="*/ 108775 w 228313"/>
              <a:gd name="connsiteY2374" fmla="*/ 0 h 228123"/>
              <a:gd name="connsiteX2375" fmla="*/ 108680 w 228313"/>
              <a:gd name="connsiteY2375" fmla="*/ 0 h 228123"/>
              <a:gd name="connsiteX2376" fmla="*/ 108680 w 228313"/>
              <a:gd name="connsiteY2376" fmla="*/ 0 h 228123"/>
              <a:gd name="connsiteX2377" fmla="*/ 108585 w 228313"/>
              <a:gd name="connsiteY2377" fmla="*/ 0 h 228123"/>
              <a:gd name="connsiteX2378" fmla="*/ 108585 w 228313"/>
              <a:gd name="connsiteY2378" fmla="*/ 0 h 228123"/>
              <a:gd name="connsiteX2379" fmla="*/ 108394 w 228313"/>
              <a:gd name="connsiteY2379" fmla="*/ 0 h 228123"/>
              <a:gd name="connsiteX2380" fmla="*/ 108394 w 228313"/>
              <a:gd name="connsiteY2380" fmla="*/ 0 h 228123"/>
              <a:gd name="connsiteX2381" fmla="*/ 108299 w 228313"/>
              <a:gd name="connsiteY2381" fmla="*/ 0 h 228123"/>
              <a:gd name="connsiteX2382" fmla="*/ 108299 w 228313"/>
              <a:gd name="connsiteY2382" fmla="*/ 0 h 228123"/>
              <a:gd name="connsiteX2383" fmla="*/ 108204 w 228313"/>
              <a:gd name="connsiteY2383" fmla="*/ 0 h 228123"/>
              <a:gd name="connsiteX2384" fmla="*/ 108204 w 228313"/>
              <a:gd name="connsiteY2384" fmla="*/ 0 h 228123"/>
              <a:gd name="connsiteX2385" fmla="*/ 108109 w 228313"/>
              <a:gd name="connsiteY2385" fmla="*/ 0 h 228123"/>
              <a:gd name="connsiteX2386" fmla="*/ 108109 w 228313"/>
              <a:gd name="connsiteY2386" fmla="*/ 0 h 228123"/>
              <a:gd name="connsiteX2387" fmla="*/ 108013 w 228313"/>
              <a:gd name="connsiteY2387" fmla="*/ 0 h 228123"/>
              <a:gd name="connsiteX2388" fmla="*/ 108013 w 228313"/>
              <a:gd name="connsiteY2388" fmla="*/ 0 h 228123"/>
              <a:gd name="connsiteX2389" fmla="*/ 107918 w 228313"/>
              <a:gd name="connsiteY2389" fmla="*/ 0 h 228123"/>
              <a:gd name="connsiteX2390" fmla="*/ 107918 w 228313"/>
              <a:gd name="connsiteY2390" fmla="*/ 0 h 228123"/>
              <a:gd name="connsiteX2391" fmla="*/ 107823 w 228313"/>
              <a:gd name="connsiteY2391" fmla="*/ 0 h 228123"/>
              <a:gd name="connsiteX2392" fmla="*/ 107823 w 228313"/>
              <a:gd name="connsiteY2392" fmla="*/ 0 h 228123"/>
              <a:gd name="connsiteX2393" fmla="*/ 107728 w 228313"/>
              <a:gd name="connsiteY2393" fmla="*/ 0 h 228123"/>
              <a:gd name="connsiteX2394" fmla="*/ 107728 w 228313"/>
              <a:gd name="connsiteY2394" fmla="*/ 0 h 228123"/>
              <a:gd name="connsiteX2395" fmla="*/ 107632 w 228313"/>
              <a:gd name="connsiteY2395" fmla="*/ 0 h 228123"/>
              <a:gd name="connsiteX2396" fmla="*/ 107632 w 228313"/>
              <a:gd name="connsiteY2396" fmla="*/ 0 h 228123"/>
              <a:gd name="connsiteX2397" fmla="*/ 107537 w 228313"/>
              <a:gd name="connsiteY2397" fmla="*/ 0 h 228123"/>
              <a:gd name="connsiteX2398" fmla="*/ 107537 w 228313"/>
              <a:gd name="connsiteY2398" fmla="*/ 0 h 228123"/>
              <a:gd name="connsiteX2399" fmla="*/ 107442 w 228313"/>
              <a:gd name="connsiteY2399" fmla="*/ 0 h 228123"/>
              <a:gd name="connsiteX2400" fmla="*/ 107442 w 228313"/>
              <a:gd name="connsiteY2400" fmla="*/ 0 h 228123"/>
              <a:gd name="connsiteX2401" fmla="*/ 107347 w 228313"/>
              <a:gd name="connsiteY2401" fmla="*/ 0 h 228123"/>
              <a:gd name="connsiteX2402" fmla="*/ 107347 w 228313"/>
              <a:gd name="connsiteY2402" fmla="*/ 0 h 228123"/>
              <a:gd name="connsiteX2403" fmla="*/ 107251 w 228313"/>
              <a:gd name="connsiteY2403" fmla="*/ 0 h 228123"/>
              <a:gd name="connsiteX2404" fmla="*/ 107251 w 228313"/>
              <a:gd name="connsiteY2404" fmla="*/ 0 h 228123"/>
              <a:gd name="connsiteX2405" fmla="*/ 107156 w 228313"/>
              <a:gd name="connsiteY2405" fmla="*/ 0 h 228123"/>
              <a:gd name="connsiteX2406" fmla="*/ 107156 w 228313"/>
              <a:gd name="connsiteY2406" fmla="*/ 0 h 228123"/>
              <a:gd name="connsiteX2407" fmla="*/ 107061 w 228313"/>
              <a:gd name="connsiteY2407" fmla="*/ 0 h 228123"/>
              <a:gd name="connsiteX2408" fmla="*/ 107061 w 228313"/>
              <a:gd name="connsiteY2408" fmla="*/ 0 h 228123"/>
              <a:gd name="connsiteX2409" fmla="*/ 106966 w 228313"/>
              <a:gd name="connsiteY2409" fmla="*/ 0 h 228123"/>
              <a:gd name="connsiteX2410" fmla="*/ 106966 w 228313"/>
              <a:gd name="connsiteY2410" fmla="*/ 0 h 228123"/>
              <a:gd name="connsiteX2411" fmla="*/ 106870 w 228313"/>
              <a:gd name="connsiteY2411" fmla="*/ 0 h 228123"/>
              <a:gd name="connsiteX2412" fmla="*/ 106870 w 228313"/>
              <a:gd name="connsiteY2412" fmla="*/ 0 h 228123"/>
              <a:gd name="connsiteX2413" fmla="*/ 106680 w 228313"/>
              <a:gd name="connsiteY2413" fmla="*/ 0 h 228123"/>
              <a:gd name="connsiteX2414" fmla="*/ 106680 w 228313"/>
              <a:gd name="connsiteY2414" fmla="*/ 0 h 228123"/>
              <a:gd name="connsiteX2415" fmla="*/ 106584 w 228313"/>
              <a:gd name="connsiteY2415" fmla="*/ 0 h 228123"/>
              <a:gd name="connsiteX2416" fmla="*/ 106584 w 228313"/>
              <a:gd name="connsiteY2416" fmla="*/ 0 h 228123"/>
              <a:gd name="connsiteX2417" fmla="*/ 106489 w 228313"/>
              <a:gd name="connsiteY2417" fmla="*/ 0 h 228123"/>
              <a:gd name="connsiteX2418" fmla="*/ 106489 w 228313"/>
              <a:gd name="connsiteY2418" fmla="*/ 0 h 228123"/>
              <a:gd name="connsiteX2419" fmla="*/ 106394 w 228313"/>
              <a:gd name="connsiteY2419" fmla="*/ 0 h 228123"/>
              <a:gd name="connsiteX2420" fmla="*/ 106394 w 228313"/>
              <a:gd name="connsiteY2420" fmla="*/ 0 h 228123"/>
              <a:gd name="connsiteX2421" fmla="*/ 106299 w 228313"/>
              <a:gd name="connsiteY2421" fmla="*/ 0 h 228123"/>
              <a:gd name="connsiteX2422" fmla="*/ 106299 w 228313"/>
              <a:gd name="connsiteY2422" fmla="*/ 0 h 228123"/>
              <a:gd name="connsiteX2423" fmla="*/ 106204 w 228313"/>
              <a:gd name="connsiteY2423" fmla="*/ 0 h 228123"/>
              <a:gd name="connsiteX2424" fmla="*/ 106204 w 228313"/>
              <a:gd name="connsiteY2424" fmla="*/ 0 h 228123"/>
              <a:gd name="connsiteX2425" fmla="*/ 106108 w 228313"/>
              <a:gd name="connsiteY2425" fmla="*/ 0 h 228123"/>
              <a:gd name="connsiteX2426" fmla="*/ 106108 w 228313"/>
              <a:gd name="connsiteY2426" fmla="*/ 0 h 228123"/>
              <a:gd name="connsiteX2427" fmla="*/ 106013 w 228313"/>
              <a:gd name="connsiteY2427" fmla="*/ 0 h 228123"/>
              <a:gd name="connsiteX2428" fmla="*/ 106013 w 228313"/>
              <a:gd name="connsiteY2428" fmla="*/ 0 h 228123"/>
              <a:gd name="connsiteX2429" fmla="*/ 105918 w 228313"/>
              <a:gd name="connsiteY2429" fmla="*/ 0 h 228123"/>
              <a:gd name="connsiteX2430" fmla="*/ 105918 w 228313"/>
              <a:gd name="connsiteY2430" fmla="*/ 0 h 228123"/>
              <a:gd name="connsiteX2431" fmla="*/ 105823 w 228313"/>
              <a:gd name="connsiteY2431" fmla="*/ 0 h 228123"/>
              <a:gd name="connsiteX2432" fmla="*/ 105823 w 228313"/>
              <a:gd name="connsiteY2432" fmla="*/ 0 h 228123"/>
              <a:gd name="connsiteX2433" fmla="*/ 105727 w 228313"/>
              <a:gd name="connsiteY2433" fmla="*/ 0 h 228123"/>
              <a:gd name="connsiteX2434" fmla="*/ 105727 w 228313"/>
              <a:gd name="connsiteY2434" fmla="*/ 0 h 228123"/>
              <a:gd name="connsiteX2435" fmla="*/ 105632 w 228313"/>
              <a:gd name="connsiteY2435" fmla="*/ 0 h 228123"/>
              <a:gd name="connsiteX2436" fmla="*/ 105632 w 228313"/>
              <a:gd name="connsiteY2436" fmla="*/ 0 h 228123"/>
              <a:gd name="connsiteX2437" fmla="*/ 105537 w 228313"/>
              <a:gd name="connsiteY2437" fmla="*/ 0 h 228123"/>
              <a:gd name="connsiteX2438" fmla="*/ 105537 w 228313"/>
              <a:gd name="connsiteY2438" fmla="*/ 0 h 228123"/>
              <a:gd name="connsiteX2439" fmla="*/ 105442 w 228313"/>
              <a:gd name="connsiteY2439" fmla="*/ 0 h 228123"/>
              <a:gd name="connsiteX2440" fmla="*/ 105442 w 228313"/>
              <a:gd name="connsiteY2440" fmla="*/ 0 h 228123"/>
              <a:gd name="connsiteX2441" fmla="*/ 105346 w 228313"/>
              <a:gd name="connsiteY2441" fmla="*/ 0 h 228123"/>
              <a:gd name="connsiteX2442" fmla="*/ 105346 w 228313"/>
              <a:gd name="connsiteY2442" fmla="*/ 0 h 228123"/>
              <a:gd name="connsiteX2443" fmla="*/ 105251 w 228313"/>
              <a:gd name="connsiteY2443" fmla="*/ 0 h 228123"/>
              <a:gd name="connsiteX2444" fmla="*/ 105251 w 228313"/>
              <a:gd name="connsiteY2444" fmla="*/ 0 h 228123"/>
              <a:gd name="connsiteX2445" fmla="*/ 105156 w 228313"/>
              <a:gd name="connsiteY2445" fmla="*/ 0 h 228123"/>
              <a:gd name="connsiteX2446" fmla="*/ 105156 w 228313"/>
              <a:gd name="connsiteY2446" fmla="*/ 0 h 228123"/>
              <a:gd name="connsiteX2447" fmla="*/ 105061 w 228313"/>
              <a:gd name="connsiteY2447" fmla="*/ 0 h 228123"/>
              <a:gd name="connsiteX2448" fmla="*/ 105061 w 228313"/>
              <a:gd name="connsiteY2448" fmla="*/ 0 h 228123"/>
              <a:gd name="connsiteX2449" fmla="*/ 104965 w 228313"/>
              <a:gd name="connsiteY2449" fmla="*/ 0 h 228123"/>
              <a:gd name="connsiteX2450" fmla="*/ 104965 w 228313"/>
              <a:gd name="connsiteY2450" fmla="*/ 0 h 228123"/>
              <a:gd name="connsiteX2451" fmla="*/ 104870 w 228313"/>
              <a:gd name="connsiteY2451" fmla="*/ 0 h 228123"/>
              <a:gd name="connsiteX2452" fmla="*/ 104870 w 228313"/>
              <a:gd name="connsiteY2452" fmla="*/ 0 h 228123"/>
              <a:gd name="connsiteX2453" fmla="*/ 104775 w 228313"/>
              <a:gd name="connsiteY2453" fmla="*/ 0 h 228123"/>
              <a:gd name="connsiteX2454" fmla="*/ 104775 w 228313"/>
              <a:gd name="connsiteY2454" fmla="*/ 0 h 228123"/>
              <a:gd name="connsiteX2455" fmla="*/ 104680 w 228313"/>
              <a:gd name="connsiteY2455" fmla="*/ 0 h 228123"/>
              <a:gd name="connsiteX2456" fmla="*/ 104680 w 228313"/>
              <a:gd name="connsiteY2456" fmla="*/ 0 h 228123"/>
              <a:gd name="connsiteX2457" fmla="*/ 104584 w 228313"/>
              <a:gd name="connsiteY2457" fmla="*/ 0 h 228123"/>
              <a:gd name="connsiteX2458" fmla="*/ 104584 w 228313"/>
              <a:gd name="connsiteY2458" fmla="*/ 0 h 228123"/>
              <a:gd name="connsiteX2459" fmla="*/ 104489 w 228313"/>
              <a:gd name="connsiteY2459" fmla="*/ 0 h 228123"/>
              <a:gd name="connsiteX2460" fmla="*/ 104489 w 228313"/>
              <a:gd name="connsiteY2460" fmla="*/ 0 h 228123"/>
              <a:gd name="connsiteX2461" fmla="*/ 104394 w 228313"/>
              <a:gd name="connsiteY2461" fmla="*/ 0 h 228123"/>
              <a:gd name="connsiteX2462" fmla="*/ 104394 w 228313"/>
              <a:gd name="connsiteY2462" fmla="*/ 0 h 228123"/>
              <a:gd name="connsiteX2463" fmla="*/ 104299 w 228313"/>
              <a:gd name="connsiteY2463" fmla="*/ 0 h 228123"/>
              <a:gd name="connsiteX2464" fmla="*/ 104299 w 228313"/>
              <a:gd name="connsiteY2464" fmla="*/ 0 h 228123"/>
              <a:gd name="connsiteX2465" fmla="*/ 104203 w 228313"/>
              <a:gd name="connsiteY2465" fmla="*/ 0 h 228123"/>
              <a:gd name="connsiteX2466" fmla="*/ 104203 w 228313"/>
              <a:gd name="connsiteY2466" fmla="*/ 0 h 228123"/>
              <a:gd name="connsiteX2467" fmla="*/ 104108 w 228313"/>
              <a:gd name="connsiteY2467" fmla="*/ 0 h 228123"/>
              <a:gd name="connsiteX2468" fmla="*/ 104108 w 228313"/>
              <a:gd name="connsiteY2468" fmla="*/ 0 h 228123"/>
              <a:gd name="connsiteX2469" fmla="*/ 104013 w 228313"/>
              <a:gd name="connsiteY2469" fmla="*/ 0 h 228123"/>
              <a:gd name="connsiteX2470" fmla="*/ 104013 w 228313"/>
              <a:gd name="connsiteY2470" fmla="*/ 0 h 228123"/>
              <a:gd name="connsiteX2471" fmla="*/ 103917 w 228313"/>
              <a:gd name="connsiteY2471" fmla="*/ 0 h 228123"/>
              <a:gd name="connsiteX2472" fmla="*/ 103917 w 228313"/>
              <a:gd name="connsiteY2472" fmla="*/ 0 h 228123"/>
              <a:gd name="connsiteX2473" fmla="*/ 103822 w 228313"/>
              <a:gd name="connsiteY2473" fmla="*/ 0 h 228123"/>
              <a:gd name="connsiteX2474" fmla="*/ 103822 w 228313"/>
              <a:gd name="connsiteY2474" fmla="*/ 0 h 228123"/>
              <a:gd name="connsiteX2475" fmla="*/ 103727 w 228313"/>
              <a:gd name="connsiteY2475" fmla="*/ 0 h 228123"/>
              <a:gd name="connsiteX2476" fmla="*/ 103727 w 228313"/>
              <a:gd name="connsiteY2476" fmla="*/ 0 h 228123"/>
              <a:gd name="connsiteX2477" fmla="*/ 103632 w 228313"/>
              <a:gd name="connsiteY2477" fmla="*/ 0 h 228123"/>
              <a:gd name="connsiteX2478" fmla="*/ 103632 w 228313"/>
              <a:gd name="connsiteY2478" fmla="*/ 0 h 228123"/>
              <a:gd name="connsiteX2479" fmla="*/ 103632 w 228313"/>
              <a:gd name="connsiteY2479" fmla="*/ 0 h 228123"/>
              <a:gd name="connsiteX2480" fmla="*/ 103632 w 228313"/>
              <a:gd name="connsiteY2480" fmla="*/ 0 h 228123"/>
              <a:gd name="connsiteX2481" fmla="*/ 103632 w 228313"/>
              <a:gd name="connsiteY2481" fmla="*/ 0 h 228123"/>
              <a:gd name="connsiteX2482" fmla="*/ 103632 w 228313"/>
              <a:gd name="connsiteY2482" fmla="*/ 0 h 228123"/>
              <a:gd name="connsiteX2483" fmla="*/ 103537 w 228313"/>
              <a:gd name="connsiteY2483" fmla="*/ 0 h 228123"/>
              <a:gd name="connsiteX2484" fmla="*/ 103441 w 228313"/>
              <a:gd name="connsiteY2484" fmla="*/ 0 h 228123"/>
              <a:gd name="connsiteX2485" fmla="*/ 103441 w 228313"/>
              <a:gd name="connsiteY2485" fmla="*/ 0 h 228123"/>
              <a:gd name="connsiteX2486" fmla="*/ 103441 w 228313"/>
              <a:gd name="connsiteY2486" fmla="*/ 0 h 228123"/>
              <a:gd name="connsiteX2487" fmla="*/ 103441 w 228313"/>
              <a:gd name="connsiteY2487" fmla="*/ 0 h 228123"/>
              <a:gd name="connsiteX2488" fmla="*/ 103441 w 228313"/>
              <a:gd name="connsiteY2488" fmla="*/ 0 h 228123"/>
              <a:gd name="connsiteX2489" fmla="*/ 103441 w 228313"/>
              <a:gd name="connsiteY2489" fmla="*/ 0 h 228123"/>
              <a:gd name="connsiteX2490" fmla="*/ 103441 w 228313"/>
              <a:gd name="connsiteY2490" fmla="*/ 0 h 228123"/>
              <a:gd name="connsiteX2491" fmla="*/ 103441 w 228313"/>
              <a:gd name="connsiteY2491" fmla="*/ 0 h 228123"/>
              <a:gd name="connsiteX2492" fmla="*/ 103441 w 228313"/>
              <a:gd name="connsiteY2492" fmla="*/ 0 h 228123"/>
              <a:gd name="connsiteX2493" fmla="*/ 103346 w 228313"/>
              <a:gd name="connsiteY2493" fmla="*/ 0 h 228123"/>
              <a:gd name="connsiteX2494" fmla="*/ 103346 w 228313"/>
              <a:gd name="connsiteY2494" fmla="*/ 0 h 228123"/>
              <a:gd name="connsiteX2495" fmla="*/ 103346 w 228313"/>
              <a:gd name="connsiteY2495" fmla="*/ 0 h 228123"/>
              <a:gd name="connsiteX2496" fmla="*/ 103346 w 228313"/>
              <a:gd name="connsiteY2496" fmla="*/ 0 h 228123"/>
              <a:gd name="connsiteX2497" fmla="*/ 103346 w 228313"/>
              <a:gd name="connsiteY2497" fmla="*/ 0 h 228123"/>
              <a:gd name="connsiteX2498" fmla="*/ 103346 w 228313"/>
              <a:gd name="connsiteY2498" fmla="*/ 0 h 228123"/>
              <a:gd name="connsiteX2499" fmla="*/ 103346 w 228313"/>
              <a:gd name="connsiteY2499" fmla="*/ 0 h 228123"/>
              <a:gd name="connsiteX2500" fmla="*/ 103346 w 228313"/>
              <a:gd name="connsiteY2500" fmla="*/ 0 h 228123"/>
              <a:gd name="connsiteX2501" fmla="*/ 103346 w 228313"/>
              <a:gd name="connsiteY2501" fmla="*/ 0 h 228123"/>
              <a:gd name="connsiteX2502" fmla="*/ 103251 w 228313"/>
              <a:gd name="connsiteY2502" fmla="*/ 0 h 228123"/>
              <a:gd name="connsiteX2503" fmla="*/ 103251 w 228313"/>
              <a:gd name="connsiteY2503" fmla="*/ 0 h 228123"/>
              <a:gd name="connsiteX2504" fmla="*/ 103156 w 228313"/>
              <a:gd name="connsiteY2504" fmla="*/ 0 h 228123"/>
              <a:gd name="connsiteX2505" fmla="*/ 103156 w 228313"/>
              <a:gd name="connsiteY2505" fmla="*/ 0 h 228123"/>
              <a:gd name="connsiteX2506" fmla="*/ 103060 w 228313"/>
              <a:gd name="connsiteY2506" fmla="*/ 0 h 228123"/>
              <a:gd name="connsiteX2507" fmla="*/ 103060 w 228313"/>
              <a:gd name="connsiteY2507" fmla="*/ 0 h 228123"/>
              <a:gd name="connsiteX2508" fmla="*/ 102965 w 228313"/>
              <a:gd name="connsiteY2508" fmla="*/ 0 h 228123"/>
              <a:gd name="connsiteX2509" fmla="*/ 102965 w 228313"/>
              <a:gd name="connsiteY2509" fmla="*/ 0 h 228123"/>
              <a:gd name="connsiteX2510" fmla="*/ 102775 w 228313"/>
              <a:gd name="connsiteY2510" fmla="*/ 0 h 228123"/>
              <a:gd name="connsiteX2511" fmla="*/ 102775 w 228313"/>
              <a:gd name="connsiteY2511" fmla="*/ 0 h 228123"/>
              <a:gd name="connsiteX2512" fmla="*/ 102679 w 228313"/>
              <a:gd name="connsiteY2512" fmla="*/ 0 h 228123"/>
              <a:gd name="connsiteX2513" fmla="*/ 102679 w 228313"/>
              <a:gd name="connsiteY2513" fmla="*/ 0 h 228123"/>
              <a:gd name="connsiteX2514" fmla="*/ 102584 w 228313"/>
              <a:gd name="connsiteY2514" fmla="*/ 0 h 228123"/>
              <a:gd name="connsiteX2515" fmla="*/ 102584 w 228313"/>
              <a:gd name="connsiteY2515" fmla="*/ 0 h 228123"/>
              <a:gd name="connsiteX2516" fmla="*/ 102489 w 228313"/>
              <a:gd name="connsiteY2516" fmla="*/ 0 h 228123"/>
              <a:gd name="connsiteX2517" fmla="*/ 102489 w 228313"/>
              <a:gd name="connsiteY2517" fmla="*/ 0 h 228123"/>
              <a:gd name="connsiteX2518" fmla="*/ 102298 w 228313"/>
              <a:gd name="connsiteY2518" fmla="*/ 0 h 228123"/>
              <a:gd name="connsiteX2519" fmla="*/ 102298 w 228313"/>
              <a:gd name="connsiteY2519" fmla="*/ 0 h 228123"/>
              <a:gd name="connsiteX2520" fmla="*/ 102203 w 228313"/>
              <a:gd name="connsiteY2520" fmla="*/ 0 h 228123"/>
              <a:gd name="connsiteX2521" fmla="*/ 102203 w 228313"/>
              <a:gd name="connsiteY2521" fmla="*/ 0 h 228123"/>
              <a:gd name="connsiteX2522" fmla="*/ 102108 w 228313"/>
              <a:gd name="connsiteY2522" fmla="*/ 0 h 228123"/>
              <a:gd name="connsiteX2523" fmla="*/ 102108 w 228313"/>
              <a:gd name="connsiteY2523" fmla="*/ 0 h 228123"/>
              <a:gd name="connsiteX2524" fmla="*/ 101917 w 228313"/>
              <a:gd name="connsiteY2524" fmla="*/ 0 h 228123"/>
              <a:gd name="connsiteX2525" fmla="*/ 101917 w 228313"/>
              <a:gd name="connsiteY2525" fmla="*/ 0 h 228123"/>
              <a:gd name="connsiteX2526" fmla="*/ 101822 w 228313"/>
              <a:gd name="connsiteY2526" fmla="*/ 0 h 228123"/>
              <a:gd name="connsiteX2527" fmla="*/ 101822 w 228313"/>
              <a:gd name="connsiteY2527" fmla="*/ 0 h 228123"/>
              <a:gd name="connsiteX2528" fmla="*/ 101727 w 228313"/>
              <a:gd name="connsiteY2528" fmla="*/ 0 h 228123"/>
              <a:gd name="connsiteX2529" fmla="*/ 101727 w 228313"/>
              <a:gd name="connsiteY2529" fmla="*/ 0 h 228123"/>
              <a:gd name="connsiteX2530" fmla="*/ 101441 w 228313"/>
              <a:gd name="connsiteY2530" fmla="*/ 0 h 228123"/>
              <a:gd name="connsiteX2531" fmla="*/ 101441 w 228313"/>
              <a:gd name="connsiteY2531" fmla="*/ 0 h 228123"/>
              <a:gd name="connsiteX2532" fmla="*/ 101346 w 228313"/>
              <a:gd name="connsiteY2532" fmla="*/ 0 h 228123"/>
              <a:gd name="connsiteX2533" fmla="*/ 101346 w 228313"/>
              <a:gd name="connsiteY2533" fmla="*/ 0 h 228123"/>
              <a:gd name="connsiteX2534" fmla="*/ 101251 w 228313"/>
              <a:gd name="connsiteY2534" fmla="*/ 0 h 228123"/>
              <a:gd name="connsiteX2535" fmla="*/ 100965 w 228313"/>
              <a:gd name="connsiteY2535" fmla="*/ 0 h 228123"/>
              <a:gd name="connsiteX2536" fmla="*/ 100965 w 228313"/>
              <a:gd name="connsiteY2536" fmla="*/ 0 h 228123"/>
              <a:gd name="connsiteX2537" fmla="*/ 100870 w 228313"/>
              <a:gd name="connsiteY2537" fmla="*/ 0 h 228123"/>
              <a:gd name="connsiteX2538" fmla="*/ 95345 w 228313"/>
              <a:gd name="connsiteY2538" fmla="*/ 762 h 228123"/>
              <a:gd name="connsiteX2539" fmla="*/ 96869 w 228313"/>
              <a:gd name="connsiteY2539" fmla="*/ 10192 h 228123"/>
              <a:gd name="connsiteX2540" fmla="*/ 114300 w 228313"/>
              <a:gd name="connsiteY2540" fmla="*/ 8763 h 228123"/>
              <a:gd name="connsiteX2541" fmla="*/ 117634 w 228313"/>
              <a:gd name="connsiteY2541" fmla="*/ 9525 h 228123"/>
              <a:gd name="connsiteX2542" fmla="*/ 32480 w 228313"/>
              <a:gd name="connsiteY2542" fmla="*/ 180023 h 228123"/>
              <a:gd name="connsiteX2543" fmla="*/ 25051 w 228313"/>
              <a:gd name="connsiteY2543" fmla="*/ 186023 h 228123"/>
              <a:gd name="connsiteX2544" fmla="*/ 38195 w 228313"/>
              <a:gd name="connsiteY2544" fmla="*/ 199739 h 228123"/>
              <a:gd name="connsiteX2545" fmla="*/ 44482 w 228313"/>
              <a:gd name="connsiteY2545" fmla="*/ 192596 h 228123"/>
              <a:gd name="connsiteX2546" fmla="*/ 32480 w 228313"/>
              <a:gd name="connsiteY2546" fmla="*/ 180023 h 228123"/>
              <a:gd name="connsiteX2547" fmla="*/ 114109 w 228313"/>
              <a:gd name="connsiteY2547" fmla="*/ 219075 h 228123"/>
              <a:gd name="connsiteX2548" fmla="*/ 99250 w 228313"/>
              <a:gd name="connsiteY2548" fmla="*/ 218027 h 228123"/>
              <a:gd name="connsiteX2549" fmla="*/ 97917 w 228313"/>
              <a:gd name="connsiteY2549" fmla="*/ 227457 h 228123"/>
              <a:gd name="connsiteX2550" fmla="*/ 98393 w 228313"/>
              <a:gd name="connsiteY2550" fmla="*/ 227552 h 228123"/>
              <a:gd name="connsiteX2551" fmla="*/ 98393 w 228313"/>
              <a:gd name="connsiteY2551" fmla="*/ 227552 h 228123"/>
              <a:gd name="connsiteX2552" fmla="*/ 98584 w 228313"/>
              <a:gd name="connsiteY2552" fmla="*/ 227552 h 228123"/>
              <a:gd name="connsiteX2553" fmla="*/ 98584 w 228313"/>
              <a:gd name="connsiteY2553" fmla="*/ 227552 h 228123"/>
              <a:gd name="connsiteX2554" fmla="*/ 98679 w 228313"/>
              <a:gd name="connsiteY2554" fmla="*/ 227552 h 228123"/>
              <a:gd name="connsiteX2555" fmla="*/ 98679 w 228313"/>
              <a:gd name="connsiteY2555" fmla="*/ 227552 h 228123"/>
              <a:gd name="connsiteX2556" fmla="*/ 98774 w 228313"/>
              <a:gd name="connsiteY2556" fmla="*/ 227552 h 228123"/>
              <a:gd name="connsiteX2557" fmla="*/ 98774 w 228313"/>
              <a:gd name="connsiteY2557" fmla="*/ 227552 h 228123"/>
              <a:gd name="connsiteX2558" fmla="*/ 98869 w 228313"/>
              <a:gd name="connsiteY2558" fmla="*/ 227552 h 228123"/>
              <a:gd name="connsiteX2559" fmla="*/ 98869 w 228313"/>
              <a:gd name="connsiteY2559" fmla="*/ 227552 h 228123"/>
              <a:gd name="connsiteX2560" fmla="*/ 98965 w 228313"/>
              <a:gd name="connsiteY2560" fmla="*/ 227552 h 228123"/>
              <a:gd name="connsiteX2561" fmla="*/ 98965 w 228313"/>
              <a:gd name="connsiteY2561" fmla="*/ 227552 h 228123"/>
              <a:gd name="connsiteX2562" fmla="*/ 98965 w 228313"/>
              <a:gd name="connsiteY2562" fmla="*/ 227552 h 228123"/>
              <a:gd name="connsiteX2563" fmla="*/ 98965 w 228313"/>
              <a:gd name="connsiteY2563" fmla="*/ 227552 h 228123"/>
              <a:gd name="connsiteX2564" fmla="*/ 99060 w 228313"/>
              <a:gd name="connsiteY2564" fmla="*/ 227552 h 228123"/>
              <a:gd name="connsiteX2565" fmla="*/ 99060 w 228313"/>
              <a:gd name="connsiteY2565" fmla="*/ 227552 h 228123"/>
              <a:gd name="connsiteX2566" fmla="*/ 99060 w 228313"/>
              <a:gd name="connsiteY2566" fmla="*/ 227552 h 228123"/>
              <a:gd name="connsiteX2567" fmla="*/ 99060 w 228313"/>
              <a:gd name="connsiteY2567" fmla="*/ 227552 h 228123"/>
              <a:gd name="connsiteX2568" fmla="*/ 99060 w 228313"/>
              <a:gd name="connsiteY2568" fmla="*/ 227552 h 228123"/>
              <a:gd name="connsiteX2569" fmla="*/ 99155 w 228313"/>
              <a:gd name="connsiteY2569" fmla="*/ 227552 h 228123"/>
              <a:gd name="connsiteX2570" fmla="*/ 99155 w 228313"/>
              <a:gd name="connsiteY2570" fmla="*/ 227552 h 228123"/>
              <a:gd name="connsiteX2571" fmla="*/ 99155 w 228313"/>
              <a:gd name="connsiteY2571" fmla="*/ 227552 h 228123"/>
              <a:gd name="connsiteX2572" fmla="*/ 99155 w 228313"/>
              <a:gd name="connsiteY2572" fmla="*/ 227552 h 228123"/>
              <a:gd name="connsiteX2573" fmla="*/ 99250 w 228313"/>
              <a:gd name="connsiteY2573" fmla="*/ 227552 h 228123"/>
              <a:gd name="connsiteX2574" fmla="*/ 99250 w 228313"/>
              <a:gd name="connsiteY2574" fmla="*/ 227552 h 228123"/>
              <a:gd name="connsiteX2575" fmla="*/ 99346 w 228313"/>
              <a:gd name="connsiteY2575" fmla="*/ 227552 h 228123"/>
              <a:gd name="connsiteX2576" fmla="*/ 99346 w 228313"/>
              <a:gd name="connsiteY2576" fmla="*/ 227552 h 228123"/>
              <a:gd name="connsiteX2577" fmla="*/ 99441 w 228313"/>
              <a:gd name="connsiteY2577" fmla="*/ 227552 h 228123"/>
              <a:gd name="connsiteX2578" fmla="*/ 99441 w 228313"/>
              <a:gd name="connsiteY2578" fmla="*/ 227552 h 228123"/>
              <a:gd name="connsiteX2579" fmla="*/ 99536 w 228313"/>
              <a:gd name="connsiteY2579" fmla="*/ 227552 h 228123"/>
              <a:gd name="connsiteX2580" fmla="*/ 99536 w 228313"/>
              <a:gd name="connsiteY2580" fmla="*/ 227552 h 228123"/>
              <a:gd name="connsiteX2581" fmla="*/ 99631 w 228313"/>
              <a:gd name="connsiteY2581" fmla="*/ 227552 h 228123"/>
              <a:gd name="connsiteX2582" fmla="*/ 99631 w 228313"/>
              <a:gd name="connsiteY2582" fmla="*/ 227552 h 228123"/>
              <a:gd name="connsiteX2583" fmla="*/ 99726 w 228313"/>
              <a:gd name="connsiteY2583" fmla="*/ 227552 h 228123"/>
              <a:gd name="connsiteX2584" fmla="*/ 99726 w 228313"/>
              <a:gd name="connsiteY2584" fmla="*/ 227552 h 228123"/>
              <a:gd name="connsiteX2585" fmla="*/ 99822 w 228313"/>
              <a:gd name="connsiteY2585" fmla="*/ 227552 h 228123"/>
              <a:gd name="connsiteX2586" fmla="*/ 99822 w 228313"/>
              <a:gd name="connsiteY2586" fmla="*/ 227552 h 228123"/>
              <a:gd name="connsiteX2587" fmla="*/ 99917 w 228313"/>
              <a:gd name="connsiteY2587" fmla="*/ 227552 h 228123"/>
              <a:gd name="connsiteX2588" fmla="*/ 99917 w 228313"/>
              <a:gd name="connsiteY2588" fmla="*/ 227552 h 228123"/>
              <a:gd name="connsiteX2589" fmla="*/ 100013 w 228313"/>
              <a:gd name="connsiteY2589" fmla="*/ 227552 h 228123"/>
              <a:gd name="connsiteX2590" fmla="*/ 100013 w 228313"/>
              <a:gd name="connsiteY2590" fmla="*/ 227552 h 228123"/>
              <a:gd name="connsiteX2591" fmla="*/ 100203 w 228313"/>
              <a:gd name="connsiteY2591" fmla="*/ 227552 h 228123"/>
              <a:gd name="connsiteX2592" fmla="*/ 100203 w 228313"/>
              <a:gd name="connsiteY2592" fmla="*/ 227552 h 228123"/>
              <a:gd name="connsiteX2593" fmla="*/ 100298 w 228313"/>
              <a:gd name="connsiteY2593" fmla="*/ 227552 h 228123"/>
              <a:gd name="connsiteX2594" fmla="*/ 100298 w 228313"/>
              <a:gd name="connsiteY2594" fmla="*/ 227552 h 228123"/>
              <a:gd name="connsiteX2595" fmla="*/ 100393 w 228313"/>
              <a:gd name="connsiteY2595" fmla="*/ 227552 h 228123"/>
              <a:gd name="connsiteX2596" fmla="*/ 100393 w 228313"/>
              <a:gd name="connsiteY2596" fmla="*/ 227552 h 228123"/>
              <a:gd name="connsiteX2597" fmla="*/ 100489 w 228313"/>
              <a:gd name="connsiteY2597" fmla="*/ 227552 h 228123"/>
              <a:gd name="connsiteX2598" fmla="*/ 100489 w 228313"/>
              <a:gd name="connsiteY2598" fmla="*/ 227552 h 228123"/>
              <a:gd name="connsiteX2599" fmla="*/ 100584 w 228313"/>
              <a:gd name="connsiteY2599" fmla="*/ 227552 h 228123"/>
              <a:gd name="connsiteX2600" fmla="*/ 100584 w 228313"/>
              <a:gd name="connsiteY2600" fmla="*/ 227552 h 228123"/>
              <a:gd name="connsiteX2601" fmla="*/ 100679 w 228313"/>
              <a:gd name="connsiteY2601" fmla="*/ 227552 h 228123"/>
              <a:gd name="connsiteX2602" fmla="*/ 100679 w 228313"/>
              <a:gd name="connsiteY2602" fmla="*/ 227552 h 228123"/>
              <a:gd name="connsiteX2603" fmla="*/ 100870 w 228313"/>
              <a:gd name="connsiteY2603" fmla="*/ 227552 h 228123"/>
              <a:gd name="connsiteX2604" fmla="*/ 100870 w 228313"/>
              <a:gd name="connsiteY2604" fmla="*/ 227552 h 228123"/>
              <a:gd name="connsiteX2605" fmla="*/ 101060 w 228313"/>
              <a:gd name="connsiteY2605" fmla="*/ 227552 h 228123"/>
              <a:gd name="connsiteX2606" fmla="*/ 101060 w 228313"/>
              <a:gd name="connsiteY2606" fmla="*/ 227552 h 228123"/>
              <a:gd name="connsiteX2607" fmla="*/ 101346 w 228313"/>
              <a:gd name="connsiteY2607" fmla="*/ 227552 h 228123"/>
              <a:gd name="connsiteX2608" fmla="*/ 101346 w 228313"/>
              <a:gd name="connsiteY2608" fmla="*/ 227552 h 228123"/>
              <a:gd name="connsiteX2609" fmla="*/ 101536 w 228313"/>
              <a:gd name="connsiteY2609" fmla="*/ 227552 h 228123"/>
              <a:gd name="connsiteX2610" fmla="*/ 101536 w 228313"/>
              <a:gd name="connsiteY2610" fmla="*/ 227552 h 228123"/>
              <a:gd name="connsiteX2611" fmla="*/ 109633 w 228313"/>
              <a:gd name="connsiteY2611" fmla="*/ 228124 h 228123"/>
              <a:gd name="connsiteX2612" fmla="*/ 110109 w 228313"/>
              <a:gd name="connsiteY2612" fmla="*/ 228124 h 228123"/>
              <a:gd name="connsiteX2613" fmla="*/ 110109 w 228313"/>
              <a:gd name="connsiteY2613" fmla="*/ 228124 h 228123"/>
              <a:gd name="connsiteX2614" fmla="*/ 110299 w 228313"/>
              <a:gd name="connsiteY2614" fmla="*/ 228124 h 228123"/>
              <a:gd name="connsiteX2615" fmla="*/ 110299 w 228313"/>
              <a:gd name="connsiteY2615" fmla="*/ 228124 h 228123"/>
              <a:gd name="connsiteX2616" fmla="*/ 110490 w 228313"/>
              <a:gd name="connsiteY2616" fmla="*/ 228124 h 228123"/>
              <a:gd name="connsiteX2617" fmla="*/ 110490 w 228313"/>
              <a:gd name="connsiteY2617" fmla="*/ 228124 h 228123"/>
              <a:gd name="connsiteX2618" fmla="*/ 110680 w 228313"/>
              <a:gd name="connsiteY2618" fmla="*/ 228124 h 228123"/>
              <a:gd name="connsiteX2619" fmla="*/ 110680 w 228313"/>
              <a:gd name="connsiteY2619" fmla="*/ 228124 h 228123"/>
              <a:gd name="connsiteX2620" fmla="*/ 110776 w 228313"/>
              <a:gd name="connsiteY2620" fmla="*/ 228124 h 228123"/>
              <a:gd name="connsiteX2621" fmla="*/ 110776 w 228313"/>
              <a:gd name="connsiteY2621" fmla="*/ 228124 h 228123"/>
              <a:gd name="connsiteX2622" fmla="*/ 110966 w 228313"/>
              <a:gd name="connsiteY2622" fmla="*/ 228124 h 228123"/>
              <a:gd name="connsiteX2623" fmla="*/ 110966 w 228313"/>
              <a:gd name="connsiteY2623" fmla="*/ 228124 h 228123"/>
              <a:gd name="connsiteX2624" fmla="*/ 111157 w 228313"/>
              <a:gd name="connsiteY2624" fmla="*/ 228124 h 228123"/>
              <a:gd name="connsiteX2625" fmla="*/ 111157 w 228313"/>
              <a:gd name="connsiteY2625" fmla="*/ 228124 h 228123"/>
              <a:gd name="connsiteX2626" fmla="*/ 111252 w 228313"/>
              <a:gd name="connsiteY2626" fmla="*/ 228124 h 228123"/>
              <a:gd name="connsiteX2627" fmla="*/ 111252 w 228313"/>
              <a:gd name="connsiteY2627" fmla="*/ 228124 h 228123"/>
              <a:gd name="connsiteX2628" fmla="*/ 111347 w 228313"/>
              <a:gd name="connsiteY2628" fmla="*/ 228124 h 228123"/>
              <a:gd name="connsiteX2629" fmla="*/ 111347 w 228313"/>
              <a:gd name="connsiteY2629" fmla="*/ 228124 h 228123"/>
              <a:gd name="connsiteX2630" fmla="*/ 111442 w 228313"/>
              <a:gd name="connsiteY2630" fmla="*/ 228124 h 228123"/>
              <a:gd name="connsiteX2631" fmla="*/ 111442 w 228313"/>
              <a:gd name="connsiteY2631" fmla="*/ 228124 h 228123"/>
              <a:gd name="connsiteX2632" fmla="*/ 111538 w 228313"/>
              <a:gd name="connsiteY2632" fmla="*/ 228124 h 228123"/>
              <a:gd name="connsiteX2633" fmla="*/ 111538 w 228313"/>
              <a:gd name="connsiteY2633" fmla="*/ 228124 h 228123"/>
              <a:gd name="connsiteX2634" fmla="*/ 111633 w 228313"/>
              <a:gd name="connsiteY2634" fmla="*/ 228124 h 228123"/>
              <a:gd name="connsiteX2635" fmla="*/ 111633 w 228313"/>
              <a:gd name="connsiteY2635" fmla="*/ 228124 h 228123"/>
              <a:gd name="connsiteX2636" fmla="*/ 111823 w 228313"/>
              <a:gd name="connsiteY2636" fmla="*/ 228124 h 228123"/>
              <a:gd name="connsiteX2637" fmla="*/ 111823 w 228313"/>
              <a:gd name="connsiteY2637" fmla="*/ 228124 h 228123"/>
              <a:gd name="connsiteX2638" fmla="*/ 112014 w 228313"/>
              <a:gd name="connsiteY2638" fmla="*/ 228124 h 228123"/>
              <a:gd name="connsiteX2639" fmla="*/ 112014 w 228313"/>
              <a:gd name="connsiteY2639" fmla="*/ 228124 h 228123"/>
              <a:gd name="connsiteX2640" fmla="*/ 112109 w 228313"/>
              <a:gd name="connsiteY2640" fmla="*/ 228124 h 228123"/>
              <a:gd name="connsiteX2641" fmla="*/ 112109 w 228313"/>
              <a:gd name="connsiteY2641" fmla="*/ 228124 h 228123"/>
              <a:gd name="connsiteX2642" fmla="*/ 112204 w 228313"/>
              <a:gd name="connsiteY2642" fmla="*/ 228124 h 228123"/>
              <a:gd name="connsiteX2643" fmla="*/ 112204 w 228313"/>
              <a:gd name="connsiteY2643" fmla="*/ 228124 h 228123"/>
              <a:gd name="connsiteX2644" fmla="*/ 112300 w 228313"/>
              <a:gd name="connsiteY2644" fmla="*/ 228124 h 228123"/>
              <a:gd name="connsiteX2645" fmla="*/ 112300 w 228313"/>
              <a:gd name="connsiteY2645" fmla="*/ 228124 h 228123"/>
              <a:gd name="connsiteX2646" fmla="*/ 112395 w 228313"/>
              <a:gd name="connsiteY2646" fmla="*/ 228124 h 228123"/>
              <a:gd name="connsiteX2647" fmla="*/ 112395 w 228313"/>
              <a:gd name="connsiteY2647" fmla="*/ 228124 h 228123"/>
              <a:gd name="connsiteX2648" fmla="*/ 112490 w 228313"/>
              <a:gd name="connsiteY2648" fmla="*/ 228124 h 228123"/>
              <a:gd name="connsiteX2649" fmla="*/ 112490 w 228313"/>
              <a:gd name="connsiteY2649" fmla="*/ 228124 h 228123"/>
              <a:gd name="connsiteX2650" fmla="*/ 112681 w 228313"/>
              <a:gd name="connsiteY2650" fmla="*/ 228124 h 228123"/>
              <a:gd name="connsiteX2651" fmla="*/ 112681 w 228313"/>
              <a:gd name="connsiteY2651" fmla="*/ 228124 h 228123"/>
              <a:gd name="connsiteX2652" fmla="*/ 112776 w 228313"/>
              <a:gd name="connsiteY2652" fmla="*/ 228124 h 228123"/>
              <a:gd name="connsiteX2653" fmla="*/ 112776 w 228313"/>
              <a:gd name="connsiteY2653" fmla="*/ 228124 h 228123"/>
              <a:gd name="connsiteX2654" fmla="*/ 112871 w 228313"/>
              <a:gd name="connsiteY2654" fmla="*/ 228124 h 228123"/>
              <a:gd name="connsiteX2655" fmla="*/ 112871 w 228313"/>
              <a:gd name="connsiteY2655" fmla="*/ 228124 h 228123"/>
              <a:gd name="connsiteX2656" fmla="*/ 112966 w 228313"/>
              <a:gd name="connsiteY2656" fmla="*/ 228124 h 228123"/>
              <a:gd name="connsiteX2657" fmla="*/ 112966 w 228313"/>
              <a:gd name="connsiteY2657" fmla="*/ 228124 h 228123"/>
              <a:gd name="connsiteX2658" fmla="*/ 113062 w 228313"/>
              <a:gd name="connsiteY2658" fmla="*/ 228124 h 228123"/>
              <a:gd name="connsiteX2659" fmla="*/ 113062 w 228313"/>
              <a:gd name="connsiteY2659" fmla="*/ 228124 h 228123"/>
              <a:gd name="connsiteX2660" fmla="*/ 113157 w 228313"/>
              <a:gd name="connsiteY2660" fmla="*/ 228124 h 228123"/>
              <a:gd name="connsiteX2661" fmla="*/ 113157 w 228313"/>
              <a:gd name="connsiteY2661" fmla="*/ 228124 h 228123"/>
              <a:gd name="connsiteX2662" fmla="*/ 113252 w 228313"/>
              <a:gd name="connsiteY2662" fmla="*/ 228124 h 228123"/>
              <a:gd name="connsiteX2663" fmla="*/ 113252 w 228313"/>
              <a:gd name="connsiteY2663" fmla="*/ 228124 h 228123"/>
              <a:gd name="connsiteX2664" fmla="*/ 113347 w 228313"/>
              <a:gd name="connsiteY2664" fmla="*/ 228124 h 228123"/>
              <a:gd name="connsiteX2665" fmla="*/ 113347 w 228313"/>
              <a:gd name="connsiteY2665" fmla="*/ 228124 h 228123"/>
              <a:gd name="connsiteX2666" fmla="*/ 113442 w 228313"/>
              <a:gd name="connsiteY2666" fmla="*/ 228124 h 228123"/>
              <a:gd name="connsiteX2667" fmla="*/ 113442 w 228313"/>
              <a:gd name="connsiteY2667" fmla="*/ 228124 h 228123"/>
              <a:gd name="connsiteX2668" fmla="*/ 113538 w 228313"/>
              <a:gd name="connsiteY2668" fmla="*/ 228124 h 228123"/>
              <a:gd name="connsiteX2669" fmla="*/ 113538 w 228313"/>
              <a:gd name="connsiteY2669" fmla="*/ 228124 h 228123"/>
              <a:gd name="connsiteX2670" fmla="*/ 113633 w 228313"/>
              <a:gd name="connsiteY2670" fmla="*/ 228124 h 228123"/>
              <a:gd name="connsiteX2671" fmla="*/ 113728 w 228313"/>
              <a:gd name="connsiteY2671" fmla="*/ 228124 h 228123"/>
              <a:gd name="connsiteX2672" fmla="*/ 113824 w 228313"/>
              <a:gd name="connsiteY2672" fmla="*/ 228124 h 228123"/>
              <a:gd name="connsiteX2673" fmla="*/ 114395 w 228313"/>
              <a:gd name="connsiteY2673" fmla="*/ 228124 h 228123"/>
              <a:gd name="connsiteX2674" fmla="*/ 114490 w 228313"/>
              <a:gd name="connsiteY2674" fmla="*/ 228124 h 228123"/>
              <a:gd name="connsiteX2675" fmla="*/ 114586 w 228313"/>
              <a:gd name="connsiteY2675" fmla="*/ 228124 h 228123"/>
              <a:gd name="connsiteX2676" fmla="*/ 114681 w 228313"/>
              <a:gd name="connsiteY2676" fmla="*/ 228124 h 228123"/>
              <a:gd name="connsiteX2677" fmla="*/ 114681 w 228313"/>
              <a:gd name="connsiteY2677" fmla="*/ 228124 h 228123"/>
              <a:gd name="connsiteX2678" fmla="*/ 114776 w 228313"/>
              <a:gd name="connsiteY2678" fmla="*/ 228124 h 228123"/>
              <a:gd name="connsiteX2679" fmla="*/ 114776 w 228313"/>
              <a:gd name="connsiteY2679" fmla="*/ 228124 h 228123"/>
              <a:gd name="connsiteX2680" fmla="*/ 114871 w 228313"/>
              <a:gd name="connsiteY2680" fmla="*/ 228124 h 228123"/>
              <a:gd name="connsiteX2681" fmla="*/ 114871 w 228313"/>
              <a:gd name="connsiteY2681" fmla="*/ 228124 h 228123"/>
              <a:gd name="connsiteX2682" fmla="*/ 114967 w 228313"/>
              <a:gd name="connsiteY2682" fmla="*/ 228124 h 228123"/>
              <a:gd name="connsiteX2683" fmla="*/ 114967 w 228313"/>
              <a:gd name="connsiteY2683" fmla="*/ 228124 h 228123"/>
              <a:gd name="connsiteX2684" fmla="*/ 115062 w 228313"/>
              <a:gd name="connsiteY2684" fmla="*/ 228124 h 228123"/>
              <a:gd name="connsiteX2685" fmla="*/ 115062 w 228313"/>
              <a:gd name="connsiteY2685" fmla="*/ 228124 h 228123"/>
              <a:gd name="connsiteX2686" fmla="*/ 115157 w 228313"/>
              <a:gd name="connsiteY2686" fmla="*/ 228124 h 228123"/>
              <a:gd name="connsiteX2687" fmla="*/ 115157 w 228313"/>
              <a:gd name="connsiteY2687" fmla="*/ 228124 h 228123"/>
              <a:gd name="connsiteX2688" fmla="*/ 115252 w 228313"/>
              <a:gd name="connsiteY2688" fmla="*/ 228124 h 228123"/>
              <a:gd name="connsiteX2689" fmla="*/ 115252 w 228313"/>
              <a:gd name="connsiteY2689" fmla="*/ 228124 h 228123"/>
              <a:gd name="connsiteX2690" fmla="*/ 115348 w 228313"/>
              <a:gd name="connsiteY2690" fmla="*/ 228124 h 228123"/>
              <a:gd name="connsiteX2691" fmla="*/ 115348 w 228313"/>
              <a:gd name="connsiteY2691" fmla="*/ 228124 h 228123"/>
              <a:gd name="connsiteX2692" fmla="*/ 115443 w 228313"/>
              <a:gd name="connsiteY2692" fmla="*/ 228124 h 228123"/>
              <a:gd name="connsiteX2693" fmla="*/ 115443 w 228313"/>
              <a:gd name="connsiteY2693" fmla="*/ 228124 h 228123"/>
              <a:gd name="connsiteX2694" fmla="*/ 115538 w 228313"/>
              <a:gd name="connsiteY2694" fmla="*/ 228124 h 228123"/>
              <a:gd name="connsiteX2695" fmla="*/ 115538 w 228313"/>
              <a:gd name="connsiteY2695" fmla="*/ 228124 h 228123"/>
              <a:gd name="connsiteX2696" fmla="*/ 116967 w 228313"/>
              <a:gd name="connsiteY2696" fmla="*/ 228124 h 228123"/>
              <a:gd name="connsiteX2697" fmla="*/ 116776 w 228313"/>
              <a:gd name="connsiteY2697" fmla="*/ 218599 h 228123"/>
              <a:gd name="connsiteX2698" fmla="*/ 114109 w 228313"/>
              <a:gd name="connsiteY2698" fmla="*/ 219075 h 228123"/>
              <a:gd name="connsiteX2699" fmla="*/ 47911 w 228313"/>
              <a:gd name="connsiteY2699" fmla="*/ 83630 h 228123"/>
              <a:gd name="connsiteX2700" fmla="*/ 42005 w 228313"/>
              <a:gd name="connsiteY2700" fmla="*/ 83630 h 228123"/>
              <a:gd name="connsiteX2701" fmla="*/ 42005 w 228313"/>
              <a:gd name="connsiteY2701" fmla="*/ 135922 h 228123"/>
              <a:gd name="connsiteX2702" fmla="*/ 47911 w 228313"/>
              <a:gd name="connsiteY2702" fmla="*/ 135922 h 228123"/>
              <a:gd name="connsiteX2703" fmla="*/ 47911 w 228313"/>
              <a:gd name="connsiteY2703" fmla="*/ 93345 h 228123"/>
              <a:gd name="connsiteX2704" fmla="*/ 80391 w 228313"/>
              <a:gd name="connsiteY2704" fmla="*/ 135922 h 228123"/>
              <a:gd name="connsiteX2705" fmla="*/ 86296 w 228313"/>
              <a:gd name="connsiteY2705" fmla="*/ 135922 h 228123"/>
              <a:gd name="connsiteX2706" fmla="*/ 86296 w 228313"/>
              <a:gd name="connsiteY2706" fmla="*/ 83630 h 228123"/>
              <a:gd name="connsiteX2707" fmla="*/ 80391 w 228313"/>
              <a:gd name="connsiteY2707" fmla="*/ 83630 h 228123"/>
              <a:gd name="connsiteX2708" fmla="*/ 80391 w 228313"/>
              <a:gd name="connsiteY2708" fmla="*/ 126206 h 228123"/>
              <a:gd name="connsiteX2709" fmla="*/ 47911 w 228313"/>
              <a:gd name="connsiteY2709" fmla="*/ 83630 h 228123"/>
              <a:gd name="connsiteX2710" fmla="*/ 136112 w 228313"/>
              <a:gd name="connsiteY2710" fmla="*/ 121634 h 228123"/>
              <a:gd name="connsiteX2711" fmla="*/ 118967 w 228313"/>
              <a:gd name="connsiteY2711" fmla="*/ 106490 h 228123"/>
              <a:gd name="connsiteX2712" fmla="*/ 104870 w 228313"/>
              <a:gd name="connsiteY2712" fmla="*/ 97060 h 228123"/>
              <a:gd name="connsiteX2713" fmla="*/ 116014 w 228313"/>
              <a:gd name="connsiteY2713" fmla="*/ 88011 h 228123"/>
              <a:gd name="connsiteX2714" fmla="*/ 131064 w 228313"/>
              <a:gd name="connsiteY2714" fmla="*/ 94679 h 228123"/>
              <a:gd name="connsiteX2715" fmla="*/ 134683 w 228313"/>
              <a:gd name="connsiteY2715" fmla="*/ 90011 h 228123"/>
              <a:gd name="connsiteX2716" fmla="*/ 116300 w 228313"/>
              <a:gd name="connsiteY2716" fmla="*/ 82582 h 228123"/>
              <a:gd name="connsiteX2717" fmla="*/ 98774 w 228313"/>
              <a:gd name="connsiteY2717" fmla="*/ 97536 h 228123"/>
              <a:gd name="connsiteX2718" fmla="*/ 115919 w 228313"/>
              <a:gd name="connsiteY2718" fmla="*/ 112300 h 228123"/>
              <a:gd name="connsiteX2719" fmla="*/ 130016 w 228313"/>
              <a:gd name="connsiteY2719" fmla="*/ 122206 h 228123"/>
              <a:gd name="connsiteX2720" fmla="*/ 117824 w 228313"/>
              <a:gd name="connsiteY2720" fmla="*/ 131350 h 228123"/>
              <a:gd name="connsiteX2721" fmla="*/ 100679 w 228313"/>
              <a:gd name="connsiteY2721" fmla="*/ 123825 h 228123"/>
              <a:gd name="connsiteX2722" fmla="*/ 96964 w 228313"/>
              <a:gd name="connsiteY2722" fmla="*/ 128492 h 228123"/>
              <a:gd name="connsiteX2723" fmla="*/ 117634 w 228313"/>
              <a:gd name="connsiteY2723" fmla="*/ 136779 h 228123"/>
              <a:gd name="connsiteX2724" fmla="*/ 136112 w 228313"/>
              <a:gd name="connsiteY2724" fmla="*/ 121634 h 228123"/>
              <a:gd name="connsiteX2725" fmla="*/ 183070 w 228313"/>
              <a:gd name="connsiteY2725" fmla="*/ 135922 h 228123"/>
              <a:gd name="connsiteX2726" fmla="*/ 190405 w 228313"/>
              <a:gd name="connsiteY2726" fmla="*/ 135922 h 228123"/>
              <a:gd name="connsiteX2727" fmla="*/ 170402 w 228313"/>
              <a:gd name="connsiteY2727" fmla="*/ 109728 h 228123"/>
              <a:gd name="connsiteX2728" fmla="*/ 190405 w 228313"/>
              <a:gd name="connsiteY2728" fmla="*/ 83630 h 228123"/>
              <a:gd name="connsiteX2729" fmla="*/ 183166 w 228313"/>
              <a:gd name="connsiteY2729" fmla="*/ 83630 h 228123"/>
              <a:gd name="connsiteX2730" fmla="*/ 166783 w 228313"/>
              <a:gd name="connsiteY2730" fmla="*/ 105061 h 228123"/>
              <a:gd name="connsiteX2731" fmla="*/ 150400 w 228313"/>
              <a:gd name="connsiteY2731" fmla="*/ 83630 h 228123"/>
              <a:gd name="connsiteX2732" fmla="*/ 143065 w 228313"/>
              <a:gd name="connsiteY2732" fmla="*/ 83630 h 228123"/>
              <a:gd name="connsiteX2733" fmla="*/ 163068 w 228313"/>
              <a:gd name="connsiteY2733" fmla="*/ 109823 h 228123"/>
              <a:gd name="connsiteX2734" fmla="*/ 143065 w 228313"/>
              <a:gd name="connsiteY2734" fmla="*/ 135922 h 228123"/>
              <a:gd name="connsiteX2735" fmla="*/ 150304 w 228313"/>
              <a:gd name="connsiteY2735" fmla="*/ 135922 h 228123"/>
              <a:gd name="connsiteX2736" fmla="*/ 166688 w 228313"/>
              <a:gd name="connsiteY2736" fmla="*/ 114491 h 228123"/>
              <a:gd name="connsiteX2737" fmla="*/ 183070 w 228313"/>
              <a:gd name="connsiteY2737" fmla="*/ 135922 h 228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</a:cxnLst>
            <a:rect l="l" t="t" r="r" b="b"/>
            <a:pathLst>
              <a:path w="228313" h="228123">
                <a:moveTo>
                  <a:pt x="10954" y="132969"/>
                </a:moveTo>
                <a:lnTo>
                  <a:pt x="1619" y="134684"/>
                </a:lnTo>
                <a:cubicBezTo>
                  <a:pt x="2000" y="136874"/>
                  <a:pt x="2476" y="138970"/>
                  <a:pt x="2953" y="141161"/>
                </a:cubicBezTo>
                <a:cubicBezTo>
                  <a:pt x="2953" y="141161"/>
                  <a:pt x="2953" y="141161"/>
                  <a:pt x="2953" y="141161"/>
                </a:cubicBezTo>
                <a:cubicBezTo>
                  <a:pt x="2953" y="141161"/>
                  <a:pt x="2953" y="141161"/>
                  <a:pt x="2953" y="141256"/>
                </a:cubicBezTo>
                <a:lnTo>
                  <a:pt x="2953" y="141256"/>
                </a:lnTo>
                <a:cubicBezTo>
                  <a:pt x="2953" y="141351"/>
                  <a:pt x="3048" y="141446"/>
                  <a:pt x="3048" y="141637"/>
                </a:cubicBezTo>
                <a:lnTo>
                  <a:pt x="3048" y="141637"/>
                </a:lnTo>
                <a:cubicBezTo>
                  <a:pt x="3048" y="141637"/>
                  <a:pt x="3048" y="141637"/>
                  <a:pt x="3048" y="141732"/>
                </a:cubicBezTo>
                <a:lnTo>
                  <a:pt x="3048" y="141732"/>
                </a:lnTo>
                <a:cubicBezTo>
                  <a:pt x="3048" y="141732"/>
                  <a:pt x="3048" y="141732"/>
                  <a:pt x="3048" y="141827"/>
                </a:cubicBezTo>
                <a:cubicBezTo>
                  <a:pt x="3048" y="141827"/>
                  <a:pt x="3048" y="141827"/>
                  <a:pt x="3048" y="141827"/>
                </a:cubicBezTo>
                <a:cubicBezTo>
                  <a:pt x="3048" y="141923"/>
                  <a:pt x="3048" y="142018"/>
                  <a:pt x="3143" y="142113"/>
                </a:cubicBezTo>
                <a:cubicBezTo>
                  <a:pt x="3143" y="142113"/>
                  <a:pt x="3143" y="142113"/>
                  <a:pt x="3143" y="142113"/>
                </a:cubicBezTo>
                <a:cubicBezTo>
                  <a:pt x="3143" y="142113"/>
                  <a:pt x="3143" y="142113"/>
                  <a:pt x="3143" y="142208"/>
                </a:cubicBezTo>
                <a:cubicBezTo>
                  <a:pt x="3143" y="142208"/>
                  <a:pt x="3143" y="142208"/>
                  <a:pt x="3143" y="142208"/>
                </a:cubicBezTo>
                <a:cubicBezTo>
                  <a:pt x="3143" y="142208"/>
                  <a:pt x="3143" y="142208"/>
                  <a:pt x="3143" y="142304"/>
                </a:cubicBezTo>
                <a:lnTo>
                  <a:pt x="3143" y="142304"/>
                </a:lnTo>
                <a:cubicBezTo>
                  <a:pt x="3143" y="142399"/>
                  <a:pt x="3143" y="142494"/>
                  <a:pt x="3238" y="142589"/>
                </a:cubicBezTo>
                <a:lnTo>
                  <a:pt x="3238" y="142589"/>
                </a:lnTo>
                <a:cubicBezTo>
                  <a:pt x="3238" y="142589"/>
                  <a:pt x="3238" y="142589"/>
                  <a:pt x="3238" y="142685"/>
                </a:cubicBezTo>
                <a:cubicBezTo>
                  <a:pt x="3238" y="142685"/>
                  <a:pt x="3238" y="142685"/>
                  <a:pt x="3238" y="142685"/>
                </a:cubicBezTo>
                <a:cubicBezTo>
                  <a:pt x="3238" y="142685"/>
                  <a:pt x="3238" y="142685"/>
                  <a:pt x="3238" y="142780"/>
                </a:cubicBezTo>
                <a:cubicBezTo>
                  <a:pt x="3238" y="142780"/>
                  <a:pt x="3238" y="142780"/>
                  <a:pt x="3238" y="142780"/>
                </a:cubicBezTo>
                <a:cubicBezTo>
                  <a:pt x="3238" y="142780"/>
                  <a:pt x="3238" y="142780"/>
                  <a:pt x="3238" y="142875"/>
                </a:cubicBezTo>
                <a:lnTo>
                  <a:pt x="3238" y="142875"/>
                </a:lnTo>
                <a:cubicBezTo>
                  <a:pt x="3238" y="142970"/>
                  <a:pt x="3334" y="143066"/>
                  <a:pt x="3334" y="143161"/>
                </a:cubicBezTo>
                <a:cubicBezTo>
                  <a:pt x="3334" y="143161"/>
                  <a:pt x="3334" y="143161"/>
                  <a:pt x="3334" y="143161"/>
                </a:cubicBezTo>
                <a:cubicBezTo>
                  <a:pt x="3334" y="143161"/>
                  <a:pt x="3334" y="143161"/>
                  <a:pt x="3334" y="143256"/>
                </a:cubicBezTo>
                <a:cubicBezTo>
                  <a:pt x="3334" y="143256"/>
                  <a:pt x="3334" y="143256"/>
                  <a:pt x="3334" y="143256"/>
                </a:cubicBezTo>
                <a:cubicBezTo>
                  <a:pt x="3334" y="143256"/>
                  <a:pt x="3334" y="143256"/>
                  <a:pt x="3334" y="143351"/>
                </a:cubicBezTo>
                <a:cubicBezTo>
                  <a:pt x="3334" y="143351"/>
                  <a:pt x="3334" y="143351"/>
                  <a:pt x="3334" y="143351"/>
                </a:cubicBezTo>
                <a:cubicBezTo>
                  <a:pt x="3334" y="143447"/>
                  <a:pt x="3334" y="143542"/>
                  <a:pt x="3429" y="143637"/>
                </a:cubicBezTo>
                <a:cubicBezTo>
                  <a:pt x="3429" y="143637"/>
                  <a:pt x="3429" y="143637"/>
                  <a:pt x="3429" y="143637"/>
                </a:cubicBezTo>
                <a:cubicBezTo>
                  <a:pt x="3429" y="143637"/>
                  <a:pt x="3429" y="143637"/>
                  <a:pt x="3429" y="143732"/>
                </a:cubicBezTo>
                <a:cubicBezTo>
                  <a:pt x="3429" y="143732"/>
                  <a:pt x="3429" y="143732"/>
                  <a:pt x="3429" y="143732"/>
                </a:cubicBezTo>
                <a:cubicBezTo>
                  <a:pt x="3429" y="143732"/>
                  <a:pt x="3429" y="143732"/>
                  <a:pt x="3429" y="143827"/>
                </a:cubicBezTo>
                <a:cubicBezTo>
                  <a:pt x="3429" y="143827"/>
                  <a:pt x="3429" y="143827"/>
                  <a:pt x="3429" y="143827"/>
                </a:cubicBezTo>
                <a:cubicBezTo>
                  <a:pt x="3429" y="143827"/>
                  <a:pt x="3429" y="143827"/>
                  <a:pt x="3429" y="143923"/>
                </a:cubicBezTo>
                <a:lnTo>
                  <a:pt x="3429" y="143923"/>
                </a:lnTo>
                <a:cubicBezTo>
                  <a:pt x="3429" y="144018"/>
                  <a:pt x="3429" y="144018"/>
                  <a:pt x="3524" y="144113"/>
                </a:cubicBezTo>
                <a:cubicBezTo>
                  <a:pt x="3524" y="144113"/>
                  <a:pt x="3524" y="144113"/>
                  <a:pt x="3524" y="144113"/>
                </a:cubicBezTo>
                <a:cubicBezTo>
                  <a:pt x="3524" y="144113"/>
                  <a:pt x="3524" y="144113"/>
                  <a:pt x="3524" y="144209"/>
                </a:cubicBezTo>
                <a:cubicBezTo>
                  <a:pt x="3524" y="144209"/>
                  <a:pt x="3524" y="144209"/>
                  <a:pt x="3524" y="144209"/>
                </a:cubicBezTo>
                <a:cubicBezTo>
                  <a:pt x="3524" y="144209"/>
                  <a:pt x="3524" y="144209"/>
                  <a:pt x="3524" y="144304"/>
                </a:cubicBezTo>
                <a:cubicBezTo>
                  <a:pt x="3524" y="144304"/>
                  <a:pt x="3524" y="144304"/>
                  <a:pt x="3524" y="144304"/>
                </a:cubicBezTo>
                <a:lnTo>
                  <a:pt x="3524" y="144399"/>
                </a:lnTo>
                <a:cubicBezTo>
                  <a:pt x="3524" y="144399"/>
                  <a:pt x="3524" y="144399"/>
                  <a:pt x="3524" y="144399"/>
                </a:cubicBezTo>
                <a:cubicBezTo>
                  <a:pt x="3524" y="144494"/>
                  <a:pt x="3524" y="144494"/>
                  <a:pt x="3619" y="144590"/>
                </a:cubicBezTo>
                <a:lnTo>
                  <a:pt x="3619" y="144590"/>
                </a:lnTo>
                <a:cubicBezTo>
                  <a:pt x="3619" y="144590"/>
                  <a:pt x="3619" y="144590"/>
                  <a:pt x="3619" y="144685"/>
                </a:cubicBezTo>
                <a:cubicBezTo>
                  <a:pt x="3619" y="144685"/>
                  <a:pt x="3619" y="144685"/>
                  <a:pt x="3619" y="144685"/>
                </a:cubicBezTo>
                <a:cubicBezTo>
                  <a:pt x="3619" y="144685"/>
                  <a:pt x="3619" y="144685"/>
                  <a:pt x="3619" y="144780"/>
                </a:cubicBezTo>
                <a:cubicBezTo>
                  <a:pt x="3619" y="144780"/>
                  <a:pt x="3619" y="144780"/>
                  <a:pt x="3619" y="144780"/>
                </a:cubicBezTo>
                <a:cubicBezTo>
                  <a:pt x="3619" y="144780"/>
                  <a:pt x="3619" y="144780"/>
                  <a:pt x="3619" y="144875"/>
                </a:cubicBezTo>
                <a:cubicBezTo>
                  <a:pt x="3619" y="144875"/>
                  <a:pt x="3619" y="144875"/>
                  <a:pt x="3619" y="144875"/>
                </a:cubicBezTo>
                <a:cubicBezTo>
                  <a:pt x="3619" y="144875"/>
                  <a:pt x="3619" y="144875"/>
                  <a:pt x="3619" y="144971"/>
                </a:cubicBezTo>
                <a:cubicBezTo>
                  <a:pt x="3619" y="144971"/>
                  <a:pt x="3619" y="144971"/>
                  <a:pt x="3619" y="144971"/>
                </a:cubicBezTo>
                <a:cubicBezTo>
                  <a:pt x="3619" y="144971"/>
                  <a:pt x="3619" y="145066"/>
                  <a:pt x="3619" y="145066"/>
                </a:cubicBezTo>
                <a:cubicBezTo>
                  <a:pt x="3619" y="145066"/>
                  <a:pt x="3619" y="145066"/>
                  <a:pt x="3619" y="145066"/>
                </a:cubicBezTo>
                <a:cubicBezTo>
                  <a:pt x="3619" y="145066"/>
                  <a:pt x="3619" y="145066"/>
                  <a:pt x="3619" y="145161"/>
                </a:cubicBezTo>
                <a:cubicBezTo>
                  <a:pt x="3619" y="145161"/>
                  <a:pt x="3619" y="145161"/>
                  <a:pt x="3619" y="145161"/>
                </a:cubicBezTo>
                <a:lnTo>
                  <a:pt x="3619" y="145256"/>
                </a:lnTo>
                <a:cubicBezTo>
                  <a:pt x="3619" y="145256"/>
                  <a:pt x="3619" y="145256"/>
                  <a:pt x="3619" y="145256"/>
                </a:cubicBezTo>
                <a:lnTo>
                  <a:pt x="3619" y="145352"/>
                </a:lnTo>
                <a:cubicBezTo>
                  <a:pt x="3619" y="145352"/>
                  <a:pt x="3619" y="145352"/>
                  <a:pt x="3619" y="145352"/>
                </a:cubicBezTo>
                <a:cubicBezTo>
                  <a:pt x="3619" y="145352"/>
                  <a:pt x="3619" y="145352"/>
                  <a:pt x="3619" y="145447"/>
                </a:cubicBezTo>
                <a:cubicBezTo>
                  <a:pt x="3619" y="145447"/>
                  <a:pt x="3619" y="145447"/>
                  <a:pt x="3619" y="145447"/>
                </a:cubicBezTo>
                <a:cubicBezTo>
                  <a:pt x="3619" y="145542"/>
                  <a:pt x="3619" y="145542"/>
                  <a:pt x="3715" y="145637"/>
                </a:cubicBezTo>
                <a:cubicBezTo>
                  <a:pt x="3715" y="145637"/>
                  <a:pt x="3715" y="145637"/>
                  <a:pt x="3715" y="145637"/>
                </a:cubicBezTo>
                <a:cubicBezTo>
                  <a:pt x="3715" y="145637"/>
                  <a:pt x="3715" y="145637"/>
                  <a:pt x="3715" y="145637"/>
                </a:cubicBezTo>
                <a:cubicBezTo>
                  <a:pt x="3715" y="145637"/>
                  <a:pt x="3715" y="145637"/>
                  <a:pt x="3715" y="145637"/>
                </a:cubicBezTo>
                <a:lnTo>
                  <a:pt x="3715" y="145733"/>
                </a:lnTo>
                <a:cubicBezTo>
                  <a:pt x="3715" y="145733"/>
                  <a:pt x="3715" y="145733"/>
                  <a:pt x="3715" y="145733"/>
                </a:cubicBezTo>
                <a:cubicBezTo>
                  <a:pt x="3715" y="145733"/>
                  <a:pt x="3715" y="145733"/>
                  <a:pt x="3715" y="145828"/>
                </a:cubicBezTo>
                <a:cubicBezTo>
                  <a:pt x="3715" y="145828"/>
                  <a:pt x="3715" y="145828"/>
                  <a:pt x="3715" y="145828"/>
                </a:cubicBezTo>
                <a:cubicBezTo>
                  <a:pt x="3715" y="145923"/>
                  <a:pt x="3715" y="145923"/>
                  <a:pt x="3810" y="146018"/>
                </a:cubicBezTo>
                <a:cubicBezTo>
                  <a:pt x="3810" y="146018"/>
                  <a:pt x="3810" y="146018"/>
                  <a:pt x="3810" y="146018"/>
                </a:cubicBezTo>
                <a:cubicBezTo>
                  <a:pt x="3810" y="146018"/>
                  <a:pt x="3810" y="146018"/>
                  <a:pt x="3810" y="146114"/>
                </a:cubicBezTo>
                <a:cubicBezTo>
                  <a:pt x="3810" y="146114"/>
                  <a:pt x="3810" y="146114"/>
                  <a:pt x="3810" y="146114"/>
                </a:cubicBezTo>
                <a:cubicBezTo>
                  <a:pt x="3810" y="146114"/>
                  <a:pt x="3810" y="146114"/>
                  <a:pt x="3810" y="146209"/>
                </a:cubicBezTo>
                <a:cubicBezTo>
                  <a:pt x="3810" y="146209"/>
                  <a:pt x="3810" y="146209"/>
                  <a:pt x="3810" y="146209"/>
                </a:cubicBezTo>
                <a:cubicBezTo>
                  <a:pt x="3810" y="146209"/>
                  <a:pt x="3810" y="146209"/>
                  <a:pt x="3810" y="146304"/>
                </a:cubicBezTo>
                <a:cubicBezTo>
                  <a:pt x="3810" y="146304"/>
                  <a:pt x="3810" y="146304"/>
                  <a:pt x="3810" y="146304"/>
                </a:cubicBezTo>
                <a:cubicBezTo>
                  <a:pt x="3810" y="146304"/>
                  <a:pt x="3810" y="146304"/>
                  <a:pt x="3810" y="146399"/>
                </a:cubicBezTo>
                <a:cubicBezTo>
                  <a:pt x="3810" y="146399"/>
                  <a:pt x="3810" y="146399"/>
                  <a:pt x="3810" y="146399"/>
                </a:cubicBezTo>
                <a:cubicBezTo>
                  <a:pt x="3810" y="146495"/>
                  <a:pt x="3810" y="146495"/>
                  <a:pt x="3905" y="146590"/>
                </a:cubicBezTo>
                <a:cubicBezTo>
                  <a:pt x="3905" y="146590"/>
                  <a:pt x="3905" y="146590"/>
                  <a:pt x="3905" y="146590"/>
                </a:cubicBezTo>
                <a:cubicBezTo>
                  <a:pt x="3905" y="146590"/>
                  <a:pt x="3905" y="146590"/>
                  <a:pt x="3905" y="146685"/>
                </a:cubicBezTo>
                <a:cubicBezTo>
                  <a:pt x="3905" y="146685"/>
                  <a:pt x="3905" y="146685"/>
                  <a:pt x="3905" y="146685"/>
                </a:cubicBezTo>
                <a:cubicBezTo>
                  <a:pt x="3905" y="146685"/>
                  <a:pt x="3905" y="146685"/>
                  <a:pt x="3905" y="146780"/>
                </a:cubicBezTo>
                <a:cubicBezTo>
                  <a:pt x="3905" y="146780"/>
                  <a:pt x="3905" y="146780"/>
                  <a:pt x="3905" y="146780"/>
                </a:cubicBezTo>
                <a:cubicBezTo>
                  <a:pt x="3905" y="146780"/>
                  <a:pt x="3905" y="146780"/>
                  <a:pt x="3905" y="146875"/>
                </a:cubicBezTo>
                <a:cubicBezTo>
                  <a:pt x="3905" y="146875"/>
                  <a:pt x="3905" y="146875"/>
                  <a:pt x="3905" y="146875"/>
                </a:cubicBezTo>
                <a:cubicBezTo>
                  <a:pt x="3905" y="146971"/>
                  <a:pt x="3905" y="146971"/>
                  <a:pt x="4000" y="147066"/>
                </a:cubicBezTo>
                <a:cubicBezTo>
                  <a:pt x="4000" y="147066"/>
                  <a:pt x="4000" y="147066"/>
                  <a:pt x="4000" y="147066"/>
                </a:cubicBezTo>
                <a:cubicBezTo>
                  <a:pt x="4000" y="147066"/>
                  <a:pt x="4000" y="147066"/>
                  <a:pt x="4000" y="147161"/>
                </a:cubicBezTo>
                <a:cubicBezTo>
                  <a:pt x="4000" y="147161"/>
                  <a:pt x="4000" y="147161"/>
                  <a:pt x="4000" y="147161"/>
                </a:cubicBezTo>
                <a:cubicBezTo>
                  <a:pt x="4000" y="147161"/>
                  <a:pt x="4000" y="147161"/>
                  <a:pt x="4000" y="147256"/>
                </a:cubicBezTo>
                <a:cubicBezTo>
                  <a:pt x="4000" y="147256"/>
                  <a:pt x="4000" y="147256"/>
                  <a:pt x="4000" y="147256"/>
                </a:cubicBezTo>
                <a:cubicBezTo>
                  <a:pt x="4000" y="147256"/>
                  <a:pt x="4000" y="147256"/>
                  <a:pt x="4000" y="147352"/>
                </a:cubicBezTo>
                <a:cubicBezTo>
                  <a:pt x="4000" y="147352"/>
                  <a:pt x="4000" y="147352"/>
                  <a:pt x="4000" y="147352"/>
                </a:cubicBezTo>
                <a:cubicBezTo>
                  <a:pt x="4000" y="147447"/>
                  <a:pt x="4096" y="147542"/>
                  <a:pt x="4096" y="147638"/>
                </a:cubicBezTo>
                <a:cubicBezTo>
                  <a:pt x="4096" y="147638"/>
                  <a:pt x="4096" y="147638"/>
                  <a:pt x="4096" y="147638"/>
                </a:cubicBezTo>
                <a:cubicBezTo>
                  <a:pt x="4096" y="147638"/>
                  <a:pt x="4096" y="147638"/>
                  <a:pt x="4096" y="147733"/>
                </a:cubicBezTo>
                <a:cubicBezTo>
                  <a:pt x="4096" y="147733"/>
                  <a:pt x="4096" y="147733"/>
                  <a:pt x="4096" y="147733"/>
                </a:cubicBezTo>
                <a:cubicBezTo>
                  <a:pt x="4096" y="147733"/>
                  <a:pt x="4096" y="147733"/>
                  <a:pt x="4096" y="147828"/>
                </a:cubicBezTo>
                <a:cubicBezTo>
                  <a:pt x="4096" y="147828"/>
                  <a:pt x="4096" y="147828"/>
                  <a:pt x="4096" y="147828"/>
                </a:cubicBezTo>
                <a:lnTo>
                  <a:pt x="4191" y="148114"/>
                </a:lnTo>
                <a:cubicBezTo>
                  <a:pt x="4191" y="148114"/>
                  <a:pt x="4191" y="148114"/>
                  <a:pt x="4191" y="148114"/>
                </a:cubicBezTo>
                <a:cubicBezTo>
                  <a:pt x="4191" y="148114"/>
                  <a:pt x="4191" y="148114"/>
                  <a:pt x="4191" y="148209"/>
                </a:cubicBezTo>
                <a:lnTo>
                  <a:pt x="4191" y="148209"/>
                </a:lnTo>
                <a:cubicBezTo>
                  <a:pt x="4191" y="148209"/>
                  <a:pt x="4191" y="148209"/>
                  <a:pt x="4191" y="148304"/>
                </a:cubicBezTo>
                <a:cubicBezTo>
                  <a:pt x="4191" y="148304"/>
                  <a:pt x="4191" y="148304"/>
                  <a:pt x="4191" y="148304"/>
                </a:cubicBezTo>
                <a:cubicBezTo>
                  <a:pt x="4191" y="148400"/>
                  <a:pt x="4286" y="148495"/>
                  <a:pt x="4286" y="148685"/>
                </a:cubicBezTo>
                <a:lnTo>
                  <a:pt x="4286" y="148685"/>
                </a:lnTo>
                <a:cubicBezTo>
                  <a:pt x="4286" y="148685"/>
                  <a:pt x="4286" y="148685"/>
                  <a:pt x="4286" y="148781"/>
                </a:cubicBezTo>
                <a:cubicBezTo>
                  <a:pt x="4286" y="148781"/>
                  <a:pt x="4286" y="148781"/>
                  <a:pt x="4286" y="148781"/>
                </a:cubicBezTo>
                <a:cubicBezTo>
                  <a:pt x="4763" y="150495"/>
                  <a:pt x="5334" y="152114"/>
                  <a:pt x="6001" y="153829"/>
                </a:cubicBezTo>
                <a:lnTo>
                  <a:pt x="14954" y="150590"/>
                </a:lnTo>
                <a:cubicBezTo>
                  <a:pt x="13525" y="144304"/>
                  <a:pt x="12001" y="138684"/>
                  <a:pt x="10954" y="132969"/>
                </a:cubicBezTo>
                <a:close/>
                <a:moveTo>
                  <a:pt x="42672" y="37624"/>
                </a:moveTo>
                <a:lnTo>
                  <a:pt x="36195" y="30671"/>
                </a:lnTo>
                <a:lnTo>
                  <a:pt x="36195" y="30671"/>
                </a:lnTo>
                <a:cubicBezTo>
                  <a:pt x="35909" y="30956"/>
                  <a:pt x="35719" y="31147"/>
                  <a:pt x="35433" y="31433"/>
                </a:cubicBezTo>
                <a:cubicBezTo>
                  <a:pt x="35433" y="31433"/>
                  <a:pt x="35433" y="31433"/>
                  <a:pt x="35433" y="31433"/>
                </a:cubicBezTo>
                <a:cubicBezTo>
                  <a:pt x="35433" y="31433"/>
                  <a:pt x="35433" y="31433"/>
                  <a:pt x="35338" y="31528"/>
                </a:cubicBezTo>
                <a:cubicBezTo>
                  <a:pt x="35338" y="31528"/>
                  <a:pt x="35338" y="31528"/>
                  <a:pt x="35338" y="31528"/>
                </a:cubicBezTo>
                <a:cubicBezTo>
                  <a:pt x="35338" y="31528"/>
                  <a:pt x="35338" y="31528"/>
                  <a:pt x="35242" y="31528"/>
                </a:cubicBezTo>
                <a:cubicBezTo>
                  <a:pt x="35242" y="31528"/>
                  <a:pt x="35242" y="31528"/>
                  <a:pt x="35242" y="31528"/>
                </a:cubicBezTo>
                <a:cubicBezTo>
                  <a:pt x="35242" y="31528"/>
                  <a:pt x="35242" y="31528"/>
                  <a:pt x="35242" y="31528"/>
                </a:cubicBezTo>
                <a:cubicBezTo>
                  <a:pt x="35242" y="31528"/>
                  <a:pt x="35242" y="31528"/>
                  <a:pt x="35242" y="31528"/>
                </a:cubicBezTo>
                <a:cubicBezTo>
                  <a:pt x="35242" y="31528"/>
                  <a:pt x="35242" y="31528"/>
                  <a:pt x="35242" y="31528"/>
                </a:cubicBezTo>
                <a:cubicBezTo>
                  <a:pt x="35242" y="31528"/>
                  <a:pt x="35242" y="31528"/>
                  <a:pt x="35242" y="31528"/>
                </a:cubicBezTo>
                <a:cubicBezTo>
                  <a:pt x="35242" y="31528"/>
                  <a:pt x="35147" y="31623"/>
                  <a:pt x="35147" y="31623"/>
                </a:cubicBezTo>
                <a:cubicBezTo>
                  <a:pt x="35147" y="31623"/>
                  <a:pt x="35147" y="31623"/>
                  <a:pt x="35147" y="31623"/>
                </a:cubicBezTo>
                <a:cubicBezTo>
                  <a:pt x="35147" y="31623"/>
                  <a:pt x="35147" y="31623"/>
                  <a:pt x="35147" y="31623"/>
                </a:cubicBezTo>
                <a:cubicBezTo>
                  <a:pt x="35147" y="31623"/>
                  <a:pt x="35147" y="31623"/>
                  <a:pt x="35147" y="31623"/>
                </a:cubicBezTo>
                <a:cubicBezTo>
                  <a:pt x="35147" y="31623"/>
                  <a:pt x="35147" y="31623"/>
                  <a:pt x="35147" y="31623"/>
                </a:cubicBezTo>
                <a:cubicBezTo>
                  <a:pt x="35147" y="31623"/>
                  <a:pt x="35147" y="31623"/>
                  <a:pt x="35147" y="31623"/>
                </a:cubicBezTo>
                <a:cubicBezTo>
                  <a:pt x="35147" y="31623"/>
                  <a:pt x="35147" y="31623"/>
                  <a:pt x="35147" y="31623"/>
                </a:cubicBezTo>
                <a:cubicBezTo>
                  <a:pt x="35147" y="31623"/>
                  <a:pt x="35147" y="31623"/>
                  <a:pt x="35147" y="31623"/>
                </a:cubicBezTo>
                <a:lnTo>
                  <a:pt x="35147" y="31623"/>
                </a:lnTo>
                <a:cubicBezTo>
                  <a:pt x="35147" y="31623"/>
                  <a:pt x="35147" y="31623"/>
                  <a:pt x="35147" y="31623"/>
                </a:cubicBezTo>
                <a:cubicBezTo>
                  <a:pt x="35147" y="31623"/>
                  <a:pt x="35147" y="31623"/>
                  <a:pt x="35147" y="31623"/>
                </a:cubicBezTo>
                <a:cubicBezTo>
                  <a:pt x="35147" y="31623"/>
                  <a:pt x="35147" y="31623"/>
                  <a:pt x="35147" y="31623"/>
                </a:cubicBezTo>
                <a:cubicBezTo>
                  <a:pt x="35147" y="31623"/>
                  <a:pt x="35147" y="31623"/>
                  <a:pt x="35147" y="31623"/>
                </a:cubicBezTo>
                <a:cubicBezTo>
                  <a:pt x="35147" y="31623"/>
                  <a:pt x="35052" y="31718"/>
                  <a:pt x="35052" y="31718"/>
                </a:cubicBezTo>
                <a:cubicBezTo>
                  <a:pt x="35052" y="31718"/>
                  <a:pt x="35052" y="31718"/>
                  <a:pt x="35052" y="31718"/>
                </a:cubicBezTo>
                <a:cubicBezTo>
                  <a:pt x="35052" y="31718"/>
                  <a:pt x="35052" y="31718"/>
                  <a:pt x="35052" y="31718"/>
                </a:cubicBezTo>
                <a:cubicBezTo>
                  <a:pt x="35052" y="31718"/>
                  <a:pt x="35052" y="31718"/>
                  <a:pt x="35052" y="31718"/>
                </a:cubicBezTo>
                <a:cubicBezTo>
                  <a:pt x="35052" y="31718"/>
                  <a:pt x="35052" y="31718"/>
                  <a:pt x="35052" y="31718"/>
                </a:cubicBezTo>
                <a:cubicBezTo>
                  <a:pt x="35052" y="31718"/>
                  <a:pt x="35052" y="31718"/>
                  <a:pt x="35052" y="31718"/>
                </a:cubicBezTo>
                <a:cubicBezTo>
                  <a:pt x="35052" y="31718"/>
                  <a:pt x="35052" y="31718"/>
                  <a:pt x="35052" y="31718"/>
                </a:cubicBezTo>
                <a:cubicBezTo>
                  <a:pt x="35052" y="31718"/>
                  <a:pt x="35052" y="31718"/>
                  <a:pt x="35052" y="31718"/>
                </a:cubicBezTo>
                <a:cubicBezTo>
                  <a:pt x="35052" y="31718"/>
                  <a:pt x="35052" y="31718"/>
                  <a:pt x="35052" y="31718"/>
                </a:cubicBezTo>
                <a:cubicBezTo>
                  <a:pt x="35052" y="31718"/>
                  <a:pt x="35052" y="31718"/>
                  <a:pt x="35052" y="31718"/>
                </a:cubicBezTo>
                <a:cubicBezTo>
                  <a:pt x="35052" y="31718"/>
                  <a:pt x="35052" y="31718"/>
                  <a:pt x="35052" y="31718"/>
                </a:cubicBezTo>
                <a:cubicBezTo>
                  <a:pt x="35052" y="31718"/>
                  <a:pt x="35052" y="31718"/>
                  <a:pt x="35052" y="31718"/>
                </a:cubicBezTo>
                <a:cubicBezTo>
                  <a:pt x="34957" y="31814"/>
                  <a:pt x="34957" y="31814"/>
                  <a:pt x="34861" y="31909"/>
                </a:cubicBezTo>
                <a:cubicBezTo>
                  <a:pt x="34861" y="31909"/>
                  <a:pt x="34861" y="31909"/>
                  <a:pt x="34861" y="31909"/>
                </a:cubicBezTo>
                <a:cubicBezTo>
                  <a:pt x="34861" y="31909"/>
                  <a:pt x="34861" y="31909"/>
                  <a:pt x="34861" y="31909"/>
                </a:cubicBezTo>
                <a:cubicBezTo>
                  <a:pt x="34861" y="31909"/>
                  <a:pt x="34861" y="31909"/>
                  <a:pt x="34861" y="31909"/>
                </a:cubicBezTo>
                <a:cubicBezTo>
                  <a:pt x="34861" y="31909"/>
                  <a:pt x="34861" y="31909"/>
                  <a:pt x="34861" y="31909"/>
                </a:cubicBezTo>
                <a:cubicBezTo>
                  <a:pt x="34861" y="31909"/>
                  <a:pt x="34861" y="31909"/>
                  <a:pt x="34861" y="31909"/>
                </a:cubicBezTo>
                <a:cubicBezTo>
                  <a:pt x="34766" y="32004"/>
                  <a:pt x="34671" y="32099"/>
                  <a:pt x="34576" y="32195"/>
                </a:cubicBezTo>
                <a:cubicBezTo>
                  <a:pt x="34576" y="32195"/>
                  <a:pt x="34576" y="32195"/>
                  <a:pt x="34576" y="32195"/>
                </a:cubicBezTo>
                <a:cubicBezTo>
                  <a:pt x="34576" y="32195"/>
                  <a:pt x="34576" y="32195"/>
                  <a:pt x="34480" y="32290"/>
                </a:cubicBezTo>
                <a:cubicBezTo>
                  <a:pt x="34480" y="32290"/>
                  <a:pt x="34480" y="32290"/>
                  <a:pt x="34480" y="32290"/>
                </a:cubicBezTo>
                <a:cubicBezTo>
                  <a:pt x="34480" y="32290"/>
                  <a:pt x="34480" y="32290"/>
                  <a:pt x="34385" y="32385"/>
                </a:cubicBezTo>
                <a:lnTo>
                  <a:pt x="34385" y="32385"/>
                </a:lnTo>
                <a:cubicBezTo>
                  <a:pt x="32385" y="34385"/>
                  <a:pt x="30480" y="36385"/>
                  <a:pt x="28670" y="38481"/>
                </a:cubicBezTo>
                <a:lnTo>
                  <a:pt x="28670" y="38481"/>
                </a:lnTo>
                <a:cubicBezTo>
                  <a:pt x="28575" y="38672"/>
                  <a:pt x="28384" y="38767"/>
                  <a:pt x="28289" y="38957"/>
                </a:cubicBezTo>
                <a:lnTo>
                  <a:pt x="28289" y="38957"/>
                </a:lnTo>
                <a:cubicBezTo>
                  <a:pt x="28194" y="39053"/>
                  <a:pt x="28099" y="39243"/>
                  <a:pt x="27908" y="39338"/>
                </a:cubicBezTo>
                <a:lnTo>
                  <a:pt x="27908" y="39338"/>
                </a:lnTo>
                <a:cubicBezTo>
                  <a:pt x="27908" y="39338"/>
                  <a:pt x="27908" y="39338"/>
                  <a:pt x="27908" y="39434"/>
                </a:cubicBezTo>
                <a:cubicBezTo>
                  <a:pt x="27908" y="39434"/>
                  <a:pt x="27908" y="39434"/>
                  <a:pt x="27908" y="39434"/>
                </a:cubicBezTo>
                <a:cubicBezTo>
                  <a:pt x="27813" y="39529"/>
                  <a:pt x="27717" y="39624"/>
                  <a:pt x="27622" y="39815"/>
                </a:cubicBezTo>
                <a:lnTo>
                  <a:pt x="27622" y="39815"/>
                </a:lnTo>
                <a:cubicBezTo>
                  <a:pt x="27622" y="39815"/>
                  <a:pt x="27622" y="39815"/>
                  <a:pt x="27622" y="39910"/>
                </a:cubicBezTo>
                <a:lnTo>
                  <a:pt x="27622" y="39910"/>
                </a:lnTo>
                <a:lnTo>
                  <a:pt x="27622" y="40005"/>
                </a:lnTo>
                <a:lnTo>
                  <a:pt x="27622" y="40005"/>
                </a:lnTo>
                <a:cubicBezTo>
                  <a:pt x="27527" y="40100"/>
                  <a:pt x="27432" y="40196"/>
                  <a:pt x="27337" y="40386"/>
                </a:cubicBezTo>
                <a:cubicBezTo>
                  <a:pt x="27337" y="40386"/>
                  <a:pt x="27337" y="40386"/>
                  <a:pt x="27337" y="40386"/>
                </a:cubicBezTo>
                <a:cubicBezTo>
                  <a:pt x="27337" y="40386"/>
                  <a:pt x="27337" y="40386"/>
                  <a:pt x="27337" y="40481"/>
                </a:cubicBezTo>
                <a:cubicBezTo>
                  <a:pt x="27337" y="40481"/>
                  <a:pt x="27337" y="40481"/>
                  <a:pt x="27337" y="40481"/>
                </a:cubicBezTo>
                <a:cubicBezTo>
                  <a:pt x="27337" y="40481"/>
                  <a:pt x="27337" y="40481"/>
                  <a:pt x="27337" y="40577"/>
                </a:cubicBezTo>
                <a:cubicBezTo>
                  <a:pt x="27337" y="40577"/>
                  <a:pt x="27337" y="40577"/>
                  <a:pt x="27337" y="40577"/>
                </a:cubicBezTo>
                <a:cubicBezTo>
                  <a:pt x="27241" y="40672"/>
                  <a:pt x="27146" y="40767"/>
                  <a:pt x="27146" y="40862"/>
                </a:cubicBezTo>
                <a:lnTo>
                  <a:pt x="27146" y="40862"/>
                </a:lnTo>
                <a:cubicBezTo>
                  <a:pt x="27146" y="40862"/>
                  <a:pt x="27146" y="40862"/>
                  <a:pt x="27146" y="40958"/>
                </a:cubicBezTo>
                <a:cubicBezTo>
                  <a:pt x="27146" y="40958"/>
                  <a:pt x="27146" y="40958"/>
                  <a:pt x="27146" y="40958"/>
                </a:cubicBezTo>
                <a:cubicBezTo>
                  <a:pt x="27146" y="40958"/>
                  <a:pt x="27146" y="40958"/>
                  <a:pt x="27146" y="41053"/>
                </a:cubicBezTo>
                <a:cubicBezTo>
                  <a:pt x="27146" y="41053"/>
                  <a:pt x="27146" y="41053"/>
                  <a:pt x="27146" y="41053"/>
                </a:cubicBezTo>
                <a:cubicBezTo>
                  <a:pt x="27146" y="41053"/>
                  <a:pt x="27146" y="41053"/>
                  <a:pt x="27146" y="41148"/>
                </a:cubicBezTo>
                <a:lnTo>
                  <a:pt x="27146" y="41148"/>
                </a:lnTo>
                <a:cubicBezTo>
                  <a:pt x="27051" y="41243"/>
                  <a:pt x="27051" y="41339"/>
                  <a:pt x="26956" y="41339"/>
                </a:cubicBezTo>
                <a:lnTo>
                  <a:pt x="26956" y="41339"/>
                </a:lnTo>
                <a:cubicBezTo>
                  <a:pt x="26956" y="41339"/>
                  <a:pt x="26956" y="41339"/>
                  <a:pt x="26956" y="41434"/>
                </a:cubicBezTo>
                <a:cubicBezTo>
                  <a:pt x="26956" y="41434"/>
                  <a:pt x="26956" y="41434"/>
                  <a:pt x="26956" y="41434"/>
                </a:cubicBezTo>
                <a:cubicBezTo>
                  <a:pt x="26956" y="41434"/>
                  <a:pt x="26956" y="41434"/>
                  <a:pt x="26956" y="41529"/>
                </a:cubicBezTo>
                <a:cubicBezTo>
                  <a:pt x="26956" y="41529"/>
                  <a:pt x="26956" y="41529"/>
                  <a:pt x="26956" y="41529"/>
                </a:cubicBezTo>
                <a:cubicBezTo>
                  <a:pt x="26956" y="41529"/>
                  <a:pt x="26956" y="41529"/>
                  <a:pt x="26956" y="41624"/>
                </a:cubicBezTo>
                <a:lnTo>
                  <a:pt x="26956" y="41624"/>
                </a:lnTo>
                <a:cubicBezTo>
                  <a:pt x="26860" y="41720"/>
                  <a:pt x="26765" y="41815"/>
                  <a:pt x="26765" y="41910"/>
                </a:cubicBezTo>
                <a:cubicBezTo>
                  <a:pt x="26765" y="41910"/>
                  <a:pt x="26765" y="41910"/>
                  <a:pt x="26765" y="41910"/>
                </a:cubicBezTo>
                <a:cubicBezTo>
                  <a:pt x="26765" y="41910"/>
                  <a:pt x="26765" y="41910"/>
                  <a:pt x="26765" y="42005"/>
                </a:cubicBezTo>
                <a:cubicBezTo>
                  <a:pt x="26765" y="42005"/>
                  <a:pt x="26765" y="42005"/>
                  <a:pt x="26765" y="42005"/>
                </a:cubicBezTo>
                <a:cubicBezTo>
                  <a:pt x="26765" y="42005"/>
                  <a:pt x="26765" y="42005"/>
                  <a:pt x="26765" y="42101"/>
                </a:cubicBezTo>
                <a:cubicBezTo>
                  <a:pt x="26765" y="42101"/>
                  <a:pt x="26765" y="42101"/>
                  <a:pt x="26765" y="42101"/>
                </a:cubicBezTo>
                <a:cubicBezTo>
                  <a:pt x="26765" y="42101"/>
                  <a:pt x="26765" y="42101"/>
                  <a:pt x="26765" y="42196"/>
                </a:cubicBezTo>
                <a:cubicBezTo>
                  <a:pt x="26765" y="42196"/>
                  <a:pt x="26765" y="42196"/>
                  <a:pt x="26765" y="42196"/>
                </a:cubicBezTo>
                <a:cubicBezTo>
                  <a:pt x="26670" y="42291"/>
                  <a:pt x="26670" y="42386"/>
                  <a:pt x="26575" y="42386"/>
                </a:cubicBezTo>
                <a:lnTo>
                  <a:pt x="26575" y="42386"/>
                </a:lnTo>
                <a:cubicBezTo>
                  <a:pt x="26575" y="42386"/>
                  <a:pt x="26575" y="42386"/>
                  <a:pt x="26575" y="42482"/>
                </a:cubicBezTo>
                <a:cubicBezTo>
                  <a:pt x="26575" y="42482"/>
                  <a:pt x="26575" y="42482"/>
                  <a:pt x="26575" y="42482"/>
                </a:cubicBezTo>
                <a:cubicBezTo>
                  <a:pt x="26575" y="42482"/>
                  <a:pt x="26575" y="42482"/>
                  <a:pt x="26575" y="42577"/>
                </a:cubicBezTo>
                <a:cubicBezTo>
                  <a:pt x="26575" y="42577"/>
                  <a:pt x="26575" y="42577"/>
                  <a:pt x="26575" y="42577"/>
                </a:cubicBezTo>
                <a:cubicBezTo>
                  <a:pt x="26575" y="42577"/>
                  <a:pt x="26575" y="42577"/>
                  <a:pt x="26575" y="42672"/>
                </a:cubicBezTo>
                <a:cubicBezTo>
                  <a:pt x="26575" y="42672"/>
                  <a:pt x="26575" y="42672"/>
                  <a:pt x="26575" y="42672"/>
                </a:cubicBezTo>
                <a:cubicBezTo>
                  <a:pt x="26575" y="42672"/>
                  <a:pt x="26575" y="42672"/>
                  <a:pt x="26575" y="42767"/>
                </a:cubicBezTo>
                <a:lnTo>
                  <a:pt x="26575" y="42767"/>
                </a:lnTo>
                <a:cubicBezTo>
                  <a:pt x="26479" y="42863"/>
                  <a:pt x="26479" y="42958"/>
                  <a:pt x="26384" y="42958"/>
                </a:cubicBezTo>
                <a:cubicBezTo>
                  <a:pt x="26384" y="42958"/>
                  <a:pt x="26384" y="42958"/>
                  <a:pt x="26384" y="42958"/>
                </a:cubicBezTo>
                <a:cubicBezTo>
                  <a:pt x="26384" y="42958"/>
                  <a:pt x="26384" y="42958"/>
                  <a:pt x="26384" y="42958"/>
                </a:cubicBezTo>
                <a:cubicBezTo>
                  <a:pt x="26384" y="42958"/>
                  <a:pt x="26384" y="42958"/>
                  <a:pt x="26384" y="42958"/>
                </a:cubicBezTo>
                <a:cubicBezTo>
                  <a:pt x="26384" y="42958"/>
                  <a:pt x="26384" y="42958"/>
                  <a:pt x="26384" y="42958"/>
                </a:cubicBezTo>
                <a:lnTo>
                  <a:pt x="26384" y="42958"/>
                </a:lnTo>
                <a:cubicBezTo>
                  <a:pt x="26384" y="42958"/>
                  <a:pt x="26384" y="42958"/>
                  <a:pt x="26384" y="43053"/>
                </a:cubicBezTo>
                <a:cubicBezTo>
                  <a:pt x="26384" y="43053"/>
                  <a:pt x="26384" y="43053"/>
                  <a:pt x="26384" y="43053"/>
                </a:cubicBezTo>
                <a:cubicBezTo>
                  <a:pt x="26289" y="43148"/>
                  <a:pt x="26194" y="43244"/>
                  <a:pt x="26194" y="43339"/>
                </a:cubicBezTo>
                <a:cubicBezTo>
                  <a:pt x="26194" y="43339"/>
                  <a:pt x="26194" y="43339"/>
                  <a:pt x="26194" y="43339"/>
                </a:cubicBezTo>
                <a:cubicBezTo>
                  <a:pt x="26194" y="43339"/>
                  <a:pt x="26194" y="43339"/>
                  <a:pt x="26194" y="43434"/>
                </a:cubicBezTo>
                <a:cubicBezTo>
                  <a:pt x="26194" y="43434"/>
                  <a:pt x="26194" y="43434"/>
                  <a:pt x="26194" y="43434"/>
                </a:cubicBezTo>
                <a:cubicBezTo>
                  <a:pt x="26194" y="43434"/>
                  <a:pt x="26194" y="43434"/>
                  <a:pt x="26194" y="43529"/>
                </a:cubicBezTo>
                <a:cubicBezTo>
                  <a:pt x="26194" y="43529"/>
                  <a:pt x="26194" y="43529"/>
                  <a:pt x="26194" y="43529"/>
                </a:cubicBezTo>
                <a:cubicBezTo>
                  <a:pt x="26194" y="43529"/>
                  <a:pt x="26194" y="43529"/>
                  <a:pt x="26194" y="43625"/>
                </a:cubicBezTo>
                <a:lnTo>
                  <a:pt x="26194" y="43625"/>
                </a:lnTo>
                <a:cubicBezTo>
                  <a:pt x="26098" y="43720"/>
                  <a:pt x="26098" y="43815"/>
                  <a:pt x="26003" y="43815"/>
                </a:cubicBezTo>
                <a:cubicBezTo>
                  <a:pt x="26003" y="43815"/>
                  <a:pt x="26003" y="43815"/>
                  <a:pt x="26003" y="43815"/>
                </a:cubicBezTo>
                <a:cubicBezTo>
                  <a:pt x="26003" y="43815"/>
                  <a:pt x="26003" y="43815"/>
                  <a:pt x="26003" y="43910"/>
                </a:cubicBezTo>
                <a:lnTo>
                  <a:pt x="26003" y="43910"/>
                </a:lnTo>
                <a:cubicBezTo>
                  <a:pt x="26003" y="43910"/>
                  <a:pt x="26003" y="43910"/>
                  <a:pt x="26003" y="44006"/>
                </a:cubicBezTo>
                <a:cubicBezTo>
                  <a:pt x="26003" y="44006"/>
                  <a:pt x="26003" y="44006"/>
                  <a:pt x="26003" y="44006"/>
                </a:cubicBezTo>
                <a:cubicBezTo>
                  <a:pt x="26003" y="44006"/>
                  <a:pt x="26003" y="44006"/>
                  <a:pt x="26003" y="44101"/>
                </a:cubicBezTo>
                <a:cubicBezTo>
                  <a:pt x="26003" y="44101"/>
                  <a:pt x="26003" y="44101"/>
                  <a:pt x="26003" y="44101"/>
                </a:cubicBezTo>
                <a:cubicBezTo>
                  <a:pt x="25908" y="44196"/>
                  <a:pt x="25813" y="44291"/>
                  <a:pt x="25813" y="44387"/>
                </a:cubicBezTo>
                <a:cubicBezTo>
                  <a:pt x="25813" y="44387"/>
                  <a:pt x="25813" y="44387"/>
                  <a:pt x="25813" y="44387"/>
                </a:cubicBezTo>
                <a:cubicBezTo>
                  <a:pt x="25813" y="44387"/>
                  <a:pt x="25813" y="44387"/>
                  <a:pt x="25813" y="44482"/>
                </a:cubicBezTo>
                <a:cubicBezTo>
                  <a:pt x="25813" y="44482"/>
                  <a:pt x="25813" y="44482"/>
                  <a:pt x="25813" y="44482"/>
                </a:cubicBezTo>
                <a:cubicBezTo>
                  <a:pt x="25813" y="44482"/>
                  <a:pt x="25813" y="44482"/>
                  <a:pt x="25813" y="44577"/>
                </a:cubicBezTo>
                <a:cubicBezTo>
                  <a:pt x="25813" y="44577"/>
                  <a:pt x="25813" y="44577"/>
                  <a:pt x="25813" y="44577"/>
                </a:cubicBezTo>
                <a:cubicBezTo>
                  <a:pt x="25813" y="44577"/>
                  <a:pt x="25813" y="44577"/>
                  <a:pt x="25813" y="44672"/>
                </a:cubicBezTo>
                <a:lnTo>
                  <a:pt x="25813" y="44672"/>
                </a:lnTo>
                <a:cubicBezTo>
                  <a:pt x="25813" y="44768"/>
                  <a:pt x="25717" y="44768"/>
                  <a:pt x="25717" y="44863"/>
                </a:cubicBezTo>
                <a:lnTo>
                  <a:pt x="33242" y="50673"/>
                </a:lnTo>
                <a:cubicBezTo>
                  <a:pt x="34480" y="45910"/>
                  <a:pt x="38386" y="41529"/>
                  <a:pt x="42672" y="37624"/>
                </a:cubicBezTo>
                <a:close/>
                <a:moveTo>
                  <a:pt x="88106" y="12668"/>
                </a:moveTo>
                <a:lnTo>
                  <a:pt x="85725" y="3429"/>
                </a:lnTo>
                <a:cubicBezTo>
                  <a:pt x="79534" y="5048"/>
                  <a:pt x="73533" y="7144"/>
                  <a:pt x="67723" y="9620"/>
                </a:cubicBezTo>
                <a:lnTo>
                  <a:pt x="71628" y="18288"/>
                </a:lnTo>
                <a:cubicBezTo>
                  <a:pt x="76962" y="16097"/>
                  <a:pt x="82486" y="14097"/>
                  <a:pt x="88106" y="12668"/>
                </a:cubicBezTo>
                <a:close/>
                <a:moveTo>
                  <a:pt x="14573" y="81153"/>
                </a:moveTo>
                <a:lnTo>
                  <a:pt x="5524" y="78105"/>
                </a:lnTo>
                <a:cubicBezTo>
                  <a:pt x="4572" y="80963"/>
                  <a:pt x="3715" y="83820"/>
                  <a:pt x="3048" y="86773"/>
                </a:cubicBezTo>
                <a:cubicBezTo>
                  <a:pt x="3048" y="86773"/>
                  <a:pt x="3048" y="86773"/>
                  <a:pt x="3048" y="86773"/>
                </a:cubicBezTo>
                <a:cubicBezTo>
                  <a:pt x="3048" y="86773"/>
                  <a:pt x="3048" y="86868"/>
                  <a:pt x="3048" y="86868"/>
                </a:cubicBezTo>
                <a:lnTo>
                  <a:pt x="3048" y="86868"/>
                </a:lnTo>
                <a:cubicBezTo>
                  <a:pt x="3048" y="86963"/>
                  <a:pt x="3048" y="87059"/>
                  <a:pt x="2953" y="87154"/>
                </a:cubicBezTo>
                <a:cubicBezTo>
                  <a:pt x="2953" y="87154"/>
                  <a:pt x="2953" y="87154"/>
                  <a:pt x="2953" y="87154"/>
                </a:cubicBezTo>
                <a:cubicBezTo>
                  <a:pt x="2953" y="87154"/>
                  <a:pt x="2953" y="87249"/>
                  <a:pt x="2953" y="87249"/>
                </a:cubicBezTo>
                <a:lnTo>
                  <a:pt x="2953" y="87249"/>
                </a:lnTo>
                <a:cubicBezTo>
                  <a:pt x="2953" y="87249"/>
                  <a:pt x="2953" y="87249"/>
                  <a:pt x="2953" y="87344"/>
                </a:cubicBezTo>
                <a:cubicBezTo>
                  <a:pt x="2953" y="87344"/>
                  <a:pt x="2953" y="87344"/>
                  <a:pt x="2953" y="87344"/>
                </a:cubicBezTo>
                <a:cubicBezTo>
                  <a:pt x="2953" y="87344"/>
                  <a:pt x="2953" y="87344"/>
                  <a:pt x="2953" y="87440"/>
                </a:cubicBezTo>
                <a:cubicBezTo>
                  <a:pt x="2953" y="87440"/>
                  <a:pt x="2953" y="87440"/>
                  <a:pt x="2953" y="87440"/>
                </a:cubicBezTo>
                <a:cubicBezTo>
                  <a:pt x="2953" y="87535"/>
                  <a:pt x="2953" y="87535"/>
                  <a:pt x="2953" y="87630"/>
                </a:cubicBezTo>
                <a:cubicBezTo>
                  <a:pt x="2953" y="87630"/>
                  <a:pt x="2953" y="87630"/>
                  <a:pt x="2953" y="87630"/>
                </a:cubicBezTo>
                <a:cubicBezTo>
                  <a:pt x="2953" y="87630"/>
                  <a:pt x="2953" y="87630"/>
                  <a:pt x="2953" y="87725"/>
                </a:cubicBezTo>
                <a:cubicBezTo>
                  <a:pt x="2953" y="87725"/>
                  <a:pt x="2953" y="87725"/>
                  <a:pt x="2953" y="87725"/>
                </a:cubicBezTo>
                <a:cubicBezTo>
                  <a:pt x="2953" y="87725"/>
                  <a:pt x="2953" y="87725"/>
                  <a:pt x="2953" y="87725"/>
                </a:cubicBezTo>
                <a:cubicBezTo>
                  <a:pt x="2953" y="87725"/>
                  <a:pt x="2953" y="87725"/>
                  <a:pt x="2953" y="87725"/>
                </a:cubicBezTo>
                <a:cubicBezTo>
                  <a:pt x="2953" y="87725"/>
                  <a:pt x="2953" y="87725"/>
                  <a:pt x="2953" y="87725"/>
                </a:cubicBezTo>
                <a:cubicBezTo>
                  <a:pt x="2953" y="87725"/>
                  <a:pt x="2953" y="87725"/>
                  <a:pt x="2953" y="87725"/>
                </a:cubicBezTo>
                <a:lnTo>
                  <a:pt x="2953" y="87725"/>
                </a:lnTo>
                <a:cubicBezTo>
                  <a:pt x="2953" y="87725"/>
                  <a:pt x="2953" y="87725"/>
                  <a:pt x="2953" y="87821"/>
                </a:cubicBezTo>
                <a:cubicBezTo>
                  <a:pt x="2953" y="87821"/>
                  <a:pt x="2953" y="87821"/>
                  <a:pt x="2953" y="87821"/>
                </a:cubicBezTo>
                <a:cubicBezTo>
                  <a:pt x="2953" y="87821"/>
                  <a:pt x="2953" y="87821"/>
                  <a:pt x="2953" y="87821"/>
                </a:cubicBezTo>
                <a:cubicBezTo>
                  <a:pt x="2953" y="87821"/>
                  <a:pt x="2953" y="87821"/>
                  <a:pt x="2953" y="87821"/>
                </a:cubicBezTo>
                <a:cubicBezTo>
                  <a:pt x="2953" y="87821"/>
                  <a:pt x="2953" y="87821"/>
                  <a:pt x="2953" y="87916"/>
                </a:cubicBezTo>
                <a:cubicBezTo>
                  <a:pt x="2953" y="87916"/>
                  <a:pt x="2953" y="87916"/>
                  <a:pt x="2953" y="87916"/>
                </a:cubicBezTo>
                <a:cubicBezTo>
                  <a:pt x="2953" y="87916"/>
                  <a:pt x="2953" y="87916"/>
                  <a:pt x="2953" y="88011"/>
                </a:cubicBezTo>
                <a:cubicBezTo>
                  <a:pt x="2953" y="88011"/>
                  <a:pt x="2953" y="88011"/>
                  <a:pt x="2953" y="88011"/>
                </a:cubicBezTo>
                <a:cubicBezTo>
                  <a:pt x="2953" y="88011"/>
                  <a:pt x="2953" y="88011"/>
                  <a:pt x="2953" y="88106"/>
                </a:cubicBezTo>
                <a:cubicBezTo>
                  <a:pt x="2953" y="88106"/>
                  <a:pt x="2953" y="88106"/>
                  <a:pt x="2953" y="88106"/>
                </a:cubicBezTo>
                <a:cubicBezTo>
                  <a:pt x="2953" y="88202"/>
                  <a:pt x="2953" y="88202"/>
                  <a:pt x="2953" y="88297"/>
                </a:cubicBezTo>
                <a:lnTo>
                  <a:pt x="2953" y="88297"/>
                </a:lnTo>
                <a:cubicBezTo>
                  <a:pt x="2953" y="88297"/>
                  <a:pt x="2953" y="88297"/>
                  <a:pt x="2953" y="88392"/>
                </a:cubicBezTo>
                <a:cubicBezTo>
                  <a:pt x="2953" y="88392"/>
                  <a:pt x="2953" y="88392"/>
                  <a:pt x="2953" y="88392"/>
                </a:cubicBezTo>
                <a:cubicBezTo>
                  <a:pt x="2953" y="88392"/>
                  <a:pt x="2953" y="88392"/>
                  <a:pt x="2953" y="88487"/>
                </a:cubicBezTo>
                <a:cubicBezTo>
                  <a:pt x="2953" y="88487"/>
                  <a:pt x="2953" y="88487"/>
                  <a:pt x="2953" y="88487"/>
                </a:cubicBezTo>
                <a:cubicBezTo>
                  <a:pt x="2381" y="91059"/>
                  <a:pt x="1809" y="93726"/>
                  <a:pt x="1429" y="96393"/>
                </a:cubicBezTo>
                <a:lnTo>
                  <a:pt x="10858" y="97822"/>
                </a:lnTo>
                <a:cubicBezTo>
                  <a:pt x="11430" y="92393"/>
                  <a:pt x="12763" y="86678"/>
                  <a:pt x="14573" y="81153"/>
                </a:cubicBezTo>
                <a:close/>
                <a:moveTo>
                  <a:pt x="9334" y="114300"/>
                </a:moveTo>
                <a:cubicBezTo>
                  <a:pt x="9334" y="111824"/>
                  <a:pt x="9430" y="109347"/>
                  <a:pt x="9620" y="106871"/>
                </a:cubicBezTo>
                <a:lnTo>
                  <a:pt x="95" y="106204"/>
                </a:lnTo>
                <a:cubicBezTo>
                  <a:pt x="95" y="106585"/>
                  <a:pt x="95" y="106871"/>
                  <a:pt x="0" y="107252"/>
                </a:cubicBezTo>
                <a:lnTo>
                  <a:pt x="0" y="107252"/>
                </a:lnTo>
                <a:cubicBezTo>
                  <a:pt x="0" y="107347"/>
                  <a:pt x="0" y="107347"/>
                  <a:pt x="0" y="107442"/>
                </a:cubicBezTo>
                <a:cubicBezTo>
                  <a:pt x="0" y="107442"/>
                  <a:pt x="0" y="107442"/>
                  <a:pt x="0" y="107442"/>
                </a:cubicBezTo>
                <a:cubicBezTo>
                  <a:pt x="0" y="107442"/>
                  <a:pt x="0" y="107537"/>
                  <a:pt x="0" y="107537"/>
                </a:cubicBezTo>
                <a:lnTo>
                  <a:pt x="0" y="107537"/>
                </a:lnTo>
                <a:cubicBezTo>
                  <a:pt x="0" y="107537"/>
                  <a:pt x="0" y="107633"/>
                  <a:pt x="0" y="107633"/>
                </a:cubicBezTo>
                <a:cubicBezTo>
                  <a:pt x="0" y="107633"/>
                  <a:pt x="0" y="107633"/>
                  <a:pt x="0" y="107633"/>
                </a:cubicBezTo>
                <a:cubicBezTo>
                  <a:pt x="0" y="107633"/>
                  <a:pt x="0" y="107633"/>
                  <a:pt x="0" y="107728"/>
                </a:cubicBezTo>
                <a:cubicBezTo>
                  <a:pt x="0" y="107728"/>
                  <a:pt x="0" y="107728"/>
                  <a:pt x="0" y="107728"/>
                </a:cubicBezTo>
                <a:cubicBezTo>
                  <a:pt x="0" y="107728"/>
                  <a:pt x="0" y="107823"/>
                  <a:pt x="0" y="107823"/>
                </a:cubicBezTo>
                <a:cubicBezTo>
                  <a:pt x="0" y="107823"/>
                  <a:pt x="0" y="107823"/>
                  <a:pt x="0" y="107823"/>
                </a:cubicBezTo>
                <a:lnTo>
                  <a:pt x="0" y="107918"/>
                </a:lnTo>
                <a:cubicBezTo>
                  <a:pt x="0" y="107918"/>
                  <a:pt x="0" y="107918"/>
                  <a:pt x="0" y="107918"/>
                </a:cubicBezTo>
                <a:cubicBezTo>
                  <a:pt x="0" y="107918"/>
                  <a:pt x="0" y="108014"/>
                  <a:pt x="0" y="108014"/>
                </a:cubicBezTo>
                <a:cubicBezTo>
                  <a:pt x="0" y="108014"/>
                  <a:pt x="0" y="108014"/>
                  <a:pt x="0" y="108014"/>
                </a:cubicBezTo>
                <a:cubicBezTo>
                  <a:pt x="0" y="108014"/>
                  <a:pt x="0" y="108014"/>
                  <a:pt x="0" y="108109"/>
                </a:cubicBezTo>
                <a:cubicBezTo>
                  <a:pt x="0" y="108109"/>
                  <a:pt x="0" y="108109"/>
                  <a:pt x="0" y="108109"/>
                </a:cubicBezTo>
                <a:cubicBezTo>
                  <a:pt x="0" y="108109"/>
                  <a:pt x="0" y="108109"/>
                  <a:pt x="0" y="108204"/>
                </a:cubicBezTo>
                <a:cubicBezTo>
                  <a:pt x="0" y="108204"/>
                  <a:pt x="0" y="108204"/>
                  <a:pt x="0" y="108204"/>
                </a:cubicBezTo>
                <a:cubicBezTo>
                  <a:pt x="0" y="108204"/>
                  <a:pt x="0" y="108204"/>
                  <a:pt x="0" y="108299"/>
                </a:cubicBezTo>
                <a:cubicBezTo>
                  <a:pt x="0" y="108299"/>
                  <a:pt x="0" y="108299"/>
                  <a:pt x="0" y="108299"/>
                </a:cubicBezTo>
                <a:cubicBezTo>
                  <a:pt x="0" y="108299"/>
                  <a:pt x="0" y="108299"/>
                  <a:pt x="0" y="108299"/>
                </a:cubicBezTo>
                <a:cubicBezTo>
                  <a:pt x="0" y="108299"/>
                  <a:pt x="0" y="108299"/>
                  <a:pt x="0" y="108395"/>
                </a:cubicBezTo>
                <a:cubicBezTo>
                  <a:pt x="0" y="108395"/>
                  <a:pt x="0" y="108395"/>
                  <a:pt x="0" y="108395"/>
                </a:cubicBezTo>
                <a:cubicBezTo>
                  <a:pt x="0" y="108395"/>
                  <a:pt x="0" y="108395"/>
                  <a:pt x="0" y="108395"/>
                </a:cubicBezTo>
                <a:cubicBezTo>
                  <a:pt x="0" y="108395"/>
                  <a:pt x="0" y="108395"/>
                  <a:pt x="0" y="108395"/>
                </a:cubicBezTo>
                <a:cubicBezTo>
                  <a:pt x="0" y="108395"/>
                  <a:pt x="0" y="108395"/>
                  <a:pt x="0" y="108490"/>
                </a:cubicBezTo>
                <a:cubicBezTo>
                  <a:pt x="0" y="108490"/>
                  <a:pt x="0" y="108490"/>
                  <a:pt x="0" y="108490"/>
                </a:cubicBezTo>
                <a:cubicBezTo>
                  <a:pt x="0" y="108490"/>
                  <a:pt x="0" y="108490"/>
                  <a:pt x="0" y="108490"/>
                </a:cubicBezTo>
                <a:cubicBezTo>
                  <a:pt x="0" y="108490"/>
                  <a:pt x="0" y="108490"/>
                  <a:pt x="0" y="108490"/>
                </a:cubicBezTo>
                <a:cubicBezTo>
                  <a:pt x="0" y="108490"/>
                  <a:pt x="0" y="108490"/>
                  <a:pt x="0" y="108490"/>
                </a:cubicBezTo>
                <a:cubicBezTo>
                  <a:pt x="0" y="108490"/>
                  <a:pt x="0" y="108490"/>
                  <a:pt x="0" y="108490"/>
                </a:cubicBezTo>
                <a:lnTo>
                  <a:pt x="0" y="108585"/>
                </a:lnTo>
                <a:cubicBezTo>
                  <a:pt x="0" y="108585"/>
                  <a:pt x="0" y="108585"/>
                  <a:pt x="0" y="108585"/>
                </a:cubicBezTo>
                <a:cubicBezTo>
                  <a:pt x="0" y="108585"/>
                  <a:pt x="0" y="108585"/>
                  <a:pt x="0" y="108585"/>
                </a:cubicBezTo>
                <a:cubicBezTo>
                  <a:pt x="0" y="108585"/>
                  <a:pt x="0" y="108585"/>
                  <a:pt x="0" y="108585"/>
                </a:cubicBezTo>
                <a:lnTo>
                  <a:pt x="0" y="108680"/>
                </a:lnTo>
                <a:cubicBezTo>
                  <a:pt x="0" y="108680"/>
                  <a:pt x="0" y="108680"/>
                  <a:pt x="0" y="108680"/>
                </a:cubicBezTo>
                <a:cubicBezTo>
                  <a:pt x="0" y="108680"/>
                  <a:pt x="0" y="108680"/>
                  <a:pt x="0" y="108680"/>
                </a:cubicBezTo>
                <a:cubicBezTo>
                  <a:pt x="0" y="108680"/>
                  <a:pt x="0" y="108680"/>
                  <a:pt x="0" y="108680"/>
                </a:cubicBezTo>
                <a:cubicBezTo>
                  <a:pt x="0" y="108680"/>
                  <a:pt x="0" y="108776"/>
                  <a:pt x="0" y="108776"/>
                </a:cubicBezTo>
                <a:cubicBezTo>
                  <a:pt x="0" y="108776"/>
                  <a:pt x="0" y="108776"/>
                  <a:pt x="0" y="108776"/>
                </a:cubicBezTo>
                <a:cubicBezTo>
                  <a:pt x="0" y="108776"/>
                  <a:pt x="0" y="108776"/>
                  <a:pt x="0" y="108776"/>
                </a:cubicBezTo>
                <a:cubicBezTo>
                  <a:pt x="0" y="108776"/>
                  <a:pt x="0" y="108776"/>
                  <a:pt x="0" y="108776"/>
                </a:cubicBezTo>
                <a:cubicBezTo>
                  <a:pt x="0" y="108871"/>
                  <a:pt x="0" y="108871"/>
                  <a:pt x="0" y="108966"/>
                </a:cubicBezTo>
                <a:cubicBezTo>
                  <a:pt x="0" y="108966"/>
                  <a:pt x="0" y="108966"/>
                  <a:pt x="0" y="108966"/>
                </a:cubicBezTo>
                <a:lnTo>
                  <a:pt x="0" y="109157"/>
                </a:lnTo>
                <a:cubicBezTo>
                  <a:pt x="0" y="109157"/>
                  <a:pt x="0" y="109157"/>
                  <a:pt x="0" y="109157"/>
                </a:cubicBezTo>
                <a:cubicBezTo>
                  <a:pt x="0" y="109157"/>
                  <a:pt x="0" y="109157"/>
                  <a:pt x="0" y="109252"/>
                </a:cubicBezTo>
                <a:cubicBezTo>
                  <a:pt x="0" y="109252"/>
                  <a:pt x="0" y="109252"/>
                  <a:pt x="0" y="109252"/>
                </a:cubicBezTo>
                <a:lnTo>
                  <a:pt x="0" y="109347"/>
                </a:lnTo>
                <a:cubicBezTo>
                  <a:pt x="0" y="109347"/>
                  <a:pt x="0" y="109347"/>
                  <a:pt x="0" y="109347"/>
                </a:cubicBezTo>
                <a:cubicBezTo>
                  <a:pt x="0" y="109347"/>
                  <a:pt x="0" y="109347"/>
                  <a:pt x="0" y="109442"/>
                </a:cubicBezTo>
                <a:lnTo>
                  <a:pt x="0" y="109442"/>
                </a:lnTo>
                <a:cubicBezTo>
                  <a:pt x="0" y="109442"/>
                  <a:pt x="0" y="109538"/>
                  <a:pt x="0" y="109538"/>
                </a:cubicBezTo>
                <a:cubicBezTo>
                  <a:pt x="0" y="109538"/>
                  <a:pt x="0" y="109538"/>
                  <a:pt x="0" y="109538"/>
                </a:cubicBezTo>
                <a:cubicBezTo>
                  <a:pt x="0" y="109538"/>
                  <a:pt x="0" y="109538"/>
                  <a:pt x="0" y="109633"/>
                </a:cubicBezTo>
                <a:lnTo>
                  <a:pt x="0" y="109633"/>
                </a:lnTo>
                <a:cubicBezTo>
                  <a:pt x="0" y="109633"/>
                  <a:pt x="0" y="109728"/>
                  <a:pt x="0" y="109728"/>
                </a:cubicBezTo>
                <a:cubicBezTo>
                  <a:pt x="0" y="109728"/>
                  <a:pt x="0" y="109728"/>
                  <a:pt x="0" y="109728"/>
                </a:cubicBezTo>
                <a:cubicBezTo>
                  <a:pt x="0" y="109728"/>
                  <a:pt x="0" y="109728"/>
                  <a:pt x="0" y="109728"/>
                </a:cubicBezTo>
                <a:cubicBezTo>
                  <a:pt x="0" y="109728"/>
                  <a:pt x="0" y="109728"/>
                  <a:pt x="0" y="109728"/>
                </a:cubicBezTo>
                <a:cubicBezTo>
                  <a:pt x="0" y="109728"/>
                  <a:pt x="0" y="109728"/>
                  <a:pt x="0" y="109728"/>
                </a:cubicBezTo>
                <a:cubicBezTo>
                  <a:pt x="0" y="109728"/>
                  <a:pt x="0" y="109728"/>
                  <a:pt x="0" y="109728"/>
                </a:cubicBezTo>
                <a:cubicBezTo>
                  <a:pt x="0" y="109728"/>
                  <a:pt x="0" y="109823"/>
                  <a:pt x="0" y="109823"/>
                </a:cubicBezTo>
                <a:cubicBezTo>
                  <a:pt x="0" y="109823"/>
                  <a:pt x="0" y="109823"/>
                  <a:pt x="0" y="109823"/>
                </a:cubicBezTo>
                <a:cubicBezTo>
                  <a:pt x="0" y="109823"/>
                  <a:pt x="0" y="109823"/>
                  <a:pt x="0" y="109823"/>
                </a:cubicBezTo>
                <a:lnTo>
                  <a:pt x="0" y="109823"/>
                </a:lnTo>
                <a:cubicBezTo>
                  <a:pt x="0" y="109823"/>
                  <a:pt x="0" y="109919"/>
                  <a:pt x="0" y="109919"/>
                </a:cubicBezTo>
                <a:cubicBezTo>
                  <a:pt x="0" y="109919"/>
                  <a:pt x="0" y="109919"/>
                  <a:pt x="0" y="109919"/>
                </a:cubicBezTo>
                <a:cubicBezTo>
                  <a:pt x="0" y="109919"/>
                  <a:pt x="0" y="109919"/>
                  <a:pt x="0" y="110014"/>
                </a:cubicBezTo>
                <a:cubicBezTo>
                  <a:pt x="0" y="110014"/>
                  <a:pt x="0" y="110014"/>
                  <a:pt x="0" y="110014"/>
                </a:cubicBezTo>
                <a:cubicBezTo>
                  <a:pt x="0" y="110014"/>
                  <a:pt x="0" y="110109"/>
                  <a:pt x="0" y="110109"/>
                </a:cubicBezTo>
                <a:cubicBezTo>
                  <a:pt x="0" y="110109"/>
                  <a:pt x="0" y="110109"/>
                  <a:pt x="0" y="110109"/>
                </a:cubicBezTo>
                <a:cubicBezTo>
                  <a:pt x="0" y="110109"/>
                  <a:pt x="0" y="110109"/>
                  <a:pt x="0" y="110109"/>
                </a:cubicBezTo>
                <a:lnTo>
                  <a:pt x="0" y="110109"/>
                </a:lnTo>
                <a:cubicBezTo>
                  <a:pt x="0" y="110109"/>
                  <a:pt x="0" y="110204"/>
                  <a:pt x="0" y="110204"/>
                </a:cubicBezTo>
                <a:cubicBezTo>
                  <a:pt x="0" y="110204"/>
                  <a:pt x="0" y="110204"/>
                  <a:pt x="0" y="110204"/>
                </a:cubicBezTo>
                <a:cubicBezTo>
                  <a:pt x="0" y="110204"/>
                  <a:pt x="0" y="110204"/>
                  <a:pt x="0" y="110204"/>
                </a:cubicBezTo>
                <a:cubicBezTo>
                  <a:pt x="0" y="110204"/>
                  <a:pt x="0" y="110204"/>
                  <a:pt x="0" y="110204"/>
                </a:cubicBezTo>
                <a:cubicBezTo>
                  <a:pt x="0" y="110204"/>
                  <a:pt x="0" y="110204"/>
                  <a:pt x="0" y="110204"/>
                </a:cubicBezTo>
                <a:cubicBezTo>
                  <a:pt x="0" y="110204"/>
                  <a:pt x="0" y="110204"/>
                  <a:pt x="0" y="110300"/>
                </a:cubicBezTo>
                <a:cubicBezTo>
                  <a:pt x="0" y="110300"/>
                  <a:pt x="0" y="110300"/>
                  <a:pt x="0" y="110300"/>
                </a:cubicBezTo>
                <a:lnTo>
                  <a:pt x="0" y="110300"/>
                </a:lnTo>
                <a:cubicBezTo>
                  <a:pt x="0" y="110300"/>
                  <a:pt x="0" y="110300"/>
                  <a:pt x="0" y="110300"/>
                </a:cubicBezTo>
                <a:cubicBezTo>
                  <a:pt x="0" y="110300"/>
                  <a:pt x="0" y="110300"/>
                  <a:pt x="0" y="110300"/>
                </a:cubicBezTo>
                <a:cubicBezTo>
                  <a:pt x="0" y="110300"/>
                  <a:pt x="0" y="110395"/>
                  <a:pt x="0" y="110395"/>
                </a:cubicBezTo>
                <a:lnTo>
                  <a:pt x="0" y="110395"/>
                </a:lnTo>
                <a:cubicBezTo>
                  <a:pt x="0" y="110395"/>
                  <a:pt x="0" y="110395"/>
                  <a:pt x="0" y="110395"/>
                </a:cubicBezTo>
                <a:cubicBezTo>
                  <a:pt x="0" y="110395"/>
                  <a:pt x="0" y="110395"/>
                  <a:pt x="0" y="110395"/>
                </a:cubicBezTo>
                <a:cubicBezTo>
                  <a:pt x="0" y="110395"/>
                  <a:pt x="0" y="110395"/>
                  <a:pt x="0" y="110490"/>
                </a:cubicBezTo>
                <a:cubicBezTo>
                  <a:pt x="0" y="110490"/>
                  <a:pt x="0" y="110490"/>
                  <a:pt x="0" y="110490"/>
                </a:cubicBezTo>
                <a:cubicBezTo>
                  <a:pt x="0" y="110490"/>
                  <a:pt x="0" y="110490"/>
                  <a:pt x="0" y="110490"/>
                </a:cubicBezTo>
                <a:cubicBezTo>
                  <a:pt x="0" y="110490"/>
                  <a:pt x="0" y="110490"/>
                  <a:pt x="0" y="110490"/>
                </a:cubicBezTo>
                <a:lnTo>
                  <a:pt x="0" y="110490"/>
                </a:lnTo>
                <a:cubicBezTo>
                  <a:pt x="0" y="110490"/>
                  <a:pt x="0" y="110490"/>
                  <a:pt x="0" y="110585"/>
                </a:cubicBezTo>
                <a:lnTo>
                  <a:pt x="0" y="110585"/>
                </a:lnTo>
                <a:cubicBezTo>
                  <a:pt x="0" y="110585"/>
                  <a:pt x="0" y="110585"/>
                  <a:pt x="0" y="110585"/>
                </a:cubicBezTo>
                <a:cubicBezTo>
                  <a:pt x="0" y="110585"/>
                  <a:pt x="0" y="110585"/>
                  <a:pt x="0" y="110585"/>
                </a:cubicBezTo>
                <a:cubicBezTo>
                  <a:pt x="0" y="110585"/>
                  <a:pt x="0" y="110681"/>
                  <a:pt x="0" y="110681"/>
                </a:cubicBezTo>
                <a:lnTo>
                  <a:pt x="0" y="110681"/>
                </a:lnTo>
                <a:cubicBezTo>
                  <a:pt x="0" y="110681"/>
                  <a:pt x="0" y="110681"/>
                  <a:pt x="0" y="110776"/>
                </a:cubicBezTo>
                <a:cubicBezTo>
                  <a:pt x="0" y="110776"/>
                  <a:pt x="0" y="110776"/>
                  <a:pt x="0" y="110776"/>
                </a:cubicBezTo>
                <a:cubicBezTo>
                  <a:pt x="0" y="110776"/>
                  <a:pt x="0" y="110871"/>
                  <a:pt x="0" y="110871"/>
                </a:cubicBezTo>
                <a:lnTo>
                  <a:pt x="0" y="110871"/>
                </a:lnTo>
                <a:cubicBezTo>
                  <a:pt x="0" y="110871"/>
                  <a:pt x="0" y="110871"/>
                  <a:pt x="0" y="110966"/>
                </a:cubicBezTo>
                <a:lnTo>
                  <a:pt x="0" y="110966"/>
                </a:lnTo>
                <a:cubicBezTo>
                  <a:pt x="0" y="110966"/>
                  <a:pt x="0" y="110966"/>
                  <a:pt x="0" y="111062"/>
                </a:cubicBezTo>
                <a:cubicBezTo>
                  <a:pt x="0" y="111062"/>
                  <a:pt x="0" y="111062"/>
                  <a:pt x="0" y="111062"/>
                </a:cubicBezTo>
                <a:lnTo>
                  <a:pt x="0" y="111157"/>
                </a:lnTo>
                <a:cubicBezTo>
                  <a:pt x="0" y="111157"/>
                  <a:pt x="0" y="111157"/>
                  <a:pt x="0" y="111157"/>
                </a:cubicBezTo>
                <a:cubicBezTo>
                  <a:pt x="0" y="111157"/>
                  <a:pt x="0" y="111157"/>
                  <a:pt x="0" y="111252"/>
                </a:cubicBezTo>
                <a:lnTo>
                  <a:pt x="0" y="111252"/>
                </a:lnTo>
                <a:cubicBezTo>
                  <a:pt x="0" y="111252"/>
                  <a:pt x="0" y="111252"/>
                  <a:pt x="0" y="111347"/>
                </a:cubicBezTo>
                <a:lnTo>
                  <a:pt x="0" y="111347"/>
                </a:lnTo>
                <a:cubicBezTo>
                  <a:pt x="0" y="111347"/>
                  <a:pt x="0" y="111347"/>
                  <a:pt x="0" y="111443"/>
                </a:cubicBezTo>
                <a:lnTo>
                  <a:pt x="0" y="111443"/>
                </a:lnTo>
                <a:cubicBezTo>
                  <a:pt x="0" y="111443"/>
                  <a:pt x="0" y="111538"/>
                  <a:pt x="0" y="111538"/>
                </a:cubicBezTo>
                <a:lnTo>
                  <a:pt x="0" y="111538"/>
                </a:lnTo>
                <a:cubicBezTo>
                  <a:pt x="0" y="111538"/>
                  <a:pt x="0" y="111538"/>
                  <a:pt x="0" y="111633"/>
                </a:cubicBezTo>
                <a:lnTo>
                  <a:pt x="0" y="111633"/>
                </a:lnTo>
                <a:cubicBezTo>
                  <a:pt x="0" y="111633"/>
                  <a:pt x="0" y="111728"/>
                  <a:pt x="0" y="111728"/>
                </a:cubicBezTo>
                <a:lnTo>
                  <a:pt x="0" y="111824"/>
                </a:lnTo>
                <a:cubicBezTo>
                  <a:pt x="0" y="111824"/>
                  <a:pt x="0" y="111824"/>
                  <a:pt x="0" y="111824"/>
                </a:cubicBezTo>
                <a:lnTo>
                  <a:pt x="0" y="111919"/>
                </a:lnTo>
                <a:cubicBezTo>
                  <a:pt x="0" y="111919"/>
                  <a:pt x="0" y="112014"/>
                  <a:pt x="0" y="112014"/>
                </a:cubicBezTo>
                <a:lnTo>
                  <a:pt x="0" y="112109"/>
                </a:lnTo>
                <a:cubicBezTo>
                  <a:pt x="0" y="112109"/>
                  <a:pt x="0" y="112205"/>
                  <a:pt x="0" y="112205"/>
                </a:cubicBezTo>
                <a:lnTo>
                  <a:pt x="0" y="112300"/>
                </a:lnTo>
                <a:cubicBezTo>
                  <a:pt x="0" y="112300"/>
                  <a:pt x="0" y="112395"/>
                  <a:pt x="0" y="112395"/>
                </a:cubicBezTo>
                <a:lnTo>
                  <a:pt x="0" y="112586"/>
                </a:lnTo>
                <a:cubicBezTo>
                  <a:pt x="0" y="112586"/>
                  <a:pt x="0" y="112586"/>
                  <a:pt x="0" y="112586"/>
                </a:cubicBezTo>
                <a:lnTo>
                  <a:pt x="0" y="113348"/>
                </a:lnTo>
                <a:cubicBezTo>
                  <a:pt x="0" y="113348"/>
                  <a:pt x="0" y="113348"/>
                  <a:pt x="0" y="113348"/>
                </a:cubicBezTo>
                <a:lnTo>
                  <a:pt x="0" y="113538"/>
                </a:lnTo>
                <a:cubicBezTo>
                  <a:pt x="0" y="113538"/>
                  <a:pt x="0" y="113538"/>
                  <a:pt x="0" y="113538"/>
                </a:cubicBezTo>
                <a:lnTo>
                  <a:pt x="0" y="113633"/>
                </a:lnTo>
                <a:cubicBezTo>
                  <a:pt x="0" y="113633"/>
                  <a:pt x="0" y="113633"/>
                  <a:pt x="0" y="113633"/>
                </a:cubicBezTo>
                <a:lnTo>
                  <a:pt x="0" y="113729"/>
                </a:lnTo>
                <a:cubicBezTo>
                  <a:pt x="0" y="113729"/>
                  <a:pt x="0" y="113729"/>
                  <a:pt x="0" y="113824"/>
                </a:cubicBezTo>
                <a:lnTo>
                  <a:pt x="0" y="113919"/>
                </a:lnTo>
                <a:cubicBezTo>
                  <a:pt x="0" y="113919"/>
                  <a:pt x="0" y="113919"/>
                  <a:pt x="0" y="113919"/>
                </a:cubicBezTo>
                <a:lnTo>
                  <a:pt x="0" y="114014"/>
                </a:lnTo>
                <a:cubicBezTo>
                  <a:pt x="0" y="114014"/>
                  <a:pt x="0" y="114014"/>
                  <a:pt x="0" y="114110"/>
                </a:cubicBezTo>
                <a:lnTo>
                  <a:pt x="0" y="114205"/>
                </a:lnTo>
                <a:cubicBezTo>
                  <a:pt x="0" y="114205"/>
                  <a:pt x="0" y="114205"/>
                  <a:pt x="0" y="114300"/>
                </a:cubicBezTo>
                <a:lnTo>
                  <a:pt x="0" y="114300"/>
                </a:lnTo>
                <a:cubicBezTo>
                  <a:pt x="0" y="114300"/>
                  <a:pt x="0" y="114300"/>
                  <a:pt x="0" y="114395"/>
                </a:cubicBezTo>
                <a:lnTo>
                  <a:pt x="0" y="114395"/>
                </a:lnTo>
                <a:cubicBezTo>
                  <a:pt x="0" y="114395"/>
                  <a:pt x="0" y="114395"/>
                  <a:pt x="0" y="114395"/>
                </a:cubicBezTo>
                <a:lnTo>
                  <a:pt x="0" y="114395"/>
                </a:lnTo>
                <a:cubicBezTo>
                  <a:pt x="0" y="114395"/>
                  <a:pt x="0" y="114395"/>
                  <a:pt x="0" y="114395"/>
                </a:cubicBezTo>
                <a:cubicBezTo>
                  <a:pt x="0" y="114395"/>
                  <a:pt x="0" y="114395"/>
                  <a:pt x="0" y="114395"/>
                </a:cubicBezTo>
                <a:lnTo>
                  <a:pt x="0" y="114395"/>
                </a:lnTo>
                <a:cubicBezTo>
                  <a:pt x="0" y="114395"/>
                  <a:pt x="0" y="114395"/>
                  <a:pt x="0" y="114395"/>
                </a:cubicBezTo>
                <a:lnTo>
                  <a:pt x="0" y="114395"/>
                </a:lnTo>
                <a:cubicBezTo>
                  <a:pt x="0" y="114395"/>
                  <a:pt x="0" y="114395"/>
                  <a:pt x="0" y="114395"/>
                </a:cubicBezTo>
                <a:cubicBezTo>
                  <a:pt x="0" y="114395"/>
                  <a:pt x="0" y="114395"/>
                  <a:pt x="0" y="114395"/>
                </a:cubicBezTo>
                <a:lnTo>
                  <a:pt x="0" y="114395"/>
                </a:lnTo>
                <a:cubicBezTo>
                  <a:pt x="0" y="114395"/>
                  <a:pt x="0" y="114395"/>
                  <a:pt x="0" y="114395"/>
                </a:cubicBezTo>
                <a:lnTo>
                  <a:pt x="0" y="114395"/>
                </a:lnTo>
                <a:cubicBezTo>
                  <a:pt x="0" y="114395"/>
                  <a:pt x="0" y="114395"/>
                  <a:pt x="0" y="114395"/>
                </a:cubicBezTo>
                <a:cubicBezTo>
                  <a:pt x="0" y="114395"/>
                  <a:pt x="0" y="114395"/>
                  <a:pt x="0" y="114395"/>
                </a:cubicBezTo>
                <a:cubicBezTo>
                  <a:pt x="0" y="114395"/>
                  <a:pt x="0" y="114395"/>
                  <a:pt x="0" y="114395"/>
                </a:cubicBezTo>
                <a:lnTo>
                  <a:pt x="0" y="114491"/>
                </a:lnTo>
                <a:cubicBezTo>
                  <a:pt x="0" y="114491"/>
                  <a:pt x="0" y="114491"/>
                  <a:pt x="0" y="114491"/>
                </a:cubicBezTo>
                <a:cubicBezTo>
                  <a:pt x="0" y="114491"/>
                  <a:pt x="0" y="114491"/>
                  <a:pt x="0" y="114586"/>
                </a:cubicBezTo>
                <a:lnTo>
                  <a:pt x="0" y="114586"/>
                </a:lnTo>
                <a:cubicBezTo>
                  <a:pt x="0" y="114586"/>
                  <a:pt x="0" y="114586"/>
                  <a:pt x="0" y="114681"/>
                </a:cubicBezTo>
                <a:cubicBezTo>
                  <a:pt x="0" y="114681"/>
                  <a:pt x="0" y="114681"/>
                  <a:pt x="0" y="114681"/>
                </a:cubicBezTo>
                <a:cubicBezTo>
                  <a:pt x="0" y="114681"/>
                  <a:pt x="0" y="114681"/>
                  <a:pt x="0" y="114776"/>
                </a:cubicBezTo>
                <a:lnTo>
                  <a:pt x="0" y="114776"/>
                </a:lnTo>
                <a:lnTo>
                  <a:pt x="0" y="114872"/>
                </a:lnTo>
                <a:lnTo>
                  <a:pt x="0" y="114872"/>
                </a:lnTo>
                <a:cubicBezTo>
                  <a:pt x="0" y="114872"/>
                  <a:pt x="0" y="114872"/>
                  <a:pt x="0" y="114967"/>
                </a:cubicBezTo>
                <a:cubicBezTo>
                  <a:pt x="0" y="114967"/>
                  <a:pt x="0" y="114967"/>
                  <a:pt x="0" y="114967"/>
                </a:cubicBezTo>
                <a:cubicBezTo>
                  <a:pt x="0" y="114967"/>
                  <a:pt x="0" y="114967"/>
                  <a:pt x="0" y="115062"/>
                </a:cubicBezTo>
                <a:cubicBezTo>
                  <a:pt x="0" y="115062"/>
                  <a:pt x="0" y="115062"/>
                  <a:pt x="0" y="115062"/>
                </a:cubicBezTo>
                <a:cubicBezTo>
                  <a:pt x="0" y="115062"/>
                  <a:pt x="0" y="115062"/>
                  <a:pt x="0" y="115157"/>
                </a:cubicBezTo>
                <a:cubicBezTo>
                  <a:pt x="0" y="115157"/>
                  <a:pt x="0" y="115157"/>
                  <a:pt x="0" y="115157"/>
                </a:cubicBezTo>
                <a:cubicBezTo>
                  <a:pt x="0" y="115157"/>
                  <a:pt x="0" y="115157"/>
                  <a:pt x="0" y="115253"/>
                </a:cubicBezTo>
                <a:cubicBezTo>
                  <a:pt x="0" y="115253"/>
                  <a:pt x="0" y="115253"/>
                  <a:pt x="0" y="115253"/>
                </a:cubicBezTo>
                <a:cubicBezTo>
                  <a:pt x="0" y="115253"/>
                  <a:pt x="0" y="115253"/>
                  <a:pt x="0" y="115348"/>
                </a:cubicBezTo>
                <a:cubicBezTo>
                  <a:pt x="0" y="115348"/>
                  <a:pt x="0" y="115348"/>
                  <a:pt x="0" y="115348"/>
                </a:cubicBezTo>
                <a:cubicBezTo>
                  <a:pt x="0" y="115348"/>
                  <a:pt x="0" y="115348"/>
                  <a:pt x="0" y="115443"/>
                </a:cubicBezTo>
                <a:cubicBezTo>
                  <a:pt x="0" y="115443"/>
                  <a:pt x="0" y="115443"/>
                  <a:pt x="0" y="115443"/>
                </a:cubicBezTo>
                <a:cubicBezTo>
                  <a:pt x="0" y="115443"/>
                  <a:pt x="0" y="115443"/>
                  <a:pt x="0" y="115538"/>
                </a:cubicBezTo>
                <a:cubicBezTo>
                  <a:pt x="0" y="115538"/>
                  <a:pt x="0" y="115538"/>
                  <a:pt x="0" y="115538"/>
                </a:cubicBezTo>
                <a:cubicBezTo>
                  <a:pt x="0" y="115538"/>
                  <a:pt x="0" y="115538"/>
                  <a:pt x="0" y="115634"/>
                </a:cubicBezTo>
                <a:cubicBezTo>
                  <a:pt x="0" y="115634"/>
                  <a:pt x="0" y="115634"/>
                  <a:pt x="0" y="115634"/>
                </a:cubicBezTo>
                <a:cubicBezTo>
                  <a:pt x="0" y="115634"/>
                  <a:pt x="0" y="115634"/>
                  <a:pt x="0" y="115729"/>
                </a:cubicBezTo>
                <a:cubicBezTo>
                  <a:pt x="0" y="115729"/>
                  <a:pt x="0" y="115729"/>
                  <a:pt x="0" y="115729"/>
                </a:cubicBezTo>
                <a:cubicBezTo>
                  <a:pt x="0" y="115729"/>
                  <a:pt x="0" y="115729"/>
                  <a:pt x="0" y="115824"/>
                </a:cubicBezTo>
                <a:lnTo>
                  <a:pt x="0" y="115824"/>
                </a:lnTo>
                <a:cubicBezTo>
                  <a:pt x="0" y="115824"/>
                  <a:pt x="0" y="115824"/>
                  <a:pt x="0" y="115919"/>
                </a:cubicBezTo>
                <a:cubicBezTo>
                  <a:pt x="0" y="115919"/>
                  <a:pt x="0" y="115919"/>
                  <a:pt x="0" y="115919"/>
                </a:cubicBezTo>
                <a:cubicBezTo>
                  <a:pt x="0" y="115919"/>
                  <a:pt x="0" y="115919"/>
                  <a:pt x="0" y="116015"/>
                </a:cubicBezTo>
                <a:cubicBezTo>
                  <a:pt x="0" y="116015"/>
                  <a:pt x="0" y="116015"/>
                  <a:pt x="0" y="116015"/>
                </a:cubicBezTo>
                <a:lnTo>
                  <a:pt x="0" y="116300"/>
                </a:lnTo>
                <a:lnTo>
                  <a:pt x="0" y="116300"/>
                </a:lnTo>
                <a:cubicBezTo>
                  <a:pt x="0" y="116300"/>
                  <a:pt x="0" y="116300"/>
                  <a:pt x="0" y="116396"/>
                </a:cubicBezTo>
                <a:cubicBezTo>
                  <a:pt x="0" y="116396"/>
                  <a:pt x="0" y="116396"/>
                  <a:pt x="0" y="116396"/>
                </a:cubicBezTo>
                <a:cubicBezTo>
                  <a:pt x="0" y="116396"/>
                  <a:pt x="0" y="116396"/>
                  <a:pt x="0" y="116491"/>
                </a:cubicBezTo>
                <a:cubicBezTo>
                  <a:pt x="0" y="116491"/>
                  <a:pt x="0" y="116491"/>
                  <a:pt x="0" y="116491"/>
                </a:cubicBezTo>
                <a:cubicBezTo>
                  <a:pt x="0" y="116491"/>
                  <a:pt x="0" y="116491"/>
                  <a:pt x="0" y="116586"/>
                </a:cubicBezTo>
                <a:lnTo>
                  <a:pt x="0" y="116586"/>
                </a:lnTo>
                <a:cubicBezTo>
                  <a:pt x="0" y="116586"/>
                  <a:pt x="0" y="116586"/>
                  <a:pt x="0" y="116681"/>
                </a:cubicBezTo>
                <a:cubicBezTo>
                  <a:pt x="0" y="116681"/>
                  <a:pt x="0" y="116681"/>
                  <a:pt x="0" y="116681"/>
                </a:cubicBezTo>
                <a:cubicBezTo>
                  <a:pt x="0" y="116681"/>
                  <a:pt x="0" y="116681"/>
                  <a:pt x="0" y="116777"/>
                </a:cubicBezTo>
                <a:cubicBezTo>
                  <a:pt x="0" y="116777"/>
                  <a:pt x="0" y="116777"/>
                  <a:pt x="0" y="116777"/>
                </a:cubicBezTo>
                <a:cubicBezTo>
                  <a:pt x="0" y="116777"/>
                  <a:pt x="0" y="116777"/>
                  <a:pt x="0" y="116872"/>
                </a:cubicBezTo>
                <a:cubicBezTo>
                  <a:pt x="0" y="116872"/>
                  <a:pt x="0" y="116872"/>
                  <a:pt x="0" y="116872"/>
                </a:cubicBezTo>
                <a:cubicBezTo>
                  <a:pt x="0" y="116872"/>
                  <a:pt x="0" y="116872"/>
                  <a:pt x="0" y="116967"/>
                </a:cubicBezTo>
                <a:cubicBezTo>
                  <a:pt x="0" y="116967"/>
                  <a:pt x="0" y="116967"/>
                  <a:pt x="0" y="116967"/>
                </a:cubicBezTo>
                <a:cubicBezTo>
                  <a:pt x="0" y="116967"/>
                  <a:pt x="0" y="116967"/>
                  <a:pt x="0" y="117062"/>
                </a:cubicBezTo>
                <a:cubicBezTo>
                  <a:pt x="0" y="117062"/>
                  <a:pt x="0" y="117062"/>
                  <a:pt x="0" y="117062"/>
                </a:cubicBezTo>
                <a:cubicBezTo>
                  <a:pt x="0" y="117062"/>
                  <a:pt x="0" y="117062"/>
                  <a:pt x="0" y="117158"/>
                </a:cubicBezTo>
                <a:cubicBezTo>
                  <a:pt x="0" y="117158"/>
                  <a:pt x="0" y="117158"/>
                  <a:pt x="0" y="117158"/>
                </a:cubicBezTo>
                <a:cubicBezTo>
                  <a:pt x="0" y="117158"/>
                  <a:pt x="0" y="117158"/>
                  <a:pt x="0" y="117253"/>
                </a:cubicBezTo>
                <a:cubicBezTo>
                  <a:pt x="0" y="117253"/>
                  <a:pt x="0" y="117253"/>
                  <a:pt x="0" y="117253"/>
                </a:cubicBezTo>
                <a:lnTo>
                  <a:pt x="0" y="117348"/>
                </a:lnTo>
                <a:lnTo>
                  <a:pt x="0" y="117348"/>
                </a:lnTo>
                <a:cubicBezTo>
                  <a:pt x="0" y="117443"/>
                  <a:pt x="0" y="117634"/>
                  <a:pt x="0" y="117729"/>
                </a:cubicBezTo>
                <a:lnTo>
                  <a:pt x="0" y="117729"/>
                </a:lnTo>
                <a:cubicBezTo>
                  <a:pt x="0" y="117729"/>
                  <a:pt x="0" y="117729"/>
                  <a:pt x="0" y="117824"/>
                </a:cubicBezTo>
                <a:cubicBezTo>
                  <a:pt x="0" y="117824"/>
                  <a:pt x="0" y="117824"/>
                  <a:pt x="0" y="117824"/>
                </a:cubicBezTo>
                <a:cubicBezTo>
                  <a:pt x="0" y="117824"/>
                  <a:pt x="0" y="117824"/>
                  <a:pt x="0" y="117920"/>
                </a:cubicBezTo>
                <a:cubicBezTo>
                  <a:pt x="0" y="117920"/>
                  <a:pt x="0" y="117920"/>
                  <a:pt x="0" y="117920"/>
                </a:cubicBezTo>
                <a:lnTo>
                  <a:pt x="0" y="118015"/>
                </a:lnTo>
                <a:cubicBezTo>
                  <a:pt x="0" y="118015"/>
                  <a:pt x="0" y="118015"/>
                  <a:pt x="0" y="118015"/>
                </a:cubicBezTo>
                <a:cubicBezTo>
                  <a:pt x="0" y="118015"/>
                  <a:pt x="0" y="118015"/>
                  <a:pt x="0" y="118110"/>
                </a:cubicBezTo>
                <a:cubicBezTo>
                  <a:pt x="0" y="118110"/>
                  <a:pt x="0" y="118110"/>
                  <a:pt x="0" y="118110"/>
                </a:cubicBezTo>
                <a:cubicBezTo>
                  <a:pt x="0" y="118110"/>
                  <a:pt x="0" y="118110"/>
                  <a:pt x="0" y="118205"/>
                </a:cubicBezTo>
                <a:cubicBezTo>
                  <a:pt x="0" y="118205"/>
                  <a:pt x="0" y="118205"/>
                  <a:pt x="0" y="118205"/>
                </a:cubicBezTo>
                <a:cubicBezTo>
                  <a:pt x="0" y="118205"/>
                  <a:pt x="0" y="118205"/>
                  <a:pt x="0" y="118301"/>
                </a:cubicBezTo>
                <a:cubicBezTo>
                  <a:pt x="0" y="118301"/>
                  <a:pt x="0" y="118301"/>
                  <a:pt x="0" y="118301"/>
                </a:cubicBezTo>
                <a:lnTo>
                  <a:pt x="0" y="118396"/>
                </a:lnTo>
                <a:cubicBezTo>
                  <a:pt x="0" y="118396"/>
                  <a:pt x="0" y="118396"/>
                  <a:pt x="0" y="118396"/>
                </a:cubicBezTo>
                <a:lnTo>
                  <a:pt x="0" y="118491"/>
                </a:lnTo>
                <a:cubicBezTo>
                  <a:pt x="0" y="118491"/>
                  <a:pt x="0" y="118491"/>
                  <a:pt x="0" y="118491"/>
                </a:cubicBezTo>
                <a:cubicBezTo>
                  <a:pt x="0" y="118491"/>
                  <a:pt x="0" y="118491"/>
                  <a:pt x="0" y="118586"/>
                </a:cubicBezTo>
                <a:cubicBezTo>
                  <a:pt x="0" y="118586"/>
                  <a:pt x="0" y="118586"/>
                  <a:pt x="0" y="118586"/>
                </a:cubicBezTo>
                <a:cubicBezTo>
                  <a:pt x="0" y="118586"/>
                  <a:pt x="0" y="118586"/>
                  <a:pt x="0" y="118682"/>
                </a:cubicBezTo>
                <a:cubicBezTo>
                  <a:pt x="0" y="118682"/>
                  <a:pt x="0" y="118682"/>
                  <a:pt x="0" y="118682"/>
                </a:cubicBezTo>
                <a:cubicBezTo>
                  <a:pt x="0" y="118682"/>
                  <a:pt x="0" y="118682"/>
                  <a:pt x="0" y="118777"/>
                </a:cubicBezTo>
                <a:cubicBezTo>
                  <a:pt x="0" y="118777"/>
                  <a:pt x="0" y="118777"/>
                  <a:pt x="0" y="118777"/>
                </a:cubicBezTo>
                <a:cubicBezTo>
                  <a:pt x="0" y="118872"/>
                  <a:pt x="0" y="118967"/>
                  <a:pt x="0" y="118967"/>
                </a:cubicBezTo>
                <a:lnTo>
                  <a:pt x="0" y="118967"/>
                </a:lnTo>
                <a:cubicBezTo>
                  <a:pt x="0" y="118967"/>
                  <a:pt x="0" y="118967"/>
                  <a:pt x="0" y="119063"/>
                </a:cubicBezTo>
                <a:cubicBezTo>
                  <a:pt x="0" y="119063"/>
                  <a:pt x="0" y="119063"/>
                  <a:pt x="0" y="119063"/>
                </a:cubicBezTo>
                <a:cubicBezTo>
                  <a:pt x="0" y="119063"/>
                  <a:pt x="0" y="119063"/>
                  <a:pt x="0" y="119158"/>
                </a:cubicBezTo>
                <a:cubicBezTo>
                  <a:pt x="0" y="119158"/>
                  <a:pt x="0" y="119158"/>
                  <a:pt x="0" y="119158"/>
                </a:cubicBezTo>
                <a:cubicBezTo>
                  <a:pt x="0" y="119158"/>
                  <a:pt x="0" y="119158"/>
                  <a:pt x="0" y="119158"/>
                </a:cubicBezTo>
                <a:cubicBezTo>
                  <a:pt x="0" y="119158"/>
                  <a:pt x="0" y="119158"/>
                  <a:pt x="0" y="119158"/>
                </a:cubicBezTo>
                <a:cubicBezTo>
                  <a:pt x="0" y="119158"/>
                  <a:pt x="0" y="119158"/>
                  <a:pt x="0" y="119158"/>
                </a:cubicBezTo>
                <a:cubicBezTo>
                  <a:pt x="0" y="119158"/>
                  <a:pt x="0" y="119158"/>
                  <a:pt x="0" y="119158"/>
                </a:cubicBezTo>
                <a:cubicBezTo>
                  <a:pt x="0" y="119158"/>
                  <a:pt x="0" y="119158"/>
                  <a:pt x="0" y="119158"/>
                </a:cubicBezTo>
                <a:cubicBezTo>
                  <a:pt x="0" y="119158"/>
                  <a:pt x="0" y="119158"/>
                  <a:pt x="0" y="119158"/>
                </a:cubicBezTo>
                <a:cubicBezTo>
                  <a:pt x="0" y="119158"/>
                  <a:pt x="0" y="119158"/>
                  <a:pt x="0" y="119158"/>
                </a:cubicBezTo>
                <a:cubicBezTo>
                  <a:pt x="0" y="119158"/>
                  <a:pt x="0" y="119158"/>
                  <a:pt x="0" y="119253"/>
                </a:cubicBezTo>
                <a:cubicBezTo>
                  <a:pt x="0" y="119253"/>
                  <a:pt x="0" y="119253"/>
                  <a:pt x="0" y="119253"/>
                </a:cubicBezTo>
                <a:cubicBezTo>
                  <a:pt x="0" y="119253"/>
                  <a:pt x="0" y="119253"/>
                  <a:pt x="0" y="119348"/>
                </a:cubicBezTo>
                <a:cubicBezTo>
                  <a:pt x="0" y="119348"/>
                  <a:pt x="0" y="119348"/>
                  <a:pt x="0" y="119348"/>
                </a:cubicBezTo>
                <a:cubicBezTo>
                  <a:pt x="0" y="119348"/>
                  <a:pt x="0" y="119348"/>
                  <a:pt x="0" y="119444"/>
                </a:cubicBezTo>
                <a:cubicBezTo>
                  <a:pt x="0" y="119444"/>
                  <a:pt x="0" y="119444"/>
                  <a:pt x="0" y="119444"/>
                </a:cubicBezTo>
                <a:lnTo>
                  <a:pt x="0" y="119539"/>
                </a:lnTo>
                <a:cubicBezTo>
                  <a:pt x="0" y="119539"/>
                  <a:pt x="0" y="119539"/>
                  <a:pt x="0" y="119539"/>
                </a:cubicBezTo>
                <a:cubicBezTo>
                  <a:pt x="0" y="119539"/>
                  <a:pt x="0" y="119539"/>
                  <a:pt x="0" y="119634"/>
                </a:cubicBezTo>
                <a:cubicBezTo>
                  <a:pt x="0" y="119634"/>
                  <a:pt x="0" y="119634"/>
                  <a:pt x="0" y="119634"/>
                </a:cubicBezTo>
                <a:cubicBezTo>
                  <a:pt x="0" y="119634"/>
                  <a:pt x="0" y="119729"/>
                  <a:pt x="0" y="119729"/>
                </a:cubicBezTo>
                <a:cubicBezTo>
                  <a:pt x="0" y="119729"/>
                  <a:pt x="0" y="119729"/>
                  <a:pt x="0" y="119729"/>
                </a:cubicBezTo>
                <a:cubicBezTo>
                  <a:pt x="0" y="119825"/>
                  <a:pt x="0" y="120015"/>
                  <a:pt x="0" y="120110"/>
                </a:cubicBezTo>
                <a:lnTo>
                  <a:pt x="0" y="120110"/>
                </a:lnTo>
                <a:cubicBezTo>
                  <a:pt x="0" y="120110"/>
                  <a:pt x="0" y="120206"/>
                  <a:pt x="0" y="120206"/>
                </a:cubicBezTo>
                <a:lnTo>
                  <a:pt x="0" y="120206"/>
                </a:lnTo>
                <a:cubicBezTo>
                  <a:pt x="0" y="120206"/>
                  <a:pt x="0" y="120301"/>
                  <a:pt x="0" y="120301"/>
                </a:cubicBezTo>
                <a:cubicBezTo>
                  <a:pt x="0" y="120301"/>
                  <a:pt x="0" y="120301"/>
                  <a:pt x="0" y="120301"/>
                </a:cubicBezTo>
                <a:cubicBezTo>
                  <a:pt x="0" y="120301"/>
                  <a:pt x="0" y="120396"/>
                  <a:pt x="0" y="120396"/>
                </a:cubicBezTo>
                <a:lnTo>
                  <a:pt x="0" y="120396"/>
                </a:lnTo>
                <a:cubicBezTo>
                  <a:pt x="0" y="120396"/>
                  <a:pt x="0" y="120491"/>
                  <a:pt x="0" y="120491"/>
                </a:cubicBezTo>
                <a:lnTo>
                  <a:pt x="0" y="120491"/>
                </a:lnTo>
                <a:cubicBezTo>
                  <a:pt x="0" y="120491"/>
                  <a:pt x="0" y="120587"/>
                  <a:pt x="0" y="120587"/>
                </a:cubicBezTo>
                <a:cubicBezTo>
                  <a:pt x="0" y="120587"/>
                  <a:pt x="0" y="120587"/>
                  <a:pt x="0" y="120587"/>
                </a:cubicBezTo>
                <a:cubicBezTo>
                  <a:pt x="95" y="121444"/>
                  <a:pt x="95" y="122206"/>
                  <a:pt x="190" y="123063"/>
                </a:cubicBezTo>
                <a:lnTo>
                  <a:pt x="9715" y="122206"/>
                </a:lnTo>
                <a:cubicBezTo>
                  <a:pt x="9430" y="120968"/>
                  <a:pt x="9334" y="117634"/>
                  <a:pt x="9334" y="114300"/>
                </a:cubicBezTo>
                <a:close/>
                <a:moveTo>
                  <a:pt x="25908" y="57626"/>
                </a:moveTo>
                <a:lnTo>
                  <a:pt x="17907" y="52483"/>
                </a:lnTo>
                <a:cubicBezTo>
                  <a:pt x="16669" y="54483"/>
                  <a:pt x="15430" y="56483"/>
                  <a:pt x="14288" y="58484"/>
                </a:cubicBezTo>
                <a:cubicBezTo>
                  <a:pt x="14288" y="58484"/>
                  <a:pt x="14288" y="58484"/>
                  <a:pt x="14288" y="58484"/>
                </a:cubicBezTo>
                <a:cubicBezTo>
                  <a:pt x="14192" y="58579"/>
                  <a:pt x="14192" y="58769"/>
                  <a:pt x="14097" y="58865"/>
                </a:cubicBezTo>
                <a:cubicBezTo>
                  <a:pt x="14097" y="58865"/>
                  <a:pt x="14097" y="58865"/>
                  <a:pt x="14097" y="58865"/>
                </a:cubicBezTo>
                <a:cubicBezTo>
                  <a:pt x="14097" y="58865"/>
                  <a:pt x="14097" y="58865"/>
                  <a:pt x="14097" y="58960"/>
                </a:cubicBezTo>
                <a:cubicBezTo>
                  <a:pt x="14097" y="58960"/>
                  <a:pt x="14097" y="58960"/>
                  <a:pt x="14097" y="58960"/>
                </a:cubicBezTo>
                <a:cubicBezTo>
                  <a:pt x="14097" y="58960"/>
                  <a:pt x="14097" y="58960"/>
                  <a:pt x="14097" y="59055"/>
                </a:cubicBezTo>
                <a:cubicBezTo>
                  <a:pt x="14097" y="59055"/>
                  <a:pt x="14097" y="59055"/>
                  <a:pt x="14097" y="59055"/>
                </a:cubicBezTo>
                <a:cubicBezTo>
                  <a:pt x="14097" y="59055"/>
                  <a:pt x="14097" y="59055"/>
                  <a:pt x="14097" y="59150"/>
                </a:cubicBezTo>
                <a:cubicBezTo>
                  <a:pt x="14097" y="59150"/>
                  <a:pt x="14097" y="59150"/>
                  <a:pt x="14097" y="59150"/>
                </a:cubicBezTo>
                <a:cubicBezTo>
                  <a:pt x="14097" y="59246"/>
                  <a:pt x="14001" y="59341"/>
                  <a:pt x="14001" y="59341"/>
                </a:cubicBezTo>
                <a:cubicBezTo>
                  <a:pt x="14001" y="59341"/>
                  <a:pt x="14001" y="59341"/>
                  <a:pt x="14001" y="59341"/>
                </a:cubicBezTo>
                <a:cubicBezTo>
                  <a:pt x="14001" y="59341"/>
                  <a:pt x="14001" y="59341"/>
                  <a:pt x="14001" y="59436"/>
                </a:cubicBezTo>
                <a:cubicBezTo>
                  <a:pt x="14001" y="59436"/>
                  <a:pt x="14001" y="59436"/>
                  <a:pt x="14001" y="59436"/>
                </a:cubicBezTo>
                <a:cubicBezTo>
                  <a:pt x="14001" y="59436"/>
                  <a:pt x="14001" y="59436"/>
                  <a:pt x="14001" y="59531"/>
                </a:cubicBezTo>
                <a:cubicBezTo>
                  <a:pt x="14001" y="59531"/>
                  <a:pt x="14001" y="59531"/>
                  <a:pt x="14001" y="59531"/>
                </a:cubicBezTo>
                <a:cubicBezTo>
                  <a:pt x="14001" y="59531"/>
                  <a:pt x="14001" y="59531"/>
                  <a:pt x="14001" y="59627"/>
                </a:cubicBezTo>
                <a:cubicBezTo>
                  <a:pt x="14001" y="59627"/>
                  <a:pt x="14001" y="59627"/>
                  <a:pt x="14001" y="59627"/>
                </a:cubicBezTo>
                <a:cubicBezTo>
                  <a:pt x="14001" y="59627"/>
                  <a:pt x="14001" y="59627"/>
                  <a:pt x="14001" y="59722"/>
                </a:cubicBezTo>
                <a:cubicBezTo>
                  <a:pt x="14001" y="59722"/>
                  <a:pt x="14001" y="59722"/>
                  <a:pt x="14001" y="59722"/>
                </a:cubicBezTo>
                <a:cubicBezTo>
                  <a:pt x="14001" y="59722"/>
                  <a:pt x="14001" y="59722"/>
                  <a:pt x="14001" y="59817"/>
                </a:cubicBezTo>
                <a:lnTo>
                  <a:pt x="14001" y="59817"/>
                </a:lnTo>
                <a:cubicBezTo>
                  <a:pt x="14001" y="59817"/>
                  <a:pt x="14001" y="59817"/>
                  <a:pt x="14001" y="59912"/>
                </a:cubicBezTo>
                <a:cubicBezTo>
                  <a:pt x="14001" y="59912"/>
                  <a:pt x="14001" y="59912"/>
                  <a:pt x="14001" y="59912"/>
                </a:cubicBezTo>
                <a:cubicBezTo>
                  <a:pt x="14001" y="59912"/>
                  <a:pt x="14001" y="59912"/>
                  <a:pt x="14001" y="59912"/>
                </a:cubicBezTo>
                <a:cubicBezTo>
                  <a:pt x="14001" y="59912"/>
                  <a:pt x="14001" y="59912"/>
                  <a:pt x="14001" y="59912"/>
                </a:cubicBezTo>
                <a:cubicBezTo>
                  <a:pt x="14001" y="59912"/>
                  <a:pt x="14001" y="59912"/>
                  <a:pt x="14001" y="59912"/>
                </a:cubicBezTo>
                <a:lnTo>
                  <a:pt x="14001" y="59912"/>
                </a:lnTo>
                <a:cubicBezTo>
                  <a:pt x="14001" y="59912"/>
                  <a:pt x="14001" y="59912"/>
                  <a:pt x="14001" y="59912"/>
                </a:cubicBezTo>
                <a:cubicBezTo>
                  <a:pt x="14001" y="59912"/>
                  <a:pt x="14001" y="59912"/>
                  <a:pt x="14001" y="59912"/>
                </a:cubicBezTo>
                <a:cubicBezTo>
                  <a:pt x="14001" y="59912"/>
                  <a:pt x="14001" y="59912"/>
                  <a:pt x="14001" y="59912"/>
                </a:cubicBezTo>
                <a:cubicBezTo>
                  <a:pt x="14001" y="59912"/>
                  <a:pt x="14001" y="59912"/>
                  <a:pt x="14001" y="59912"/>
                </a:cubicBezTo>
                <a:cubicBezTo>
                  <a:pt x="14001" y="59912"/>
                  <a:pt x="14001" y="59912"/>
                  <a:pt x="14001" y="60008"/>
                </a:cubicBezTo>
                <a:cubicBezTo>
                  <a:pt x="14001" y="60008"/>
                  <a:pt x="14001" y="60008"/>
                  <a:pt x="14001" y="60008"/>
                </a:cubicBezTo>
                <a:cubicBezTo>
                  <a:pt x="14001" y="60008"/>
                  <a:pt x="14001" y="60008"/>
                  <a:pt x="14001" y="60008"/>
                </a:cubicBezTo>
                <a:cubicBezTo>
                  <a:pt x="14001" y="60008"/>
                  <a:pt x="14001" y="60008"/>
                  <a:pt x="14001" y="60008"/>
                </a:cubicBezTo>
                <a:cubicBezTo>
                  <a:pt x="14001" y="60008"/>
                  <a:pt x="14001" y="60008"/>
                  <a:pt x="14001" y="60008"/>
                </a:cubicBezTo>
                <a:cubicBezTo>
                  <a:pt x="14001" y="60008"/>
                  <a:pt x="14001" y="60008"/>
                  <a:pt x="14001" y="60008"/>
                </a:cubicBezTo>
                <a:cubicBezTo>
                  <a:pt x="14001" y="60008"/>
                  <a:pt x="14001" y="60008"/>
                  <a:pt x="14001" y="60008"/>
                </a:cubicBezTo>
                <a:cubicBezTo>
                  <a:pt x="14001" y="60008"/>
                  <a:pt x="14001" y="60008"/>
                  <a:pt x="14001" y="60008"/>
                </a:cubicBezTo>
                <a:cubicBezTo>
                  <a:pt x="14001" y="60008"/>
                  <a:pt x="14001" y="60008"/>
                  <a:pt x="14001" y="60008"/>
                </a:cubicBezTo>
                <a:cubicBezTo>
                  <a:pt x="14001" y="60008"/>
                  <a:pt x="14001" y="60008"/>
                  <a:pt x="14001" y="60008"/>
                </a:cubicBezTo>
                <a:cubicBezTo>
                  <a:pt x="14001" y="60008"/>
                  <a:pt x="14001" y="60008"/>
                  <a:pt x="14001" y="60008"/>
                </a:cubicBezTo>
                <a:lnTo>
                  <a:pt x="14001" y="60008"/>
                </a:lnTo>
                <a:cubicBezTo>
                  <a:pt x="14001" y="60008"/>
                  <a:pt x="14001" y="60008"/>
                  <a:pt x="14001" y="60008"/>
                </a:cubicBezTo>
                <a:cubicBezTo>
                  <a:pt x="14001" y="60008"/>
                  <a:pt x="14001" y="60103"/>
                  <a:pt x="14001" y="60103"/>
                </a:cubicBezTo>
                <a:cubicBezTo>
                  <a:pt x="14001" y="60103"/>
                  <a:pt x="14001" y="60103"/>
                  <a:pt x="14001" y="60103"/>
                </a:cubicBezTo>
                <a:cubicBezTo>
                  <a:pt x="14001" y="60103"/>
                  <a:pt x="14001" y="60103"/>
                  <a:pt x="14001" y="60103"/>
                </a:cubicBezTo>
                <a:cubicBezTo>
                  <a:pt x="14001" y="60103"/>
                  <a:pt x="14001" y="60103"/>
                  <a:pt x="14001" y="60103"/>
                </a:cubicBezTo>
                <a:cubicBezTo>
                  <a:pt x="14001" y="60103"/>
                  <a:pt x="14001" y="60103"/>
                  <a:pt x="14001" y="60103"/>
                </a:cubicBezTo>
                <a:cubicBezTo>
                  <a:pt x="14001" y="60103"/>
                  <a:pt x="14001" y="60103"/>
                  <a:pt x="14001" y="60103"/>
                </a:cubicBezTo>
                <a:cubicBezTo>
                  <a:pt x="14001" y="60103"/>
                  <a:pt x="14001" y="60103"/>
                  <a:pt x="14001" y="60103"/>
                </a:cubicBezTo>
                <a:cubicBezTo>
                  <a:pt x="14001" y="60103"/>
                  <a:pt x="14001" y="60103"/>
                  <a:pt x="14001" y="60103"/>
                </a:cubicBezTo>
                <a:cubicBezTo>
                  <a:pt x="14001" y="60103"/>
                  <a:pt x="14001" y="60103"/>
                  <a:pt x="14001" y="60198"/>
                </a:cubicBezTo>
                <a:cubicBezTo>
                  <a:pt x="14001" y="60198"/>
                  <a:pt x="14001" y="60198"/>
                  <a:pt x="14001" y="60198"/>
                </a:cubicBezTo>
                <a:cubicBezTo>
                  <a:pt x="14001" y="60293"/>
                  <a:pt x="13906" y="60389"/>
                  <a:pt x="13906" y="60484"/>
                </a:cubicBezTo>
                <a:cubicBezTo>
                  <a:pt x="13906" y="60484"/>
                  <a:pt x="13906" y="60484"/>
                  <a:pt x="13906" y="60484"/>
                </a:cubicBezTo>
                <a:lnTo>
                  <a:pt x="13906" y="60579"/>
                </a:lnTo>
                <a:cubicBezTo>
                  <a:pt x="13906" y="60579"/>
                  <a:pt x="13906" y="60579"/>
                  <a:pt x="13906" y="60579"/>
                </a:cubicBezTo>
                <a:cubicBezTo>
                  <a:pt x="13906" y="60579"/>
                  <a:pt x="13906" y="60579"/>
                  <a:pt x="13906" y="60674"/>
                </a:cubicBezTo>
                <a:cubicBezTo>
                  <a:pt x="13906" y="60674"/>
                  <a:pt x="13906" y="60674"/>
                  <a:pt x="13906" y="60674"/>
                </a:cubicBezTo>
                <a:cubicBezTo>
                  <a:pt x="13906" y="60674"/>
                  <a:pt x="13906" y="60674"/>
                  <a:pt x="13906" y="60770"/>
                </a:cubicBezTo>
                <a:cubicBezTo>
                  <a:pt x="13906" y="60770"/>
                  <a:pt x="13906" y="60770"/>
                  <a:pt x="13906" y="60770"/>
                </a:cubicBezTo>
                <a:cubicBezTo>
                  <a:pt x="13811" y="60865"/>
                  <a:pt x="13811" y="60960"/>
                  <a:pt x="13716" y="61055"/>
                </a:cubicBezTo>
                <a:cubicBezTo>
                  <a:pt x="13716" y="61055"/>
                  <a:pt x="13716" y="61055"/>
                  <a:pt x="13716" y="61055"/>
                </a:cubicBezTo>
                <a:cubicBezTo>
                  <a:pt x="13716" y="61055"/>
                  <a:pt x="13716" y="61055"/>
                  <a:pt x="13716" y="61151"/>
                </a:cubicBezTo>
                <a:lnTo>
                  <a:pt x="13716" y="61151"/>
                </a:lnTo>
                <a:cubicBezTo>
                  <a:pt x="13716" y="61151"/>
                  <a:pt x="13716" y="61151"/>
                  <a:pt x="13716" y="61246"/>
                </a:cubicBezTo>
                <a:lnTo>
                  <a:pt x="13716" y="61246"/>
                </a:lnTo>
                <a:cubicBezTo>
                  <a:pt x="12859" y="62960"/>
                  <a:pt x="12001" y="64675"/>
                  <a:pt x="11239" y="66389"/>
                </a:cubicBezTo>
                <a:lnTo>
                  <a:pt x="11239" y="66389"/>
                </a:lnTo>
                <a:cubicBezTo>
                  <a:pt x="11239" y="66389"/>
                  <a:pt x="11239" y="66389"/>
                  <a:pt x="11239" y="66485"/>
                </a:cubicBezTo>
                <a:cubicBezTo>
                  <a:pt x="11239" y="66485"/>
                  <a:pt x="11239" y="66485"/>
                  <a:pt x="11239" y="66485"/>
                </a:cubicBezTo>
                <a:cubicBezTo>
                  <a:pt x="11239" y="66485"/>
                  <a:pt x="11239" y="66485"/>
                  <a:pt x="11239" y="66580"/>
                </a:cubicBezTo>
                <a:lnTo>
                  <a:pt x="11239" y="66580"/>
                </a:lnTo>
                <a:cubicBezTo>
                  <a:pt x="11144" y="66675"/>
                  <a:pt x="11144" y="66770"/>
                  <a:pt x="11049" y="66866"/>
                </a:cubicBezTo>
                <a:cubicBezTo>
                  <a:pt x="11049" y="66866"/>
                  <a:pt x="11049" y="66866"/>
                  <a:pt x="11049" y="66866"/>
                </a:cubicBezTo>
                <a:cubicBezTo>
                  <a:pt x="11049" y="66866"/>
                  <a:pt x="11049" y="66866"/>
                  <a:pt x="11049" y="66961"/>
                </a:cubicBezTo>
                <a:cubicBezTo>
                  <a:pt x="11049" y="66961"/>
                  <a:pt x="11049" y="66961"/>
                  <a:pt x="11049" y="66961"/>
                </a:cubicBezTo>
                <a:cubicBezTo>
                  <a:pt x="11049" y="66961"/>
                  <a:pt x="11049" y="66961"/>
                  <a:pt x="11049" y="67056"/>
                </a:cubicBezTo>
                <a:cubicBezTo>
                  <a:pt x="11049" y="67056"/>
                  <a:pt x="11049" y="67056"/>
                  <a:pt x="11049" y="67056"/>
                </a:cubicBezTo>
                <a:cubicBezTo>
                  <a:pt x="11049" y="67056"/>
                  <a:pt x="11049" y="67056"/>
                  <a:pt x="11049" y="67151"/>
                </a:cubicBezTo>
                <a:cubicBezTo>
                  <a:pt x="11049" y="67151"/>
                  <a:pt x="11049" y="67151"/>
                  <a:pt x="11049" y="67151"/>
                </a:cubicBezTo>
                <a:cubicBezTo>
                  <a:pt x="11049" y="67247"/>
                  <a:pt x="10954" y="67247"/>
                  <a:pt x="10954" y="67342"/>
                </a:cubicBezTo>
                <a:cubicBezTo>
                  <a:pt x="10954" y="67342"/>
                  <a:pt x="10954" y="67342"/>
                  <a:pt x="10954" y="67342"/>
                </a:cubicBezTo>
                <a:cubicBezTo>
                  <a:pt x="10954" y="67342"/>
                  <a:pt x="10954" y="67342"/>
                  <a:pt x="10954" y="67342"/>
                </a:cubicBezTo>
                <a:cubicBezTo>
                  <a:pt x="10954" y="67342"/>
                  <a:pt x="10954" y="67342"/>
                  <a:pt x="10954" y="67342"/>
                </a:cubicBezTo>
                <a:cubicBezTo>
                  <a:pt x="10954" y="67342"/>
                  <a:pt x="10954" y="67342"/>
                  <a:pt x="10954" y="67342"/>
                </a:cubicBezTo>
                <a:cubicBezTo>
                  <a:pt x="10954" y="67342"/>
                  <a:pt x="10954" y="67342"/>
                  <a:pt x="10954" y="67342"/>
                </a:cubicBezTo>
                <a:cubicBezTo>
                  <a:pt x="10954" y="67342"/>
                  <a:pt x="10954" y="67342"/>
                  <a:pt x="10954" y="67342"/>
                </a:cubicBezTo>
                <a:cubicBezTo>
                  <a:pt x="10954" y="67342"/>
                  <a:pt x="10954" y="67342"/>
                  <a:pt x="10954" y="67342"/>
                </a:cubicBezTo>
                <a:cubicBezTo>
                  <a:pt x="10954" y="67342"/>
                  <a:pt x="10954" y="67342"/>
                  <a:pt x="10954" y="67342"/>
                </a:cubicBezTo>
                <a:cubicBezTo>
                  <a:pt x="10954" y="67342"/>
                  <a:pt x="10954" y="67342"/>
                  <a:pt x="10954" y="67342"/>
                </a:cubicBezTo>
                <a:cubicBezTo>
                  <a:pt x="10954" y="67342"/>
                  <a:pt x="10954" y="67342"/>
                  <a:pt x="10954" y="67342"/>
                </a:cubicBezTo>
                <a:cubicBezTo>
                  <a:pt x="10954" y="67342"/>
                  <a:pt x="10954" y="67342"/>
                  <a:pt x="10954" y="67437"/>
                </a:cubicBezTo>
                <a:cubicBezTo>
                  <a:pt x="10954" y="67437"/>
                  <a:pt x="10954" y="67437"/>
                  <a:pt x="10954" y="67437"/>
                </a:cubicBezTo>
                <a:cubicBezTo>
                  <a:pt x="10954" y="67437"/>
                  <a:pt x="10954" y="67437"/>
                  <a:pt x="10954" y="67532"/>
                </a:cubicBezTo>
                <a:cubicBezTo>
                  <a:pt x="10954" y="67532"/>
                  <a:pt x="10954" y="67532"/>
                  <a:pt x="10954" y="67532"/>
                </a:cubicBezTo>
                <a:cubicBezTo>
                  <a:pt x="10954" y="67532"/>
                  <a:pt x="10954" y="67532"/>
                  <a:pt x="10954" y="67628"/>
                </a:cubicBezTo>
                <a:cubicBezTo>
                  <a:pt x="10954" y="67628"/>
                  <a:pt x="10954" y="67628"/>
                  <a:pt x="10954" y="67628"/>
                </a:cubicBezTo>
                <a:cubicBezTo>
                  <a:pt x="10954" y="67628"/>
                  <a:pt x="10954" y="67628"/>
                  <a:pt x="10954" y="67723"/>
                </a:cubicBezTo>
                <a:lnTo>
                  <a:pt x="10954" y="67723"/>
                </a:lnTo>
                <a:cubicBezTo>
                  <a:pt x="10954" y="67723"/>
                  <a:pt x="10954" y="67723"/>
                  <a:pt x="10954" y="67818"/>
                </a:cubicBezTo>
                <a:cubicBezTo>
                  <a:pt x="10954" y="67818"/>
                  <a:pt x="10954" y="67818"/>
                  <a:pt x="10954" y="67818"/>
                </a:cubicBezTo>
                <a:cubicBezTo>
                  <a:pt x="10954" y="67818"/>
                  <a:pt x="10954" y="67913"/>
                  <a:pt x="10954" y="67913"/>
                </a:cubicBezTo>
                <a:cubicBezTo>
                  <a:pt x="10954" y="67913"/>
                  <a:pt x="10954" y="67913"/>
                  <a:pt x="10954" y="67913"/>
                </a:cubicBezTo>
                <a:cubicBezTo>
                  <a:pt x="10954" y="68009"/>
                  <a:pt x="10858" y="68104"/>
                  <a:pt x="10858" y="68104"/>
                </a:cubicBezTo>
                <a:cubicBezTo>
                  <a:pt x="10858" y="68104"/>
                  <a:pt x="10858" y="68104"/>
                  <a:pt x="10858" y="68104"/>
                </a:cubicBezTo>
                <a:cubicBezTo>
                  <a:pt x="10858" y="68104"/>
                  <a:pt x="10858" y="68104"/>
                  <a:pt x="10858" y="68199"/>
                </a:cubicBezTo>
                <a:cubicBezTo>
                  <a:pt x="10858" y="68199"/>
                  <a:pt x="10858" y="68199"/>
                  <a:pt x="10858" y="68199"/>
                </a:cubicBezTo>
                <a:cubicBezTo>
                  <a:pt x="10858" y="68199"/>
                  <a:pt x="10858" y="68294"/>
                  <a:pt x="10858" y="68294"/>
                </a:cubicBezTo>
                <a:cubicBezTo>
                  <a:pt x="10858" y="68294"/>
                  <a:pt x="10858" y="68294"/>
                  <a:pt x="10858" y="68294"/>
                </a:cubicBezTo>
                <a:cubicBezTo>
                  <a:pt x="10858" y="68390"/>
                  <a:pt x="10858" y="68390"/>
                  <a:pt x="10763" y="68485"/>
                </a:cubicBezTo>
                <a:lnTo>
                  <a:pt x="19526" y="72200"/>
                </a:lnTo>
                <a:cubicBezTo>
                  <a:pt x="20002" y="67723"/>
                  <a:pt x="22765" y="62484"/>
                  <a:pt x="25908" y="57626"/>
                </a:cubicBezTo>
                <a:close/>
                <a:moveTo>
                  <a:pt x="63817" y="22289"/>
                </a:moveTo>
                <a:lnTo>
                  <a:pt x="59245" y="13907"/>
                </a:lnTo>
                <a:cubicBezTo>
                  <a:pt x="57721" y="14764"/>
                  <a:pt x="56197" y="15621"/>
                  <a:pt x="54673" y="16574"/>
                </a:cubicBezTo>
                <a:cubicBezTo>
                  <a:pt x="54673" y="16574"/>
                  <a:pt x="54673" y="16574"/>
                  <a:pt x="54578" y="16574"/>
                </a:cubicBezTo>
                <a:cubicBezTo>
                  <a:pt x="54578" y="16574"/>
                  <a:pt x="54578" y="16574"/>
                  <a:pt x="54578" y="16574"/>
                </a:cubicBezTo>
                <a:cubicBezTo>
                  <a:pt x="54578" y="16574"/>
                  <a:pt x="54578" y="16574"/>
                  <a:pt x="54483" y="16574"/>
                </a:cubicBezTo>
                <a:cubicBezTo>
                  <a:pt x="54483" y="16574"/>
                  <a:pt x="54483" y="16574"/>
                  <a:pt x="54483" y="16574"/>
                </a:cubicBezTo>
                <a:cubicBezTo>
                  <a:pt x="54483" y="16574"/>
                  <a:pt x="54483" y="16574"/>
                  <a:pt x="54388" y="16574"/>
                </a:cubicBezTo>
                <a:cubicBezTo>
                  <a:pt x="54388" y="16574"/>
                  <a:pt x="54388" y="16574"/>
                  <a:pt x="54388" y="16574"/>
                </a:cubicBezTo>
                <a:cubicBezTo>
                  <a:pt x="54292" y="16574"/>
                  <a:pt x="54197" y="16669"/>
                  <a:pt x="54197" y="16669"/>
                </a:cubicBezTo>
                <a:cubicBezTo>
                  <a:pt x="54197" y="16669"/>
                  <a:pt x="54197" y="16669"/>
                  <a:pt x="54197" y="16669"/>
                </a:cubicBezTo>
                <a:cubicBezTo>
                  <a:pt x="54197" y="16669"/>
                  <a:pt x="54197" y="16669"/>
                  <a:pt x="54102" y="16669"/>
                </a:cubicBezTo>
                <a:cubicBezTo>
                  <a:pt x="54102" y="16669"/>
                  <a:pt x="54102" y="16669"/>
                  <a:pt x="54102" y="16669"/>
                </a:cubicBezTo>
                <a:cubicBezTo>
                  <a:pt x="54102" y="16669"/>
                  <a:pt x="54102" y="16669"/>
                  <a:pt x="54007" y="16669"/>
                </a:cubicBezTo>
                <a:cubicBezTo>
                  <a:pt x="54007" y="16669"/>
                  <a:pt x="54007" y="16669"/>
                  <a:pt x="54007" y="16669"/>
                </a:cubicBezTo>
                <a:cubicBezTo>
                  <a:pt x="54007" y="16669"/>
                  <a:pt x="54007" y="16669"/>
                  <a:pt x="53911" y="16669"/>
                </a:cubicBezTo>
                <a:cubicBezTo>
                  <a:pt x="53911" y="16669"/>
                  <a:pt x="53911" y="16669"/>
                  <a:pt x="53911" y="16669"/>
                </a:cubicBezTo>
                <a:cubicBezTo>
                  <a:pt x="53816" y="16669"/>
                  <a:pt x="53721" y="16764"/>
                  <a:pt x="53721" y="16764"/>
                </a:cubicBezTo>
                <a:cubicBezTo>
                  <a:pt x="53721" y="16764"/>
                  <a:pt x="53721" y="16764"/>
                  <a:pt x="53721" y="16764"/>
                </a:cubicBezTo>
                <a:cubicBezTo>
                  <a:pt x="53721" y="16764"/>
                  <a:pt x="53721" y="16764"/>
                  <a:pt x="53626" y="16764"/>
                </a:cubicBezTo>
                <a:cubicBezTo>
                  <a:pt x="53626" y="16764"/>
                  <a:pt x="53626" y="16764"/>
                  <a:pt x="53626" y="16764"/>
                </a:cubicBezTo>
                <a:cubicBezTo>
                  <a:pt x="53626" y="16764"/>
                  <a:pt x="53626" y="16764"/>
                  <a:pt x="53530" y="16764"/>
                </a:cubicBezTo>
                <a:cubicBezTo>
                  <a:pt x="53530" y="16764"/>
                  <a:pt x="53530" y="16764"/>
                  <a:pt x="53530" y="16764"/>
                </a:cubicBezTo>
                <a:cubicBezTo>
                  <a:pt x="53530" y="16764"/>
                  <a:pt x="53530" y="16764"/>
                  <a:pt x="53435" y="16764"/>
                </a:cubicBezTo>
                <a:cubicBezTo>
                  <a:pt x="53435" y="16764"/>
                  <a:pt x="53435" y="16764"/>
                  <a:pt x="53435" y="16764"/>
                </a:cubicBezTo>
                <a:cubicBezTo>
                  <a:pt x="53435" y="16764"/>
                  <a:pt x="53435" y="16764"/>
                  <a:pt x="53340" y="16764"/>
                </a:cubicBezTo>
                <a:cubicBezTo>
                  <a:pt x="53340" y="16764"/>
                  <a:pt x="53340" y="16764"/>
                  <a:pt x="53340" y="16764"/>
                </a:cubicBezTo>
                <a:cubicBezTo>
                  <a:pt x="53245" y="16764"/>
                  <a:pt x="53245" y="16859"/>
                  <a:pt x="53245" y="16859"/>
                </a:cubicBezTo>
                <a:cubicBezTo>
                  <a:pt x="53245" y="16859"/>
                  <a:pt x="53245" y="16859"/>
                  <a:pt x="53245" y="16859"/>
                </a:cubicBezTo>
                <a:cubicBezTo>
                  <a:pt x="53245" y="16859"/>
                  <a:pt x="53245" y="16859"/>
                  <a:pt x="53149" y="16859"/>
                </a:cubicBezTo>
                <a:cubicBezTo>
                  <a:pt x="53149" y="16859"/>
                  <a:pt x="53149" y="16859"/>
                  <a:pt x="53149" y="16859"/>
                </a:cubicBezTo>
                <a:cubicBezTo>
                  <a:pt x="53149" y="16859"/>
                  <a:pt x="53149" y="16859"/>
                  <a:pt x="53149" y="16859"/>
                </a:cubicBezTo>
                <a:cubicBezTo>
                  <a:pt x="53149" y="16859"/>
                  <a:pt x="53149" y="16859"/>
                  <a:pt x="53149" y="16859"/>
                </a:cubicBezTo>
                <a:cubicBezTo>
                  <a:pt x="53149" y="16859"/>
                  <a:pt x="53149" y="16859"/>
                  <a:pt x="53149" y="16859"/>
                </a:cubicBezTo>
                <a:cubicBezTo>
                  <a:pt x="53149" y="16859"/>
                  <a:pt x="53149" y="16859"/>
                  <a:pt x="53149" y="16859"/>
                </a:cubicBezTo>
                <a:cubicBezTo>
                  <a:pt x="53149" y="16859"/>
                  <a:pt x="53149" y="16859"/>
                  <a:pt x="53149" y="16859"/>
                </a:cubicBezTo>
                <a:cubicBezTo>
                  <a:pt x="53149" y="16859"/>
                  <a:pt x="53149" y="16859"/>
                  <a:pt x="53149" y="16859"/>
                </a:cubicBezTo>
                <a:cubicBezTo>
                  <a:pt x="53149" y="16859"/>
                  <a:pt x="53149" y="16859"/>
                  <a:pt x="53054" y="16859"/>
                </a:cubicBezTo>
                <a:cubicBezTo>
                  <a:pt x="53054" y="16859"/>
                  <a:pt x="53054" y="16859"/>
                  <a:pt x="53054" y="16859"/>
                </a:cubicBezTo>
                <a:cubicBezTo>
                  <a:pt x="53054" y="16859"/>
                  <a:pt x="53054" y="16859"/>
                  <a:pt x="52959" y="16859"/>
                </a:cubicBezTo>
                <a:lnTo>
                  <a:pt x="52959" y="16859"/>
                </a:lnTo>
                <a:cubicBezTo>
                  <a:pt x="52959" y="16859"/>
                  <a:pt x="52959" y="16859"/>
                  <a:pt x="52864" y="16859"/>
                </a:cubicBezTo>
                <a:cubicBezTo>
                  <a:pt x="52864" y="16859"/>
                  <a:pt x="52864" y="16859"/>
                  <a:pt x="52864" y="16859"/>
                </a:cubicBezTo>
                <a:cubicBezTo>
                  <a:pt x="52864" y="16859"/>
                  <a:pt x="52864" y="16859"/>
                  <a:pt x="52864" y="16859"/>
                </a:cubicBezTo>
                <a:cubicBezTo>
                  <a:pt x="52864" y="16859"/>
                  <a:pt x="52864" y="16859"/>
                  <a:pt x="52864" y="16859"/>
                </a:cubicBezTo>
                <a:cubicBezTo>
                  <a:pt x="52864" y="16859"/>
                  <a:pt x="52864" y="16859"/>
                  <a:pt x="52864" y="16859"/>
                </a:cubicBezTo>
                <a:cubicBezTo>
                  <a:pt x="52864" y="16859"/>
                  <a:pt x="52864" y="16859"/>
                  <a:pt x="52864" y="16859"/>
                </a:cubicBezTo>
                <a:cubicBezTo>
                  <a:pt x="52864" y="16859"/>
                  <a:pt x="52864" y="16859"/>
                  <a:pt x="52864" y="16859"/>
                </a:cubicBezTo>
                <a:cubicBezTo>
                  <a:pt x="52864" y="16859"/>
                  <a:pt x="52864" y="16859"/>
                  <a:pt x="52864" y="16859"/>
                </a:cubicBezTo>
                <a:cubicBezTo>
                  <a:pt x="52864" y="16859"/>
                  <a:pt x="52864" y="16859"/>
                  <a:pt x="52864" y="16859"/>
                </a:cubicBezTo>
                <a:cubicBezTo>
                  <a:pt x="52864" y="16859"/>
                  <a:pt x="52864" y="16859"/>
                  <a:pt x="52864" y="16859"/>
                </a:cubicBezTo>
                <a:cubicBezTo>
                  <a:pt x="52864" y="16859"/>
                  <a:pt x="52864" y="16859"/>
                  <a:pt x="52864" y="16859"/>
                </a:cubicBezTo>
                <a:cubicBezTo>
                  <a:pt x="52864" y="16859"/>
                  <a:pt x="52768" y="16859"/>
                  <a:pt x="52768" y="16955"/>
                </a:cubicBezTo>
                <a:cubicBezTo>
                  <a:pt x="52768" y="16955"/>
                  <a:pt x="52768" y="16955"/>
                  <a:pt x="52768" y="16955"/>
                </a:cubicBezTo>
                <a:cubicBezTo>
                  <a:pt x="52768" y="16955"/>
                  <a:pt x="52768" y="16955"/>
                  <a:pt x="52768" y="16955"/>
                </a:cubicBezTo>
                <a:cubicBezTo>
                  <a:pt x="52768" y="16955"/>
                  <a:pt x="52768" y="16955"/>
                  <a:pt x="52768" y="16955"/>
                </a:cubicBezTo>
                <a:lnTo>
                  <a:pt x="52768" y="16955"/>
                </a:lnTo>
                <a:cubicBezTo>
                  <a:pt x="52768" y="16955"/>
                  <a:pt x="52768" y="16955"/>
                  <a:pt x="52768" y="16955"/>
                </a:cubicBezTo>
                <a:lnTo>
                  <a:pt x="52768" y="16955"/>
                </a:lnTo>
                <a:cubicBezTo>
                  <a:pt x="52768" y="16955"/>
                  <a:pt x="52768" y="16955"/>
                  <a:pt x="52768" y="16955"/>
                </a:cubicBezTo>
                <a:cubicBezTo>
                  <a:pt x="52768" y="16955"/>
                  <a:pt x="52768" y="16955"/>
                  <a:pt x="52768" y="16955"/>
                </a:cubicBezTo>
                <a:cubicBezTo>
                  <a:pt x="52768" y="16955"/>
                  <a:pt x="52768" y="16955"/>
                  <a:pt x="52768" y="16955"/>
                </a:cubicBezTo>
                <a:cubicBezTo>
                  <a:pt x="52768" y="16955"/>
                  <a:pt x="52768" y="16955"/>
                  <a:pt x="52768" y="16955"/>
                </a:cubicBezTo>
                <a:cubicBezTo>
                  <a:pt x="52768" y="16955"/>
                  <a:pt x="52768" y="16955"/>
                  <a:pt x="52768" y="16955"/>
                </a:cubicBezTo>
                <a:cubicBezTo>
                  <a:pt x="52673" y="16955"/>
                  <a:pt x="52673" y="17050"/>
                  <a:pt x="52578" y="17050"/>
                </a:cubicBezTo>
                <a:cubicBezTo>
                  <a:pt x="52578" y="17050"/>
                  <a:pt x="52578" y="17050"/>
                  <a:pt x="52578" y="17050"/>
                </a:cubicBezTo>
                <a:cubicBezTo>
                  <a:pt x="52578" y="17050"/>
                  <a:pt x="52578" y="17050"/>
                  <a:pt x="52578" y="17050"/>
                </a:cubicBezTo>
                <a:cubicBezTo>
                  <a:pt x="52578" y="17050"/>
                  <a:pt x="52578" y="17050"/>
                  <a:pt x="52578" y="17050"/>
                </a:cubicBezTo>
                <a:cubicBezTo>
                  <a:pt x="52578" y="17050"/>
                  <a:pt x="52578" y="17050"/>
                  <a:pt x="52578" y="17050"/>
                </a:cubicBezTo>
                <a:cubicBezTo>
                  <a:pt x="52578" y="17050"/>
                  <a:pt x="52578" y="17050"/>
                  <a:pt x="52578" y="17050"/>
                </a:cubicBezTo>
                <a:cubicBezTo>
                  <a:pt x="52578" y="17050"/>
                  <a:pt x="52578" y="17050"/>
                  <a:pt x="52578" y="17050"/>
                </a:cubicBezTo>
                <a:cubicBezTo>
                  <a:pt x="52578" y="17050"/>
                  <a:pt x="52578" y="17050"/>
                  <a:pt x="52578" y="17050"/>
                </a:cubicBezTo>
                <a:cubicBezTo>
                  <a:pt x="52578" y="17050"/>
                  <a:pt x="52578" y="17050"/>
                  <a:pt x="52578" y="17050"/>
                </a:cubicBezTo>
                <a:cubicBezTo>
                  <a:pt x="52578" y="17050"/>
                  <a:pt x="52578" y="17050"/>
                  <a:pt x="52578" y="17050"/>
                </a:cubicBezTo>
                <a:cubicBezTo>
                  <a:pt x="52483" y="17145"/>
                  <a:pt x="52388" y="17145"/>
                  <a:pt x="52388" y="17240"/>
                </a:cubicBezTo>
                <a:cubicBezTo>
                  <a:pt x="52388" y="17240"/>
                  <a:pt x="52388" y="17240"/>
                  <a:pt x="52388" y="17240"/>
                </a:cubicBezTo>
                <a:cubicBezTo>
                  <a:pt x="52388" y="17240"/>
                  <a:pt x="52388" y="17240"/>
                  <a:pt x="52292" y="17240"/>
                </a:cubicBezTo>
                <a:cubicBezTo>
                  <a:pt x="52292" y="17240"/>
                  <a:pt x="52292" y="17240"/>
                  <a:pt x="52292" y="17240"/>
                </a:cubicBezTo>
                <a:cubicBezTo>
                  <a:pt x="52292" y="17240"/>
                  <a:pt x="52292" y="17240"/>
                  <a:pt x="52197" y="17240"/>
                </a:cubicBezTo>
                <a:cubicBezTo>
                  <a:pt x="52197" y="17240"/>
                  <a:pt x="52197" y="17240"/>
                  <a:pt x="52197" y="17240"/>
                </a:cubicBezTo>
                <a:cubicBezTo>
                  <a:pt x="52197" y="17240"/>
                  <a:pt x="52197" y="17240"/>
                  <a:pt x="52101" y="17240"/>
                </a:cubicBezTo>
                <a:cubicBezTo>
                  <a:pt x="52101" y="17240"/>
                  <a:pt x="52101" y="17240"/>
                  <a:pt x="52101" y="17240"/>
                </a:cubicBezTo>
                <a:cubicBezTo>
                  <a:pt x="52006" y="17335"/>
                  <a:pt x="51911" y="17335"/>
                  <a:pt x="51816" y="17431"/>
                </a:cubicBezTo>
                <a:cubicBezTo>
                  <a:pt x="51816" y="17431"/>
                  <a:pt x="51816" y="17431"/>
                  <a:pt x="51816" y="17431"/>
                </a:cubicBezTo>
                <a:cubicBezTo>
                  <a:pt x="51816" y="17431"/>
                  <a:pt x="51816" y="17431"/>
                  <a:pt x="51721" y="17431"/>
                </a:cubicBezTo>
                <a:lnTo>
                  <a:pt x="51721" y="17431"/>
                </a:lnTo>
                <a:cubicBezTo>
                  <a:pt x="51721" y="17431"/>
                  <a:pt x="51721" y="17431"/>
                  <a:pt x="51625" y="17431"/>
                </a:cubicBezTo>
                <a:lnTo>
                  <a:pt x="51625" y="17431"/>
                </a:lnTo>
                <a:cubicBezTo>
                  <a:pt x="49054" y="19145"/>
                  <a:pt x="46577" y="20955"/>
                  <a:pt x="44196" y="22860"/>
                </a:cubicBezTo>
                <a:lnTo>
                  <a:pt x="50101" y="30385"/>
                </a:lnTo>
                <a:cubicBezTo>
                  <a:pt x="53816" y="28289"/>
                  <a:pt x="58769" y="25051"/>
                  <a:pt x="63817" y="22289"/>
                </a:cubicBezTo>
                <a:close/>
                <a:moveTo>
                  <a:pt x="214598" y="84582"/>
                </a:moveTo>
                <a:lnTo>
                  <a:pt x="223742" y="81915"/>
                </a:lnTo>
                <a:cubicBezTo>
                  <a:pt x="223456" y="81058"/>
                  <a:pt x="223266" y="80296"/>
                  <a:pt x="222980" y="79439"/>
                </a:cubicBezTo>
                <a:cubicBezTo>
                  <a:pt x="222980" y="79439"/>
                  <a:pt x="222980" y="79439"/>
                  <a:pt x="222980" y="79439"/>
                </a:cubicBezTo>
                <a:cubicBezTo>
                  <a:pt x="222980" y="79439"/>
                  <a:pt x="222980" y="79343"/>
                  <a:pt x="222980" y="79343"/>
                </a:cubicBezTo>
                <a:cubicBezTo>
                  <a:pt x="222980" y="79343"/>
                  <a:pt x="222980" y="79343"/>
                  <a:pt x="222980" y="79343"/>
                </a:cubicBezTo>
                <a:cubicBezTo>
                  <a:pt x="222980" y="79343"/>
                  <a:pt x="222980" y="79248"/>
                  <a:pt x="222980" y="79248"/>
                </a:cubicBezTo>
                <a:cubicBezTo>
                  <a:pt x="222980" y="79248"/>
                  <a:pt x="222980" y="79248"/>
                  <a:pt x="222980" y="79248"/>
                </a:cubicBezTo>
                <a:cubicBezTo>
                  <a:pt x="222980" y="79248"/>
                  <a:pt x="222980" y="79153"/>
                  <a:pt x="222980" y="79153"/>
                </a:cubicBezTo>
                <a:cubicBezTo>
                  <a:pt x="222980" y="79153"/>
                  <a:pt x="222980" y="79153"/>
                  <a:pt x="222980" y="79153"/>
                </a:cubicBezTo>
                <a:cubicBezTo>
                  <a:pt x="222980" y="79058"/>
                  <a:pt x="222980" y="79058"/>
                  <a:pt x="222885" y="78962"/>
                </a:cubicBezTo>
                <a:cubicBezTo>
                  <a:pt x="222885" y="78962"/>
                  <a:pt x="222885" y="78962"/>
                  <a:pt x="222885" y="78962"/>
                </a:cubicBezTo>
                <a:cubicBezTo>
                  <a:pt x="222885" y="78962"/>
                  <a:pt x="222885" y="78962"/>
                  <a:pt x="222885" y="78867"/>
                </a:cubicBezTo>
                <a:cubicBezTo>
                  <a:pt x="222885" y="78867"/>
                  <a:pt x="222885" y="78867"/>
                  <a:pt x="222885" y="78867"/>
                </a:cubicBezTo>
                <a:cubicBezTo>
                  <a:pt x="222885" y="78867"/>
                  <a:pt x="222885" y="78867"/>
                  <a:pt x="222885" y="78772"/>
                </a:cubicBezTo>
                <a:cubicBezTo>
                  <a:pt x="222885" y="78772"/>
                  <a:pt x="222885" y="78772"/>
                  <a:pt x="222885" y="78772"/>
                </a:cubicBezTo>
                <a:cubicBezTo>
                  <a:pt x="222885" y="78772"/>
                  <a:pt x="222885" y="78772"/>
                  <a:pt x="222885" y="78677"/>
                </a:cubicBezTo>
                <a:cubicBezTo>
                  <a:pt x="222885" y="78677"/>
                  <a:pt x="222885" y="78677"/>
                  <a:pt x="222885" y="78677"/>
                </a:cubicBezTo>
                <a:cubicBezTo>
                  <a:pt x="222885" y="78677"/>
                  <a:pt x="222885" y="78677"/>
                  <a:pt x="222885" y="78581"/>
                </a:cubicBezTo>
                <a:cubicBezTo>
                  <a:pt x="222885" y="78581"/>
                  <a:pt x="222885" y="78581"/>
                  <a:pt x="222885" y="78581"/>
                </a:cubicBezTo>
                <a:cubicBezTo>
                  <a:pt x="222885" y="78581"/>
                  <a:pt x="222885" y="78486"/>
                  <a:pt x="222885" y="78486"/>
                </a:cubicBezTo>
                <a:cubicBezTo>
                  <a:pt x="222885" y="78486"/>
                  <a:pt x="222885" y="78486"/>
                  <a:pt x="222885" y="78486"/>
                </a:cubicBezTo>
                <a:cubicBezTo>
                  <a:pt x="222885" y="78486"/>
                  <a:pt x="222885" y="78486"/>
                  <a:pt x="222885" y="78391"/>
                </a:cubicBezTo>
                <a:cubicBezTo>
                  <a:pt x="222885" y="78391"/>
                  <a:pt x="222885" y="78391"/>
                  <a:pt x="222885" y="78391"/>
                </a:cubicBezTo>
                <a:cubicBezTo>
                  <a:pt x="222885" y="78391"/>
                  <a:pt x="222885" y="78391"/>
                  <a:pt x="222885" y="78391"/>
                </a:cubicBezTo>
                <a:cubicBezTo>
                  <a:pt x="222885" y="78391"/>
                  <a:pt x="222885" y="78391"/>
                  <a:pt x="222885" y="78391"/>
                </a:cubicBezTo>
                <a:lnTo>
                  <a:pt x="222885" y="78391"/>
                </a:lnTo>
                <a:cubicBezTo>
                  <a:pt x="222885" y="78391"/>
                  <a:pt x="222885" y="78391"/>
                  <a:pt x="222885" y="78391"/>
                </a:cubicBezTo>
                <a:cubicBezTo>
                  <a:pt x="222885" y="78391"/>
                  <a:pt x="222885" y="78391"/>
                  <a:pt x="222885" y="78391"/>
                </a:cubicBezTo>
                <a:cubicBezTo>
                  <a:pt x="222885" y="78391"/>
                  <a:pt x="222885" y="78391"/>
                  <a:pt x="222885" y="78391"/>
                </a:cubicBezTo>
                <a:cubicBezTo>
                  <a:pt x="222885" y="78391"/>
                  <a:pt x="222885" y="78391"/>
                  <a:pt x="222885" y="78391"/>
                </a:cubicBezTo>
                <a:cubicBezTo>
                  <a:pt x="222885" y="78296"/>
                  <a:pt x="222885" y="78296"/>
                  <a:pt x="222790" y="78200"/>
                </a:cubicBezTo>
                <a:cubicBezTo>
                  <a:pt x="222790" y="78200"/>
                  <a:pt x="222790" y="78200"/>
                  <a:pt x="222790" y="78200"/>
                </a:cubicBezTo>
                <a:cubicBezTo>
                  <a:pt x="222790" y="78200"/>
                  <a:pt x="222790" y="78200"/>
                  <a:pt x="222790" y="78105"/>
                </a:cubicBezTo>
                <a:cubicBezTo>
                  <a:pt x="222790" y="78105"/>
                  <a:pt x="222790" y="78105"/>
                  <a:pt x="222790" y="78105"/>
                </a:cubicBezTo>
                <a:cubicBezTo>
                  <a:pt x="222790" y="78105"/>
                  <a:pt x="222790" y="78105"/>
                  <a:pt x="222790" y="78010"/>
                </a:cubicBezTo>
                <a:cubicBezTo>
                  <a:pt x="222790" y="78010"/>
                  <a:pt x="222790" y="78010"/>
                  <a:pt x="222790" y="78010"/>
                </a:cubicBezTo>
                <a:cubicBezTo>
                  <a:pt x="222790" y="78010"/>
                  <a:pt x="222790" y="78010"/>
                  <a:pt x="222790" y="77915"/>
                </a:cubicBezTo>
                <a:cubicBezTo>
                  <a:pt x="222790" y="77915"/>
                  <a:pt x="222790" y="77915"/>
                  <a:pt x="222790" y="77915"/>
                </a:cubicBezTo>
                <a:cubicBezTo>
                  <a:pt x="222790" y="77819"/>
                  <a:pt x="222694" y="77724"/>
                  <a:pt x="222694" y="77534"/>
                </a:cubicBezTo>
                <a:lnTo>
                  <a:pt x="222694" y="77534"/>
                </a:lnTo>
                <a:cubicBezTo>
                  <a:pt x="222694" y="77534"/>
                  <a:pt x="222694" y="77534"/>
                  <a:pt x="222694" y="77438"/>
                </a:cubicBezTo>
                <a:lnTo>
                  <a:pt x="222694" y="77438"/>
                </a:lnTo>
                <a:cubicBezTo>
                  <a:pt x="222694" y="77438"/>
                  <a:pt x="222694" y="77438"/>
                  <a:pt x="222694" y="77343"/>
                </a:cubicBezTo>
                <a:cubicBezTo>
                  <a:pt x="222694" y="77343"/>
                  <a:pt x="222694" y="77343"/>
                  <a:pt x="222694" y="77343"/>
                </a:cubicBezTo>
                <a:cubicBezTo>
                  <a:pt x="221170" y="72866"/>
                  <a:pt x="219361" y="68390"/>
                  <a:pt x="217265" y="64199"/>
                </a:cubicBezTo>
                <a:lnTo>
                  <a:pt x="208693" y="68390"/>
                </a:lnTo>
                <a:cubicBezTo>
                  <a:pt x="210788" y="73533"/>
                  <a:pt x="212979" y="79058"/>
                  <a:pt x="214598" y="84582"/>
                </a:cubicBezTo>
                <a:close/>
                <a:moveTo>
                  <a:pt x="204121" y="60674"/>
                </a:moveTo>
                <a:lnTo>
                  <a:pt x="212312" y="55817"/>
                </a:lnTo>
                <a:cubicBezTo>
                  <a:pt x="210788" y="53150"/>
                  <a:pt x="209074" y="50578"/>
                  <a:pt x="207264" y="48101"/>
                </a:cubicBezTo>
                <a:cubicBezTo>
                  <a:pt x="207264" y="48101"/>
                  <a:pt x="207264" y="48101"/>
                  <a:pt x="207264" y="48101"/>
                </a:cubicBezTo>
                <a:cubicBezTo>
                  <a:pt x="207264" y="48101"/>
                  <a:pt x="207264" y="48101"/>
                  <a:pt x="207264" y="48006"/>
                </a:cubicBezTo>
                <a:cubicBezTo>
                  <a:pt x="207264" y="48006"/>
                  <a:pt x="207264" y="48006"/>
                  <a:pt x="207264" y="48006"/>
                </a:cubicBezTo>
                <a:cubicBezTo>
                  <a:pt x="207264" y="48006"/>
                  <a:pt x="207264" y="48006"/>
                  <a:pt x="207264" y="47911"/>
                </a:cubicBezTo>
                <a:cubicBezTo>
                  <a:pt x="207264" y="47911"/>
                  <a:pt x="207264" y="47911"/>
                  <a:pt x="207264" y="47911"/>
                </a:cubicBezTo>
                <a:cubicBezTo>
                  <a:pt x="207264" y="47911"/>
                  <a:pt x="207264" y="47911"/>
                  <a:pt x="207264" y="47816"/>
                </a:cubicBezTo>
                <a:cubicBezTo>
                  <a:pt x="207264" y="47816"/>
                  <a:pt x="207264" y="47816"/>
                  <a:pt x="207264" y="47816"/>
                </a:cubicBezTo>
                <a:cubicBezTo>
                  <a:pt x="207169" y="47720"/>
                  <a:pt x="207169" y="47625"/>
                  <a:pt x="207073" y="47530"/>
                </a:cubicBezTo>
                <a:cubicBezTo>
                  <a:pt x="207073" y="47530"/>
                  <a:pt x="207073" y="47530"/>
                  <a:pt x="207073" y="47530"/>
                </a:cubicBezTo>
                <a:cubicBezTo>
                  <a:pt x="207073" y="47530"/>
                  <a:pt x="207073" y="47530"/>
                  <a:pt x="207073" y="47435"/>
                </a:cubicBezTo>
                <a:cubicBezTo>
                  <a:pt x="207073" y="47435"/>
                  <a:pt x="207073" y="47435"/>
                  <a:pt x="207073" y="47435"/>
                </a:cubicBezTo>
                <a:cubicBezTo>
                  <a:pt x="207073" y="47435"/>
                  <a:pt x="207073" y="47435"/>
                  <a:pt x="207073" y="47339"/>
                </a:cubicBezTo>
                <a:cubicBezTo>
                  <a:pt x="207073" y="47339"/>
                  <a:pt x="207073" y="47339"/>
                  <a:pt x="207073" y="47339"/>
                </a:cubicBezTo>
                <a:cubicBezTo>
                  <a:pt x="207073" y="47339"/>
                  <a:pt x="207073" y="47339"/>
                  <a:pt x="207073" y="47244"/>
                </a:cubicBezTo>
                <a:cubicBezTo>
                  <a:pt x="207073" y="47244"/>
                  <a:pt x="207073" y="47244"/>
                  <a:pt x="207073" y="47244"/>
                </a:cubicBezTo>
                <a:cubicBezTo>
                  <a:pt x="207073" y="47244"/>
                  <a:pt x="206978" y="47149"/>
                  <a:pt x="206978" y="47149"/>
                </a:cubicBezTo>
                <a:lnTo>
                  <a:pt x="206978" y="47149"/>
                </a:lnTo>
                <a:cubicBezTo>
                  <a:pt x="206978" y="47149"/>
                  <a:pt x="206978" y="47149"/>
                  <a:pt x="206978" y="47054"/>
                </a:cubicBezTo>
                <a:cubicBezTo>
                  <a:pt x="206978" y="47054"/>
                  <a:pt x="206978" y="47054"/>
                  <a:pt x="206978" y="47054"/>
                </a:cubicBezTo>
                <a:cubicBezTo>
                  <a:pt x="206978" y="47054"/>
                  <a:pt x="206978" y="47054"/>
                  <a:pt x="206978" y="47054"/>
                </a:cubicBezTo>
                <a:cubicBezTo>
                  <a:pt x="206978" y="47054"/>
                  <a:pt x="206978" y="47054"/>
                  <a:pt x="206978" y="47054"/>
                </a:cubicBezTo>
                <a:cubicBezTo>
                  <a:pt x="206978" y="47054"/>
                  <a:pt x="206978" y="47054"/>
                  <a:pt x="206978" y="47054"/>
                </a:cubicBezTo>
                <a:cubicBezTo>
                  <a:pt x="206978" y="47054"/>
                  <a:pt x="206978" y="47054"/>
                  <a:pt x="206978" y="47054"/>
                </a:cubicBezTo>
                <a:cubicBezTo>
                  <a:pt x="206978" y="47054"/>
                  <a:pt x="206978" y="47054"/>
                  <a:pt x="206978" y="47054"/>
                </a:cubicBezTo>
                <a:cubicBezTo>
                  <a:pt x="206978" y="47054"/>
                  <a:pt x="206978" y="47054"/>
                  <a:pt x="206978" y="47054"/>
                </a:cubicBezTo>
                <a:cubicBezTo>
                  <a:pt x="206978" y="47054"/>
                  <a:pt x="206978" y="47054"/>
                  <a:pt x="206978" y="47054"/>
                </a:cubicBezTo>
                <a:cubicBezTo>
                  <a:pt x="206978" y="47054"/>
                  <a:pt x="206978" y="47054"/>
                  <a:pt x="206978" y="47054"/>
                </a:cubicBezTo>
                <a:cubicBezTo>
                  <a:pt x="206978" y="47054"/>
                  <a:pt x="206978" y="47054"/>
                  <a:pt x="206978" y="46958"/>
                </a:cubicBezTo>
                <a:cubicBezTo>
                  <a:pt x="206978" y="46958"/>
                  <a:pt x="206978" y="46958"/>
                  <a:pt x="206978" y="46958"/>
                </a:cubicBezTo>
                <a:cubicBezTo>
                  <a:pt x="206978" y="46958"/>
                  <a:pt x="206978" y="46958"/>
                  <a:pt x="206978" y="46958"/>
                </a:cubicBezTo>
                <a:cubicBezTo>
                  <a:pt x="206978" y="46958"/>
                  <a:pt x="206978" y="46958"/>
                  <a:pt x="206978" y="46958"/>
                </a:cubicBezTo>
                <a:cubicBezTo>
                  <a:pt x="206978" y="46958"/>
                  <a:pt x="206978" y="46958"/>
                  <a:pt x="206978" y="46958"/>
                </a:cubicBezTo>
                <a:lnTo>
                  <a:pt x="206978" y="46958"/>
                </a:lnTo>
                <a:cubicBezTo>
                  <a:pt x="206978" y="46958"/>
                  <a:pt x="206978" y="46958"/>
                  <a:pt x="206978" y="46958"/>
                </a:cubicBezTo>
                <a:cubicBezTo>
                  <a:pt x="206978" y="46958"/>
                  <a:pt x="206978" y="46958"/>
                  <a:pt x="206978" y="46958"/>
                </a:cubicBezTo>
                <a:cubicBezTo>
                  <a:pt x="206978" y="46958"/>
                  <a:pt x="206978" y="46958"/>
                  <a:pt x="206978" y="46958"/>
                </a:cubicBezTo>
                <a:cubicBezTo>
                  <a:pt x="206978" y="46958"/>
                  <a:pt x="206978" y="46958"/>
                  <a:pt x="206978" y="46958"/>
                </a:cubicBezTo>
                <a:cubicBezTo>
                  <a:pt x="206978" y="46958"/>
                  <a:pt x="206978" y="46958"/>
                  <a:pt x="206978" y="46958"/>
                </a:cubicBezTo>
                <a:cubicBezTo>
                  <a:pt x="206978" y="46958"/>
                  <a:pt x="206978" y="46958"/>
                  <a:pt x="206978" y="46958"/>
                </a:cubicBezTo>
                <a:cubicBezTo>
                  <a:pt x="206978" y="46958"/>
                  <a:pt x="206978" y="46958"/>
                  <a:pt x="206978" y="46958"/>
                </a:cubicBezTo>
                <a:cubicBezTo>
                  <a:pt x="206978" y="46863"/>
                  <a:pt x="206883" y="46863"/>
                  <a:pt x="206883" y="46768"/>
                </a:cubicBezTo>
                <a:cubicBezTo>
                  <a:pt x="206883" y="46768"/>
                  <a:pt x="206883" y="46768"/>
                  <a:pt x="206883" y="46768"/>
                </a:cubicBezTo>
                <a:cubicBezTo>
                  <a:pt x="206883" y="46768"/>
                  <a:pt x="206883" y="46768"/>
                  <a:pt x="206883" y="46768"/>
                </a:cubicBezTo>
                <a:cubicBezTo>
                  <a:pt x="206883" y="46768"/>
                  <a:pt x="206883" y="46768"/>
                  <a:pt x="206883" y="46768"/>
                </a:cubicBezTo>
                <a:cubicBezTo>
                  <a:pt x="206883" y="46768"/>
                  <a:pt x="206883" y="46768"/>
                  <a:pt x="206883" y="46768"/>
                </a:cubicBezTo>
                <a:cubicBezTo>
                  <a:pt x="206883" y="46768"/>
                  <a:pt x="206883" y="46768"/>
                  <a:pt x="206883" y="46768"/>
                </a:cubicBezTo>
                <a:cubicBezTo>
                  <a:pt x="206883" y="46768"/>
                  <a:pt x="206883" y="46768"/>
                  <a:pt x="206883" y="46768"/>
                </a:cubicBezTo>
                <a:cubicBezTo>
                  <a:pt x="206883" y="46768"/>
                  <a:pt x="206883" y="46768"/>
                  <a:pt x="206883" y="46768"/>
                </a:cubicBezTo>
                <a:cubicBezTo>
                  <a:pt x="206883" y="46768"/>
                  <a:pt x="206883" y="46768"/>
                  <a:pt x="206883" y="46768"/>
                </a:cubicBezTo>
                <a:cubicBezTo>
                  <a:pt x="206883" y="46768"/>
                  <a:pt x="206883" y="46768"/>
                  <a:pt x="206883" y="46768"/>
                </a:cubicBezTo>
                <a:cubicBezTo>
                  <a:pt x="206788" y="46673"/>
                  <a:pt x="206788" y="46577"/>
                  <a:pt x="206692" y="46577"/>
                </a:cubicBezTo>
                <a:cubicBezTo>
                  <a:pt x="206692" y="46577"/>
                  <a:pt x="206692" y="46577"/>
                  <a:pt x="206692" y="46577"/>
                </a:cubicBezTo>
                <a:cubicBezTo>
                  <a:pt x="206692" y="46577"/>
                  <a:pt x="206692" y="46577"/>
                  <a:pt x="206692" y="46482"/>
                </a:cubicBezTo>
                <a:cubicBezTo>
                  <a:pt x="206692" y="46482"/>
                  <a:pt x="206692" y="46482"/>
                  <a:pt x="206692" y="46482"/>
                </a:cubicBezTo>
                <a:cubicBezTo>
                  <a:pt x="206692" y="46482"/>
                  <a:pt x="206692" y="46482"/>
                  <a:pt x="206692" y="46387"/>
                </a:cubicBezTo>
                <a:cubicBezTo>
                  <a:pt x="206692" y="46387"/>
                  <a:pt x="206692" y="46387"/>
                  <a:pt x="206692" y="46387"/>
                </a:cubicBezTo>
                <a:cubicBezTo>
                  <a:pt x="206692" y="46387"/>
                  <a:pt x="206692" y="46387"/>
                  <a:pt x="206692" y="46292"/>
                </a:cubicBezTo>
                <a:cubicBezTo>
                  <a:pt x="206692" y="46292"/>
                  <a:pt x="206692" y="46292"/>
                  <a:pt x="206692" y="46292"/>
                </a:cubicBezTo>
                <a:cubicBezTo>
                  <a:pt x="206597" y="46196"/>
                  <a:pt x="206597" y="46101"/>
                  <a:pt x="206502" y="46101"/>
                </a:cubicBezTo>
                <a:lnTo>
                  <a:pt x="206502" y="46101"/>
                </a:lnTo>
                <a:cubicBezTo>
                  <a:pt x="206502" y="46101"/>
                  <a:pt x="206502" y="46101"/>
                  <a:pt x="206502" y="46006"/>
                </a:cubicBezTo>
                <a:lnTo>
                  <a:pt x="206502" y="46006"/>
                </a:lnTo>
                <a:cubicBezTo>
                  <a:pt x="206502" y="46006"/>
                  <a:pt x="206502" y="46006"/>
                  <a:pt x="206502" y="45910"/>
                </a:cubicBezTo>
                <a:lnTo>
                  <a:pt x="206502" y="45910"/>
                </a:lnTo>
                <a:cubicBezTo>
                  <a:pt x="206502" y="45910"/>
                  <a:pt x="206502" y="45910"/>
                  <a:pt x="206502" y="45815"/>
                </a:cubicBezTo>
                <a:lnTo>
                  <a:pt x="206502" y="45815"/>
                </a:lnTo>
                <a:cubicBezTo>
                  <a:pt x="206407" y="45720"/>
                  <a:pt x="206311" y="45625"/>
                  <a:pt x="206311" y="45530"/>
                </a:cubicBezTo>
                <a:lnTo>
                  <a:pt x="206311" y="45530"/>
                </a:lnTo>
                <a:cubicBezTo>
                  <a:pt x="206311" y="45530"/>
                  <a:pt x="206311" y="45530"/>
                  <a:pt x="206311" y="45434"/>
                </a:cubicBezTo>
                <a:cubicBezTo>
                  <a:pt x="206311" y="45434"/>
                  <a:pt x="206311" y="45434"/>
                  <a:pt x="206311" y="45434"/>
                </a:cubicBezTo>
                <a:cubicBezTo>
                  <a:pt x="206311" y="45434"/>
                  <a:pt x="206311" y="45434"/>
                  <a:pt x="206311" y="45339"/>
                </a:cubicBezTo>
                <a:lnTo>
                  <a:pt x="206311" y="45339"/>
                </a:lnTo>
                <a:cubicBezTo>
                  <a:pt x="206216" y="45244"/>
                  <a:pt x="206121" y="45149"/>
                  <a:pt x="206026" y="44958"/>
                </a:cubicBezTo>
                <a:lnTo>
                  <a:pt x="206026" y="44958"/>
                </a:lnTo>
                <a:cubicBezTo>
                  <a:pt x="206026" y="44958"/>
                  <a:pt x="206026" y="44958"/>
                  <a:pt x="206026" y="44863"/>
                </a:cubicBezTo>
                <a:lnTo>
                  <a:pt x="206026" y="44863"/>
                </a:lnTo>
                <a:cubicBezTo>
                  <a:pt x="206026" y="44863"/>
                  <a:pt x="206026" y="44863"/>
                  <a:pt x="206026" y="44768"/>
                </a:cubicBezTo>
                <a:lnTo>
                  <a:pt x="206026" y="44768"/>
                </a:lnTo>
                <a:cubicBezTo>
                  <a:pt x="205930" y="44672"/>
                  <a:pt x="205835" y="44577"/>
                  <a:pt x="205740" y="44387"/>
                </a:cubicBezTo>
                <a:cubicBezTo>
                  <a:pt x="205740" y="44387"/>
                  <a:pt x="205740" y="44387"/>
                  <a:pt x="205740" y="44387"/>
                </a:cubicBezTo>
                <a:cubicBezTo>
                  <a:pt x="205740" y="44387"/>
                  <a:pt x="205740" y="44387"/>
                  <a:pt x="205740" y="44291"/>
                </a:cubicBezTo>
                <a:cubicBezTo>
                  <a:pt x="205645" y="44196"/>
                  <a:pt x="205549" y="44006"/>
                  <a:pt x="205454" y="43910"/>
                </a:cubicBezTo>
                <a:lnTo>
                  <a:pt x="205454" y="43910"/>
                </a:lnTo>
                <a:cubicBezTo>
                  <a:pt x="205359" y="43720"/>
                  <a:pt x="205168" y="43625"/>
                  <a:pt x="205073" y="43434"/>
                </a:cubicBezTo>
                <a:lnTo>
                  <a:pt x="205073" y="43434"/>
                </a:lnTo>
                <a:cubicBezTo>
                  <a:pt x="204883" y="43148"/>
                  <a:pt x="204597" y="42863"/>
                  <a:pt x="204406" y="42672"/>
                </a:cubicBezTo>
                <a:cubicBezTo>
                  <a:pt x="204406" y="42672"/>
                  <a:pt x="204406" y="42672"/>
                  <a:pt x="204406" y="42672"/>
                </a:cubicBezTo>
                <a:cubicBezTo>
                  <a:pt x="204406" y="42672"/>
                  <a:pt x="204406" y="42672"/>
                  <a:pt x="204406" y="42577"/>
                </a:cubicBezTo>
                <a:cubicBezTo>
                  <a:pt x="204406" y="42577"/>
                  <a:pt x="204406" y="42577"/>
                  <a:pt x="204406" y="42577"/>
                </a:cubicBezTo>
                <a:cubicBezTo>
                  <a:pt x="204406" y="42577"/>
                  <a:pt x="204406" y="42577"/>
                  <a:pt x="204406" y="42482"/>
                </a:cubicBezTo>
                <a:lnTo>
                  <a:pt x="204406" y="42482"/>
                </a:lnTo>
                <a:cubicBezTo>
                  <a:pt x="204311" y="42386"/>
                  <a:pt x="204311" y="42291"/>
                  <a:pt x="204216" y="42291"/>
                </a:cubicBezTo>
                <a:lnTo>
                  <a:pt x="204216" y="42291"/>
                </a:lnTo>
                <a:cubicBezTo>
                  <a:pt x="204216" y="42291"/>
                  <a:pt x="204216" y="42291"/>
                  <a:pt x="204216" y="42196"/>
                </a:cubicBezTo>
                <a:cubicBezTo>
                  <a:pt x="204216" y="42196"/>
                  <a:pt x="204216" y="42196"/>
                  <a:pt x="204216" y="42196"/>
                </a:cubicBezTo>
                <a:cubicBezTo>
                  <a:pt x="204216" y="42196"/>
                  <a:pt x="204216" y="42196"/>
                  <a:pt x="204216" y="42101"/>
                </a:cubicBezTo>
                <a:cubicBezTo>
                  <a:pt x="204216" y="42101"/>
                  <a:pt x="204216" y="42101"/>
                  <a:pt x="204216" y="42101"/>
                </a:cubicBezTo>
                <a:cubicBezTo>
                  <a:pt x="204216" y="42101"/>
                  <a:pt x="204216" y="42101"/>
                  <a:pt x="204216" y="42005"/>
                </a:cubicBezTo>
                <a:cubicBezTo>
                  <a:pt x="204216" y="42005"/>
                  <a:pt x="204216" y="42005"/>
                  <a:pt x="204216" y="42005"/>
                </a:cubicBezTo>
                <a:cubicBezTo>
                  <a:pt x="204121" y="41910"/>
                  <a:pt x="204025" y="41815"/>
                  <a:pt x="204025" y="41720"/>
                </a:cubicBezTo>
                <a:cubicBezTo>
                  <a:pt x="204025" y="41720"/>
                  <a:pt x="204025" y="41720"/>
                  <a:pt x="204025" y="41720"/>
                </a:cubicBezTo>
                <a:cubicBezTo>
                  <a:pt x="204025" y="41720"/>
                  <a:pt x="204025" y="41720"/>
                  <a:pt x="204025" y="41624"/>
                </a:cubicBezTo>
                <a:cubicBezTo>
                  <a:pt x="204025" y="41624"/>
                  <a:pt x="204025" y="41624"/>
                  <a:pt x="204025" y="41624"/>
                </a:cubicBezTo>
                <a:cubicBezTo>
                  <a:pt x="204025" y="41624"/>
                  <a:pt x="204025" y="41624"/>
                  <a:pt x="204025" y="41624"/>
                </a:cubicBezTo>
                <a:cubicBezTo>
                  <a:pt x="204025" y="41624"/>
                  <a:pt x="204025" y="41624"/>
                  <a:pt x="204025" y="41624"/>
                </a:cubicBezTo>
                <a:cubicBezTo>
                  <a:pt x="204025" y="41624"/>
                  <a:pt x="204025" y="41624"/>
                  <a:pt x="204025" y="41529"/>
                </a:cubicBezTo>
                <a:lnTo>
                  <a:pt x="204025" y="41529"/>
                </a:lnTo>
                <a:cubicBezTo>
                  <a:pt x="204025" y="41434"/>
                  <a:pt x="203930" y="41434"/>
                  <a:pt x="203930" y="41339"/>
                </a:cubicBezTo>
                <a:cubicBezTo>
                  <a:pt x="203930" y="41339"/>
                  <a:pt x="203930" y="41339"/>
                  <a:pt x="203930" y="41339"/>
                </a:cubicBezTo>
                <a:cubicBezTo>
                  <a:pt x="203930" y="41339"/>
                  <a:pt x="203930" y="41339"/>
                  <a:pt x="203930" y="41339"/>
                </a:cubicBezTo>
                <a:cubicBezTo>
                  <a:pt x="203930" y="41339"/>
                  <a:pt x="203930" y="41339"/>
                  <a:pt x="203930" y="41339"/>
                </a:cubicBezTo>
                <a:cubicBezTo>
                  <a:pt x="203930" y="41339"/>
                  <a:pt x="203930" y="41339"/>
                  <a:pt x="203930" y="41339"/>
                </a:cubicBezTo>
                <a:cubicBezTo>
                  <a:pt x="203930" y="41339"/>
                  <a:pt x="203930" y="41339"/>
                  <a:pt x="203930" y="41339"/>
                </a:cubicBezTo>
                <a:cubicBezTo>
                  <a:pt x="203930" y="41339"/>
                  <a:pt x="203930" y="41339"/>
                  <a:pt x="203930" y="41339"/>
                </a:cubicBezTo>
                <a:cubicBezTo>
                  <a:pt x="203930" y="41339"/>
                  <a:pt x="203930" y="41339"/>
                  <a:pt x="203930" y="41339"/>
                </a:cubicBezTo>
                <a:cubicBezTo>
                  <a:pt x="203930" y="41339"/>
                  <a:pt x="203930" y="41339"/>
                  <a:pt x="203930" y="41339"/>
                </a:cubicBezTo>
                <a:cubicBezTo>
                  <a:pt x="203930" y="41339"/>
                  <a:pt x="203930" y="41339"/>
                  <a:pt x="203930" y="41339"/>
                </a:cubicBezTo>
                <a:cubicBezTo>
                  <a:pt x="203930" y="41339"/>
                  <a:pt x="203930" y="41339"/>
                  <a:pt x="203930" y="41339"/>
                </a:cubicBezTo>
                <a:cubicBezTo>
                  <a:pt x="203930" y="41339"/>
                  <a:pt x="203930" y="41339"/>
                  <a:pt x="203930" y="41339"/>
                </a:cubicBezTo>
                <a:cubicBezTo>
                  <a:pt x="203930" y="41339"/>
                  <a:pt x="203930" y="41339"/>
                  <a:pt x="203930" y="41339"/>
                </a:cubicBezTo>
                <a:cubicBezTo>
                  <a:pt x="203930" y="41339"/>
                  <a:pt x="203930" y="41339"/>
                  <a:pt x="203835" y="41243"/>
                </a:cubicBezTo>
                <a:cubicBezTo>
                  <a:pt x="203835" y="41243"/>
                  <a:pt x="203835" y="41243"/>
                  <a:pt x="203835" y="41243"/>
                </a:cubicBezTo>
                <a:cubicBezTo>
                  <a:pt x="203835" y="41243"/>
                  <a:pt x="203835" y="41243"/>
                  <a:pt x="203835" y="41243"/>
                </a:cubicBezTo>
                <a:cubicBezTo>
                  <a:pt x="203835" y="41243"/>
                  <a:pt x="203835" y="41243"/>
                  <a:pt x="203835" y="41243"/>
                </a:cubicBezTo>
                <a:cubicBezTo>
                  <a:pt x="203835" y="41243"/>
                  <a:pt x="203835" y="41243"/>
                  <a:pt x="203835" y="41243"/>
                </a:cubicBezTo>
                <a:cubicBezTo>
                  <a:pt x="203835" y="41243"/>
                  <a:pt x="203835" y="41243"/>
                  <a:pt x="203835" y="41243"/>
                </a:cubicBezTo>
                <a:cubicBezTo>
                  <a:pt x="203835" y="41243"/>
                  <a:pt x="203835" y="41243"/>
                  <a:pt x="203835" y="41243"/>
                </a:cubicBezTo>
                <a:cubicBezTo>
                  <a:pt x="203835" y="41243"/>
                  <a:pt x="203835" y="41243"/>
                  <a:pt x="203835" y="41243"/>
                </a:cubicBezTo>
                <a:cubicBezTo>
                  <a:pt x="203835" y="41243"/>
                  <a:pt x="203835" y="41243"/>
                  <a:pt x="203835" y="41243"/>
                </a:cubicBezTo>
                <a:lnTo>
                  <a:pt x="203835" y="41243"/>
                </a:lnTo>
                <a:cubicBezTo>
                  <a:pt x="203835" y="41243"/>
                  <a:pt x="203835" y="41243"/>
                  <a:pt x="203835" y="41148"/>
                </a:cubicBezTo>
                <a:lnTo>
                  <a:pt x="203835" y="41148"/>
                </a:lnTo>
                <a:cubicBezTo>
                  <a:pt x="203835" y="41148"/>
                  <a:pt x="203835" y="41148"/>
                  <a:pt x="203740" y="41053"/>
                </a:cubicBezTo>
                <a:lnTo>
                  <a:pt x="196501" y="47244"/>
                </a:lnTo>
                <a:cubicBezTo>
                  <a:pt x="197739" y="50864"/>
                  <a:pt x="201168" y="55721"/>
                  <a:pt x="204121" y="60674"/>
                </a:cubicBezTo>
                <a:close/>
                <a:moveTo>
                  <a:pt x="146113" y="4477"/>
                </a:moveTo>
                <a:cubicBezTo>
                  <a:pt x="142684" y="3524"/>
                  <a:pt x="139255" y="2667"/>
                  <a:pt x="135731" y="2000"/>
                </a:cubicBezTo>
                <a:cubicBezTo>
                  <a:pt x="135731" y="2000"/>
                  <a:pt x="135731" y="2000"/>
                  <a:pt x="135731" y="2000"/>
                </a:cubicBezTo>
                <a:cubicBezTo>
                  <a:pt x="135731" y="2000"/>
                  <a:pt x="135636" y="2000"/>
                  <a:pt x="135636" y="2000"/>
                </a:cubicBezTo>
                <a:lnTo>
                  <a:pt x="135636" y="2000"/>
                </a:lnTo>
                <a:cubicBezTo>
                  <a:pt x="135541" y="2000"/>
                  <a:pt x="135445" y="2000"/>
                  <a:pt x="135350" y="1905"/>
                </a:cubicBezTo>
                <a:cubicBezTo>
                  <a:pt x="135350" y="1905"/>
                  <a:pt x="135350" y="1905"/>
                  <a:pt x="135350" y="1905"/>
                </a:cubicBezTo>
                <a:cubicBezTo>
                  <a:pt x="135350" y="1905"/>
                  <a:pt x="135255" y="1905"/>
                  <a:pt x="135255" y="1905"/>
                </a:cubicBezTo>
                <a:cubicBezTo>
                  <a:pt x="135255" y="1905"/>
                  <a:pt x="135255" y="1905"/>
                  <a:pt x="135255" y="1905"/>
                </a:cubicBezTo>
                <a:cubicBezTo>
                  <a:pt x="135255" y="1905"/>
                  <a:pt x="135159" y="1905"/>
                  <a:pt x="135159" y="1905"/>
                </a:cubicBezTo>
                <a:cubicBezTo>
                  <a:pt x="135159" y="1905"/>
                  <a:pt x="135159" y="1905"/>
                  <a:pt x="135159" y="1905"/>
                </a:cubicBezTo>
                <a:cubicBezTo>
                  <a:pt x="135159" y="1905"/>
                  <a:pt x="135064" y="1905"/>
                  <a:pt x="135064" y="1905"/>
                </a:cubicBezTo>
                <a:cubicBezTo>
                  <a:pt x="135064" y="1905"/>
                  <a:pt x="135064" y="1905"/>
                  <a:pt x="135064" y="1905"/>
                </a:cubicBezTo>
                <a:cubicBezTo>
                  <a:pt x="134969" y="1905"/>
                  <a:pt x="134969" y="1905"/>
                  <a:pt x="134874" y="1905"/>
                </a:cubicBezTo>
                <a:cubicBezTo>
                  <a:pt x="134874" y="1905"/>
                  <a:pt x="134874" y="1905"/>
                  <a:pt x="134874" y="1905"/>
                </a:cubicBezTo>
                <a:cubicBezTo>
                  <a:pt x="134874" y="1905"/>
                  <a:pt x="134779" y="1905"/>
                  <a:pt x="134779" y="1905"/>
                </a:cubicBezTo>
                <a:cubicBezTo>
                  <a:pt x="134779" y="1905"/>
                  <a:pt x="134779" y="1905"/>
                  <a:pt x="134779" y="1905"/>
                </a:cubicBezTo>
                <a:cubicBezTo>
                  <a:pt x="134779" y="1905"/>
                  <a:pt x="134779" y="1905"/>
                  <a:pt x="134683" y="1905"/>
                </a:cubicBezTo>
                <a:cubicBezTo>
                  <a:pt x="134683" y="1905"/>
                  <a:pt x="134683" y="1905"/>
                  <a:pt x="134683" y="1905"/>
                </a:cubicBezTo>
                <a:cubicBezTo>
                  <a:pt x="134683" y="1905"/>
                  <a:pt x="134683" y="1905"/>
                  <a:pt x="134588" y="1905"/>
                </a:cubicBezTo>
                <a:cubicBezTo>
                  <a:pt x="134588" y="1905"/>
                  <a:pt x="134588" y="1905"/>
                  <a:pt x="134588" y="1905"/>
                </a:cubicBezTo>
                <a:cubicBezTo>
                  <a:pt x="134493" y="1905"/>
                  <a:pt x="134493" y="1905"/>
                  <a:pt x="134398" y="1905"/>
                </a:cubicBezTo>
                <a:cubicBezTo>
                  <a:pt x="134398" y="1905"/>
                  <a:pt x="134398" y="1905"/>
                  <a:pt x="134398" y="1905"/>
                </a:cubicBezTo>
                <a:cubicBezTo>
                  <a:pt x="134398" y="1905"/>
                  <a:pt x="134398" y="1905"/>
                  <a:pt x="134302" y="1905"/>
                </a:cubicBezTo>
                <a:cubicBezTo>
                  <a:pt x="134302" y="1905"/>
                  <a:pt x="134302" y="1905"/>
                  <a:pt x="134302" y="1905"/>
                </a:cubicBezTo>
                <a:cubicBezTo>
                  <a:pt x="134302" y="1905"/>
                  <a:pt x="134302" y="1905"/>
                  <a:pt x="134207" y="1905"/>
                </a:cubicBezTo>
                <a:cubicBezTo>
                  <a:pt x="134207" y="1905"/>
                  <a:pt x="134207" y="1905"/>
                  <a:pt x="134207" y="1905"/>
                </a:cubicBezTo>
                <a:cubicBezTo>
                  <a:pt x="134207" y="1905"/>
                  <a:pt x="134207" y="1905"/>
                  <a:pt x="134112" y="1905"/>
                </a:cubicBezTo>
                <a:cubicBezTo>
                  <a:pt x="134112" y="1905"/>
                  <a:pt x="134112" y="1905"/>
                  <a:pt x="134112" y="1905"/>
                </a:cubicBezTo>
                <a:cubicBezTo>
                  <a:pt x="134112" y="1905"/>
                  <a:pt x="134112" y="1905"/>
                  <a:pt x="134017" y="1905"/>
                </a:cubicBezTo>
                <a:lnTo>
                  <a:pt x="134017" y="1905"/>
                </a:lnTo>
                <a:cubicBezTo>
                  <a:pt x="134017" y="1905"/>
                  <a:pt x="133921" y="1905"/>
                  <a:pt x="133921" y="1905"/>
                </a:cubicBezTo>
                <a:cubicBezTo>
                  <a:pt x="133921" y="1905"/>
                  <a:pt x="133921" y="1905"/>
                  <a:pt x="133921" y="1905"/>
                </a:cubicBezTo>
                <a:cubicBezTo>
                  <a:pt x="133921" y="1905"/>
                  <a:pt x="133921" y="1905"/>
                  <a:pt x="133826" y="1905"/>
                </a:cubicBezTo>
                <a:cubicBezTo>
                  <a:pt x="133826" y="1905"/>
                  <a:pt x="133826" y="1905"/>
                  <a:pt x="133826" y="1905"/>
                </a:cubicBezTo>
                <a:cubicBezTo>
                  <a:pt x="133826" y="1905"/>
                  <a:pt x="133826" y="1905"/>
                  <a:pt x="133826" y="1905"/>
                </a:cubicBezTo>
                <a:cubicBezTo>
                  <a:pt x="133826" y="1905"/>
                  <a:pt x="133826" y="1905"/>
                  <a:pt x="133826" y="1905"/>
                </a:cubicBezTo>
                <a:cubicBezTo>
                  <a:pt x="133826" y="1905"/>
                  <a:pt x="133826" y="1905"/>
                  <a:pt x="133826" y="1905"/>
                </a:cubicBezTo>
                <a:cubicBezTo>
                  <a:pt x="133826" y="1905"/>
                  <a:pt x="133826" y="1905"/>
                  <a:pt x="133826" y="1905"/>
                </a:cubicBezTo>
                <a:cubicBezTo>
                  <a:pt x="133826" y="1905"/>
                  <a:pt x="133826" y="1905"/>
                  <a:pt x="133826" y="1905"/>
                </a:cubicBezTo>
                <a:cubicBezTo>
                  <a:pt x="133731" y="1905"/>
                  <a:pt x="133731" y="1905"/>
                  <a:pt x="133636" y="1905"/>
                </a:cubicBezTo>
                <a:cubicBezTo>
                  <a:pt x="133636" y="1905"/>
                  <a:pt x="133636" y="1905"/>
                  <a:pt x="133636" y="1905"/>
                </a:cubicBezTo>
                <a:cubicBezTo>
                  <a:pt x="133636" y="1905"/>
                  <a:pt x="133636" y="1905"/>
                  <a:pt x="133540" y="1905"/>
                </a:cubicBezTo>
                <a:cubicBezTo>
                  <a:pt x="133540" y="1905"/>
                  <a:pt x="133540" y="1905"/>
                  <a:pt x="133540" y="1905"/>
                </a:cubicBezTo>
                <a:cubicBezTo>
                  <a:pt x="133540" y="1905"/>
                  <a:pt x="133540" y="1905"/>
                  <a:pt x="133445" y="1905"/>
                </a:cubicBezTo>
                <a:cubicBezTo>
                  <a:pt x="133445" y="1905"/>
                  <a:pt x="133445" y="1905"/>
                  <a:pt x="133445" y="1905"/>
                </a:cubicBezTo>
                <a:cubicBezTo>
                  <a:pt x="133445" y="1905"/>
                  <a:pt x="133445" y="1905"/>
                  <a:pt x="133350" y="1905"/>
                </a:cubicBezTo>
                <a:cubicBezTo>
                  <a:pt x="133350" y="1905"/>
                  <a:pt x="133350" y="1905"/>
                  <a:pt x="133350" y="1905"/>
                </a:cubicBezTo>
                <a:cubicBezTo>
                  <a:pt x="133255" y="1905"/>
                  <a:pt x="133255" y="1905"/>
                  <a:pt x="133159" y="1905"/>
                </a:cubicBezTo>
                <a:cubicBezTo>
                  <a:pt x="133159" y="1905"/>
                  <a:pt x="133159" y="1905"/>
                  <a:pt x="133159" y="1905"/>
                </a:cubicBezTo>
                <a:cubicBezTo>
                  <a:pt x="133159" y="1905"/>
                  <a:pt x="133159" y="1905"/>
                  <a:pt x="133064" y="1905"/>
                </a:cubicBezTo>
                <a:cubicBezTo>
                  <a:pt x="133064" y="1905"/>
                  <a:pt x="133064" y="1905"/>
                  <a:pt x="133064" y="1905"/>
                </a:cubicBezTo>
                <a:cubicBezTo>
                  <a:pt x="133064" y="1905"/>
                  <a:pt x="133064" y="1905"/>
                  <a:pt x="132969" y="1905"/>
                </a:cubicBezTo>
                <a:cubicBezTo>
                  <a:pt x="132969" y="1905"/>
                  <a:pt x="132969" y="1905"/>
                  <a:pt x="132969" y="1905"/>
                </a:cubicBezTo>
                <a:cubicBezTo>
                  <a:pt x="132874" y="1905"/>
                  <a:pt x="132683" y="1905"/>
                  <a:pt x="132588" y="1810"/>
                </a:cubicBezTo>
                <a:cubicBezTo>
                  <a:pt x="132588" y="1810"/>
                  <a:pt x="132588" y="1810"/>
                  <a:pt x="132588" y="1810"/>
                </a:cubicBezTo>
                <a:cubicBezTo>
                  <a:pt x="132588" y="1810"/>
                  <a:pt x="132588" y="1810"/>
                  <a:pt x="132493" y="1810"/>
                </a:cubicBezTo>
                <a:cubicBezTo>
                  <a:pt x="132493" y="1810"/>
                  <a:pt x="132493" y="1810"/>
                  <a:pt x="132493" y="1810"/>
                </a:cubicBezTo>
                <a:cubicBezTo>
                  <a:pt x="130778" y="1524"/>
                  <a:pt x="129159" y="1334"/>
                  <a:pt x="127444" y="1143"/>
                </a:cubicBezTo>
                <a:lnTo>
                  <a:pt x="126301" y="10573"/>
                </a:lnTo>
                <a:cubicBezTo>
                  <a:pt x="132112" y="11240"/>
                  <a:pt x="137826" y="12383"/>
                  <a:pt x="143351" y="14002"/>
                </a:cubicBezTo>
                <a:lnTo>
                  <a:pt x="146113" y="4477"/>
                </a:lnTo>
                <a:close/>
                <a:moveTo>
                  <a:pt x="218789" y="110395"/>
                </a:moveTo>
                <a:lnTo>
                  <a:pt x="228314" y="110014"/>
                </a:lnTo>
                <a:cubicBezTo>
                  <a:pt x="228124" y="104013"/>
                  <a:pt x="227457" y="98203"/>
                  <a:pt x="226314" y="92488"/>
                </a:cubicBezTo>
                <a:cubicBezTo>
                  <a:pt x="226314" y="92488"/>
                  <a:pt x="226314" y="92488"/>
                  <a:pt x="226314" y="92488"/>
                </a:cubicBezTo>
                <a:cubicBezTo>
                  <a:pt x="226314" y="92393"/>
                  <a:pt x="226314" y="92297"/>
                  <a:pt x="226219" y="92107"/>
                </a:cubicBezTo>
                <a:lnTo>
                  <a:pt x="226219" y="92107"/>
                </a:lnTo>
                <a:cubicBezTo>
                  <a:pt x="226219" y="92107"/>
                  <a:pt x="226219" y="92012"/>
                  <a:pt x="226219" y="92012"/>
                </a:cubicBezTo>
                <a:cubicBezTo>
                  <a:pt x="226219" y="92012"/>
                  <a:pt x="226219" y="92012"/>
                  <a:pt x="226219" y="92012"/>
                </a:cubicBezTo>
                <a:cubicBezTo>
                  <a:pt x="226219" y="91916"/>
                  <a:pt x="226219" y="91821"/>
                  <a:pt x="226123" y="91726"/>
                </a:cubicBezTo>
                <a:cubicBezTo>
                  <a:pt x="226123" y="91726"/>
                  <a:pt x="226123" y="91726"/>
                  <a:pt x="226123" y="91726"/>
                </a:cubicBezTo>
                <a:cubicBezTo>
                  <a:pt x="226123" y="91726"/>
                  <a:pt x="226123" y="91631"/>
                  <a:pt x="226123" y="91631"/>
                </a:cubicBezTo>
                <a:cubicBezTo>
                  <a:pt x="226123" y="91631"/>
                  <a:pt x="226123" y="91631"/>
                  <a:pt x="226123" y="91631"/>
                </a:cubicBezTo>
                <a:cubicBezTo>
                  <a:pt x="226123" y="91631"/>
                  <a:pt x="226123" y="91535"/>
                  <a:pt x="226123" y="91535"/>
                </a:cubicBezTo>
                <a:cubicBezTo>
                  <a:pt x="226123" y="91535"/>
                  <a:pt x="226123" y="91535"/>
                  <a:pt x="226123" y="91535"/>
                </a:cubicBezTo>
                <a:cubicBezTo>
                  <a:pt x="226123" y="91440"/>
                  <a:pt x="226123" y="91345"/>
                  <a:pt x="226028" y="91250"/>
                </a:cubicBezTo>
                <a:cubicBezTo>
                  <a:pt x="226028" y="91250"/>
                  <a:pt x="226028" y="91250"/>
                  <a:pt x="226028" y="91250"/>
                </a:cubicBezTo>
                <a:cubicBezTo>
                  <a:pt x="226028" y="91250"/>
                  <a:pt x="226028" y="91154"/>
                  <a:pt x="226028" y="91154"/>
                </a:cubicBezTo>
                <a:cubicBezTo>
                  <a:pt x="226028" y="91154"/>
                  <a:pt x="226028" y="91154"/>
                  <a:pt x="226028" y="91154"/>
                </a:cubicBezTo>
                <a:cubicBezTo>
                  <a:pt x="226028" y="91154"/>
                  <a:pt x="226028" y="91154"/>
                  <a:pt x="226028" y="91059"/>
                </a:cubicBezTo>
                <a:cubicBezTo>
                  <a:pt x="226028" y="91059"/>
                  <a:pt x="226028" y="91059"/>
                  <a:pt x="226028" y="91059"/>
                </a:cubicBezTo>
                <a:cubicBezTo>
                  <a:pt x="226028" y="91059"/>
                  <a:pt x="226028" y="90964"/>
                  <a:pt x="226028" y="90964"/>
                </a:cubicBezTo>
                <a:lnTo>
                  <a:pt x="216694" y="92869"/>
                </a:lnTo>
                <a:cubicBezTo>
                  <a:pt x="217837" y="98679"/>
                  <a:pt x="218599" y="104585"/>
                  <a:pt x="218789" y="110395"/>
                </a:cubicBezTo>
                <a:close/>
                <a:moveTo>
                  <a:pt x="172212" y="15811"/>
                </a:moveTo>
                <a:cubicBezTo>
                  <a:pt x="171831" y="15621"/>
                  <a:pt x="171450" y="15335"/>
                  <a:pt x="171069" y="15145"/>
                </a:cubicBezTo>
                <a:cubicBezTo>
                  <a:pt x="171069" y="15145"/>
                  <a:pt x="171069" y="15145"/>
                  <a:pt x="171069" y="15145"/>
                </a:cubicBezTo>
                <a:cubicBezTo>
                  <a:pt x="170974" y="15050"/>
                  <a:pt x="170878" y="15050"/>
                  <a:pt x="170783" y="14954"/>
                </a:cubicBezTo>
                <a:cubicBezTo>
                  <a:pt x="170783" y="14954"/>
                  <a:pt x="170783" y="14954"/>
                  <a:pt x="170783" y="14954"/>
                </a:cubicBezTo>
                <a:cubicBezTo>
                  <a:pt x="170783" y="14954"/>
                  <a:pt x="170783" y="14954"/>
                  <a:pt x="170688" y="14954"/>
                </a:cubicBezTo>
                <a:cubicBezTo>
                  <a:pt x="170688" y="14954"/>
                  <a:pt x="170688" y="14954"/>
                  <a:pt x="170688" y="14954"/>
                </a:cubicBezTo>
                <a:cubicBezTo>
                  <a:pt x="170688" y="14954"/>
                  <a:pt x="170688" y="14954"/>
                  <a:pt x="170593" y="14954"/>
                </a:cubicBezTo>
                <a:cubicBezTo>
                  <a:pt x="170593" y="14954"/>
                  <a:pt x="170593" y="14954"/>
                  <a:pt x="170593" y="14954"/>
                </a:cubicBezTo>
                <a:cubicBezTo>
                  <a:pt x="170593" y="14954"/>
                  <a:pt x="170593" y="14954"/>
                  <a:pt x="170497" y="14954"/>
                </a:cubicBezTo>
                <a:cubicBezTo>
                  <a:pt x="170497" y="14954"/>
                  <a:pt x="170497" y="14954"/>
                  <a:pt x="170497" y="14954"/>
                </a:cubicBezTo>
                <a:cubicBezTo>
                  <a:pt x="170497" y="14954"/>
                  <a:pt x="170497" y="14954"/>
                  <a:pt x="170402" y="14954"/>
                </a:cubicBezTo>
                <a:cubicBezTo>
                  <a:pt x="170402" y="14954"/>
                  <a:pt x="170402" y="14954"/>
                  <a:pt x="170402" y="14954"/>
                </a:cubicBezTo>
                <a:cubicBezTo>
                  <a:pt x="170402" y="14954"/>
                  <a:pt x="170402" y="14954"/>
                  <a:pt x="170307" y="14954"/>
                </a:cubicBezTo>
                <a:cubicBezTo>
                  <a:pt x="170307" y="14954"/>
                  <a:pt x="170307" y="14954"/>
                  <a:pt x="170307" y="14954"/>
                </a:cubicBezTo>
                <a:cubicBezTo>
                  <a:pt x="170307" y="14954"/>
                  <a:pt x="170307" y="14954"/>
                  <a:pt x="170307" y="14954"/>
                </a:cubicBezTo>
                <a:cubicBezTo>
                  <a:pt x="170307" y="14954"/>
                  <a:pt x="170307" y="14954"/>
                  <a:pt x="170307" y="14954"/>
                </a:cubicBezTo>
                <a:cubicBezTo>
                  <a:pt x="170307" y="14954"/>
                  <a:pt x="170307" y="14954"/>
                  <a:pt x="170307" y="14954"/>
                </a:cubicBezTo>
                <a:cubicBezTo>
                  <a:pt x="170307" y="14954"/>
                  <a:pt x="170307" y="14954"/>
                  <a:pt x="170307" y="14954"/>
                </a:cubicBezTo>
                <a:cubicBezTo>
                  <a:pt x="170307" y="14954"/>
                  <a:pt x="170307" y="14954"/>
                  <a:pt x="170307" y="14954"/>
                </a:cubicBezTo>
                <a:cubicBezTo>
                  <a:pt x="170307" y="14954"/>
                  <a:pt x="170307" y="14954"/>
                  <a:pt x="170307" y="14954"/>
                </a:cubicBezTo>
                <a:cubicBezTo>
                  <a:pt x="170307" y="14954"/>
                  <a:pt x="170307" y="14954"/>
                  <a:pt x="170307" y="14954"/>
                </a:cubicBezTo>
                <a:cubicBezTo>
                  <a:pt x="170307" y="14954"/>
                  <a:pt x="170307" y="14954"/>
                  <a:pt x="170307" y="14954"/>
                </a:cubicBezTo>
                <a:cubicBezTo>
                  <a:pt x="170307" y="14954"/>
                  <a:pt x="170307" y="14954"/>
                  <a:pt x="170307" y="14954"/>
                </a:cubicBezTo>
                <a:cubicBezTo>
                  <a:pt x="170212" y="14954"/>
                  <a:pt x="170212" y="14859"/>
                  <a:pt x="170116" y="14859"/>
                </a:cubicBezTo>
                <a:cubicBezTo>
                  <a:pt x="170116" y="14859"/>
                  <a:pt x="170116" y="14859"/>
                  <a:pt x="170116" y="14859"/>
                </a:cubicBezTo>
                <a:cubicBezTo>
                  <a:pt x="170116" y="14859"/>
                  <a:pt x="170116" y="14859"/>
                  <a:pt x="170021" y="14859"/>
                </a:cubicBezTo>
                <a:cubicBezTo>
                  <a:pt x="170021" y="14859"/>
                  <a:pt x="170021" y="14859"/>
                  <a:pt x="170021" y="14859"/>
                </a:cubicBezTo>
                <a:cubicBezTo>
                  <a:pt x="170021" y="14859"/>
                  <a:pt x="170021" y="14859"/>
                  <a:pt x="169926" y="14859"/>
                </a:cubicBezTo>
                <a:cubicBezTo>
                  <a:pt x="169926" y="14859"/>
                  <a:pt x="169926" y="14859"/>
                  <a:pt x="169926" y="14859"/>
                </a:cubicBezTo>
                <a:lnTo>
                  <a:pt x="169831" y="14859"/>
                </a:lnTo>
                <a:lnTo>
                  <a:pt x="169831" y="14859"/>
                </a:lnTo>
                <a:cubicBezTo>
                  <a:pt x="166688" y="13049"/>
                  <a:pt x="163354" y="11430"/>
                  <a:pt x="160020" y="10001"/>
                </a:cubicBezTo>
                <a:lnTo>
                  <a:pt x="160020" y="10001"/>
                </a:lnTo>
                <a:cubicBezTo>
                  <a:pt x="159925" y="9906"/>
                  <a:pt x="159734" y="9906"/>
                  <a:pt x="159639" y="9811"/>
                </a:cubicBezTo>
                <a:cubicBezTo>
                  <a:pt x="159639" y="9811"/>
                  <a:pt x="159639" y="9811"/>
                  <a:pt x="159639" y="9811"/>
                </a:cubicBezTo>
                <a:cubicBezTo>
                  <a:pt x="159639" y="9811"/>
                  <a:pt x="159639" y="9811"/>
                  <a:pt x="159544" y="9811"/>
                </a:cubicBezTo>
                <a:cubicBezTo>
                  <a:pt x="159544" y="9811"/>
                  <a:pt x="159544" y="9811"/>
                  <a:pt x="159544" y="9811"/>
                </a:cubicBezTo>
                <a:cubicBezTo>
                  <a:pt x="159544" y="9811"/>
                  <a:pt x="159544" y="9811"/>
                  <a:pt x="159448" y="9811"/>
                </a:cubicBezTo>
                <a:cubicBezTo>
                  <a:pt x="159448" y="9811"/>
                  <a:pt x="159448" y="9811"/>
                  <a:pt x="159448" y="9811"/>
                </a:cubicBezTo>
                <a:lnTo>
                  <a:pt x="159353" y="9811"/>
                </a:lnTo>
                <a:cubicBezTo>
                  <a:pt x="159353" y="9811"/>
                  <a:pt x="159353" y="9811"/>
                  <a:pt x="159353" y="9811"/>
                </a:cubicBezTo>
                <a:cubicBezTo>
                  <a:pt x="159353" y="9811"/>
                  <a:pt x="159353" y="9811"/>
                  <a:pt x="159258" y="9811"/>
                </a:cubicBezTo>
                <a:lnTo>
                  <a:pt x="159258" y="9811"/>
                </a:lnTo>
                <a:cubicBezTo>
                  <a:pt x="159258" y="9811"/>
                  <a:pt x="159163" y="9811"/>
                  <a:pt x="159163" y="9716"/>
                </a:cubicBezTo>
                <a:cubicBezTo>
                  <a:pt x="159163" y="9716"/>
                  <a:pt x="159163" y="9716"/>
                  <a:pt x="159163" y="9716"/>
                </a:cubicBezTo>
                <a:cubicBezTo>
                  <a:pt x="159163" y="9716"/>
                  <a:pt x="159163" y="9716"/>
                  <a:pt x="159163" y="9716"/>
                </a:cubicBezTo>
                <a:cubicBezTo>
                  <a:pt x="159163" y="9716"/>
                  <a:pt x="159163" y="9716"/>
                  <a:pt x="159163" y="9716"/>
                </a:cubicBezTo>
                <a:cubicBezTo>
                  <a:pt x="159163" y="9716"/>
                  <a:pt x="159163" y="9716"/>
                  <a:pt x="159163" y="9716"/>
                </a:cubicBezTo>
                <a:cubicBezTo>
                  <a:pt x="159163" y="9716"/>
                  <a:pt x="159163" y="9716"/>
                  <a:pt x="159163" y="9716"/>
                </a:cubicBezTo>
                <a:cubicBezTo>
                  <a:pt x="159163" y="9716"/>
                  <a:pt x="159163" y="9716"/>
                  <a:pt x="159163" y="9716"/>
                </a:cubicBezTo>
                <a:cubicBezTo>
                  <a:pt x="159163" y="9716"/>
                  <a:pt x="159163" y="9716"/>
                  <a:pt x="159163" y="9716"/>
                </a:cubicBezTo>
                <a:cubicBezTo>
                  <a:pt x="159163" y="9716"/>
                  <a:pt x="159163" y="9716"/>
                  <a:pt x="159163" y="9716"/>
                </a:cubicBezTo>
                <a:cubicBezTo>
                  <a:pt x="159163" y="9716"/>
                  <a:pt x="159163" y="9716"/>
                  <a:pt x="159163" y="9716"/>
                </a:cubicBezTo>
                <a:cubicBezTo>
                  <a:pt x="159163" y="9716"/>
                  <a:pt x="159163" y="9716"/>
                  <a:pt x="159163" y="9716"/>
                </a:cubicBezTo>
                <a:cubicBezTo>
                  <a:pt x="159163" y="9716"/>
                  <a:pt x="159163" y="9716"/>
                  <a:pt x="159067" y="9716"/>
                </a:cubicBezTo>
                <a:cubicBezTo>
                  <a:pt x="159067" y="9716"/>
                  <a:pt x="159067" y="9716"/>
                  <a:pt x="159067" y="9716"/>
                </a:cubicBezTo>
                <a:cubicBezTo>
                  <a:pt x="159067" y="9716"/>
                  <a:pt x="159067" y="9716"/>
                  <a:pt x="158972" y="9716"/>
                </a:cubicBezTo>
                <a:cubicBezTo>
                  <a:pt x="158972" y="9716"/>
                  <a:pt x="158972" y="9716"/>
                  <a:pt x="158972" y="9716"/>
                </a:cubicBezTo>
                <a:cubicBezTo>
                  <a:pt x="158972" y="9716"/>
                  <a:pt x="158972" y="9716"/>
                  <a:pt x="158877" y="9716"/>
                </a:cubicBezTo>
                <a:cubicBezTo>
                  <a:pt x="158877" y="9716"/>
                  <a:pt x="158877" y="9716"/>
                  <a:pt x="158877" y="9716"/>
                </a:cubicBezTo>
                <a:cubicBezTo>
                  <a:pt x="158877" y="9716"/>
                  <a:pt x="158877" y="9716"/>
                  <a:pt x="158782" y="9716"/>
                </a:cubicBezTo>
                <a:cubicBezTo>
                  <a:pt x="158782" y="9716"/>
                  <a:pt x="158782" y="9716"/>
                  <a:pt x="158782" y="9716"/>
                </a:cubicBezTo>
                <a:cubicBezTo>
                  <a:pt x="158782" y="9716"/>
                  <a:pt x="158782" y="9716"/>
                  <a:pt x="158686" y="9716"/>
                </a:cubicBezTo>
                <a:cubicBezTo>
                  <a:pt x="158686" y="9716"/>
                  <a:pt x="158686" y="9716"/>
                  <a:pt x="158686" y="9716"/>
                </a:cubicBezTo>
                <a:cubicBezTo>
                  <a:pt x="158686" y="9716"/>
                  <a:pt x="158591" y="9716"/>
                  <a:pt x="158591" y="9716"/>
                </a:cubicBezTo>
                <a:cubicBezTo>
                  <a:pt x="158591" y="9716"/>
                  <a:pt x="158591" y="9716"/>
                  <a:pt x="158591" y="9716"/>
                </a:cubicBezTo>
                <a:cubicBezTo>
                  <a:pt x="158496" y="9716"/>
                  <a:pt x="158401" y="9620"/>
                  <a:pt x="158305" y="9620"/>
                </a:cubicBezTo>
                <a:cubicBezTo>
                  <a:pt x="158305" y="9620"/>
                  <a:pt x="158305" y="9620"/>
                  <a:pt x="158305" y="9620"/>
                </a:cubicBezTo>
                <a:cubicBezTo>
                  <a:pt x="158305" y="9620"/>
                  <a:pt x="158210" y="9620"/>
                  <a:pt x="158210" y="9620"/>
                </a:cubicBezTo>
                <a:cubicBezTo>
                  <a:pt x="158210" y="9620"/>
                  <a:pt x="158210" y="9620"/>
                  <a:pt x="158210" y="9620"/>
                </a:cubicBezTo>
                <a:cubicBezTo>
                  <a:pt x="157258" y="9239"/>
                  <a:pt x="156305" y="8858"/>
                  <a:pt x="155353" y="8477"/>
                </a:cubicBezTo>
                <a:lnTo>
                  <a:pt x="151924" y="17335"/>
                </a:lnTo>
                <a:cubicBezTo>
                  <a:pt x="157353" y="19431"/>
                  <a:pt x="162592" y="22003"/>
                  <a:pt x="167640" y="24956"/>
                </a:cubicBezTo>
                <a:lnTo>
                  <a:pt x="172212" y="15811"/>
                </a:lnTo>
                <a:close/>
                <a:moveTo>
                  <a:pt x="194786" y="33338"/>
                </a:moveTo>
                <a:cubicBezTo>
                  <a:pt x="190309" y="28861"/>
                  <a:pt x="185451" y="24765"/>
                  <a:pt x="180213" y="21050"/>
                </a:cubicBezTo>
                <a:lnTo>
                  <a:pt x="174688" y="28861"/>
                </a:lnTo>
                <a:cubicBezTo>
                  <a:pt x="179451" y="32195"/>
                  <a:pt x="183928" y="36005"/>
                  <a:pt x="188023" y="40100"/>
                </a:cubicBezTo>
                <a:lnTo>
                  <a:pt x="194786" y="33338"/>
                </a:lnTo>
                <a:close/>
                <a:moveTo>
                  <a:pt x="125349" y="218408"/>
                </a:moveTo>
                <a:lnTo>
                  <a:pt x="126397" y="227838"/>
                </a:lnTo>
                <a:cubicBezTo>
                  <a:pt x="126397" y="227838"/>
                  <a:pt x="126492" y="227838"/>
                  <a:pt x="126492" y="227838"/>
                </a:cubicBezTo>
                <a:lnTo>
                  <a:pt x="126492" y="227838"/>
                </a:lnTo>
                <a:cubicBezTo>
                  <a:pt x="126492" y="227838"/>
                  <a:pt x="126587" y="227838"/>
                  <a:pt x="126587" y="227838"/>
                </a:cubicBezTo>
                <a:cubicBezTo>
                  <a:pt x="126587" y="227838"/>
                  <a:pt x="126587" y="227838"/>
                  <a:pt x="126587" y="227838"/>
                </a:cubicBezTo>
                <a:cubicBezTo>
                  <a:pt x="126587" y="227838"/>
                  <a:pt x="126587" y="227838"/>
                  <a:pt x="126682" y="227838"/>
                </a:cubicBezTo>
                <a:cubicBezTo>
                  <a:pt x="126682" y="227838"/>
                  <a:pt x="126682" y="227838"/>
                  <a:pt x="126682" y="227838"/>
                </a:cubicBezTo>
                <a:cubicBezTo>
                  <a:pt x="126682" y="227838"/>
                  <a:pt x="126682" y="227838"/>
                  <a:pt x="126778" y="227838"/>
                </a:cubicBezTo>
                <a:cubicBezTo>
                  <a:pt x="126778" y="227838"/>
                  <a:pt x="126778" y="227838"/>
                  <a:pt x="126778" y="227838"/>
                </a:cubicBezTo>
                <a:cubicBezTo>
                  <a:pt x="126778" y="227838"/>
                  <a:pt x="126873" y="227838"/>
                  <a:pt x="126873" y="227838"/>
                </a:cubicBezTo>
                <a:cubicBezTo>
                  <a:pt x="126873" y="227838"/>
                  <a:pt x="126873" y="227838"/>
                  <a:pt x="126873" y="227838"/>
                </a:cubicBezTo>
                <a:cubicBezTo>
                  <a:pt x="126968" y="227838"/>
                  <a:pt x="126968" y="227838"/>
                  <a:pt x="127063" y="227838"/>
                </a:cubicBezTo>
                <a:lnTo>
                  <a:pt x="127063" y="227838"/>
                </a:lnTo>
                <a:cubicBezTo>
                  <a:pt x="127063" y="227838"/>
                  <a:pt x="127159" y="227838"/>
                  <a:pt x="127159" y="227838"/>
                </a:cubicBezTo>
                <a:cubicBezTo>
                  <a:pt x="127159" y="227838"/>
                  <a:pt x="127159" y="227838"/>
                  <a:pt x="127159" y="227838"/>
                </a:cubicBezTo>
                <a:cubicBezTo>
                  <a:pt x="127159" y="227838"/>
                  <a:pt x="127254" y="227838"/>
                  <a:pt x="127254" y="227838"/>
                </a:cubicBezTo>
                <a:cubicBezTo>
                  <a:pt x="127254" y="227838"/>
                  <a:pt x="127254" y="227838"/>
                  <a:pt x="127254" y="227838"/>
                </a:cubicBezTo>
                <a:cubicBezTo>
                  <a:pt x="130111" y="227552"/>
                  <a:pt x="132874" y="227076"/>
                  <a:pt x="135636" y="226600"/>
                </a:cubicBezTo>
                <a:lnTo>
                  <a:pt x="135636" y="226600"/>
                </a:lnTo>
                <a:cubicBezTo>
                  <a:pt x="135826" y="226600"/>
                  <a:pt x="135922" y="226504"/>
                  <a:pt x="136112" y="226504"/>
                </a:cubicBezTo>
                <a:cubicBezTo>
                  <a:pt x="136112" y="226504"/>
                  <a:pt x="136112" y="226504"/>
                  <a:pt x="136112" y="226504"/>
                </a:cubicBezTo>
                <a:cubicBezTo>
                  <a:pt x="136207" y="226504"/>
                  <a:pt x="136303" y="226504"/>
                  <a:pt x="136493" y="226409"/>
                </a:cubicBezTo>
                <a:lnTo>
                  <a:pt x="136493" y="226409"/>
                </a:lnTo>
                <a:cubicBezTo>
                  <a:pt x="136493" y="226409"/>
                  <a:pt x="136588" y="226409"/>
                  <a:pt x="136588" y="226409"/>
                </a:cubicBezTo>
                <a:cubicBezTo>
                  <a:pt x="136588" y="226409"/>
                  <a:pt x="136588" y="226409"/>
                  <a:pt x="136588" y="226409"/>
                </a:cubicBezTo>
                <a:cubicBezTo>
                  <a:pt x="136588" y="226409"/>
                  <a:pt x="136684" y="226409"/>
                  <a:pt x="136684" y="226409"/>
                </a:cubicBezTo>
                <a:lnTo>
                  <a:pt x="136684" y="226409"/>
                </a:lnTo>
                <a:lnTo>
                  <a:pt x="136969" y="226314"/>
                </a:lnTo>
                <a:cubicBezTo>
                  <a:pt x="136969" y="226314"/>
                  <a:pt x="136969" y="226314"/>
                  <a:pt x="136969" y="226314"/>
                </a:cubicBezTo>
                <a:cubicBezTo>
                  <a:pt x="136969" y="226314"/>
                  <a:pt x="137065" y="226314"/>
                  <a:pt x="137065" y="226314"/>
                </a:cubicBezTo>
                <a:lnTo>
                  <a:pt x="137065" y="226314"/>
                </a:lnTo>
                <a:cubicBezTo>
                  <a:pt x="137065" y="226314"/>
                  <a:pt x="137160" y="226314"/>
                  <a:pt x="137160" y="226314"/>
                </a:cubicBezTo>
                <a:cubicBezTo>
                  <a:pt x="137160" y="226314"/>
                  <a:pt x="137160" y="226314"/>
                  <a:pt x="137160" y="226314"/>
                </a:cubicBezTo>
                <a:cubicBezTo>
                  <a:pt x="137160" y="226314"/>
                  <a:pt x="137255" y="226314"/>
                  <a:pt x="137255" y="226314"/>
                </a:cubicBezTo>
                <a:cubicBezTo>
                  <a:pt x="137255" y="226314"/>
                  <a:pt x="137255" y="226314"/>
                  <a:pt x="137255" y="226314"/>
                </a:cubicBezTo>
                <a:cubicBezTo>
                  <a:pt x="137350" y="226314"/>
                  <a:pt x="137350" y="226314"/>
                  <a:pt x="137446" y="226314"/>
                </a:cubicBezTo>
                <a:cubicBezTo>
                  <a:pt x="137446" y="226314"/>
                  <a:pt x="137446" y="226314"/>
                  <a:pt x="137446" y="226314"/>
                </a:cubicBezTo>
                <a:cubicBezTo>
                  <a:pt x="137446" y="226314"/>
                  <a:pt x="137446" y="226314"/>
                  <a:pt x="137541" y="226314"/>
                </a:cubicBezTo>
                <a:cubicBezTo>
                  <a:pt x="137541" y="226314"/>
                  <a:pt x="137541" y="226314"/>
                  <a:pt x="137541" y="226314"/>
                </a:cubicBezTo>
                <a:cubicBezTo>
                  <a:pt x="137541" y="226314"/>
                  <a:pt x="137541" y="226314"/>
                  <a:pt x="137636" y="226314"/>
                </a:cubicBezTo>
                <a:cubicBezTo>
                  <a:pt x="137636" y="226314"/>
                  <a:pt x="137636" y="226314"/>
                  <a:pt x="137636" y="226314"/>
                </a:cubicBezTo>
                <a:cubicBezTo>
                  <a:pt x="137636" y="226314"/>
                  <a:pt x="137731" y="226314"/>
                  <a:pt x="137731" y="226314"/>
                </a:cubicBezTo>
                <a:cubicBezTo>
                  <a:pt x="137731" y="226314"/>
                  <a:pt x="137731" y="226314"/>
                  <a:pt x="137731" y="226314"/>
                </a:cubicBezTo>
                <a:cubicBezTo>
                  <a:pt x="137826" y="226314"/>
                  <a:pt x="137826" y="226314"/>
                  <a:pt x="137922" y="226314"/>
                </a:cubicBezTo>
                <a:cubicBezTo>
                  <a:pt x="137922" y="226314"/>
                  <a:pt x="137922" y="226314"/>
                  <a:pt x="137922" y="226314"/>
                </a:cubicBezTo>
                <a:cubicBezTo>
                  <a:pt x="137922" y="226314"/>
                  <a:pt x="137922" y="226314"/>
                  <a:pt x="138017" y="226314"/>
                </a:cubicBezTo>
                <a:cubicBezTo>
                  <a:pt x="138017" y="226314"/>
                  <a:pt x="138017" y="226314"/>
                  <a:pt x="138017" y="226314"/>
                </a:cubicBezTo>
                <a:cubicBezTo>
                  <a:pt x="138017" y="226314"/>
                  <a:pt x="138017" y="226314"/>
                  <a:pt x="138113" y="226314"/>
                </a:cubicBezTo>
                <a:cubicBezTo>
                  <a:pt x="138113" y="226314"/>
                  <a:pt x="138113" y="226314"/>
                  <a:pt x="138113" y="226314"/>
                </a:cubicBezTo>
                <a:cubicBezTo>
                  <a:pt x="138113" y="226314"/>
                  <a:pt x="138208" y="226314"/>
                  <a:pt x="138208" y="226314"/>
                </a:cubicBezTo>
                <a:cubicBezTo>
                  <a:pt x="138208" y="226314"/>
                  <a:pt x="138208" y="226314"/>
                  <a:pt x="138208" y="226314"/>
                </a:cubicBezTo>
                <a:cubicBezTo>
                  <a:pt x="138303" y="226314"/>
                  <a:pt x="138303" y="226314"/>
                  <a:pt x="138398" y="226314"/>
                </a:cubicBezTo>
                <a:cubicBezTo>
                  <a:pt x="138398" y="226314"/>
                  <a:pt x="138398" y="226314"/>
                  <a:pt x="138398" y="226314"/>
                </a:cubicBezTo>
                <a:cubicBezTo>
                  <a:pt x="138398" y="226314"/>
                  <a:pt x="138398" y="226314"/>
                  <a:pt x="138493" y="226314"/>
                </a:cubicBezTo>
                <a:lnTo>
                  <a:pt x="138493" y="226314"/>
                </a:lnTo>
                <a:cubicBezTo>
                  <a:pt x="138493" y="226314"/>
                  <a:pt x="138493" y="226314"/>
                  <a:pt x="138589" y="226314"/>
                </a:cubicBezTo>
                <a:cubicBezTo>
                  <a:pt x="138589" y="226314"/>
                  <a:pt x="138589" y="226314"/>
                  <a:pt x="138589" y="226314"/>
                </a:cubicBezTo>
                <a:cubicBezTo>
                  <a:pt x="138589" y="226314"/>
                  <a:pt x="138684" y="226314"/>
                  <a:pt x="138684" y="226314"/>
                </a:cubicBezTo>
                <a:cubicBezTo>
                  <a:pt x="138684" y="226314"/>
                  <a:pt x="138684" y="226314"/>
                  <a:pt x="138684" y="226314"/>
                </a:cubicBezTo>
                <a:cubicBezTo>
                  <a:pt x="138684" y="226314"/>
                  <a:pt x="138779" y="226314"/>
                  <a:pt x="138779" y="226314"/>
                </a:cubicBezTo>
                <a:cubicBezTo>
                  <a:pt x="138779" y="226314"/>
                  <a:pt x="138874" y="226314"/>
                  <a:pt x="138874" y="226314"/>
                </a:cubicBezTo>
                <a:cubicBezTo>
                  <a:pt x="138874" y="226314"/>
                  <a:pt x="138874" y="226314"/>
                  <a:pt x="138874" y="226314"/>
                </a:cubicBezTo>
                <a:cubicBezTo>
                  <a:pt x="138874" y="226314"/>
                  <a:pt x="138874" y="226314"/>
                  <a:pt x="138970" y="226314"/>
                </a:cubicBezTo>
                <a:lnTo>
                  <a:pt x="138970" y="226314"/>
                </a:lnTo>
                <a:cubicBezTo>
                  <a:pt x="138970" y="226314"/>
                  <a:pt x="138970" y="226314"/>
                  <a:pt x="139065" y="226314"/>
                </a:cubicBezTo>
                <a:cubicBezTo>
                  <a:pt x="139065" y="226314"/>
                  <a:pt x="139065" y="226314"/>
                  <a:pt x="139065" y="226314"/>
                </a:cubicBezTo>
                <a:cubicBezTo>
                  <a:pt x="139065" y="226314"/>
                  <a:pt x="139160" y="226314"/>
                  <a:pt x="139160" y="226314"/>
                </a:cubicBezTo>
                <a:cubicBezTo>
                  <a:pt x="139160" y="226314"/>
                  <a:pt x="139160" y="226314"/>
                  <a:pt x="139160" y="226314"/>
                </a:cubicBezTo>
                <a:cubicBezTo>
                  <a:pt x="139255" y="226314"/>
                  <a:pt x="139255" y="226314"/>
                  <a:pt x="139351" y="226314"/>
                </a:cubicBezTo>
                <a:lnTo>
                  <a:pt x="139351" y="226314"/>
                </a:lnTo>
                <a:cubicBezTo>
                  <a:pt x="139351" y="226314"/>
                  <a:pt x="139351" y="226314"/>
                  <a:pt x="139446" y="226314"/>
                </a:cubicBezTo>
                <a:cubicBezTo>
                  <a:pt x="139446" y="226314"/>
                  <a:pt x="139446" y="226314"/>
                  <a:pt x="139446" y="226314"/>
                </a:cubicBezTo>
                <a:cubicBezTo>
                  <a:pt x="139446" y="226314"/>
                  <a:pt x="139446" y="226314"/>
                  <a:pt x="139541" y="226314"/>
                </a:cubicBezTo>
                <a:cubicBezTo>
                  <a:pt x="139541" y="226314"/>
                  <a:pt x="139541" y="226314"/>
                  <a:pt x="139541" y="226314"/>
                </a:cubicBezTo>
                <a:cubicBezTo>
                  <a:pt x="139541" y="226314"/>
                  <a:pt x="139636" y="226314"/>
                  <a:pt x="139636" y="226314"/>
                </a:cubicBezTo>
                <a:cubicBezTo>
                  <a:pt x="139636" y="226314"/>
                  <a:pt x="139636" y="226314"/>
                  <a:pt x="139636" y="226314"/>
                </a:cubicBezTo>
                <a:cubicBezTo>
                  <a:pt x="139732" y="226314"/>
                  <a:pt x="139732" y="226314"/>
                  <a:pt x="139827" y="226314"/>
                </a:cubicBezTo>
                <a:cubicBezTo>
                  <a:pt x="139827" y="226314"/>
                  <a:pt x="139827" y="226314"/>
                  <a:pt x="139827" y="226314"/>
                </a:cubicBezTo>
                <a:cubicBezTo>
                  <a:pt x="139827" y="226314"/>
                  <a:pt x="139827" y="226314"/>
                  <a:pt x="139922" y="226314"/>
                </a:cubicBezTo>
                <a:cubicBezTo>
                  <a:pt x="139922" y="226314"/>
                  <a:pt x="139922" y="226314"/>
                  <a:pt x="139922" y="226314"/>
                </a:cubicBezTo>
                <a:cubicBezTo>
                  <a:pt x="139922" y="226314"/>
                  <a:pt x="139922" y="226314"/>
                  <a:pt x="140017" y="226314"/>
                </a:cubicBezTo>
                <a:cubicBezTo>
                  <a:pt x="140017" y="226314"/>
                  <a:pt x="140017" y="226314"/>
                  <a:pt x="140017" y="226314"/>
                </a:cubicBezTo>
                <a:cubicBezTo>
                  <a:pt x="140017" y="226314"/>
                  <a:pt x="140017" y="226314"/>
                  <a:pt x="140113" y="226314"/>
                </a:cubicBezTo>
                <a:cubicBezTo>
                  <a:pt x="140113" y="226314"/>
                  <a:pt x="140113" y="226314"/>
                  <a:pt x="140113" y="226314"/>
                </a:cubicBezTo>
                <a:cubicBezTo>
                  <a:pt x="140208" y="226314"/>
                  <a:pt x="140208" y="226314"/>
                  <a:pt x="140303" y="226314"/>
                </a:cubicBezTo>
                <a:cubicBezTo>
                  <a:pt x="140303" y="226314"/>
                  <a:pt x="140303" y="226314"/>
                  <a:pt x="140303" y="226314"/>
                </a:cubicBezTo>
                <a:cubicBezTo>
                  <a:pt x="140303" y="226314"/>
                  <a:pt x="140303" y="226314"/>
                  <a:pt x="140398" y="226314"/>
                </a:cubicBezTo>
                <a:cubicBezTo>
                  <a:pt x="140398" y="226314"/>
                  <a:pt x="140398" y="226314"/>
                  <a:pt x="140398" y="226314"/>
                </a:cubicBezTo>
                <a:cubicBezTo>
                  <a:pt x="140398" y="226314"/>
                  <a:pt x="140398" y="226314"/>
                  <a:pt x="140494" y="226314"/>
                </a:cubicBezTo>
                <a:cubicBezTo>
                  <a:pt x="140494" y="226314"/>
                  <a:pt x="140494" y="226314"/>
                  <a:pt x="140494" y="226314"/>
                </a:cubicBezTo>
                <a:cubicBezTo>
                  <a:pt x="140494" y="226314"/>
                  <a:pt x="140589" y="226314"/>
                  <a:pt x="140589" y="226314"/>
                </a:cubicBezTo>
                <a:lnTo>
                  <a:pt x="140589" y="226314"/>
                </a:lnTo>
                <a:cubicBezTo>
                  <a:pt x="140684" y="226314"/>
                  <a:pt x="140684" y="226314"/>
                  <a:pt x="140779" y="226314"/>
                </a:cubicBezTo>
                <a:cubicBezTo>
                  <a:pt x="140779" y="226314"/>
                  <a:pt x="140779" y="226314"/>
                  <a:pt x="140779" y="226314"/>
                </a:cubicBezTo>
                <a:cubicBezTo>
                  <a:pt x="140779" y="226314"/>
                  <a:pt x="140875" y="226314"/>
                  <a:pt x="140875" y="226314"/>
                </a:cubicBezTo>
                <a:cubicBezTo>
                  <a:pt x="140875" y="226314"/>
                  <a:pt x="140875" y="226314"/>
                  <a:pt x="140875" y="226314"/>
                </a:cubicBezTo>
                <a:cubicBezTo>
                  <a:pt x="140875" y="226314"/>
                  <a:pt x="140875" y="226314"/>
                  <a:pt x="140970" y="226314"/>
                </a:cubicBezTo>
                <a:cubicBezTo>
                  <a:pt x="140970" y="226314"/>
                  <a:pt x="140970" y="226314"/>
                  <a:pt x="140970" y="226314"/>
                </a:cubicBezTo>
                <a:cubicBezTo>
                  <a:pt x="140970" y="226314"/>
                  <a:pt x="141065" y="226314"/>
                  <a:pt x="141065" y="226314"/>
                </a:cubicBezTo>
                <a:cubicBezTo>
                  <a:pt x="141065" y="226314"/>
                  <a:pt x="141065" y="226314"/>
                  <a:pt x="141065" y="226314"/>
                </a:cubicBezTo>
                <a:cubicBezTo>
                  <a:pt x="141160" y="226314"/>
                  <a:pt x="141160" y="226314"/>
                  <a:pt x="141256" y="226314"/>
                </a:cubicBezTo>
                <a:cubicBezTo>
                  <a:pt x="141256" y="226314"/>
                  <a:pt x="141256" y="226314"/>
                  <a:pt x="141256" y="226314"/>
                </a:cubicBezTo>
                <a:cubicBezTo>
                  <a:pt x="141256" y="226314"/>
                  <a:pt x="141351" y="226314"/>
                  <a:pt x="141351" y="226314"/>
                </a:cubicBezTo>
                <a:cubicBezTo>
                  <a:pt x="141351" y="226314"/>
                  <a:pt x="141351" y="226314"/>
                  <a:pt x="141351" y="226314"/>
                </a:cubicBezTo>
                <a:cubicBezTo>
                  <a:pt x="141351" y="226314"/>
                  <a:pt x="141446" y="226314"/>
                  <a:pt x="141446" y="226314"/>
                </a:cubicBezTo>
                <a:cubicBezTo>
                  <a:pt x="141446" y="226314"/>
                  <a:pt x="141446" y="226314"/>
                  <a:pt x="141446" y="226314"/>
                </a:cubicBezTo>
                <a:cubicBezTo>
                  <a:pt x="141541" y="226314"/>
                  <a:pt x="141637" y="226219"/>
                  <a:pt x="141827" y="226219"/>
                </a:cubicBezTo>
                <a:cubicBezTo>
                  <a:pt x="141827" y="226219"/>
                  <a:pt x="141827" y="226219"/>
                  <a:pt x="141827" y="226219"/>
                </a:cubicBezTo>
                <a:cubicBezTo>
                  <a:pt x="141827" y="226219"/>
                  <a:pt x="141922" y="226219"/>
                  <a:pt x="141922" y="226219"/>
                </a:cubicBezTo>
                <a:cubicBezTo>
                  <a:pt x="141922" y="226219"/>
                  <a:pt x="141922" y="226219"/>
                  <a:pt x="141922" y="226219"/>
                </a:cubicBezTo>
                <a:cubicBezTo>
                  <a:pt x="143161" y="225933"/>
                  <a:pt x="144399" y="225552"/>
                  <a:pt x="145637" y="225266"/>
                </a:cubicBezTo>
                <a:lnTo>
                  <a:pt x="143065" y="216122"/>
                </a:lnTo>
                <a:cubicBezTo>
                  <a:pt x="136969" y="216694"/>
                  <a:pt x="131159" y="217837"/>
                  <a:pt x="125349" y="218408"/>
                </a:cubicBezTo>
                <a:close/>
                <a:moveTo>
                  <a:pt x="173926" y="200311"/>
                </a:moveTo>
                <a:lnTo>
                  <a:pt x="179356" y="208121"/>
                </a:lnTo>
                <a:cubicBezTo>
                  <a:pt x="183261" y="205454"/>
                  <a:pt x="186880" y="202502"/>
                  <a:pt x="190405" y="199358"/>
                </a:cubicBezTo>
                <a:cubicBezTo>
                  <a:pt x="190405" y="199358"/>
                  <a:pt x="190405" y="199358"/>
                  <a:pt x="190405" y="199358"/>
                </a:cubicBezTo>
                <a:cubicBezTo>
                  <a:pt x="190500" y="199263"/>
                  <a:pt x="190595" y="199168"/>
                  <a:pt x="190690" y="199073"/>
                </a:cubicBezTo>
                <a:cubicBezTo>
                  <a:pt x="190690" y="199073"/>
                  <a:pt x="190690" y="199073"/>
                  <a:pt x="190690" y="199073"/>
                </a:cubicBezTo>
                <a:cubicBezTo>
                  <a:pt x="190690" y="199073"/>
                  <a:pt x="190690" y="199073"/>
                  <a:pt x="190786" y="198977"/>
                </a:cubicBezTo>
                <a:cubicBezTo>
                  <a:pt x="190786" y="198977"/>
                  <a:pt x="190786" y="198977"/>
                  <a:pt x="190786" y="198977"/>
                </a:cubicBezTo>
                <a:cubicBezTo>
                  <a:pt x="190786" y="198977"/>
                  <a:pt x="190786" y="198977"/>
                  <a:pt x="190881" y="198882"/>
                </a:cubicBezTo>
                <a:cubicBezTo>
                  <a:pt x="190881" y="198882"/>
                  <a:pt x="190881" y="198882"/>
                  <a:pt x="190881" y="198882"/>
                </a:cubicBezTo>
                <a:cubicBezTo>
                  <a:pt x="190881" y="198882"/>
                  <a:pt x="190881" y="198882"/>
                  <a:pt x="190976" y="198787"/>
                </a:cubicBezTo>
                <a:cubicBezTo>
                  <a:pt x="190976" y="198787"/>
                  <a:pt x="190976" y="198787"/>
                  <a:pt x="190976" y="198787"/>
                </a:cubicBezTo>
                <a:cubicBezTo>
                  <a:pt x="191071" y="198692"/>
                  <a:pt x="191071" y="198692"/>
                  <a:pt x="191167" y="198596"/>
                </a:cubicBezTo>
                <a:cubicBezTo>
                  <a:pt x="191167" y="198596"/>
                  <a:pt x="191167" y="198596"/>
                  <a:pt x="191167" y="198596"/>
                </a:cubicBezTo>
                <a:cubicBezTo>
                  <a:pt x="191167" y="198596"/>
                  <a:pt x="191167" y="198596"/>
                  <a:pt x="191262" y="198501"/>
                </a:cubicBezTo>
                <a:cubicBezTo>
                  <a:pt x="191262" y="198501"/>
                  <a:pt x="191262" y="198501"/>
                  <a:pt x="191262" y="198501"/>
                </a:cubicBezTo>
                <a:cubicBezTo>
                  <a:pt x="191262" y="198501"/>
                  <a:pt x="191262" y="198501"/>
                  <a:pt x="191357" y="198406"/>
                </a:cubicBezTo>
                <a:cubicBezTo>
                  <a:pt x="191357" y="198406"/>
                  <a:pt x="191357" y="198406"/>
                  <a:pt x="191357" y="198406"/>
                </a:cubicBezTo>
                <a:cubicBezTo>
                  <a:pt x="191357" y="198406"/>
                  <a:pt x="191357" y="198406"/>
                  <a:pt x="191452" y="198311"/>
                </a:cubicBezTo>
                <a:cubicBezTo>
                  <a:pt x="191452" y="198311"/>
                  <a:pt x="191452" y="198311"/>
                  <a:pt x="191452" y="198311"/>
                </a:cubicBezTo>
                <a:cubicBezTo>
                  <a:pt x="191548" y="198215"/>
                  <a:pt x="191643" y="198120"/>
                  <a:pt x="191738" y="198120"/>
                </a:cubicBezTo>
                <a:cubicBezTo>
                  <a:pt x="191738" y="198120"/>
                  <a:pt x="191738" y="198120"/>
                  <a:pt x="191738" y="198120"/>
                </a:cubicBezTo>
                <a:cubicBezTo>
                  <a:pt x="191738" y="198120"/>
                  <a:pt x="191738" y="198120"/>
                  <a:pt x="191833" y="198025"/>
                </a:cubicBezTo>
                <a:cubicBezTo>
                  <a:pt x="191833" y="198025"/>
                  <a:pt x="191833" y="198025"/>
                  <a:pt x="191833" y="198025"/>
                </a:cubicBezTo>
                <a:cubicBezTo>
                  <a:pt x="191833" y="198025"/>
                  <a:pt x="191833" y="198025"/>
                  <a:pt x="191929" y="198025"/>
                </a:cubicBezTo>
                <a:cubicBezTo>
                  <a:pt x="191929" y="198025"/>
                  <a:pt x="191929" y="198025"/>
                  <a:pt x="191929" y="198025"/>
                </a:cubicBezTo>
                <a:cubicBezTo>
                  <a:pt x="191929" y="198025"/>
                  <a:pt x="191929" y="198025"/>
                  <a:pt x="192024" y="197929"/>
                </a:cubicBezTo>
                <a:cubicBezTo>
                  <a:pt x="192024" y="197929"/>
                  <a:pt x="192024" y="197929"/>
                  <a:pt x="192024" y="197929"/>
                </a:cubicBezTo>
                <a:cubicBezTo>
                  <a:pt x="192119" y="197834"/>
                  <a:pt x="192119" y="197834"/>
                  <a:pt x="192214" y="197739"/>
                </a:cubicBezTo>
                <a:cubicBezTo>
                  <a:pt x="192214" y="197739"/>
                  <a:pt x="192214" y="197739"/>
                  <a:pt x="192214" y="197739"/>
                </a:cubicBezTo>
                <a:cubicBezTo>
                  <a:pt x="192214" y="197739"/>
                  <a:pt x="192214" y="197739"/>
                  <a:pt x="192309" y="197739"/>
                </a:cubicBezTo>
                <a:cubicBezTo>
                  <a:pt x="192309" y="197739"/>
                  <a:pt x="192309" y="197739"/>
                  <a:pt x="192309" y="197739"/>
                </a:cubicBezTo>
                <a:cubicBezTo>
                  <a:pt x="192309" y="197739"/>
                  <a:pt x="192309" y="197739"/>
                  <a:pt x="192309" y="197739"/>
                </a:cubicBezTo>
                <a:cubicBezTo>
                  <a:pt x="192309" y="197739"/>
                  <a:pt x="192309" y="197739"/>
                  <a:pt x="192309" y="197739"/>
                </a:cubicBezTo>
                <a:cubicBezTo>
                  <a:pt x="192309" y="197739"/>
                  <a:pt x="192309" y="197739"/>
                  <a:pt x="192405" y="197739"/>
                </a:cubicBezTo>
                <a:cubicBezTo>
                  <a:pt x="192405" y="197739"/>
                  <a:pt x="192405" y="197739"/>
                  <a:pt x="192405" y="197739"/>
                </a:cubicBezTo>
                <a:cubicBezTo>
                  <a:pt x="192405" y="197739"/>
                  <a:pt x="192405" y="197739"/>
                  <a:pt x="192500" y="197644"/>
                </a:cubicBezTo>
                <a:cubicBezTo>
                  <a:pt x="192500" y="197644"/>
                  <a:pt x="192500" y="197644"/>
                  <a:pt x="192500" y="197644"/>
                </a:cubicBezTo>
                <a:cubicBezTo>
                  <a:pt x="192500" y="197644"/>
                  <a:pt x="192595" y="197548"/>
                  <a:pt x="192595" y="197548"/>
                </a:cubicBezTo>
                <a:cubicBezTo>
                  <a:pt x="192595" y="197548"/>
                  <a:pt x="192595" y="197548"/>
                  <a:pt x="192595" y="197548"/>
                </a:cubicBezTo>
                <a:cubicBezTo>
                  <a:pt x="192595" y="197548"/>
                  <a:pt x="192595" y="197548"/>
                  <a:pt x="192691" y="197453"/>
                </a:cubicBezTo>
                <a:cubicBezTo>
                  <a:pt x="192691" y="197453"/>
                  <a:pt x="192691" y="197453"/>
                  <a:pt x="192691" y="197453"/>
                </a:cubicBezTo>
                <a:cubicBezTo>
                  <a:pt x="192691" y="197453"/>
                  <a:pt x="192691" y="197453"/>
                  <a:pt x="192691" y="197453"/>
                </a:cubicBezTo>
                <a:cubicBezTo>
                  <a:pt x="192691" y="197453"/>
                  <a:pt x="192691" y="197453"/>
                  <a:pt x="192691" y="197453"/>
                </a:cubicBezTo>
                <a:cubicBezTo>
                  <a:pt x="192691" y="197453"/>
                  <a:pt x="192691" y="197453"/>
                  <a:pt x="192691" y="197453"/>
                </a:cubicBezTo>
                <a:cubicBezTo>
                  <a:pt x="192691" y="197453"/>
                  <a:pt x="192691" y="197453"/>
                  <a:pt x="192691" y="197453"/>
                </a:cubicBezTo>
                <a:cubicBezTo>
                  <a:pt x="192691" y="197453"/>
                  <a:pt x="192691" y="197453"/>
                  <a:pt x="192691" y="197453"/>
                </a:cubicBezTo>
                <a:cubicBezTo>
                  <a:pt x="192691" y="197453"/>
                  <a:pt x="192691" y="197453"/>
                  <a:pt x="192691" y="197453"/>
                </a:cubicBezTo>
                <a:cubicBezTo>
                  <a:pt x="192691" y="197453"/>
                  <a:pt x="192691" y="197453"/>
                  <a:pt x="192786" y="197358"/>
                </a:cubicBezTo>
                <a:lnTo>
                  <a:pt x="192786" y="197358"/>
                </a:lnTo>
                <a:cubicBezTo>
                  <a:pt x="192786" y="197358"/>
                  <a:pt x="192786" y="197358"/>
                  <a:pt x="192881" y="197263"/>
                </a:cubicBezTo>
                <a:cubicBezTo>
                  <a:pt x="192881" y="197263"/>
                  <a:pt x="192881" y="197263"/>
                  <a:pt x="192881" y="197263"/>
                </a:cubicBezTo>
                <a:cubicBezTo>
                  <a:pt x="192881" y="197263"/>
                  <a:pt x="192881" y="197263"/>
                  <a:pt x="192881" y="197263"/>
                </a:cubicBezTo>
                <a:cubicBezTo>
                  <a:pt x="192881" y="197263"/>
                  <a:pt x="192881" y="197263"/>
                  <a:pt x="192881" y="197263"/>
                </a:cubicBezTo>
                <a:cubicBezTo>
                  <a:pt x="192881" y="197263"/>
                  <a:pt x="192881" y="197263"/>
                  <a:pt x="192881" y="197263"/>
                </a:cubicBezTo>
                <a:cubicBezTo>
                  <a:pt x="192881" y="197263"/>
                  <a:pt x="192881" y="197263"/>
                  <a:pt x="192881" y="197263"/>
                </a:cubicBezTo>
                <a:cubicBezTo>
                  <a:pt x="192881" y="197263"/>
                  <a:pt x="192881" y="197263"/>
                  <a:pt x="192881" y="197263"/>
                </a:cubicBezTo>
                <a:cubicBezTo>
                  <a:pt x="192881" y="197263"/>
                  <a:pt x="192881" y="197263"/>
                  <a:pt x="192881" y="197263"/>
                </a:cubicBezTo>
                <a:cubicBezTo>
                  <a:pt x="192881" y="197263"/>
                  <a:pt x="192881" y="197263"/>
                  <a:pt x="192881" y="197263"/>
                </a:cubicBezTo>
                <a:cubicBezTo>
                  <a:pt x="192881" y="197263"/>
                  <a:pt x="192881" y="197263"/>
                  <a:pt x="192881" y="197263"/>
                </a:cubicBezTo>
                <a:cubicBezTo>
                  <a:pt x="192881" y="197263"/>
                  <a:pt x="192881" y="197263"/>
                  <a:pt x="192881" y="197263"/>
                </a:cubicBezTo>
                <a:cubicBezTo>
                  <a:pt x="192881" y="197263"/>
                  <a:pt x="192881" y="197263"/>
                  <a:pt x="192881" y="197263"/>
                </a:cubicBezTo>
                <a:cubicBezTo>
                  <a:pt x="192881" y="197263"/>
                  <a:pt x="192881" y="197263"/>
                  <a:pt x="192881" y="197263"/>
                </a:cubicBezTo>
                <a:cubicBezTo>
                  <a:pt x="192881" y="197263"/>
                  <a:pt x="192881" y="197263"/>
                  <a:pt x="192881" y="197263"/>
                </a:cubicBezTo>
                <a:cubicBezTo>
                  <a:pt x="192881" y="197263"/>
                  <a:pt x="192881" y="197263"/>
                  <a:pt x="192976" y="197168"/>
                </a:cubicBezTo>
                <a:cubicBezTo>
                  <a:pt x="192976" y="197168"/>
                  <a:pt x="192976" y="197168"/>
                  <a:pt x="192976" y="197168"/>
                </a:cubicBezTo>
                <a:cubicBezTo>
                  <a:pt x="192976" y="197168"/>
                  <a:pt x="192976" y="197168"/>
                  <a:pt x="192976" y="197168"/>
                </a:cubicBezTo>
                <a:cubicBezTo>
                  <a:pt x="192976" y="197168"/>
                  <a:pt x="192976" y="197168"/>
                  <a:pt x="192976" y="197168"/>
                </a:cubicBezTo>
                <a:cubicBezTo>
                  <a:pt x="192976" y="197168"/>
                  <a:pt x="192976" y="197168"/>
                  <a:pt x="192976" y="197168"/>
                </a:cubicBezTo>
                <a:cubicBezTo>
                  <a:pt x="192976" y="197168"/>
                  <a:pt x="192976" y="197168"/>
                  <a:pt x="192976" y="197168"/>
                </a:cubicBezTo>
                <a:lnTo>
                  <a:pt x="192976" y="197168"/>
                </a:lnTo>
                <a:cubicBezTo>
                  <a:pt x="192976" y="197168"/>
                  <a:pt x="192976" y="197168"/>
                  <a:pt x="192976" y="197168"/>
                </a:cubicBezTo>
                <a:cubicBezTo>
                  <a:pt x="192976" y="197168"/>
                  <a:pt x="192976" y="197168"/>
                  <a:pt x="192976" y="197168"/>
                </a:cubicBezTo>
                <a:cubicBezTo>
                  <a:pt x="192976" y="197168"/>
                  <a:pt x="192976" y="197168"/>
                  <a:pt x="192976" y="197168"/>
                </a:cubicBezTo>
                <a:cubicBezTo>
                  <a:pt x="192976" y="197168"/>
                  <a:pt x="192976" y="197168"/>
                  <a:pt x="192976" y="197168"/>
                </a:cubicBezTo>
                <a:cubicBezTo>
                  <a:pt x="192976" y="197168"/>
                  <a:pt x="192976" y="197168"/>
                  <a:pt x="192976" y="197168"/>
                </a:cubicBezTo>
                <a:cubicBezTo>
                  <a:pt x="192976" y="197168"/>
                  <a:pt x="192976" y="197168"/>
                  <a:pt x="193072" y="197072"/>
                </a:cubicBezTo>
                <a:cubicBezTo>
                  <a:pt x="193072" y="197072"/>
                  <a:pt x="193072" y="197072"/>
                  <a:pt x="193072" y="197072"/>
                </a:cubicBezTo>
                <a:cubicBezTo>
                  <a:pt x="193072" y="197072"/>
                  <a:pt x="193072" y="197072"/>
                  <a:pt x="193072" y="197072"/>
                </a:cubicBezTo>
                <a:cubicBezTo>
                  <a:pt x="193072" y="197072"/>
                  <a:pt x="193072" y="197072"/>
                  <a:pt x="193072" y="197072"/>
                </a:cubicBezTo>
                <a:cubicBezTo>
                  <a:pt x="193072" y="197072"/>
                  <a:pt x="193072" y="197072"/>
                  <a:pt x="193072" y="197072"/>
                </a:cubicBezTo>
                <a:cubicBezTo>
                  <a:pt x="193072" y="197072"/>
                  <a:pt x="193072" y="197072"/>
                  <a:pt x="193072" y="197072"/>
                </a:cubicBezTo>
                <a:cubicBezTo>
                  <a:pt x="193072" y="197072"/>
                  <a:pt x="193072" y="197072"/>
                  <a:pt x="193072" y="197072"/>
                </a:cubicBezTo>
                <a:cubicBezTo>
                  <a:pt x="193072" y="197072"/>
                  <a:pt x="193072" y="197072"/>
                  <a:pt x="193072" y="197072"/>
                </a:cubicBezTo>
                <a:cubicBezTo>
                  <a:pt x="193072" y="197072"/>
                  <a:pt x="193072" y="197072"/>
                  <a:pt x="193072" y="197072"/>
                </a:cubicBezTo>
                <a:cubicBezTo>
                  <a:pt x="193072" y="197072"/>
                  <a:pt x="193072" y="197072"/>
                  <a:pt x="193072" y="197072"/>
                </a:cubicBezTo>
                <a:cubicBezTo>
                  <a:pt x="193072" y="197072"/>
                  <a:pt x="193072" y="197072"/>
                  <a:pt x="193072" y="197072"/>
                </a:cubicBezTo>
                <a:cubicBezTo>
                  <a:pt x="193072" y="197072"/>
                  <a:pt x="193072" y="197072"/>
                  <a:pt x="193072" y="197072"/>
                </a:cubicBezTo>
                <a:cubicBezTo>
                  <a:pt x="193072" y="197072"/>
                  <a:pt x="193072" y="197072"/>
                  <a:pt x="193072" y="197072"/>
                </a:cubicBezTo>
                <a:cubicBezTo>
                  <a:pt x="193072" y="197072"/>
                  <a:pt x="193167" y="196977"/>
                  <a:pt x="193167" y="196977"/>
                </a:cubicBezTo>
                <a:cubicBezTo>
                  <a:pt x="193167" y="196977"/>
                  <a:pt x="193167" y="196977"/>
                  <a:pt x="193167" y="196977"/>
                </a:cubicBezTo>
                <a:cubicBezTo>
                  <a:pt x="193167" y="196977"/>
                  <a:pt x="193167" y="196977"/>
                  <a:pt x="193167" y="196977"/>
                </a:cubicBezTo>
                <a:cubicBezTo>
                  <a:pt x="193167" y="196977"/>
                  <a:pt x="193167" y="196977"/>
                  <a:pt x="193167" y="196977"/>
                </a:cubicBezTo>
                <a:lnTo>
                  <a:pt x="186499" y="190214"/>
                </a:lnTo>
                <a:cubicBezTo>
                  <a:pt x="183166" y="193167"/>
                  <a:pt x="178689" y="196977"/>
                  <a:pt x="173926" y="200311"/>
                </a:cubicBezTo>
                <a:close/>
                <a:moveTo>
                  <a:pt x="193357" y="182785"/>
                </a:moveTo>
                <a:lnTo>
                  <a:pt x="200596" y="188976"/>
                </a:lnTo>
                <a:cubicBezTo>
                  <a:pt x="200596" y="188976"/>
                  <a:pt x="200596" y="188976"/>
                  <a:pt x="200692" y="188881"/>
                </a:cubicBezTo>
                <a:lnTo>
                  <a:pt x="200692" y="188881"/>
                </a:lnTo>
                <a:cubicBezTo>
                  <a:pt x="200692" y="188881"/>
                  <a:pt x="200692" y="188881"/>
                  <a:pt x="200692" y="188786"/>
                </a:cubicBezTo>
                <a:lnTo>
                  <a:pt x="200692" y="188786"/>
                </a:lnTo>
                <a:cubicBezTo>
                  <a:pt x="202406" y="186785"/>
                  <a:pt x="204025" y="184785"/>
                  <a:pt x="205549" y="182690"/>
                </a:cubicBezTo>
                <a:cubicBezTo>
                  <a:pt x="205645" y="182594"/>
                  <a:pt x="205740" y="182499"/>
                  <a:pt x="205835" y="182309"/>
                </a:cubicBezTo>
                <a:lnTo>
                  <a:pt x="205835" y="182309"/>
                </a:lnTo>
                <a:cubicBezTo>
                  <a:pt x="205835" y="182309"/>
                  <a:pt x="205835" y="182309"/>
                  <a:pt x="205835" y="182213"/>
                </a:cubicBezTo>
                <a:lnTo>
                  <a:pt x="205835" y="182213"/>
                </a:lnTo>
                <a:cubicBezTo>
                  <a:pt x="205835" y="182213"/>
                  <a:pt x="205835" y="182213"/>
                  <a:pt x="205835" y="182118"/>
                </a:cubicBezTo>
                <a:lnTo>
                  <a:pt x="205835" y="182118"/>
                </a:lnTo>
                <a:cubicBezTo>
                  <a:pt x="205835" y="182118"/>
                  <a:pt x="205835" y="182118"/>
                  <a:pt x="205835" y="182023"/>
                </a:cubicBezTo>
                <a:lnTo>
                  <a:pt x="205835" y="182023"/>
                </a:lnTo>
                <a:cubicBezTo>
                  <a:pt x="205930" y="181927"/>
                  <a:pt x="205930" y="181832"/>
                  <a:pt x="206026" y="181832"/>
                </a:cubicBezTo>
                <a:cubicBezTo>
                  <a:pt x="206026" y="181832"/>
                  <a:pt x="206026" y="181832"/>
                  <a:pt x="206026" y="181832"/>
                </a:cubicBezTo>
                <a:lnTo>
                  <a:pt x="206026" y="181832"/>
                </a:lnTo>
                <a:cubicBezTo>
                  <a:pt x="206026" y="181832"/>
                  <a:pt x="206026" y="181832"/>
                  <a:pt x="206026" y="181832"/>
                </a:cubicBezTo>
                <a:cubicBezTo>
                  <a:pt x="206026" y="181832"/>
                  <a:pt x="206026" y="181832"/>
                  <a:pt x="206026" y="181737"/>
                </a:cubicBezTo>
                <a:cubicBezTo>
                  <a:pt x="206026" y="181737"/>
                  <a:pt x="206026" y="181737"/>
                  <a:pt x="206026" y="181737"/>
                </a:cubicBezTo>
                <a:cubicBezTo>
                  <a:pt x="206026" y="181737"/>
                  <a:pt x="206026" y="181737"/>
                  <a:pt x="206026" y="181642"/>
                </a:cubicBezTo>
                <a:cubicBezTo>
                  <a:pt x="206026" y="181642"/>
                  <a:pt x="206026" y="181642"/>
                  <a:pt x="206026" y="181642"/>
                </a:cubicBezTo>
                <a:cubicBezTo>
                  <a:pt x="206026" y="181642"/>
                  <a:pt x="206026" y="181642"/>
                  <a:pt x="206026" y="181547"/>
                </a:cubicBezTo>
                <a:cubicBezTo>
                  <a:pt x="206026" y="181547"/>
                  <a:pt x="206026" y="181547"/>
                  <a:pt x="206026" y="181547"/>
                </a:cubicBezTo>
                <a:cubicBezTo>
                  <a:pt x="206026" y="181451"/>
                  <a:pt x="206121" y="181451"/>
                  <a:pt x="206121" y="181356"/>
                </a:cubicBezTo>
                <a:cubicBezTo>
                  <a:pt x="206121" y="181356"/>
                  <a:pt x="206121" y="181356"/>
                  <a:pt x="206121" y="181356"/>
                </a:cubicBezTo>
                <a:cubicBezTo>
                  <a:pt x="206121" y="181356"/>
                  <a:pt x="206121" y="181356"/>
                  <a:pt x="206121" y="181356"/>
                </a:cubicBezTo>
                <a:cubicBezTo>
                  <a:pt x="206121" y="181356"/>
                  <a:pt x="206121" y="181356"/>
                  <a:pt x="206121" y="181356"/>
                </a:cubicBezTo>
                <a:lnTo>
                  <a:pt x="206121" y="181356"/>
                </a:lnTo>
                <a:cubicBezTo>
                  <a:pt x="206121" y="181356"/>
                  <a:pt x="206121" y="181356"/>
                  <a:pt x="206121" y="181356"/>
                </a:cubicBezTo>
                <a:cubicBezTo>
                  <a:pt x="206121" y="181356"/>
                  <a:pt x="206121" y="181356"/>
                  <a:pt x="206121" y="181356"/>
                </a:cubicBezTo>
                <a:cubicBezTo>
                  <a:pt x="206121" y="181356"/>
                  <a:pt x="206121" y="181356"/>
                  <a:pt x="206121" y="181356"/>
                </a:cubicBezTo>
                <a:cubicBezTo>
                  <a:pt x="206121" y="181356"/>
                  <a:pt x="206121" y="181356"/>
                  <a:pt x="206121" y="181356"/>
                </a:cubicBezTo>
                <a:cubicBezTo>
                  <a:pt x="206121" y="181356"/>
                  <a:pt x="206121" y="181356"/>
                  <a:pt x="206121" y="181356"/>
                </a:cubicBezTo>
                <a:cubicBezTo>
                  <a:pt x="206121" y="181356"/>
                  <a:pt x="206121" y="181356"/>
                  <a:pt x="206121" y="181356"/>
                </a:cubicBezTo>
                <a:cubicBezTo>
                  <a:pt x="206121" y="181356"/>
                  <a:pt x="206121" y="181356"/>
                  <a:pt x="206121" y="181356"/>
                </a:cubicBezTo>
                <a:cubicBezTo>
                  <a:pt x="206121" y="181356"/>
                  <a:pt x="206121" y="181356"/>
                  <a:pt x="206121" y="181261"/>
                </a:cubicBezTo>
                <a:cubicBezTo>
                  <a:pt x="206121" y="181261"/>
                  <a:pt x="206121" y="181261"/>
                  <a:pt x="206121" y="181261"/>
                </a:cubicBezTo>
                <a:cubicBezTo>
                  <a:pt x="206121" y="181261"/>
                  <a:pt x="206121" y="181261"/>
                  <a:pt x="206121" y="181261"/>
                </a:cubicBezTo>
                <a:cubicBezTo>
                  <a:pt x="206121" y="181261"/>
                  <a:pt x="206121" y="181261"/>
                  <a:pt x="206121" y="181261"/>
                </a:cubicBezTo>
                <a:cubicBezTo>
                  <a:pt x="206121" y="181261"/>
                  <a:pt x="206121" y="181261"/>
                  <a:pt x="206121" y="181261"/>
                </a:cubicBezTo>
                <a:cubicBezTo>
                  <a:pt x="206121" y="181261"/>
                  <a:pt x="206121" y="181261"/>
                  <a:pt x="206121" y="181261"/>
                </a:cubicBezTo>
                <a:cubicBezTo>
                  <a:pt x="206121" y="181261"/>
                  <a:pt x="206121" y="181261"/>
                  <a:pt x="206121" y="181261"/>
                </a:cubicBezTo>
                <a:cubicBezTo>
                  <a:pt x="206121" y="181261"/>
                  <a:pt x="206121" y="181261"/>
                  <a:pt x="206121" y="181261"/>
                </a:cubicBezTo>
                <a:cubicBezTo>
                  <a:pt x="206121" y="181261"/>
                  <a:pt x="206121" y="181261"/>
                  <a:pt x="206121" y="181261"/>
                </a:cubicBezTo>
                <a:cubicBezTo>
                  <a:pt x="206121" y="181261"/>
                  <a:pt x="206121" y="181261"/>
                  <a:pt x="206121" y="181261"/>
                </a:cubicBezTo>
                <a:cubicBezTo>
                  <a:pt x="206121" y="181261"/>
                  <a:pt x="206121" y="181261"/>
                  <a:pt x="206121" y="181261"/>
                </a:cubicBezTo>
                <a:cubicBezTo>
                  <a:pt x="206121" y="181261"/>
                  <a:pt x="206121" y="181261"/>
                  <a:pt x="206121" y="181166"/>
                </a:cubicBezTo>
                <a:cubicBezTo>
                  <a:pt x="206121" y="181166"/>
                  <a:pt x="206121" y="181166"/>
                  <a:pt x="206121" y="181166"/>
                </a:cubicBezTo>
                <a:cubicBezTo>
                  <a:pt x="206121" y="181166"/>
                  <a:pt x="206121" y="181166"/>
                  <a:pt x="206121" y="181070"/>
                </a:cubicBezTo>
                <a:cubicBezTo>
                  <a:pt x="206121" y="181070"/>
                  <a:pt x="206121" y="181070"/>
                  <a:pt x="206121" y="181070"/>
                </a:cubicBezTo>
                <a:cubicBezTo>
                  <a:pt x="206121" y="181070"/>
                  <a:pt x="206121" y="181070"/>
                  <a:pt x="206121" y="181070"/>
                </a:cubicBezTo>
                <a:cubicBezTo>
                  <a:pt x="206121" y="181070"/>
                  <a:pt x="206121" y="181070"/>
                  <a:pt x="206121" y="181070"/>
                </a:cubicBezTo>
                <a:cubicBezTo>
                  <a:pt x="206121" y="181070"/>
                  <a:pt x="206121" y="181070"/>
                  <a:pt x="206121" y="181070"/>
                </a:cubicBezTo>
                <a:cubicBezTo>
                  <a:pt x="206121" y="181070"/>
                  <a:pt x="206121" y="181070"/>
                  <a:pt x="206121" y="181070"/>
                </a:cubicBezTo>
                <a:cubicBezTo>
                  <a:pt x="206121" y="181070"/>
                  <a:pt x="206121" y="181070"/>
                  <a:pt x="206121" y="181070"/>
                </a:cubicBezTo>
                <a:cubicBezTo>
                  <a:pt x="206121" y="181070"/>
                  <a:pt x="206121" y="181070"/>
                  <a:pt x="206121" y="181070"/>
                </a:cubicBezTo>
                <a:cubicBezTo>
                  <a:pt x="206121" y="181070"/>
                  <a:pt x="206121" y="181070"/>
                  <a:pt x="206121" y="181070"/>
                </a:cubicBezTo>
                <a:cubicBezTo>
                  <a:pt x="206121" y="181070"/>
                  <a:pt x="206121" y="181070"/>
                  <a:pt x="206121" y="181070"/>
                </a:cubicBezTo>
                <a:cubicBezTo>
                  <a:pt x="206121" y="181070"/>
                  <a:pt x="206121" y="181070"/>
                  <a:pt x="206121" y="181070"/>
                </a:cubicBezTo>
                <a:cubicBezTo>
                  <a:pt x="206121" y="181070"/>
                  <a:pt x="206121" y="181070"/>
                  <a:pt x="206121" y="181070"/>
                </a:cubicBezTo>
                <a:cubicBezTo>
                  <a:pt x="206121" y="181070"/>
                  <a:pt x="206121" y="181070"/>
                  <a:pt x="206121" y="180975"/>
                </a:cubicBezTo>
                <a:cubicBezTo>
                  <a:pt x="206121" y="180975"/>
                  <a:pt x="206121" y="180975"/>
                  <a:pt x="206121" y="180975"/>
                </a:cubicBezTo>
                <a:cubicBezTo>
                  <a:pt x="206121" y="180975"/>
                  <a:pt x="206121" y="180975"/>
                  <a:pt x="206121" y="180880"/>
                </a:cubicBezTo>
                <a:cubicBezTo>
                  <a:pt x="206121" y="180880"/>
                  <a:pt x="206121" y="180880"/>
                  <a:pt x="206121" y="180880"/>
                </a:cubicBezTo>
                <a:cubicBezTo>
                  <a:pt x="206121" y="180880"/>
                  <a:pt x="206121" y="180880"/>
                  <a:pt x="206121" y="180880"/>
                </a:cubicBezTo>
                <a:cubicBezTo>
                  <a:pt x="206121" y="180880"/>
                  <a:pt x="206121" y="180880"/>
                  <a:pt x="206121" y="180880"/>
                </a:cubicBezTo>
                <a:cubicBezTo>
                  <a:pt x="206121" y="180880"/>
                  <a:pt x="206121" y="180880"/>
                  <a:pt x="206121" y="180880"/>
                </a:cubicBezTo>
                <a:cubicBezTo>
                  <a:pt x="206121" y="180880"/>
                  <a:pt x="206121" y="180880"/>
                  <a:pt x="206121" y="180880"/>
                </a:cubicBezTo>
                <a:cubicBezTo>
                  <a:pt x="206121" y="180880"/>
                  <a:pt x="206121" y="180880"/>
                  <a:pt x="206121" y="180785"/>
                </a:cubicBezTo>
                <a:cubicBezTo>
                  <a:pt x="206121" y="180785"/>
                  <a:pt x="206121" y="180785"/>
                  <a:pt x="206121" y="180785"/>
                </a:cubicBezTo>
                <a:cubicBezTo>
                  <a:pt x="206121" y="180785"/>
                  <a:pt x="206121" y="180785"/>
                  <a:pt x="206121" y="180689"/>
                </a:cubicBezTo>
                <a:cubicBezTo>
                  <a:pt x="206121" y="180689"/>
                  <a:pt x="206121" y="180689"/>
                  <a:pt x="206121" y="180689"/>
                </a:cubicBezTo>
                <a:cubicBezTo>
                  <a:pt x="206121" y="180689"/>
                  <a:pt x="206216" y="180594"/>
                  <a:pt x="206216" y="180594"/>
                </a:cubicBezTo>
                <a:cubicBezTo>
                  <a:pt x="206216" y="180594"/>
                  <a:pt x="206216" y="180594"/>
                  <a:pt x="206216" y="180594"/>
                </a:cubicBezTo>
                <a:cubicBezTo>
                  <a:pt x="206216" y="180594"/>
                  <a:pt x="206216" y="180594"/>
                  <a:pt x="206216" y="180499"/>
                </a:cubicBezTo>
                <a:cubicBezTo>
                  <a:pt x="206216" y="180499"/>
                  <a:pt x="206216" y="180499"/>
                  <a:pt x="206216" y="180499"/>
                </a:cubicBezTo>
                <a:cubicBezTo>
                  <a:pt x="206216" y="180499"/>
                  <a:pt x="206216" y="180499"/>
                  <a:pt x="206216" y="180404"/>
                </a:cubicBezTo>
                <a:cubicBezTo>
                  <a:pt x="206216" y="180404"/>
                  <a:pt x="206216" y="180404"/>
                  <a:pt x="206216" y="180404"/>
                </a:cubicBezTo>
                <a:cubicBezTo>
                  <a:pt x="206216" y="180404"/>
                  <a:pt x="206216" y="180404"/>
                  <a:pt x="206216" y="180308"/>
                </a:cubicBezTo>
                <a:cubicBezTo>
                  <a:pt x="206216" y="180308"/>
                  <a:pt x="206216" y="180308"/>
                  <a:pt x="206216" y="180308"/>
                </a:cubicBezTo>
                <a:cubicBezTo>
                  <a:pt x="206216" y="180308"/>
                  <a:pt x="206216" y="180308"/>
                  <a:pt x="206216" y="180213"/>
                </a:cubicBezTo>
                <a:cubicBezTo>
                  <a:pt x="206216" y="180213"/>
                  <a:pt x="206216" y="180213"/>
                  <a:pt x="206216" y="180213"/>
                </a:cubicBezTo>
                <a:cubicBezTo>
                  <a:pt x="206311" y="180118"/>
                  <a:pt x="206311" y="180118"/>
                  <a:pt x="206311" y="180023"/>
                </a:cubicBezTo>
                <a:cubicBezTo>
                  <a:pt x="206311" y="180023"/>
                  <a:pt x="206311" y="180023"/>
                  <a:pt x="206311" y="180023"/>
                </a:cubicBezTo>
                <a:cubicBezTo>
                  <a:pt x="206311" y="180023"/>
                  <a:pt x="206311" y="180023"/>
                  <a:pt x="206311" y="179927"/>
                </a:cubicBezTo>
                <a:cubicBezTo>
                  <a:pt x="206311" y="179927"/>
                  <a:pt x="206311" y="179927"/>
                  <a:pt x="206311" y="179927"/>
                </a:cubicBezTo>
                <a:cubicBezTo>
                  <a:pt x="206311" y="179927"/>
                  <a:pt x="206311" y="179927"/>
                  <a:pt x="206311" y="179832"/>
                </a:cubicBezTo>
                <a:cubicBezTo>
                  <a:pt x="206311" y="179832"/>
                  <a:pt x="206311" y="179832"/>
                  <a:pt x="206311" y="179832"/>
                </a:cubicBezTo>
                <a:cubicBezTo>
                  <a:pt x="206311" y="179832"/>
                  <a:pt x="206311" y="179832"/>
                  <a:pt x="206311" y="179737"/>
                </a:cubicBezTo>
                <a:cubicBezTo>
                  <a:pt x="206311" y="179737"/>
                  <a:pt x="206311" y="179737"/>
                  <a:pt x="206311" y="179737"/>
                </a:cubicBezTo>
                <a:cubicBezTo>
                  <a:pt x="206311" y="179737"/>
                  <a:pt x="206311" y="179737"/>
                  <a:pt x="206311" y="179642"/>
                </a:cubicBezTo>
                <a:cubicBezTo>
                  <a:pt x="206311" y="179642"/>
                  <a:pt x="206311" y="179642"/>
                  <a:pt x="206311" y="179642"/>
                </a:cubicBezTo>
                <a:cubicBezTo>
                  <a:pt x="206407" y="179546"/>
                  <a:pt x="206407" y="179546"/>
                  <a:pt x="206502" y="179451"/>
                </a:cubicBezTo>
                <a:cubicBezTo>
                  <a:pt x="206502" y="179451"/>
                  <a:pt x="206502" y="179451"/>
                  <a:pt x="206502" y="179451"/>
                </a:cubicBezTo>
                <a:cubicBezTo>
                  <a:pt x="206502" y="179451"/>
                  <a:pt x="206502" y="179451"/>
                  <a:pt x="206502" y="179356"/>
                </a:cubicBezTo>
                <a:cubicBezTo>
                  <a:pt x="206502" y="179356"/>
                  <a:pt x="206502" y="179356"/>
                  <a:pt x="206502" y="179356"/>
                </a:cubicBezTo>
                <a:cubicBezTo>
                  <a:pt x="206502" y="179356"/>
                  <a:pt x="206502" y="179356"/>
                  <a:pt x="206502" y="179261"/>
                </a:cubicBezTo>
                <a:cubicBezTo>
                  <a:pt x="206502" y="179261"/>
                  <a:pt x="206502" y="179261"/>
                  <a:pt x="206502" y="179261"/>
                </a:cubicBezTo>
                <a:cubicBezTo>
                  <a:pt x="206502" y="179261"/>
                  <a:pt x="206502" y="179261"/>
                  <a:pt x="206502" y="179165"/>
                </a:cubicBezTo>
                <a:cubicBezTo>
                  <a:pt x="206502" y="179165"/>
                  <a:pt x="206502" y="179165"/>
                  <a:pt x="206502" y="179165"/>
                </a:cubicBezTo>
                <a:cubicBezTo>
                  <a:pt x="206597" y="179070"/>
                  <a:pt x="206597" y="179070"/>
                  <a:pt x="206597" y="178975"/>
                </a:cubicBezTo>
                <a:lnTo>
                  <a:pt x="206597" y="178975"/>
                </a:lnTo>
                <a:cubicBezTo>
                  <a:pt x="206597" y="178975"/>
                  <a:pt x="206597" y="178975"/>
                  <a:pt x="206597" y="178879"/>
                </a:cubicBezTo>
                <a:cubicBezTo>
                  <a:pt x="206597" y="178879"/>
                  <a:pt x="206597" y="178879"/>
                  <a:pt x="206597" y="178879"/>
                </a:cubicBezTo>
                <a:cubicBezTo>
                  <a:pt x="206597" y="178879"/>
                  <a:pt x="206597" y="178879"/>
                  <a:pt x="206597" y="178784"/>
                </a:cubicBezTo>
                <a:cubicBezTo>
                  <a:pt x="206597" y="178784"/>
                  <a:pt x="206597" y="178784"/>
                  <a:pt x="206597" y="178784"/>
                </a:cubicBezTo>
                <a:cubicBezTo>
                  <a:pt x="206597" y="178784"/>
                  <a:pt x="206597" y="178784"/>
                  <a:pt x="206597" y="178689"/>
                </a:cubicBezTo>
                <a:cubicBezTo>
                  <a:pt x="206597" y="178689"/>
                  <a:pt x="206597" y="178689"/>
                  <a:pt x="206597" y="178689"/>
                </a:cubicBezTo>
                <a:cubicBezTo>
                  <a:pt x="206597" y="178689"/>
                  <a:pt x="206597" y="178689"/>
                  <a:pt x="206597" y="178594"/>
                </a:cubicBezTo>
                <a:cubicBezTo>
                  <a:pt x="206597" y="178594"/>
                  <a:pt x="206597" y="178594"/>
                  <a:pt x="206597" y="178594"/>
                </a:cubicBezTo>
                <a:cubicBezTo>
                  <a:pt x="206597" y="178498"/>
                  <a:pt x="206692" y="178498"/>
                  <a:pt x="206692" y="178498"/>
                </a:cubicBezTo>
                <a:cubicBezTo>
                  <a:pt x="206692" y="178498"/>
                  <a:pt x="206692" y="178498"/>
                  <a:pt x="206692" y="178498"/>
                </a:cubicBezTo>
                <a:cubicBezTo>
                  <a:pt x="206692" y="178498"/>
                  <a:pt x="206692" y="178498"/>
                  <a:pt x="206692" y="178403"/>
                </a:cubicBezTo>
                <a:cubicBezTo>
                  <a:pt x="206692" y="178403"/>
                  <a:pt x="206692" y="178403"/>
                  <a:pt x="206692" y="178403"/>
                </a:cubicBezTo>
                <a:cubicBezTo>
                  <a:pt x="206692" y="178403"/>
                  <a:pt x="206692" y="178403"/>
                  <a:pt x="206692" y="178308"/>
                </a:cubicBezTo>
                <a:cubicBezTo>
                  <a:pt x="206692" y="178308"/>
                  <a:pt x="206692" y="178308"/>
                  <a:pt x="206692" y="178308"/>
                </a:cubicBezTo>
                <a:cubicBezTo>
                  <a:pt x="206692" y="178308"/>
                  <a:pt x="206692" y="178308"/>
                  <a:pt x="206692" y="178213"/>
                </a:cubicBezTo>
                <a:cubicBezTo>
                  <a:pt x="206692" y="178213"/>
                  <a:pt x="206692" y="178213"/>
                  <a:pt x="206692" y="178213"/>
                </a:cubicBezTo>
                <a:lnTo>
                  <a:pt x="206692" y="178118"/>
                </a:lnTo>
                <a:cubicBezTo>
                  <a:pt x="206788" y="178022"/>
                  <a:pt x="206788" y="178022"/>
                  <a:pt x="206788" y="177927"/>
                </a:cubicBezTo>
                <a:cubicBezTo>
                  <a:pt x="206788" y="177927"/>
                  <a:pt x="206788" y="177927"/>
                  <a:pt x="206788" y="177927"/>
                </a:cubicBezTo>
                <a:cubicBezTo>
                  <a:pt x="206788" y="177927"/>
                  <a:pt x="206788" y="177927"/>
                  <a:pt x="206788" y="177832"/>
                </a:cubicBezTo>
                <a:cubicBezTo>
                  <a:pt x="206788" y="177832"/>
                  <a:pt x="206788" y="177832"/>
                  <a:pt x="206788" y="177832"/>
                </a:cubicBezTo>
                <a:cubicBezTo>
                  <a:pt x="206788" y="177832"/>
                  <a:pt x="206788" y="177832"/>
                  <a:pt x="206788" y="177737"/>
                </a:cubicBezTo>
                <a:cubicBezTo>
                  <a:pt x="206788" y="177737"/>
                  <a:pt x="206788" y="177737"/>
                  <a:pt x="206788" y="177737"/>
                </a:cubicBezTo>
                <a:cubicBezTo>
                  <a:pt x="206788" y="177737"/>
                  <a:pt x="206788" y="177737"/>
                  <a:pt x="206788" y="177641"/>
                </a:cubicBezTo>
                <a:cubicBezTo>
                  <a:pt x="206788" y="177641"/>
                  <a:pt x="206788" y="177641"/>
                  <a:pt x="206788" y="177641"/>
                </a:cubicBezTo>
                <a:cubicBezTo>
                  <a:pt x="206788" y="177641"/>
                  <a:pt x="206788" y="177641"/>
                  <a:pt x="206788" y="177546"/>
                </a:cubicBezTo>
                <a:cubicBezTo>
                  <a:pt x="206788" y="177546"/>
                  <a:pt x="206788" y="177546"/>
                  <a:pt x="206788" y="177546"/>
                </a:cubicBezTo>
                <a:cubicBezTo>
                  <a:pt x="206788" y="177451"/>
                  <a:pt x="206883" y="177451"/>
                  <a:pt x="206883" y="177451"/>
                </a:cubicBezTo>
                <a:cubicBezTo>
                  <a:pt x="206883" y="177451"/>
                  <a:pt x="206883" y="177451"/>
                  <a:pt x="206883" y="177451"/>
                </a:cubicBezTo>
                <a:cubicBezTo>
                  <a:pt x="206883" y="177451"/>
                  <a:pt x="206883" y="177451"/>
                  <a:pt x="206883" y="177356"/>
                </a:cubicBezTo>
                <a:cubicBezTo>
                  <a:pt x="206883" y="177356"/>
                  <a:pt x="206883" y="177356"/>
                  <a:pt x="206883" y="177356"/>
                </a:cubicBezTo>
                <a:cubicBezTo>
                  <a:pt x="206883" y="177356"/>
                  <a:pt x="206883" y="177356"/>
                  <a:pt x="206883" y="177260"/>
                </a:cubicBezTo>
                <a:cubicBezTo>
                  <a:pt x="206883" y="177260"/>
                  <a:pt x="206883" y="177260"/>
                  <a:pt x="206883" y="177260"/>
                </a:cubicBezTo>
                <a:cubicBezTo>
                  <a:pt x="206883" y="177260"/>
                  <a:pt x="206883" y="177260"/>
                  <a:pt x="206883" y="177165"/>
                </a:cubicBezTo>
                <a:cubicBezTo>
                  <a:pt x="206883" y="177165"/>
                  <a:pt x="206883" y="177165"/>
                  <a:pt x="206883" y="177165"/>
                </a:cubicBezTo>
                <a:cubicBezTo>
                  <a:pt x="206883" y="177165"/>
                  <a:pt x="206883" y="177165"/>
                  <a:pt x="206883" y="177070"/>
                </a:cubicBezTo>
                <a:cubicBezTo>
                  <a:pt x="206883" y="177070"/>
                  <a:pt x="206883" y="177070"/>
                  <a:pt x="206883" y="177070"/>
                </a:cubicBezTo>
                <a:cubicBezTo>
                  <a:pt x="206883" y="177070"/>
                  <a:pt x="206883" y="177070"/>
                  <a:pt x="206883" y="176975"/>
                </a:cubicBezTo>
                <a:cubicBezTo>
                  <a:pt x="206883" y="176975"/>
                  <a:pt x="206883" y="176975"/>
                  <a:pt x="206883" y="176975"/>
                </a:cubicBezTo>
                <a:cubicBezTo>
                  <a:pt x="206883" y="176975"/>
                  <a:pt x="206883" y="176879"/>
                  <a:pt x="206883" y="176879"/>
                </a:cubicBezTo>
                <a:cubicBezTo>
                  <a:pt x="206883" y="176879"/>
                  <a:pt x="206883" y="176879"/>
                  <a:pt x="206883" y="176879"/>
                </a:cubicBezTo>
                <a:cubicBezTo>
                  <a:pt x="206883" y="176879"/>
                  <a:pt x="206883" y="176879"/>
                  <a:pt x="206883" y="176784"/>
                </a:cubicBezTo>
                <a:cubicBezTo>
                  <a:pt x="206883" y="176784"/>
                  <a:pt x="206883" y="176784"/>
                  <a:pt x="206883" y="176784"/>
                </a:cubicBezTo>
                <a:cubicBezTo>
                  <a:pt x="206883" y="176784"/>
                  <a:pt x="206883" y="176784"/>
                  <a:pt x="206883" y="176689"/>
                </a:cubicBezTo>
                <a:cubicBezTo>
                  <a:pt x="206883" y="176689"/>
                  <a:pt x="206883" y="176689"/>
                  <a:pt x="206883" y="176689"/>
                </a:cubicBezTo>
                <a:cubicBezTo>
                  <a:pt x="206883" y="176689"/>
                  <a:pt x="206883" y="176689"/>
                  <a:pt x="206883" y="176689"/>
                </a:cubicBezTo>
                <a:cubicBezTo>
                  <a:pt x="206883" y="176689"/>
                  <a:pt x="206883" y="176689"/>
                  <a:pt x="206883" y="176689"/>
                </a:cubicBezTo>
                <a:cubicBezTo>
                  <a:pt x="206883" y="176689"/>
                  <a:pt x="206883" y="176689"/>
                  <a:pt x="206883" y="176689"/>
                </a:cubicBezTo>
                <a:cubicBezTo>
                  <a:pt x="206883" y="176689"/>
                  <a:pt x="206883" y="176689"/>
                  <a:pt x="206883" y="176689"/>
                </a:cubicBezTo>
                <a:cubicBezTo>
                  <a:pt x="206883" y="176689"/>
                  <a:pt x="206883" y="176689"/>
                  <a:pt x="206883" y="176689"/>
                </a:cubicBezTo>
                <a:cubicBezTo>
                  <a:pt x="206883" y="176689"/>
                  <a:pt x="206883" y="176689"/>
                  <a:pt x="206883" y="176689"/>
                </a:cubicBezTo>
                <a:cubicBezTo>
                  <a:pt x="206883" y="176689"/>
                  <a:pt x="206883" y="176689"/>
                  <a:pt x="206883" y="176594"/>
                </a:cubicBezTo>
                <a:cubicBezTo>
                  <a:pt x="206883" y="176594"/>
                  <a:pt x="206883" y="176594"/>
                  <a:pt x="206883" y="176594"/>
                </a:cubicBezTo>
                <a:cubicBezTo>
                  <a:pt x="206883" y="176594"/>
                  <a:pt x="206883" y="176594"/>
                  <a:pt x="206883" y="176498"/>
                </a:cubicBezTo>
                <a:cubicBezTo>
                  <a:pt x="206883" y="176498"/>
                  <a:pt x="206883" y="176498"/>
                  <a:pt x="206883" y="176498"/>
                </a:cubicBezTo>
                <a:cubicBezTo>
                  <a:pt x="206883" y="176498"/>
                  <a:pt x="206883" y="176498"/>
                  <a:pt x="206883" y="176498"/>
                </a:cubicBezTo>
                <a:cubicBezTo>
                  <a:pt x="206883" y="176498"/>
                  <a:pt x="206883" y="176498"/>
                  <a:pt x="206883" y="176498"/>
                </a:cubicBezTo>
                <a:cubicBezTo>
                  <a:pt x="206883" y="176498"/>
                  <a:pt x="206883" y="176498"/>
                  <a:pt x="206883" y="176498"/>
                </a:cubicBezTo>
                <a:lnTo>
                  <a:pt x="206883" y="176498"/>
                </a:lnTo>
                <a:cubicBezTo>
                  <a:pt x="206883" y="176498"/>
                  <a:pt x="206883" y="176498"/>
                  <a:pt x="206883" y="176498"/>
                </a:cubicBezTo>
                <a:cubicBezTo>
                  <a:pt x="206883" y="176498"/>
                  <a:pt x="206883" y="176498"/>
                  <a:pt x="206883" y="176498"/>
                </a:cubicBezTo>
                <a:cubicBezTo>
                  <a:pt x="206883" y="176498"/>
                  <a:pt x="206883" y="176498"/>
                  <a:pt x="206883" y="176498"/>
                </a:cubicBezTo>
                <a:cubicBezTo>
                  <a:pt x="206883" y="176498"/>
                  <a:pt x="206883" y="176498"/>
                  <a:pt x="206883" y="176498"/>
                </a:cubicBezTo>
                <a:cubicBezTo>
                  <a:pt x="206883" y="176498"/>
                  <a:pt x="206883" y="176498"/>
                  <a:pt x="206883" y="176498"/>
                </a:cubicBezTo>
                <a:cubicBezTo>
                  <a:pt x="206883" y="176498"/>
                  <a:pt x="206883" y="176403"/>
                  <a:pt x="206978" y="176403"/>
                </a:cubicBezTo>
                <a:cubicBezTo>
                  <a:pt x="206978" y="176403"/>
                  <a:pt x="206978" y="176403"/>
                  <a:pt x="206978" y="176403"/>
                </a:cubicBezTo>
                <a:lnTo>
                  <a:pt x="206978" y="176403"/>
                </a:lnTo>
                <a:cubicBezTo>
                  <a:pt x="206978" y="176403"/>
                  <a:pt x="206978" y="176403"/>
                  <a:pt x="206978" y="176403"/>
                </a:cubicBezTo>
                <a:lnTo>
                  <a:pt x="206978" y="176403"/>
                </a:lnTo>
                <a:cubicBezTo>
                  <a:pt x="206978" y="176403"/>
                  <a:pt x="206978" y="176403"/>
                  <a:pt x="206978" y="176403"/>
                </a:cubicBezTo>
                <a:cubicBezTo>
                  <a:pt x="206978" y="176403"/>
                  <a:pt x="206978" y="176403"/>
                  <a:pt x="206978" y="176403"/>
                </a:cubicBezTo>
                <a:cubicBezTo>
                  <a:pt x="206978" y="176403"/>
                  <a:pt x="206978" y="176403"/>
                  <a:pt x="206978" y="176403"/>
                </a:cubicBezTo>
                <a:cubicBezTo>
                  <a:pt x="206978" y="176403"/>
                  <a:pt x="206978" y="176403"/>
                  <a:pt x="206978" y="176403"/>
                </a:cubicBezTo>
                <a:cubicBezTo>
                  <a:pt x="206978" y="176403"/>
                  <a:pt x="206978" y="176403"/>
                  <a:pt x="206978" y="176403"/>
                </a:cubicBezTo>
                <a:cubicBezTo>
                  <a:pt x="206978" y="176403"/>
                  <a:pt x="206978" y="176403"/>
                  <a:pt x="206978" y="176403"/>
                </a:cubicBezTo>
                <a:cubicBezTo>
                  <a:pt x="206978" y="176403"/>
                  <a:pt x="206978" y="176403"/>
                  <a:pt x="206978" y="176403"/>
                </a:cubicBezTo>
                <a:cubicBezTo>
                  <a:pt x="207073" y="176308"/>
                  <a:pt x="207073" y="176213"/>
                  <a:pt x="207169" y="176213"/>
                </a:cubicBezTo>
                <a:cubicBezTo>
                  <a:pt x="207169" y="176213"/>
                  <a:pt x="207169" y="176213"/>
                  <a:pt x="207169" y="176213"/>
                </a:cubicBezTo>
                <a:cubicBezTo>
                  <a:pt x="207169" y="176213"/>
                  <a:pt x="207169" y="176213"/>
                  <a:pt x="207169" y="176117"/>
                </a:cubicBezTo>
                <a:cubicBezTo>
                  <a:pt x="207169" y="176117"/>
                  <a:pt x="207169" y="176117"/>
                  <a:pt x="207169" y="176117"/>
                </a:cubicBezTo>
                <a:cubicBezTo>
                  <a:pt x="207169" y="176117"/>
                  <a:pt x="207169" y="176117"/>
                  <a:pt x="207169" y="176022"/>
                </a:cubicBezTo>
                <a:cubicBezTo>
                  <a:pt x="207169" y="176022"/>
                  <a:pt x="207169" y="176022"/>
                  <a:pt x="207169" y="176022"/>
                </a:cubicBezTo>
                <a:cubicBezTo>
                  <a:pt x="207454" y="175546"/>
                  <a:pt x="207740" y="175070"/>
                  <a:pt x="208026" y="174593"/>
                </a:cubicBezTo>
                <a:lnTo>
                  <a:pt x="199930" y="169640"/>
                </a:lnTo>
                <a:cubicBezTo>
                  <a:pt x="200596" y="173641"/>
                  <a:pt x="197167" y="178403"/>
                  <a:pt x="193357" y="182785"/>
                </a:cubicBezTo>
                <a:close/>
                <a:moveTo>
                  <a:pt x="216503" y="136398"/>
                </a:moveTo>
                <a:lnTo>
                  <a:pt x="225838" y="138398"/>
                </a:lnTo>
                <a:cubicBezTo>
                  <a:pt x="225838" y="138398"/>
                  <a:pt x="225838" y="138303"/>
                  <a:pt x="225838" y="138303"/>
                </a:cubicBezTo>
                <a:lnTo>
                  <a:pt x="225838" y="138303"/>
                </a:lnTo>
                <a:cubicBezTo>
                  <a:pt x="225838" y="138303"/>
                  <a:pt x="225838" y="138303"/>
                  <a:pt x="225838" y="138208"/>
                </a:cubicBezTo>
                <a:cubicBezTo>
                  <a:pt x="225838" y="138208"/>
                  <a:pt x="225838" y="138208"/>
                  <a:pt x="225838" y="138208"/>
                </a:cubicBezTo>
                <a:cubicBezTo>
                  <a:pt x="225838" y="138208"/>
                  <a:pt x="225838" y="138208"/>
                  <a:pt x="225838" y="138113"/>
                </a:cubicBezTo>
                <a:lnTo>
                  <a:pt x="225838" y="138113"/>
                </a:lnTo>
                <a:cubicBezTo>
                  <a:pt x="225838" y="138113"/>
                  <a:pt x="225838" y="138113"/>
                  <a:pt x="225838" y="138017"/>
                </a:cubicBezTo>
                <a:lnTo>
                  <a:pt x="225838" y="138017"/>
                </a:lnTo>
                <a:cubicBezTo>
                  <a:pt x="225838" y="138017"/>
                  <a:pt x="225838" y="138017"/>
                  <a:pt x="225838" y="138017"/>
                </a:cubicBezTo>
                <a:cubicBezTo>
                  <a:pt x="225838" y="138017"/>
                  <a:pt x="225838" y="138017"/>
                  <a:pt x="225838" y="137922"/>
                </a:cubicBezTo>
                <a:cubicBezTo>
                  <a:pt x="225838" y="137922"/>
                  <a:pt x="225838" y="137922"/>
                  <a:pt x="225838" y="137922"/>
                </a:cubicBezTo>
                <a:cubicBezTo>
                  <a:pt x="225838" y="137922"/>
                  <a:pt x="225838" y="137922"/>
                  <a:pt x="225838" y="137922"/>
                </a:cubicBezTo>
                <a:cubicBezTo>
                  <a:pt x="225838" y="137922"/>
                  <a:pt x="225838" y="137922"/>
                  <a:pt x="225838" y="137922"/>
                </a:cubicBezTo>
                <a:cubicBezTo>
                  <a:pt x="225838" y="137922"/>
                  <a:pt x="225838" y="137922"/>
                  <a:pt x="225838" y="137922"/>
                </a:cubicBezTo>
                <a:cubicBezTo>
                  <a:pt x="225838" y="137922"/>
                  <a:pt x="225838" y="137922"/>
                  <a:pt x="225838" y="137922"/>
                </a:cubicBezTo>
                <a:cubicBezTo>
                  <a:pt x="225838" y="137922"/>
                  <a:pt x="225838" y="137922"/>
                  <a:pt x="225838" y="137827"/>
                </a:cubicBezTo>
                <a:cubicBezTo>
                  <a:pt x="225838" y="137827"/>
                  <a:pt x="225838" y="137827"/>
                  <a:pt x="225838" y="137827"/>
                </a:cubicBezTo>
                <a:cubicBezTo>
                  <a:pt x="225838" y="137731"/>
                  <a:pt x="225838" y="137636"/>
                  <a:pt x="225933" y="137541"/>
                </a:cubicBezTo>
                <a:cubicBezTo>
                  <a:pt x="225933" y="137541"/>
                  <a:pt x="225933" y="137541"/>
                  <a:pt x="225933" y="137541"/>
                </a:cubicBezTo>
                <a:cubicBezTo>
                  <a:pt x="225933" y="137541"/>
                  <a:pt x="225933" y="137541"/>
                  <a:pt x="225933" y="137446"/>
                </a:cubicBezTo>
                <a:cubicBezTo>
                  <a:pt x="225933" y="137446"/>
                  <a:pt x="225933" y="137446"/>
                  <a:pt x="225933" y="137446"/>
                </a:cubicBezTo>
                <a:cubicBezTo>
                  <a:pt x="225933" y="137446"/>
                  <a:pt x="225933" y="137446"/>
                  <a:pt x="225933" y="137350"/>
                </a:cubicBezTo>
                <a:cubicBezTo>
                  <a:pt x="225933" y="137350"/>
                  <a:pt x="225933" y="137350"/>
                  <a:pt x="225933" y="137350"/>
                </a:cubicBezTo>
                <a:cubicBezTo>
                  <a:pt x="225933" y="137255"/>
                  <a:pt x="225933" y="137160"/>
                  <a:pt x="226028" y="137065"/>
                </a:cubicBezTo>
                <a:cubicBezTo>
                  <a:pt x="226028" y="137065"/>
                  <a:pt x="226028" y="137065"/>
                  <a:pt x="226028" y="137065"/>
                </a:cubicBezTo>
                <a:lnTo>
                  <a:pt x="226028" y="136970"/>
                </a:lnTo>
                <a:lnTo>
                  <a:pt x="226028" y="136970"/>
                </a:lnTo>
                <a:cubicBezTo>
                  <a:pt x="226409" y="134874"/>
                  <a:pt x="226790" y="132779"/>
                  <a:pt x="227076" y="130683"/>
                </a:cubicBezTo>
                <a:lnTo>
                  <a:pt x="227076" y="130683"/>
                </a:lnTo>
                <a:cubicBezTo>
                  <a:pt x="227076" y="130588"/>
                  <a:pt x="227076" y="130397"/>
                  <a:pt x="227171" y="130302"/>
                </a:cubicBezTo>
                <a:cubicBezTo>
                  <a:pt x="227171" y="130302"/>
                  <a:pt x="227171" y="130302"/>
                  <a:pt x="227171" y="130302"/>
                </a:cubicBezTo>
                <a:cubicBezTo>
                  <a:pt x="227171" y="130302"/>
                  <a:pt x="227171" y="130302"/>
                  <a:pt x="227171" y="130207"/>
                </a:cubicBezTo>
                <a:cubicBezTo>
                  <a:pt x="227171" y="130207"/>
                  <a:pt x="227171" y="130207"/>
                  <a:pt x="227171" y="130207"/>
                </a:cubicBezTo>
                <a:cubicBezTo>
                  <a:pt x="227171" y="130112"/>
                  <a:pt x="227171" y="130016"/>
                  <a:pt x="227171" y="129921"/>
                </a:cubicBezTo>
                <a:cubicBezTo>
                  <a:pt x="227171" y="129921"/>
                  <a:pt x="227171" y="129921"/>
                  <a:pt x="227171" y="129921"/>
                </a:cubicBezTo>
                <a:cubicBezTo>
                  <a:pt x="227171" y="129921"/>
                  <a:pt x="227171" y="129921"/>
                  <a:pt x="227171" y="129826"/>
                </a:cubicBezTo>
                <a:cubicBezTo>
                  <a:pt x="227171" y="129826"/>
                  <a:pt x="227171" y="129826"/>
                  <a:pt x="227171" y="129826"/>
                </a:cubicBezTo>
                <a:cubicBezTo>
                  <a:pt x="227171" y="129826"/>
                  <a:pt x="227171" y="129826"/>
                  <a:pt x="227171" y="129731"/>
                </a:cubicBezTo>
                <a:cubicBezTo>
                  <a:pt x="227171" y="129731"/>
                  <a:pt x="227171" y="129731"/>
                  <a:pt x="227171" y="129731"/>
                </a:cubicBezTo>
                <a:cubicBezTo>
                  <a:pt x="227171" y="129635"/>
                  <a:pt x="227171" y="129540"/>
                  <a:pt x="227171" y="129445"/>
                </a:cubicBezTo>
                <a:cubicBezTo>
                  <a:pt x="227171" y="129445"/>
                  <a:pt x="227171" y="129445"/>
                  <a:pt x="227171" y="129445"/>
                </a:cubicBezTo>
                <a:cubicBezTo>
                  <a:pt x="227171" y="129445"/>
                  <a:pt x="227171" y="129445"/>
                  <a:pt x="227171" y="129350"/>
                </a:cubicBezTo>
                <a:cubicBezTo>
                  <a:pt x="227171" y="129350"/>
                  <a:pt x="227171" y="129350"/>
                  <a:pt x="227171" y="129350"/>
                </a:cubicBezTo>
                <a:lnTo>
                  <a:pt x="227171" y="129254"/>
                </a:lnTo>
                <a:cubicBezTo>
                  <a:pt x="227171" y="129254"/>
                  <a:pt x="227171" y="129254"/>
                  <a:pt x="227171" y="129254"/>
                </a:cubicBezTo>
                <a:cubicBezTo>
                  <a:pt x="227171" y="129159"/>
                  <a:pt x="227171" y="129159"/>
                  <a:pt x="227171" y="129064"/>
                </a:cubicBezTo>
                <a:cubicBezTo>
                  <a:pt x="227171" y="129064"/>
                  <a:pt x="227171" y="129064"/>
                  <a:pt x="227171" y="129064"/>
                </a:cubicBezTo>
                <a:lnTo>
                  <a:pt x="227171" y="128969"/>
                </a:lnTo>
                <a:cubicBezTo>
                  <a:pt x="227171" y="128969"/>
                  <a:pt x="227171" y="128969"/>
                  <a:pt x="227171" y="128969"/>
                </a:cubicBezTo>
                <a:cubicBezTo>
                  <a:pt x="227171" y="128969"/>
                  <a:pt x="227171" y="128969"/>
                  <a:pt x="227171" y="128873"/>
                </a:cubicBezTo>
                <a:cubicBezTo>
                  <a:pt x="227171" y="128873"/>
                  <a:pt x="227171" y="128873"/>
                  <a:pt x="227171" y="128873"/>
                </a:cubicBezTo>
                <a:cubicBezTo>
                  <a:pt x="227171" y="128873"/>
                  <a:pt x="227171" y="128873"/>
                  <a:pt x="227171" y="128778"/>
                </a:cubicBezTo>
                <a:cubicBezTo>
                  <a:pt x="227171" y="128778"/>
                  <a:pt x="227171" y="128778"/>
                  <a:pt x="227171" y="128778"/>
                </a:cubicBezTo>
                <a:cubicBezTo>
                  <a:pt x="227171" y="128683"/>
                  <a:pt x="227171" y="128683"/>
                  <a:pt x="227171" y="128588"/>
                </a:cubicBezTo>
                <a:cubicBezTo>
                  <a:pt x="227171" y="128588"/>
                  <a:pt x="227171" y="128588"/>
                  <a:pt x="227171" y="128588"/>
                </a:cubicBezTo>
                <a:cubicBezTo>
                  <a:pt x="227171" y="128588"/>
                  <a:pt x="227171" y="128588"/>
                  <a:pt x="227171" y="128492"/>
                </a:cubicBezTo>
                <a:cubicBezTo>
                  <a:pt x="227171" y="128492"/>
                  <a:pt x="227171" y="128492"/>
                  <a:pt x="227171" y="128492"/>
                </a:cubicBezTo>
                <a:lnTo>
                  <a:pt x="227171" y="128397"/>
                </a:lnTo>
                <a:cubicBezTo>
                  <a:pt x="227171" y="128397"/>
                  <a:pt x="227171" y="128397"/>
                  <a:pt x="227171" y="128397"/>
                </a:cubicBezTo>
                <a:lnTo>
                  <a:pt x="227171" y="128302"/>
                </a:lnTo>
                <a:cubicBezTo>
                  <a:pt x="227171" y="128302"/>
                  <a:pt x="227171" y="128302"/>
                  <a:pt x="227171" y="128302"/>
                </a:cubicBezTo>
                <a:cubicBezTo>
                  <a:pt x="227171" y="128207"/>
                  <a:pt x="227171" y="128207"/>
                  <a:pt x="227171" y="128111"/>
                </a:cubicBezTo>
                <a:cubicBezTo>
                  <a:pt x="227171" y="128111"/>
                  <a:pt x="227171" y="128111"/>
                  <a:pt x="227171" y="128111"/>
                </a:cubicBezTo>
                <a:cubicBezTo>
                  <a:pt x="227171" y="128111"/>
                  <a:pt x="227171" y="128111"/>
                  <a:pt x="227171" y="128016"/>
                </a:cubicBezTo>
                <a:cubicBezTo>
                  <a:pt x="227171" y="128016"/>
                  <a:pt x="227171" y="128016"/>
                  <a:pt x="227171" y="128016"/>
                </a:cubicBezTo>
                <a:cubicBezTo>
                  <a:pt x="227171" y="128016"/>
                  <a:pt x="227171" y="128016"/>
                  <a:pt x="227171" y="127921"/>
                </a:cubicBezTo>
                <a:cubicBezTo>
                  <a:pt x="227171" y="127921"/>
                  <a:pt x="227171" y="127921"/>
                  <a:pt x="227171" y="127921"/>
                </a:cubicBezTo>
                <a:cubicBezTo>
                  <a:pt x="227171" y="127921"/>
                  <a:pt x="227171" y="127921"/>
                  <a:pt x="227171" y="127826"/>
                </a:cubicBezTo>
                <a:cubicBezTo>
                  <a:pt x="227171" y="127826"/>
                  <a:pt x="227171" y="127826"/>
                  <a:pt x="227171" y="127826"/>
                </a:cubicBezTo>
                <a:cubicBezTo>
                  <a:pt x="227171" y="127826"/>
                  <a:pt x="227171" y="127730"/>
                  <a:pt x="227171" y="127730"/>
                </a:cubicBezTo>
                <a:cubicBezTo>
                  <a:pt x="227171" y="127730"/>
                  <a:pt x="227171" y="127730"/>
                  <a:pt x="227171" y="127730"/>
                </a:cubicBezTo>
                <a:cubicBezTo>
                  <a:pt x="227171" y="127730"/>
                  <a:pt x="227171" y="127730"/>
                  <a:pt x="227171" y="127635"/>
                </a:cubicBezTo>
                <a:cubicBezTo>
                  <a:pt x="227171" y="127635"/>
                  <a:pt x="227171" y="127635"/>
                  <a:pt x="227171" y="127635"/>
                </a:cubicBezTo>
                <a:cubicBezTo>
                  <a:pt x="227171" y="127635"/>
                  <a:pt x="227171" y="127635"/>
                  <a:pt x="227171" y="127540"/>
                </a:cubicBezTo>
                <a:cubicBezTo>
                  <a:pt x="227171" y="127540"/>
                  <a:pt x="227171" y="127540"/>
                  <a:pt x="227171" y="127540"/>
                </a:cubicBezTo>
                <a:cubicBezTo>
                  <a:pt x="227171" y="127540"/>
                  <a:pt x="227171" y="127540"/>
                  <a:pt x="227171" y="127445"/>
                </a:cubicBezTo>
                <a:cubicBezTo>
                  <a:pt x="227171" y="127445"/>
                  <a:pt x="227171" y="127445"/>
                  <a:pt x="227171" y="127445"/>
                </a:cubicBezTo>
                <a:cubicBezTo>
                  <a:pt x="227171" y="127445"/>
                  <a:pt x="227171" y="127445"/>
                  <a:pt x="227171" y="127349"/>
                </a:cubicBezTo>
                <a:lnTo>
                  <a:pt x="227171" y="127349"/>
                </a:lnTo>
                <a:cubicBezTo>
                  <a:pt x="227171" y="127349"/>
                  <a:pt x="227171" y="127254"/>
                  <a:pt x="227171" y="127254"/>
                </a:cubicBezTo>
                <a:cubicBezTo>
                  <a:pt x="227171" y="127254"/>
                  <a:pt x="227171" y="127254"/>
                  <a:pt x="227171" y="127254"/>
                </a:cubicBezTo>
                <a:cubicBezTo>
                  <a:pt x="227171" y="127254"/>
                  <a:pt x="227171" y="127254"/>
                  <a:pt x="227171" y="127159"/>
                </a:cubicBezTo>
                <a:cubicBezTo>
                  <a:pt x="227171" y="127159"/>
                  <a:pt x="227171" y="127159"/>
                  <a:pt x="227171" y="127159"/>
                </a:cubicBezTo>
                <a:cubicBezTo>
                  <a:pt x="227171" y="127159"/>
                  <a:pt x="227171" y="127159"/>
                  <a:pt x="227171" y="127064"/>
                </a:cubicBezTo>
                <a:cubicBezTo>
                  <a:pt x="227171" y="127064"/>
                  <a:pt x="227171" y="127064"/>
                  <a:pt x="227171" y="127064"/>
                </a:cubicBezTo>
                <a:cubicBezTo>
                  <a:pt x="227171" y="127064"/>
                  <a:pt x="227171" y="127064"/>
                  <a:pt x="227171" y="126968"/>
                </a:cubicBezTo>
                <a:cubicBezTo>
                  <a:pt x="227171" y="126968"/>
                  <a:pt x="227171" y="126968"/>
                  <a:pt x="227171" y="126968"/>
                </a:cubicBezTo>
                <a:cubicBezTo>
                  <a:pt x="227171" y="126873"/>
                  <a:pt x="227171" y="126873"/>
                  <a:pt x="227171" y="126778"/>
                </a:cubicBezTo>
                <a:cubicBezTo>
                  <a:pt x="227171" y="126778"/>
                  <a:pt x="227171" y="126778"/>
                  <a:pt x="227171" y="126778"/>
                </a:cubicBezTo>
                <a:cubicBezTo>
                  <a:pt x="227171" y="126778"/>
                  <a:pt x="227171" y="126778"/>
                  <a:pt x="227171" y="126683"/>
                </a:cubicBezTo>
                <a:cubicBezTo>
                  <a:pt x="227171" y="126683"/>
                  <a:pt x="227171" y="126683"/>
                  <a:pt x="227171" y="126683"/>
                </a:cubicBezTo>
                <a:cubicBezTo>
                  <a:pt x="227171" y="126683"/>
                  <a:pt x="227171" y="126683"/>
                  <a:pt x="227171" y="126587"/>
                </a:cubicBezTo>
                <a:cubicBezTo>
                  <a:pt x="227171" y="126587"/>
                  <a:pt x="227171" y="126587"/>
                  <a:pt x="227171" y="126587"/>
                </a:cubicBezTo>
                <a:cubicBezTo>
                  <a:pt x="227171" y="126587"/>
                  <a:pt x="227171" y="126587"/>
                  <a:pt x="227171" y="126492"/>
                </a:cubicBezTo>
                <a:cubicBezTo>
                  <a:pt x="227171" y="126492"/>
                  <a:pt x="227171" y="126492"/>
                  <a:pt x="227171" y="126492"/>
                </a:cubicBezTo>
                <a:cubicBezTo>
                  <a:pt x="227171" y="126492"/>
                  <a:pt x="227171" y="126397"/>
                  <a:pt x="227171" y="126397"/>
                </a:cubicBezTo>
                <a:cubicBezTo>
                  <a:pt x="227171" y="126397"/>
                  <a:pt x="227171" y="126397"/>
                  <a:pt x="227171" y="126397"/>
                </a:cubicBezTo>
                <a:cubicBezTo>
                  <a:pt x="227171" y="126397"/>
                  <a:pt x="227171" y="126397"/>
                  <a:pt x="227171" y="126302"/>
                </a:cubicBezTo>
                <a:cubicBezTo>
                  <a:pt x="227171" y="126302"/>
                  <a:pt x="227171" y="126302"/>
                  <a:pt x="227171" y="126302"/>
                </a:cubicBezTo>
                <a:cubicBezTo>
                  <a:pt x="227171" y="126302"/>
                  <a:pt x="227171" y="126302"/>
                  <a:pt x="227171" y="126206"/>
                </a:cubicBezTo>
                <a:cubicBezTo>
                  <a:pt x="227171" y="126206"/>
                  <a:pt x="227171" y="126206"/>
                  <a:pt x="227171" y="126206"/>
                </a:cubicBezTo>
                <a:cubicBezTo>
                  <a:pt x="227171" y="126206"/>
                  <a:pt x="227171" y="126206"/>
                  <a:pt x="227171" y="126111"/>
                </a:cubicBezTo>
                <a:cubicBezTo>
                  <a:pt x="227171" y="126111"/>
                  <a:pt x="227171" y="126111"/>
                  <a:pt x="227171" y="126111"/>
                </a:cubicBezTo>
                <a:cubicBezTo>
                  <a:pt x="227171" y="126111"/>
                  <a:pt x="227171" y="126111"/>
                  <a:pt x="227171" y="126016"/>
                </a:cubicBezTo>
                <a:cubicBezTo>
                  <a:pt x="227171" y="126016"/>
                  <a:pt x="227171" y="126016"/>
                  <a:pt x="227171" y="126016"/>
                </a:cubicBezTo>
                <a:cubicBezTo>
                  <a:pt x="227171" y="126016"/>
                  <a:pt x="227171" y="125921"/>
                  <a:pt x="227171" y="125921"/>
                </a:cubicBezTo>
                <a:cubicBezTo>
                  <a:pt x="227171" y="125921"/>
                  <a:pt x="227171" y="125921"/>
                  <a:pt x="227171" y="125921"/>
                </a:cubicBezTo>
                <a:cubicBezTo>
                  <a:pt x="227171" y="125921"/>
                  <a:pt x="227171" y="125921"/>
                  <a:pt x="227171" y="125825"/>
                </a:cubicBezTo>
                <a:cubicBezTo>
                  <a:pt x="227171" y="125825"/>
                  <a:pt x="227171" y="125825"/>
                  <a:pt x="227171" y="125825"/>
                </a:cubicBezTo>
                <a:cubicBezTo>
                  <a:pt x="227171" y="125825"/>
                  <a:pt x="227171" y="125825"/>
                  <a:pt x="227171" y="125730"/>
                </a:cubicBezTo>
                <a:cubicBezTo>
                  <a:pt x="227171" y="125730"/>
                  <a:pt x="227171" y="125730"/>
                  <a:pt x="227171" y="125730"/>
                </a:cubicBezTo>
                <a:cubicBezTo>
                  <a:pt x="227171" y="125730"/>
                  <a:pt x="227171" y="125730"/>
                  <a:pt x="227171" y="125635"/>
                </a:cubicBezTo>
                <a:cubicBezTo>
                  <a:pt x="227171" y="125635"/>
                  <a:pt x="227171" y="125635"/>
                  <a:pt x="227171" y="125635"/>
                </a:cubicBezTo>
                <a:cubicBezTo>
                  <a:pt x="227171" y="125540"/>
                  <a:pt x="227171" y="125540"/>
                  <a:pt x="227171" y="125444"/>
                </a:cubicBezTo>
                <a:cubicBezTo>
                  <a:pt x="227171" y="125444"/>
                  <a:pt x="227171" y="125444"/>
                  <a:pt x="227171" y="125444"/>
                </a:cubicBezTo>
                <a:cubicBezTo>
                  <a:pt x="227171" y="125444"/>
                  <a:pt x="227171" y="125444"/>
                  <a:pt x="227171" y="125349"/>
                </a:cubicBezTo>
                <a:cubicBezTo>
                  <a:pt x="227171" y="125349"/>
                  <a:pt x="227171" y="125349"/>
                  <a:pt x="227171" y="125349"/>
                </a:cubicBezTo>
                <a:cubicBezTo>
                  <a:pt x="227171" y="125349"/>
                  <a:pt x="227171" y="125349"/>
                  <a:pt x="227171" y="125254"/>
                </a:cubicBezTo>
                <a:cubicBezTo>
                  <a:pt x="227171" y="125254"/>
                  <a:pt x="227171" y="125254"/>
                  <a:pt x="227171" y="125254"/>
                </a:cubicBezTo>
                <a:cubicBezTo>
                  <a:pt x="227171" y="125254"/>
                  <a:pt x="227171" y="125254"/>
                  <a:pt x="227171" y="125159"/>
                </a:cubicBezTo>
                <a:cubicBezTo>
                  <a:pt x="227171" y="125159"/>
                  <a:pt x="227171" y="125159"/>
                  <a:pt x="227171" y="125159"/>
                </a:cubicBezTo>
                <a:cubicBezTo>
                  <a:pt x="227171" y="125063"/>
                  <a:pt x="227171" y="125063"/>
                  <a:pt x="227171" y="124968"/>
                </a:cubicBezTo>
                <a:cubicBezTo>
                  <a:pt x="227171" y="124968"/>
                  <a:pt x="227171" y="124968"/>
                  <a:pt x="227171" y="124968"/>
                </a:cubicBezTo>
                <a:cubicBezTo>
                  <a:pt x="227171" y="124968"/>
                  <a:pt x="227171" y="124968"/>
                  <a:pt x="227171" y="124873"/>
                </a:cubicBezTo>
                <a:cubicBezTo>
                  <a:pt x="227171" y="124873"/>
                  <a:pt x="227171" y="124873"/>
                  <a:pt x="227171" y="124873"/>
                </a:cubicBezTo>
                <a:cubicBezTo>
                  <a:pt x="227171" y="124873"/>
                  <a:pt x="227171" y="124873"/>
                  <a:pt x="227171" y="124778"/>
                </a:cubicBezTo>
                <a:cubicBezTo>
                  <a:pt x="227171" y="124778"/>
                  <a:pt x="227171" y="124778"/>
                  <a:pt x="227171" y="124778"/>
                </a:cubicBezTo>
                <a:cubicBezTo>
                  <a:pt x="227171" y="124778"/>
                  <a:pt x="227171" y="124778"/>
                  <a:pt x="227171" y="124682"/>
                </a:cubicBezTo>
                <a:lnTo>
                  <a:pt x="227171" y="124682"/>
                </a:lnTo>
                <a:cubicBezTo>
                  <a:pt x="227171" y="124587"/>
                  <a:pt x="227171" y="124587"/>
                  <a:pt x="227171" y="124492"/>
                </a:cubicBezTo>
                <a:cubicBezTo>
                  <a:pt x="227171" y="124492"/>
                  <a:pt x="227171" y="124492"/>
                  <a:pt x="227171" y="124492"/>
                </a:cubicBezTo>
                <a:cubicBezTo>
                  <a:pt x="227171" y="124492"/>
                  <a:pt x="227171" y="124492"/>
                  <a:pt x="227171" y="124397"/>
                </a:cubicBezTo>
                <a:cubicBezTo>
                  <a:pt x="227171" y="124397"/>
                  <a:pt x="227171" y="124397"/>
                  <a:pt x="227171" y="124397"/>
                </a:cubicBezTo>
                <a:cubicBezTo>
                  <a:pt x="227171" y="124397"/>
                  <a:pt x="227171" y="124397"/>
                  <a:pt x="227171" y="124301"/>
                </a:cubicBezTo>
                <a:cubicBezTo>
                  <a:pt x="227171" y="124301"/>
                  <a:pt x="227171" y="124301"/>
                  <a:pt x="227171" y="124301"/>
                </a:cubicBezTo>
                <a:cubicBezTo>
                  <a:pt x="227171" y="124206"/>
                  <a:pt x="227171" y="124111"/>
                  <a:pt x="227171" y="124016"/>
                </a:cubicBezTo>
                <a:cubicBezTo>
                  <a:pt x="227171" y="124016"/>
                  <a:pt x="227171" y="124016"/>
                  <a:pt x="227171" y="124016"/>
                </a:cubicBezTo>
                <a:cubicBezTo>
                  <a:pt x="227171" y="124016"/>
                  <a:pt x="227171" y="124016"/>
                  <a:pt x="227171" y="123920"/>
                </a:cubicBezTo>
                <a:cubicBezTo>
                  <a:pt x="227171" y="123920"/>
                  <a:pt x="227171" y="123920"/>
                  <a:pt x="227171" y="123920"/>
                </a:cubicBezTo>
                <a:cubicBezTo>
                  <a:pt x="227171" y="123920"/>
                  <a:pt x="227171" y="123920"/>
                  <a:pt x="227171" y="123825"/>
                </a:cubicBezTo>
                <a:cubicBezTo>
                  <a:pt x="227171" y="123825"/>
                  <a:pt x="227171" y="123825"/>
                  <a:pt x="227171" y="123825"/>
                </a:cubicBezTo>
                <a:cubicBezTo>
                  <a:pt x="227171" y="123730"/>
                  <a:pt x="227171" y="123635"/>
                  <a:pt x="227171" y="123539"/>
                </a:cubicBezTo>
                <a:lnTo>
                  <a:pt x="227171" y="123539"/>
                </a:lnTo>
                <a:cubicBezTo>
                  <a:pt x="227266" y="122111"/>
                  <a:pt x="227362" y="120682"/>
                  <a:pt x="227457" y="119158"/>
                </a:cubicBezTo>
                <a:lnTo>
                  <a:pt x="217932" y="118682"/>
                </a:lnTo>
                <a:cubicBezTo>
                  <a:pt x="218503" y="124968"/>
                  <a:pt x="217741" y="130778"/>
                  <a:pt x="216503" y="136398"/>
                </a:cubicBezTo>
                <a:close/>
                <a:moveTo>
                  <a:pt x="207835" y="161068"/>
                </a:moveTo>
                <a:lnTo>
                  <a:pt x="216313" y="165354"/>
                </a:lnTo>
                <a:cubicBezTo>
                  <a:pt x="218408" y="161258"/>
                  <a:pt x="220218" y="156972"/>
                  <a:pt x="221742" y="152591"/>
                </a:cubicBezTo>
                <a:cubicBezTo>
                  <a:pt x="221742" y="152591"/>
                  <a:pt x="221742" y="152591"/>
                  <a:pt x="221742" y="152591"/>
                </a:cubicBezTo>
                <a:cubicBezTo>
                  <a:pt x="221742" y="152495"/>
                  <a:pt x="221837" y="152400"/>
                  <a:pt x="221837" y="152305"/>
                </a:cubicBezTo>
                <a:cubicBezTo>
                  <a:pt x="221837" y="152305"/>
                  <a:pt x="221837" y="152305"/>
                  <a:pt x="221837" y="152305"/>
                </a:cubicBezTo>
                <a:cubicBezTo>
                  <a:pt x="221837" y="152305"/>
                  <a:pt x="221837" y="152305"/>
                  <a:pt x="221837" y="152210"/>
                </a:cubicBezTo>
                <a:cubicBezTo>
                  <a:pt x="221837" y="152210"/>
                  <a:pt x="221837" y="152210"/>
                  <a:pt x="221837" y="152210"/>
                </a:cubicBezTo>
                <a:cubicBezTo>
                  <a:pt x="221837" y="152210"/>
                  <a:pt x="221837" y="152210"/>
                  <a:pt x="221837" y="152114"/>
                </a:cubicBezTo>
                <a:cubicBezTo>
                  <a:pt x="221837" y="152114"/>
                  <a:pt x="221837" y="152114"/>
                  <a:pt x="221837" y="152114"/>
                </a:cubicBezTo>
                <a:cubicBezTo>
                  <a:pt x="221837" y="152114"/>
                  <a:pt x="221837" y="152114"/>
                  <a:pt x="221837" y="152019"/>
                </a:cubicBezTo>
                <a:cubicBezTo>
                  <a:pt x="221837" y="152019"/>
                  <a:pt x="221837" y="152019"/>
                  <a:pt x="221837" y="152019"/>
                </a:cubicBezTo>
                <a:cubicBezTo>
                  <a:pt x="221837" y="152019"/>
                  <a:pt x="221837" y="151924"/>
                  <a:pt x="221837" y="151924"/>
                </a:cubicBezTo>
                <a:cubicBezTo>
                  <a:pt x="221837" y="151924"/>
                  <a:pt x="221837" y="151924"/>
                  <a:pt x="221837" y="151924"/>
                </a:cubicBezTo>
                <a:cubicBezTo>
                  <a:pt x="221837" y="151924"/>
                  <a:pt x="221837" y="151829"/>
                  <a:pt x="221837" y="151829"/>
                </a:cubicBezTo>
                <a:cubicBezTo>
                  <a:pt x="221837" y="151829"/>
                  <a:pt x="221837" y="151829"/>
                  <a:pt x="221837" y="151829"/>
                </a:cubicBezTo>
                <a:cubicBezTo>
                  <a:pt x="221837" y="151829"/>
                  <a:pt x="221837" y="151733"/>
                  <a:pt x="221837" y="151733"/>
                </a:cubicBezTo>
                <a:cubicBezTo>
                  <a:pt x="221837" y="151733"/>
                  <a:pt x="221837" y="151733"/>
                  <a:pt x="221837" y="151733"/>
                </a:cubicBezTo>
                <a:cubicBezTo>
                  <a:pt x="221837" y="151733"/>
                  <a:pt x="221837" y="151733"/>
                  <a:pt x="221837" y="151638"/>
                </a:cubicBezTo>
                <a:cubicBezTo>
                  <a:pt x="221837" y="151638"/>
                  <a:pt x="221837" y="151638"/>
                  <a:pt x="221837" y="151638"/>
                </a:cubicBezTo>
                <a:cubicBezTo>
                  <a:pt x="221837" y="151638"/>
                  <a:pt x="221837" y="151638"/>
                  <a:pt x="221837" y="151543"/>
                </a:cubicBezTo>
                <a:cubicBezTo>
                  <a:pt x="221837" y="151543"/>
                  <a:pt x="221837" y="151543"/>
                  <a:pt x="221837" y="151543"/>
                </a:cubicBezTo>
                <a:cubicBezTo>
                  <a:pt x="221837" y="151543"/>
                  <a:pt x="221837" y="151543"/>
                  <a:pt x="221837" y="151543"/>
                </a:cubicBezTo>
                <a:cubicBezTo>
                  <a:pt x="221837" y="151543"/>
                  <a:pt x="221837" y="151543"/>
                  <a:pt x="221837" y="151543"/>
                </a:cubicBezTo>
                <a:lnTo>
                  <a:pt x="221837" y="151448"/>
                </a:lnTo>
                <a:cubicBezTo>
                  <a:pt x="221837" y="151448"/>
                  <a:pt x="221837" y="151448"/>
                  <a:pt x="221837" y="151448"/>
                </a:cubicBezTo>
                <a:cubicBezTo>
                  <a:pt x="221837" y="151448"/>
                  <a:pt x="221837" y="151448"/>
                  <a:pt x="221837" y="151352"/>
                </a:cubicBezTo>
                <a:cubicBezTo>
                  <a:pt x="221837" y="151352"/>
                  <a:pt x="221837" y="151352"/>
                  <a:pt x="221837" y="151352"/>
                </a:cubicBezTo>
                <a:cubicBezTo>
                  <a:pt x="221837" y="151352"/>
                  <a:pt x="221837" y="151352"/>
                  <a:pt x="221837" y="151352"/>
                </a:cubicBezTo>
                <a:lnTo>
                  <a:pt x="221837" y="151352"/>
                </a:lnTo>
                <a:cubicBezTo>
                  <a:pt x="221837" y="151352"/>
                  <a:pt x="221837" y="151352"/>
                  <a:pt x="221837" y="151352"/>
                </a:cubicBezTo>
                <a:cubicBezTo>
                  <a:pt x="221837" y="151352"/>
                  <a:pt x="221837" y="151352"/>
                  <a:pt x="221837" y="151352"/>
                </a:cubicBezTo>
                <a:cubicBezTo>
                  <a:pt x="221837" y="151352"/>
                  <a:pt x="221837" y="151352"/>
                  <a:pt x="221837" y="151352"/>
                </a:cubicBezTo>
                <a:lnTo>
                  <a:pt x="221837" y="151352"/>
                </a:lnTo>
                <a:cubicBezTo>
                  <a:pt x="221837" y="151352"/>
                  <a:pt x="221837" y="151352"/>
                  <a:pt x="221837" y="151352"/>
                </a:cubicBezTo>
                <a:cubicBezTo>
                  <a:pt x="221837" y="151352"/>
                  <a:pt x="221837" y="151352"/>
                  <a:pt x="221837" y="151257"/>
                </a:cubicBezTo>
                <a:cubicBezTo>
                  <a:pt x="221837" y="151257"/>
                  <a:pt x="221837" y="151257"/>
                  <a:pt x="221837" y="151257"/>
                </a:cubicBezTo>
                <a:cubicBezTo>
                  <a:pt x="221837" y="151162"/>
                  <a:pt x="221837" y="151162"/>
                  <a:pt x="221932" y="151067"/>
                </a:cubicBezTo>
                <a:lnTo>
                  <a:pt x="221932" y="151067"/>
                </a:lnTo>
                <a:cubicBezTo>
                  <a:pt x="221932" y="151067"/>
                  <a:pt x="221932" y="151067"/>
                  <a:pt x="221932" y="150971"/>
                </a:cubicBezTo>
                <a:cubicBezTo>
                  <a:pt x="221932" y="150971"/>
                  <a:pt x="221932" y="150971"/>
                  <a:pt x="221932" y="150971"/>
                </a:cubicBezTo>
                <a:cubicBezTo>
                  <a:pt x="221932" y="150971"/>
                  <a:pt x="221932" y="150971"/>
                  <a:pt x="221932" y="150876"/>
                </a:cubicBezTo>
                <a:cubicBezTo>
                  <a:pt x="221932" y="150876"/>
                  <a:pt x="221932" y="150876"/>
                  <a:pt x="221932" y="150876"/>
                </a:cubicBezTo>
                <a:cubicBezTo>
                  <a:pt x="222218" y="149923"/>
                  <a:pt x="222599" y="148876"/>
                  <a:pt x="222885" y="147923"/>
                </a:cubicBezTo>
                <a:lnTo>
                  <a:pt x="213741" y="145161"/>
                </a:lnTo>
                <a:cubicBezTo>
                  <a:pt x="212598" y="150400"/>
                  <a:pt x="210407" y="155829"/>
                  <a:pt x="207835" y="161068"/>
                </a:cubicBezTo>
                <a:close/>
                <a:moveTo>
                  <a:pt x="18764" y="157829"/>
                </a:moveTo>
                <a:lnTo>
                  <a:pt x="10096" y="161830"/>
                </a:lnTo>
                <a:cubicBezTo>
                  <a:pt x="10573" y="162782"/>
                  <a:pt x="11049" y="163735"/>
                  <a:pt x="11430" y="164687"/>
                </a:cubicBezTo>
                <a:lnTo>
                  <a:pt x="11430" y="164687"/>
                </a:lnTo>
                <a:cubicBezTo>
                  <a:pt x="11430" y="164687"/>
                  <a:pt x="11430" y="164687"/>
                  <a:pt x="11430" y="164783"/>
                </a:cubicBezTo>
                <a:lnTo>
                  <a:pt x="11430" y="164783"/>
                </a:lnTo>
                <a:cubicBezTo>
                  <a:pt x="11525" y="164878"/>
                  <a:pt x="11525" y="164973"/>
                  <a:pt x="11620" y="165068"/>
                </a:cubicBezTo>
                <a:lnTo>
                  <a:pt x="11620" y="165068"/>
                </a:lnTo>
                <a:cubicBezTo>
                  <a:pt x="11620" y="165068"/>
                  <a:pt x="11620" y="165068"/>
                  <a:pt x="11620" y="165164"/>
                </a:cubicBezTo>
                <a:cubicBezTo>
                  <a:pt x="11620" y="165164"/>
                  <a:pt x="11620" y="165164"/>
                  <a:pt x="11620" y="165164"/>
                </a:cubicBezTo>
                <a:cubicBezTo>
                  <a:pt x="11620" y="165164"/>
                  <a:pt x="11620" y="165164"/>
                  <a:pt x="11620" y="165259"/>
                </a:cubicBezTo>
                <a:cubicBezTo>
                  <a:pt x="11620" y="165259"/>
                  <a:pt x="11620" y="165259"/>
                  <a:pt x="11620" y="165259"/>
                </a:cubicBezTo>
                <a:cubicBezTo>
                  <a:pt x="11620" y="165259"/>
                  <a:pt x="11620" y="165259"/>
                  <a:pt x="11620" y="165354"/>
                </a:cubicBezTo>
                <a:cubicBezTo>
                  <a:pt x="11620" y="165354"/>
                  <a:pt x="11620" y="165354"/>
                  <a:pt x="11620" y="165354"/>
                </a:cubicBezTo>
                <a:cubicBezTo>
                  <a:pt x="11620" y="165449"/>
                  <a:pt x="11716" y="165545"/>
                  <a:pt x="11716" y="165640"/>
                </a:cubicBezTo>
                <a:cubicBezTo>
                  <a:pt x="11716" y="165640"/>
                  <a:pt x="11716" y="165640"/>
                  <a:pt x="11716" y="165640"/>
                </a:cubicBezTo>
                <a:cubicBezTo>
                  <a:pt x="11716" y="165640"/>
                  <a:pt x="11716" y="165640"/>
                  <a:pt x="11716" y="165735"/>
                </a:cubicBezTo>
                <a:cubicBezTo>
                  <a:pt x="11716" y="165735"/>
                  <a:pt x="11716" y="165735"/>
                  <a:pt x="11716" y="165735"/>
                </a:cubicBezTo>
                <a:lnTo>
                  <a:pt x="11716" y="165735"/>
                </a:lnTo>
                <a:cubicBezTo>
                  <a:pt x="11716" y="165735"/>
                  <a:pt x="11716" y="165735"/>
                  <a:pt x="11716" y="165735"/>
                </a:cubicBezTo>
                <a:cubicBezTo>
                  <a:pt x="11716" y="165735"/>
                  <a:pt x="11716" y="165735"/>
                  <a:pt x="11716" y="165735"/>
                </a:cubicBezTo>
                <a:cubicBezTo>
                  <a:pt x="11716" y="165735"/>
                  <a:pt x="11716" y="165735"/>
                  <a:pt x="11716" y="165735"/>
                </a:cubicBezTo>
                <a:cubicBezTo>
                  <a:pt x="11716" y="165735"/>
                  <a:pt x="11716" y="165735"/>
                  <a:pt x="11716" y="165735"/>
                </a:cubicBezTo>
                <a:cubicBezTo>
                  <a:pt x="11716" y="165735"/>
                  <a:pt x="11716" y="165735"/>
                  <a:pt x="11716" y="165735"/>
                </a:cubicBezTo>
                <a:cubicBezTo>
                  <a:pt x="11716" y="165830"/>
                  <a:pt x="11811" y="165830"/>
                  <a:pt x="11811" y="165925"/>
                </a:cubicBezTo>
                <a:cubicBezTo>
                  <a:pt x="11811" y="165925"/>
                  <a:pt x="11811" y="165925"/>
                  <a:pt x="11811" y="165925"/>
                </a:cubicBezTo>
                <a:cubicBezTo>
                  <a:pt x="11811" y="165925"/>
                  <a:pt x="11811" y="165925"/>
                  <a:pt x="11811" y="165925"/>
                </a:cubicBezTo>
                <a:cubicBezTo>
                  <a:pt x="11811" y="165925"/>
                  <a:pt x="11811" y="165925"/>
                  <a:pt x="11811" y="165925"/>
                </a:cubicBezTo>
                <a:cubicBezTo>
                  <a:pt x="11811" y="165925"/>
                  <a:pt x="11811" y="165925"/>
                  <a:pt x="11811" y="165925"/>
                </a:cubicBezTo>
                <a:cubicBezTo>
                  <a:pt x="11811" y="165925"/>
                  <a:pt x="11811" y="165925"/>
                  <a:pt x="11811" y="165925"/>
                </a:cubicBezTo>
                <a:cubicBezTo>
                  <a:pt x="11811" y="165925"/>
                  <a:pt x="11811" y="165925"/>
                  <a:pt x="11811" y="165925"/>
                </a:cubicBezTo>
                <a:cubicBezTo>
                  <a:pt x="11811" y="165925"/>
                  <a:pt x="11811" y="165925"/>
                  <a:pt x="11811" y="165925"/>
                </a:cubicBezTo>
                <a:cubicBezTo>
                  <a:pt x="11811" y="165925"/>
                  <a:pt x="11811" y="165925"/>
                  <a:pt x="11811" y="165925"/>
                </a:cubicBezTo>
                <a:cubicBezTo>
                  <a:pt x="11811" y="165925"/>
                  <a:pt x="11811" y="165925"/>
                  <a:pt x="11811" y="165925"/>
                </a:cubicBezTo>
                <a:cubicBezTo>
                  <a:pt x="11811" y="165925"/>
                  <a:pt x="11811" y="165925"/>
                  <a:pt x="11811" y="165925"/>
                </a:cubicBezTo>
                <a:cubicBezTo>
                  <a:pt x="11811" y="165925"/>
                  <a:pt x="11811" y="165925"/>
                  <a:pt x="11811" y="165925"/>
                </a:cubicBezTo>
                <a:cubicBezTo>
                  <a:pt x="11811" y="165925"/>
                  <a:pt x="11811" y="165925"/>
                  <a:pt x="11811" y="166021"/>
                </a:cubicBezTo>
                <a:cubicBezTo>
                  <a:pt x="11811" y="166021"/>
                  <a:pt x="11811" y="166021"/>
                  <a:pt x="11811" y="166021"/>
                </a:cubicBezTo>
                <a:cubicBezTo>
                  <a:pt x="11811" y="166021"/>
                  <a:pt x="11811" y="166021"/>
                  <a:pt x="11811" y="166021"/>
                </a:cubicBezTo>
                <a:cubicBezTo>
                  <a:pt x="11811" y="166021"/>
                  <a:pt x="11811" y="166021"/>
                  <a:pt x="11811" y="166021"/>
                </a:cubicBezTo>
                <a:cubicBezTo>
                  <a:pt x="11811" y="166021"/>
                  <a:pt x="11811" y="166021"/>
                  <a:pt x="11811" y="166021"/>
                </a:cubicBezTo>
                <a:cubicBezTo>
                  <a:pt x="11811" y="166021"/>
                  <a:pt x="11811" y="166021"/>
                  <a:pt x="11811" y="166021"/>
                </a:cubicBezTo>
                <a:cubicBezTo>
                  <a:pt x="11811" y="166021"/>
                  <a:pt x="11811" y="166021"/>
                  <a:pt x="11811" y="166021"/>
                </a:cubicBezTo>
                <a:cubicBezTo>
                  <a:pt x="11811" y="166021"/>
                  <a:pt x="11811" y="166021"/>
                  <a:pt x="11811" y="166021"/>
                </a:cubicBezTo>
                <a:cubicBezTo>
                  <a:pt x="11811" y="166021"/>
                  <a:pt x="11811" y="166021"/>
                  <a:pt x="11811" y="166021"/>
                </a:cubicBezTo>
                <a:cubicBezTo>
                  <a:pt x="11811" y="166021"/>
                  <a:pt x="11811" y="166021"/>
                  <a:pt x="11811" y="166021"/>
                </a:cubicBezTo>
                <a:cubicBezTo>
                  <a:pt x="11811" y="166021"/>
                  <a:pt x="11811" y="166021"/>
                  <a:pt x="11811" y="166021"/>
                </a:cubicBezTo>
                <a:cubicBezTo>
                  <a:pt x="11811" y="166021"/>
                  <a:pt x="11811" y="166021"/>
                  <a:pt x="11811" y="166021"/>
                </a:cubicBezTo>
                <a:cubicBezTo>
                  <a:pt x="11811" y="166021"/>
                  <a:pt x="11811" y="166021"/>
                  <a:pt x="11811" y="166116"/>
                </a:cubicBezTo>
                <a:cubicBezTo>
                  <a:pt x="11811" y="166116"/>
                  <a:pt x="11811" y="166116"/>
                  <a:pt x="11811" y="166116"/>
                </a:cubicBezTo>
                <a:cubicBezTo>
                  <a:pt x="11811" y="166116"/>
                  <a:pt x="11811" y="166116"/>
                  <a:pt x="11811" y="166116"/>
                </a:cubicBezTo>
                <a:cubicBezTo>
                  <a:pt x="11811" y="166116"/>
                  <a:pt x="11811" y="166116"/>
                  <a:pt x="11811" y="166116"/>
                </a:cubicBezTo>
                <a:cubicBezTo>
                  <a:pt x="11811" y="166116"/>
                  <a:pt x="11811" y="166116"/>
                  <a:pt x="11811" y="166116"/>
                </a:cubicBezTo>
                <a:cubicBezTo>
                  <a:pt x="11811" y="166116"/>
                  <a:pt x="11811" y="166116"/>
                  <a:pt x="11811" y="166116"/>
                </a:cubicBezTo>
                <a:cubicBezTo>
                  <a:pt x="11811" y="166116"/>
                  <a:pt x="11811" y="166116"/>
                  <a:pt x="11811" y="166116"/>
                </a:cubicBezTo>
                <a:cubicBezTo>
                  <a:pt x="11811" y="166116"/>
                  <a:pt x="11811" y="166116"/>
                  <a:pt x="11811" y="166116"/>
                </a:cubicBezTo>
                <a:cubicBezTo>
                  <a:pt x="11811" y="166116"/>
                  <a:pt x="11811" y="166116"/>
                  <a:pt x="11811" y="166116"/>
                </a:cubicBezTo>
                <a:cubicBezTo>
                  <a:pt x="11811" y="166116"/>
                  <a:pt x="11811" y="166116"/>
                  <a:pt x="11811" y="166116"/>
                </a:cubicBezTo>
                <a:cubicBezTo>
                  <a:pt x="11811" y="166116"/>
                  <a:pt x="11811" y="166116"/>
                  <a:pt x="11811" y="166116"/>
                </a:cubicBezTo>
                <a:cubicBezTo>
                  <a:pt x="11811" y="166116"/>
                  <a:pt x="11811" y="166116"/>
                  <a:pt x="11811" y="166211"/>
                </a:cubicBezTo>
                <a:cubicBezTo>
                  <a:pt x="11811" y="166211"/>
                  <a:pt x="11811" y="166211"/>
                  <a:pt x="11811" y="166211"/>
                </a:cubicBezTo>
                <a:cubicBezTo>
                  <a:pt x="11811" y="166211"/>
                  <a:pt x="11811" y="166211"/>
                  <a:pt x="11811" y="166306"/>
                </a:cubicBezTo>
                <a:cubicBezTo>
                  <a:pt x="11811" y="166306"/>
                  <a:pt x="11811" y="166306"/>
                  <a:pt x="11811" y="166306"/>
                </a:cubicBezTo>
                <a:cubicBezTo>
                  <a:pt x="11811" y="166306"/>
                  <a:pt x="11811" y="166306"/>
                  <a:pt x="11811" y="166306"/>
                </a:cubicBezTo>
                <a:cubicBezTo>
                  <a:pt x="11811" y="166306"/>
                  <a:pt x="11811" y="166306"/>
                  <a:pt x="11811" y="166306"/>
                </a:cubicBezTo>
                <a:cubicBezTo>
                  <a:pt x="11811" y="166306"/>
                  <a:pt x="11811" y="166306"/>
                  <a:pt x="11811" y="166306"/>
                </a:cubicBezTo>
                <a:cubicBezTo>
                  <a:pt x="11811" y="166306"/>
                  <a:pt x="11811" y="166306"/>
                  <a:pt x="11811" y="166306"/>
                </a:cubicBezTo>
                <a:cubicBezTo>
                  <a:pt x="11811" y="166306"/>
                  <a:pt x="11811" y="166306"/>
                  <a:pt x="11811" y="166306"/>
                </a:cubicBezTo>
                <a:cubicBezTo>
                  <a:pt x="11811" y="166306"/>
                  <a:pt x="11811" y="166306"/>
                  <a:pt x="11811" y="166306"/>
                </a:cubicBezTo>
                <a:cubicBezTo>
                  <a:pt x="11811" y="166306"/>
                  <a:pt x="11811" y="166306"/>
                  <a:pt x="11811" y="166306"/>
                </a:cubicBezTo>
                <a:cubicBezTo>
                  <a:pt x="11811" y="166306"/>
                  <a:pt x="11811" y="166306"/>
                  <a:pt x="11811" y="166306"/>
                </a:cubicBezTo>
                <a:cubicBezTo>
                  <a:pt x="11811" y="166306"/>
                  <a:pt x="11811" y="166306"/>
                  <a:pt x="11811" y="166402"/>
                </a:cubicBezTo>
                <a:cubicBezTo>
                  <a:pt x="11811" y="166402"/>
                  <a:pt x="11811" y="166402"/>
                  <a:pt x="11811" y="166402"/>
                </a:cubicBezTo>
                <a:cubicBezTo>
                  <a:pt x="11811" y="166402"/>
                  <a:pt x="11811" y="166402"/>
                  <a:pt x="11811" y="166497"/>
                </a:cubicBezTo>
                <a:cubicBezTo>
                  <a:pt x="11811" y="166497"/>
                  <a:pt x="11811" y="166497"/>
                  <a:pt x="11811" y="166497"/>
                </a:cubicBezTo>
                <a:cubicBezTo>
                  <a:pt x="11811" y="166497"/>
                  <a:pt x="11811" y="166497"/>
                  <a:pt x="11811" y="166592"/>
                </a:cubicBezTo>
                <a:cubicBezTo>
                  <a:pt x="11811" y="166592"/>
                  <a:pt x="11811" y="166592"/>
                  <a:pt x="11811" y="166592"/>
                </a:cubicBezTo>
                <a:cubicBezTo>
                  <a:pt x="11811" y="166592"/>
                  <a:pt x="11811" y="166592"/>
                  <a:pt x="11811" y="166592"/>
                </a:cubicBezTo>
                <a:cubicBezTo>
                  <a:pt x="11811" y="166592"/>
                  <a:pt x="11811" y="166592"/>
                  <a:pt x="11811" y="166592"/>
                </a:cubicBezTo>
                <a:cubicBezTo>
                  <a:pt x="11811" y="166592"/>
                  <a:pt x="11811" y="166592"/>
                  <a:pt x="11811" y="166592"/>
                </a:cubicBezTo>
                <a:cubicBezTo>
                  <a:pt x="11811" y="166592"/>
                  <a:pt x="11811" y="166592"/>
                  <a:pt x="11811" y="166592"/>
                </a:cubicBezTo>
                <a:cubicBezTo>
                  <a:pt x="11811" y="166592"/>
                  <a:pt x="11811" y="166592"/>
                  <a:pt x="11811" y="166592"/>
                </a:cubicBezTo>
                <a:cubicBezTo>
                  <a:pt x="11811" y="166592"/>
                  <a:pt x="11811" y="166592"/>
                  <a:pt x="11811" y="166592"/>
                </a:cubicBezTo>
                <a:cubicBezTo>
                  <a:pt x="11811" y="166592"/>
                  <a:pt x="11811" y="166592"/>
                  <a:pt x="11811" y="166688"/>
                </a:cubicBezTo>
                <a:lnTo>
                  <a:pt x="11811" y="166688"/>
                </a:lnTo>
                <a:cubicBezTo>
                  <a:pt x="11811" y="166688"/>
                  <a:pt x="11811" y="166688"/>
                  <a:pt x="11811" y="166783"/>
                </a:cubicBezTo>
                <a:cubicBezTo>
                  <a:pt x="11811" y="166783"/>
                  <a:pt x="11811" y="166783"/>
                  <a:pt x="11811" y="166783"/>
                </a:cubicBezTo>
                <a:cubicBezTo>
                  <a:pt x="11811" y="166783"/>
                  <a:pt x="11811" y="166783"/>
                  <a:pt x="11811" y="166878"/>
                </a:cubicBezTo>
                <a:cubicBezTo>
                  <a:pt x="11811" y="166878"/>
                  <a:pt x="11811" y="166878"/>
                  <a:pt x="11811" y="166878"/>
                </a:cubicBezTo>
                <a:cubicBezTo>
                  <a:pt x="11811" y="166878"/>
                  <a:pt x="11811" y="166878"/>
                  <a:pt x="11811" y="166878"/>
                </a:cubicBezTo>
                <a:lnTo>
                  <a:pt x="11811" y="166878"/>
                </a:lnTo>
                <a:cubicBezTo>
                  <a:pt x="11811" y="166878"/>
                  <a:pt x="11811" y="166878"/>
                  <a:pt x="11811" y="166878"/>
                </a:cubicBezTo>
                <a:cubicBezTo>
                  <a:pt x="11811" y="166878"/>
                  <a:pt x="11811" y="166878"/>
                  <a:pt x="11811" y="166878"/>
                </a:cubicBezTo>
                <a:cubicBezTo>
                  <a:pt x="11811" y="166878"/>
                  <a:pt x="11811" y="166878"/>
                  <a:pt x="11811" y="166878"/>
                </a:cubicBezTo>
                <a:cubicBezTo>
                  <a:pt x="11811" y="166878"/>
                  <a:pt x="11811" y="166878"/>
                  <a:pt x="11811" y="166878"/>
                </a:cubicBezTo>
                <a:cubicBezTo>
                  <a:pt x="11811" y="166878"/>
                  <a:pt x="11811" y="166878"/>
                  <a:pt x="11811" y="166878"/>
                </a:cubicBezTo>
                <a:cubicBezTo>
                  <a:pt x="11811" y="166878"/>
                  <a:pt x="11811" y="166878"/>
                  <a:pt x="11811" y="166878"/>
                </a:cubicBezTo>
                <a:cubicBezTo>
                  <a:pt x="11811" y="166878"/>
                  <a:pt x="11811" y="166878"/>
                  <a:pt x="11811" y="166878"/>
                </a:cubicBezTo>
                <a:cubicBezTo>
                  <a:pt x="11811" y="166878"/>
                  <a:pt x="11811" y="166878"/>
                  <a:pt x="11811" y="166973"/>
                </a:cubicBezTo>
                <a:cubicBezTo>
                  <a:pt x="11811" y="166973"/>
                  <a:pt x="11811" y="166973"/>
                  <a:pt x="11811" y="166973"/>
                </a:cubicBezTo>
                <a:cubicBezTo>
                  <a:pt x="11811" y="166973"/>
                  <a:pt x="11811" y="166973"/>
                  <a:pt x="11811" y="166973"/>
                </a:cubicBezTo>
                <a:cubicBezTo>
                  <a:pt x="11811" y="166973"/>
                  <a:pt x="11811" y="166973"/>
                  <a:pt x="11811" y="166973"/>
                </a:cubicBezTo>
                <a:cubicBezTo>
                  <a:pt x="11811" y="166973"/>
                  <a:pt x="11811" y="166973"/>
                  <a:pt x="11811" y="166973"/>
                </a:cubicBezTo>
                <a:cubicBezTo>
                  <a:pt x="11811" y="166973"/>
                  <a:pt x="11811" y="166973"/>
                  <a:pt x="11811" y="166973"/>
                </a:cubicBezTo>
                <a:cubicBezTo>
                  <a:pt x="11811" y="166973"/>
                  <a:pt x="11811" y="166973"/>
                  <a:pt x="11811" y="166973"/>
                </a:cubicBezTo>
                <a:cubicBezTo>
                  <a:pt x="11811" y="166973"/>
                  <a:pt x="11811" y="166973"/>
                  <a:pt x="11811" y="166973"/>
                </a:cubicBezTo>
                <a:cubicBezTo>
                  <a:pt x="11811" y="166973"/>
                  <a:pt x="11811" y="166973"/>
                  <a:pt x="11811" y="166973"/>
                </a:cubicBezTo>
                <a:cubicBezTo>
                  <a:pt x="11811" y="166973"/>
                  <a:pt x="11811" y="166973"/>
                  <a:pt x="11811" y="166973"/>
                </a:cubicBezTo>
                <a:cubicBezTo>
                  <a:pt x="11811" y="166973"/>
                  <a:pt x="11811" y="166973"/>
                  <a:pt x="11811" y="166973"/>
                </a:cubicBezTo>
                <a:cubicBezTo>
                  <a:pt x="11811" y="166973"/>
                  <a:pt x="11811" y="166973"/>
                  <a:pt x="11811" y="166973"/>
                </a:cubicBezTo>
                <a:cubicBezTo>
                  <a:pt x="11811" y="166973"/>
                  <a:pt x="11811" y="166973"/>
                  <a:pt x="11811" y="166973"/>
                </a:cubicBezTo>
                <a:cubicBezTo>
                  <a:pt x="11811" y="166973"/>
                  <a:pt x="11811" y="166973"/>
                  <a:pt x="11811" y="167069"/>
                </a:cubicBezTo>
                <a:cubicBezTo>
                  <a:pt x="11811" y="167069"/>
                  <a:pt x="11811" y="167069"/>
                  <a:pt x="11811" y="167069"/>
                </a:cubicBezTo>
                <a:cubicBezTo>
                  <a:pt x="11811" y="167069"/>
                  <a:pt x="11811" y="167069"/>
                  <a:pt x="11811" y="167069"/>
                </a:cubicBezTo>
                <a:lnTo>
                  <a:pt x="11811" y="167069"/>
                </a:lnTo>
                <a:cubicBezTo>
                  <a:pt x="11811" y="167069"/>
                  <a:pt x="11811" y="167069"/>
                  <a:pt x="11811" y="167069"/>
                </a:cubicBezTo>
                <a:cubicBezTo>
                  <a:pt x="11811" y="167069"/>
                  <a:pt x="11811" y="167069"/>
                  <a:pt x="11811" y="167069"/>
                </a:cubicBezTo>
                <a:cubicBezTo>
                  <a:pt x="11811" y="167069"/>
                  <a:pt x="11811" y="167069"/>
                  <a:pt x="11811" y="167069"/>
                </a:cubicBezTo>
                <a:cubicBezTo>
                  <a:pt x="11811" y="167069"/>
                  <a:pt x="11811" y="167069"/>
                  <a:pt x="11811" y="167069"/>
                </a:cubicBezTo>
                <a:cubicBezTo>
                  <a:pt x="11811" y="167069"/>
                  <a:pt x="11811" y="167069"/>
                  <a:pt x="11811" y="167069"/>
                </a:cubicBezTo>
                <a:cubicBezTo>
                  <a:pt x="11811" y="167069"/>
                  <a:pt x="11811" y="167069"/>
                  <a:pt x="11811" y="167069"/>
                </a:cubicBezTo>
                <a:cubicBezTo>
                  <a:pt x="11811" y="167069"/>
                  <a:pt x="11811" y="167069"/>
                  <a:pt x="11811" y="167069"/>
                </a:cubicBezTo>
                <a:cubicBezTo>
                  <a:pt x="11811" y="167069"/>
                  <a:pt x="11811" y="167069"/>
                  <a:pt x="11811" y="167164"/>
                </a:cubicBezTo>
                <a:cubicBezTo>
                  <a:pt x="11811" y="167164"/>
                  <a:pt x="11811" y="167164"/>
                  <a:pt x="11811" y="167259"/>
                </a:cubicBezTo>
                <a:cubicBezTo>
                  <a:pt x="11811" y="167259"/>
                  <a:pt x="11811" y="167259"/>
                  <a:pt x="11811" y="167259"/>
                </a:cubicBezTo>
                <a:cubicBezTo>
                  <a:pt x="11811" y="167259"/>
                  <a:pt x="11811" y="167259"/>
                  <a:pt x="11811" y="167259"/>
                </a:cubicBezTo>
                <a:cubicBezTo>
                  <a:pt x="11811" y="167259"/>
                  <a:pt x="11811" y="167259"/>
                  <a:pt x="11811" y="167259"/>
                </a:cubicBezTo>
                <a:cubicBezTo>
                  <a:pt x="11811" y="167259"/>
                  <a:pt x="11811" y="167259"/>
                  <a:pt x="11811" y="167259"/>
                </a:cubicBezTo>
                <a:cubicBezTo>
                  <a:pt x="11811" y="167259"/>
                  <a:pt x="11811" y="167259"/>
                  <a:pt x="11811" y="167259"/>
                </a:cubicBezTo>
                <a:cubicBezTo>
                  <a:pt x="11811" y="167259"/>
                  <a:pt x="11811" y="167259"/>
                  <a:pt x="11811" y="167259"/>
                </a:cubicBezTo>
                <a:cubicBezTo>
                  <a:pt x="11811" y="167259"/>
                  <a:pt x="11811" y="167259"/>
                  <a:pt x="11811" y="167259"/>
                </a:cubicBezTo>
                <a:cubicBezTo>
                  <a:pt x="11811" y="167259"/>
                  <a:pt x="11811" y="167259"/>
                  <a:pt x="11811" y="167259"/>
                </a:cubicBezTo>
                <a:cubicBezTo>
                  <a:pt x="11811" y="167259"/>
                  <a:pt x="11811" y="167259"/>
                  <a:pt x="11811" y="167259"/>
                </a:cubicBezTo>
                <a:cubicBezTo>
                  <a:pt x="11811" y="167259"/>
                  <a:pt x="11811" y="167259"/>
                  <a:pt x="11811" y="167259"/>
                </a:cubicBezTo>
                <a:cubicBezTo>
                  <a:pt x="11811" y="167354"/>
                  <a:pt x="11906" y="167354"/>
                  <a:pt x="11906" y="167450"/>
                </a:cubicBezTo>
                <a:cubicBezTo>
                  <a:pt x="11906" y="167450"/>
                  <a:pt x="11906" y="167450"/>
                  <a:pt x="11906" y="167450"/>
                </a:cubicBezTo>
                <a:cubicBezTo>
                  <a:pt x="11906" y="167450"/>
                  <a:pt x="11906" y="167450"/>
                  <a:pt x="11906" y="167450"/>
                </a:cubicBezTo>
                <a:cubicBezTo>
                  <a:pt x="11906" y="167450"/>
                  <a:pt x="11906" y="167450"/>
                  <a:pt x="11906" y="167450"/>
                </a:cubicBezTo>
                <a:cubicBezTo>
                  <a:pt x="11906" y="167450"/>
                  <a:pt x="11906" y="167450"/>
                  <a:pt x="11906" y="167450"/>
                </a:cubicBezTo>
                <a:cubicBezTo>
                  <a:pt x="11906" y="167450"/>
                  <a:pt x="11906" y="167450"/>
                  <a:pt x="11906" y="167450"/>
                </a:cubicBezTo>
                <a:cubicBezTo>
                  <a:pt x="11906" y="167450"/>
                  <a:pt x="11906" y="167450"/>
                  <a:pt x="11906" y="167450"/>
                </a:cubicBezTo>
                <a:cubicBezTo>
                  <a:pt x="11906" y="167450"/>
                  <a:pt x="11906" y="167450"/>
                  <a:pt x="11906" y="167450"/>
                </a:cubicBezTo>
                <a:cubicBezTo>
                  <a:pt x="11906" y="167450"/>
                  <a:pt x="11906" y="167450"/>
                  <a:pt x="11906" y="167545"/>
                </a:cubicBezTo>
                <a:cubicBezTo>
                  <a:pt x="11906" y="167545"/>
                  <a:pt x="11906" y="167545"/>
                  <a:pt x="11906" y="167545"/>
                </a:cubicBezTo>
                <a:cubicBezTo>
                  <a:pt x="11906" y="167640"/>
                  <a:pt x="12001" y="167735"/>
                  <a:pt x="12001" y="167735"/>
                </a:cubicBezTo>
                <a:cubicBezTo>
                  <a:pt x="12001" y="167735"/>
                  <a:pt x="12001" y="167735"/>
                  <a:pt x="12001" y="167735"/>
                </a:cubicBezTo>
                <a:cubicBezTo>
                  <a:pt x="12001" y="167735"/>
                  <a:pt x="12001" y="167735"/>
                  <a:pt x="12001" y="167831"/>
                </a:cubicBezTo>
                <a:cubicBezTo>
                  <a:pt x="12001" y="167831"/>
                  <a:pt x="12001" y="167831"/>
                  <a:pt x="12001" y="167831"/>
                </a:cubicBezTo>
                <a:cubicBezTo>
                  <a:pt x="12001" y="167831"/>
                  <a:pt x="12001" y="167831"/>
                  <a:pt x="12001" y="167926"/>
                </a:cubicBezTo>
                <a:cubicBezTo>
                  <a:pt x="12001" y="167926"/>
                  <a:pt x="12001" y="167926"/>
                  <a:pt x="12001" y="167926"/>
                </a:cubicBezTo>
                <a:cubicBezTo>
                  <a:pt x="12001" y="167926"/>
                  <a:pt x="12001" y="167926"/>
                  <a:pt x="12001" y="168021"/>
                </a:cubicBezTo>
                <a:cubicBezTo>
                  <a:pt x="12001" y="168021"/>
                  <a:pt x="12001" y="168021"/>
                  <a:pt x="12001" y="168021"/>
                </a:cubicBezTo>
                <a:cubicBezTo>
                  <a:pt x="12001" y="168116"/>
                  <a:pt x="12097" y="168212"/>
                  <a:pt x="12097" y="168307"/>
                </a:cubicBezTo>
                <a:lnTo>
                  <a:pt x="12097" y="168307"/>
                </a:lnTo>
                <a:lnTo>
                  <a:pt x="12097" y="168402"/>
                </a:lnTo>
                <a:cubicBezTo>
                  <a:pt x="12097" y="168402"/>
                  <a:pt x="12097" y="168402"/>
                  <a:pt x="12097" y="168402"/>
                </a:cubicBezTo>
                <a:cubicBezTo>
                  <a:pt x="12097" y="168402"/>
                  <a:pt x="12097" y="168402"/>
                  <a:pt x="12097" y="168497"/>
                </a:cubicBezTo>
                <a:cubicBezTo>
                  <a:pt x="12097" y="168497"/>
                  <a:pt x="12097" y="168497"/>
                  <a:pt x="12097" y="168497"/>
                </a:cubicBezTo>
                <a:cubicBezTo>
                  <a:pt x="12097" y="168497"/>
                  <a:pt x="12097" y="168497"/>
                  <a:pt x="12097" y="168593"/>
                </a:cubicBezTo>
                <a:cubicBezTo>
                  <a:pt x="12097" y="168593"/>
                  <a:pt x="12097" y="168593"/>
                  <a:pt x="12097" y="168593"/>
                </a:cubicBezTo>
                <a:cubicBezTo>
                  <a:pt x="12192" y="168688"/>
                  <a:pt x="12287" y="168878"/>
                  <a:pt x="12287" y="168973"/>
                </a:cubicBezTo>
                <a:lnTo>
                  <a:pt x="12287" y="168973"/>
                </a:lnTo>
                <a:cubicBezTo>
                  <a:pt x="13621" y="171164"/>
                  <a:pt x="14954" y="173355"/>
                  <a:pt x="16383" y="175546"/>
                </a:cubicBezTo>
                <a:lnTo>
                  <a:pt x="24289" y="170212"/>
                </a:lnTo>
                <a:cubicBezTo>
                  <a:pt x="24098" y="168212"/>
                  <a:pt x="21145" y="163068"/>
                  <a:pt x="18764" y="157829"/>
                </a:cubicBezTo>
                <a:close/>
                <a:moveTo>
                  <a:pt x="150781" y="212408"/>
                </a:moveTo>
                <a:lnTo>
                  <a:pt x="154114" y="221361"/>
                </a:lnTo>
                <a:cubicBezTo>
                  <a:pt x="155543" y="220790"/>
                  <a:pt x="156972" y="220218"/>
                  <a:pt x="158401" y="219647"/>
                </a:cubicBezTo>
                <a:cubicBezTo>
                  <a:pt x="158401" y="219647"/>
                  <a:pt x="158401" y="219647"/>
                  <a:pt x="158401" y="219647"/>
                </a:cubicBezTo>
                <a:cubicBezTo>
                  <a:pt x="158401" y="219647"/>
                  <a:pt x="158401" y="219647"/>
                  <a:pt x="158496" y="219647"/>
                </a:cubicBezTo>
                <a:cubicBezTo>
                  <a:pt x="158496" y="219647"/>
                  <a:pt x="158496" y="219647"/>
                  <a:pt x="158496" y="219647"/>
                </a:cubicBezTo>
                <a:cubicBezTo>
                  <a:pt x="158496" y="219647"/>
                  <a:pt x="158496" y="219647"/>
                  <a:pt x="158591" y="219647"/>
                </a:cubicBezTo>
                <a:lnTo>
                  <a:pt x="158591" y="219647"/>
                </a:lnTo>
                <a:cubicBezTo>
                  <a:pt x="158686" y="219647"/>
                  <a:pt x="158782" y="219551"/>
                  <a:pt x="158782" y="219551"/>
                </a:cubicBezTo>
                <a:cubicBezTo>
                  <a:pt x="158782" y="219551"/>
                  <a:pt x="158782" y="219551"/>
                  <a:pt x="158782" y="219551"/>
                </a:cubicBezTo>
                <a:cubicBezTo>
                  <a:pt x="158782" y="219551"/>
                  <a:pt x="158782" y="219551"/>
                  <a:pt x="158877" y="219551"/>
                </a:cubicBezTo>
                <a:cubicBezTo>
                  <a:pt x="158877" y="219551"/>
                  <a:pt x="158877" y="219551"/>
                  <a:pt x="158877" y="219551"/>
                </a:cubicBezTo>
                <a:cubicBezTo>
                  <a:pt x="158877" y="219551"/>
                  <a:pt x="158877" y="219551"/>
                  <a:pt x="158972" y="219551"/>
                </a:cubicBezTo>
                <a:cubicBezTo>
                  <a:pt x="158972" y="219551"/>
                  <a:pt x="158972" y="219551"/>
                  <a:pt x="158972" y="219551"/>
                </a:cubicBezTo>
                <a:cubicBezTo>
                  <a:pt x="158972" y="219551"/>
                  <a:pt x="158972" y="219551"/>
                  <a:pt x="159067" y="219551"/>
                </a:cubicBezTo>
                <a:cubicBezTo>
                  <a:pt x="159067" y="219551"/>
                  <a:pt x="159067" y="219551"/>
                  <a:pt x="159067" y="219551"/>
                </a:cubicBezTo>
                <a:cubicBezTo>
                  <a:pt x="159163" y="219551"/>
                  <a:pt x="159163" y="219551"/>
                  <a:pt x="159258" y="219456"/>
                </a:cubicBezTo>
                <a:cubicBezTo>
                  <a:pt x="159258" y="219456"/>
                  <a:pt x="159258" y="219456"/>
                  <a:pt x="159258" y="219456"/>
                </a:cubicBezTo>
                <a:cubicBezTo>
                  <a:pt x="159258" y="219456"/>
                  <a:pt x="159258" y="219456"/>
                  <a:pt x="159353" y="219456"/>
                </a:cubicBezTo>
                <a:cubicBezTo>
                  <a:pt x="159353" y="219456"/>
                  <a:pt x="159353" y="219456"/>
                  <a:pt x="159353" y="219456"/>
                </a:cubicBezTo>
                <a:cubicBezTo>
                  <a:pt x="159353" y="219456"/>
                  <a:pt x="159353" y="219456"/>
                  <a:pt x="159448" y="219456"/>
                </a:cubicBezTo>
                <a:cubicBezTo>
                  <a:pt x="159448" y="219456"/>
                  <a:pt x="159448" y="219456"/>
                  <a:pt x="159448" y="219456"/>
                </a:cubicBezTo>
                <a:cubicBezTo>
                  <a:pt x="159448" y="219456"/>
                  <a:pt x="159448" y="219456"/>
                  <a:pt x="159544" y="219456"/>
                </a:cubicBezTo>
                <a:cubicBezTo>
                  <a:pt x="159544" y="219456"/>
                  <a:pt x="159544" y="219456"/>
                  <a:pt x="159544" y="219456"/>
                </a:cubicBezTo>
                <a:cubicBezTo>
                  <a:pt x="159544" y="219456"/>
                  <a:pt x="159544" y="219456"/>
                  <a:pt x="159639" y="219456"/>
                </a:cubicBezTo>
                <a:cubicBezTo>
                  <a:pt x="159639" y="219456"/>
                  <a:pt x="159639" y="219456"/>
                  <a:pt x="159639" y="219456"/>
                </a:cubicBezTo>
                <a:cubicBezTo>
                  <a:pt x="159639" y="219456"/>
                  <a:pt x="159639" y="219456"/>
                  <a:pt x="159734" y="219456"/>
                </a:cubicBezTo>
                <a:cubicBezTo>
                  <a:pt x="159734" y="219456"/>
                  <a:pt x="159734" y="219456"/>
                  <a:pt x="159734" y="219456"/>
                </a:cubicBezTo>
                <a:cubicBezTo>
                  <a:pt x="159734" y="219456"/>
                  <a:pt x="159829" y="219456"/>
                  <a:pt x="159829" y="219456"/>
                </a:cubicBezTo>
                <a:cubicBezTo>
                  <a:pt x="159829" y="219456"/>
                  <a:pt x="159829" y="219456"/>
                  <a:pt x="159829" y="219456"/>
                </a:cubicBezTo>
                <a:cubicBezTo>
                  <a:pt x="159829" y="219456"/>
                  <a:pt x="159829" y="219456"/>
                  <a:pt x="159925" y="219456"/>
                </a:cubicBezTo>
                <a:cubicBezTo>
                  <a:pt x="159925" y="219456"/>
                  <a:pt x="159925" y="219456"/>
                  <a:pt x="159925" y="219456"/>
                </a:cubicBezTo>
                <a:cubicBezTo>
                  <a:pt x="159925" y="219456"/>
                  <a:pt x="159925" y="219456"/>
                  <a:pt x="160020" y="219456"/>
                </a:cubicBezTo>
                <a:lnTo>
                  <a:pt x="160020" y="219456"/>
                </a:lnTo>
                <a:cubicBezTo>
                  <a:pt x="160020" y="219456"/>
                  <a:pt x="160020" y="219456"/>
                  <a:pt x="160020" y="219456"/>
                </a:cubicBezTo>
                <a:cubicBezTo>
                  <a:pt x="160020" y="219456"/>
                  <a:pt x="160020" y="219456"/>
                  <a:pt x="160020" y="219456"/>
                </a:cubicBezTo>
                <a:cubicBezTo>
                  <a:pt x="160020" y="219456"/>
                  <a:pt x="160020" y="219456"/>
                  <a:pt x="160020" y="219456"/>
                </a:cubicBezTo>
                <a:cubicBezTo>
                  <a:pt x="160020" y="219456"/>
                  <a:pt x="160020" y="219456"/>
                  <a:pt x="160020" y="219456"/>
                </a:cubicBezTo>
                <a:cubicBezTo>
                  <a:pt x="160020" y="219456"/>
                  <a:pt x="160020" y="219456"/>
                  <a:pt x="160115" y="219456"/>
                </a:cubicBezTo>
                <a:cubicBezTo>
                  <a:pt x="160115" y="219456"/>
                  <a:pt x="160115" y="219456"/>
                  <a:pt x="160115" y="219456"/>
                </a:cubicBezTo>
                <a:cubicBezTo>
                  <a:pt x="160115" y="219456"/>
                  <a:pt x="160115" y="219456"/>
                  <a:pt x="160210" y="219456"/>
                </a:cubicBezTo>
                <a:cubicBezTo>
                  <a:pt x="160210" y="219456"/>
                  <a:pt x="160210" y="219456"/>
                  <a:pt x="160210" y="219456"/>
                </a:cubicBezTo>
                <a:cubicBezTo>
                  <a:pt x="160210" y="219456"/>
                  <a:pt x="160210" y="219456"/>
                  <a:pt x="160306" y="219456"/>
                </a:cubicBezTo>
                <a:cubicBezTo>
                  <a:pt x="160306" y="219456"/>
                  <a:pt x="160306" y="219456"/>
                  <a:pt x="160306" y="219456"/>
                </a:cubicBezTo>
                <a:cubicBezTo>
                  <a:pt x="160306" y="219456"/>
                  <a:pt x="160306" y="219456"/>
                  <a:pt x="160306" y="219456"/>
                </a:cubicBezTo>
                <a:cubicBezTo>
                  <a:pt x="160306" y="219456"/>
                  <a:pt x="160306" y="219456"/>
                  <a:pt x="160306" y="219456"/>
                </a:cubicBezTo>
                <a:cubicBezTo>
                  <a:pt x="160306" y="219456"/>
                  <a:pt x="160306" y="219456"/>
                  <a:pt x="160306" y="219456"/>
                </a:cubicBezTo>
                <a:lnTo>
                  <a:pt x="160306" y="219456"/>
                </a:lnTo>
                <a:cubicBezTo>
                  <a:pt x="160306" y="219456"/>
                  <a:pt x="160306" y="219456"/>
                  <a:pt x="160306" y="219456"/>
                </a:cubicBezTo>
                <a:cubicBezTo>
                  <a:pt x="160306" y="219456"/>
                  <a:pt x="160306" y="219456"/>
                  <a:pt x="160306" y="219456"/>
                </a:cubicBezTo>
                <a:cubicBezTo>
                  <a:pt x="160306" y="219456"/>
                  <a:pt x="160306" y="219456"/>
                  <a:pt x="160401" y="219456"/>
                </a:cubicBezTo>
                <a:lnTo>
                  <a:pt x="160401" y="219456"/>
                </a:lnTo>
                <a:cubicBezTo>
                  <a:pt x="160401" y="219456"/>
                  <a:pt x="160401" y="219456"/>
                  <a:pt x="160496" y="219456"/>
                </a:cubicBezTo>
                <a:cubicBezTo>
                  <a:pt x="160496" y="219456"/>
                  <a:pt x="160496" y="219456"/>
                  <a:pt x="160496" y="219456"/>
                </a:cubicBezTo>
                <a:cubicBezTo>
                  <a:pt x="160496" y="219456"/>
                  <a:pt x="160496" y="219456"/>
                  <a:pt x="160591" y="219456"/>
                </a:cubicBezTo>
                <a:cubicBezTo>
                  <a:pt x="160591" y="219456"/>
                  <a:pt x="160591" y="219456"/>
                  <a:pt x="160591" y="219456"/>
                </a:cubicBezTo>
                <a:cubicBezTo>
                  <a:pt x="160591" y="219456"/>
                  <a:pt x="160591" y="219456"/>
                  <a:pt x="160687" y="219456"/>
                </a:cubicBezTo>
                <a:cubicBezTo>
                  <a:pt x="160687" y="219456"/>
                  <a:pt x="160687" y="219456"/>
                  <a:pt x="160687" y="219456"/>
                </a:cubicBezTo>
                <a:cubicBezTo>
                  <a:pt x="160687" y="219456"/>
                  <a:pt x="160687" y="219456"/>
                  <a:pt x="160687" y="219456"/>
                </a:cubicBezTo>
                <a:cubicBezTo>
                  <a:pt x="160687" y="219456"/>
                  <a:pt x="160687" y="219456"/>
                  <a:pt x="160687" y="219456"/>
                </a:cubicBezTo>
                <a:cubicBezTo>
                  <a:pt x="160687" y="219456"/>
                  <a:pt x="160687" y="219456"/>
                  <a:pt x="160687" y="219456"/>
                </a:cubicBezTo>
                <a:cubicBezTo>
                  <a:pt x="160687" y="219456"/>
                  <a:pt x="160687" y="219456"/>
                  <a:pt x="160687" y="219456"/>
                </a:cubicBezTo>
                <a:cubicBezTo>
                  <a:pt x="160687" y="219456"/>
                  <a:pt x="160687" y="219456"/>
                  <a:pt x="160687" y="219456"/>
                </a:cubicBezTo>
                <a:cubicBezTo>
                  <a:pt x="160687" y="219456"/>
                  <a:pt x="160687" y="219456"/>
                  <a:pt x="160687" y="219456"/>
                </a:cubicBezTo>
                <a:cubicBezTo>
                  <a:pt x="160687" y="219456"/>
                  <a:pt x="160687" y="219456"/>
                  <a:pt x="160782" y="219456"/>
                </a:cubicBezTo>
                <a:cubicBezTo>
                  <a:pt x="160782" y="219456"/>
                  <a:pt x="160782" y="219456"/>
                  <a:pt x="160877" y="219456"/>
                </a:cubicBezTo>
                <a:cubicBezTo>
                  <a:pt x="160877" y="219456"/>
                  <a:pt x="160877" y="219456"/>
                  <a:pt x="160877" y="219456"/>
                </a:cubicBezTo>
                <a:lnTo>
                  <a:pt x="160877" y="219456"/>
                </a:lnTo>
                <a:cubicBezTo>
                  <a:pt x="160877" y="219456"/>
                  <a:pt x="160877" y="219456"/>
                  <a:pt x="160877" y="219456"/>
                </a:cubicBezTo>
                <a:cubicBezTo>
                  <a:pt x="160877" y="219456"/>
                  <a:pt x="160877" y="219456"/>
                  <a:pt x="160877" y="219456"/>
                </a:cubicBezTo>
                <a:cubicBezTo>
                  <a:pt x="160877" y="219456"/>
                  <a:pt x="160877" y="219456"/>
                  <a:pt x="160877" y="219456"/>
                </a:cubicBezTo>
                <a:cubicBezTo>
                  <a:pt x="160877" y="219456"/>
                  <a:pt x="160877" y="219456"/>
                  <a:pt x="160877" y="219456"/>
                </a:cubicBezTo>
                <a:cubicBezTo>
                  <a:pt x="160877" y="219456"/>
                  <a:pt x="160877" y="219456"/>
                  <a:pt x="160877" y="219456"/>
                </a:cubicBezTo>
                <a:cubicBezTo>
                  <a:pt x="160877" y="219456"/>
                  <a:pt x="160877" y="219456"/>
                  <a:pt x="160877" y="219456"/>
                </a:cubicBezTo>
                <a:cubicBezTo>
                  <a:pt x="160877" y="219456"/>
                  <a:pt x="160877" y="219456"/>
                  <a:pt x="160877" y="219456"/>
                </a:cubicBezTo>
                <a:cubicBezTo>
                  <a:pt x="160877" y="219456"/>
                  <a:pt x="160877" y="219456"/>
                  <a:pt x="160877" y="219456"/>
                </a:cubicBezTo>
                <a:cubicBezTo>
                  <a:pt x="160877" y="219456"/>
                  <a:pt x="160877" y="219456"/>
                  <a:pt x="160972" y="219456"/>
                </a:cubicBezTo>
                <a:cubicBezTo>
                  <a:pt x="160972" y="219456"/>
                  <a:pt x="160972" y="219456"/>
                  <a:pt x="160972" y="219456"/>
                </a:cubicBezTo>
                <a:cubicBezTo>
                  <a:pt x="160972" y="219456"/>
                  <a:pt x="160972" y="219456"/>
                  <a:pt x="161068" y="219456"/>
                </a:cubicBezTo>
                <a:cubicBezTo>
                  <a:pt x="161068" y="219456"/>
                  <a:pt x="161068" y="219456"/>
                  <a:pt x="161068" y="219456"/>
                </a:cubicBezTo>
                <a:cubicBezTo>
                  <a:pt x="161068" y="219456"/>
                  <a:pt x="161068" y="219456"/>
                  <a:pt x="161068" y="219456"/>
                </a:cubicBezTo>
                <a:cubicBezTo>
                  <a:pt x="161068" y="219456"/>
                  <a:pt x="161068" y="219456"/>
                  <a:pt x="161068" y="219456"/>
                </a:cubicBezTo>
                <a:cubicBezTo>
                  <a:pt x="161068" y="219456"/>
                  <a:pt x="161068" y="219456"/>
                  <a:pt x="161068" y="219456"/>
                </a:cubicBezTo>
                <a:cubicBezTo>
                  <a:pt x="161068" y="219456"/>
                  <a:pt x="161068" y="219456"/>
                  <a:pt x="161068" y="219456"/>
                </a:cubicBezTo>
                <a:cubicBezTo>
                  <a:pt x="161068" y="219456"/>
                  <a:pt x="161068" y="219456"/>
                  <a:pt x="161068" y="219456"/>
                </a:cubicBezTo>
                <a:cubicBezTo>
                  <a:pt x="161068" y="219456"/>
                  <a:pt x="161068" y="219456"/>
                  <a:pt x="161068" y="219456"/>
                </a:cubicBezTo>
                <a:cubicBezTo>
                  <a:pt x="161068" y="219456"/>
                  <a:pt x="161068" y="219456"/>
                  <a:pt x="161068" y="219456"/>
                </a:cubicBezTo>
                <a:cubicBezTo>
                  <a:pt x="161068" y="219456"/>
                  <a:pt x="161068" y="219456"/>
                  <a:pt x="161068" y="219456"/>
                </a:cubicBezTo>
                <a:cubicBezTo>
                  <a:pt x="161068" y="219456"/>
                  <a:pt x="161068" y="219456"/>
                  <a:pt x="161163" y="219456"/>
                </a:cubicBezTo>
                <a:cubicBezTo>
                  <a:pt x="161163" y="219456"/>
                  <a:pt x="161163" y="219456"/>
                  <a:pt x="161163" y="219456"/>
                </a:cubicBezTo>
                <a:cubicBezTo>
                  <a:pt x="161163" y="219456"/>
                  <a:pt x="161163" y="219456"/>
                  <a:pt x="161163" y="219456"/>
                </a:cubicBezTo>
                <a:cubicBezTo>
                  <a:pt x="161163" y="219456"/>
                  <a:pt x="161163" y="219456"/>
                  <a:pt x="161163" y="219456"/>
                </a:cubicBezTo>
                <a:cubicBezTo>
                  <a:pt x="161163" y="219456"/>
                  <a:pt x="161163" y="219456"/>
                  <a:pt x="161163" y="219456"/>
                </a:cubicBezTo>
                <a:cubicBezTo>
                  <a:pt x="161163" y="219456"/>
                  <a:pt x="161163" y="219456"/>
                  <a:pt x="161163" y="219456"/>
                </a:cubicBezTo>
                <a:cubicBezTo>
                  <a:pt x="161163" y="219456"/>
                  <a:pt x="161163" y="219456"/>
                  <a:pt x="161163" y="219456"/>
                </a:cubicBezTo>
                <a:cubicBezTo>
                  <a:pt x="161163" y="219456"/>
                  <a:pt x="161163" y="219456"/>
                  <a:pt x="161163" y="219456"/>
                </a:cubicBezTo>
                <a:cubicBezTo>
                  <a:pt x="161163" y="219456"/>
                  <a:pt x="161163" y="219456"/>
                  <a:pt x="161163" y="219456"/>
                </a:cubicBezTo>
                <a:cubicBezTo>
                  <a:pt x="161163" y="219456"/>
                  <a:pt x="161163" y="219456"/>
                  <a:pt x="161163" y="219456"/>
                </a:cubicBezTo>
                <a:cubicBezTo>
                  <a:pt x="161163" y="219456"/>
                  <a:pt x="161163" y="219456"/>
                  <a:pt x="161163" y="219456"/>
                </a:cubicBezTo>
                <a:cubicBezTo>
                  <a:pt x="161163" y="219456"/>
                  <a:pt x="161163" y="219456"/>
                  <a:pt x="161163" y="219456"/>
                </a:cubicBezTo>
                <a:cubicBezTo>
                  <a:pt x="161163" y="219456"/>
                  <a:pt x="161258" y="219456"/>
                  <a:pt x="161258" y="219456"/>
                </a:cubicBezTo>
                <a:cubicBezTo>
                  <a:pt x="161258" y="219456"/>
                  <a:pt x="161258" y="219456"/>
                  <a:pt x="161258" y="219456"/>
                </a:cubicBezTo>
                <a:cubicBezTo>
                  <a:pt x="161258" y="219456"/>
                  <a:pt x="161258" y="219456"/>
                  <a:pt x="161353" y="219456"/>
                </a:cubicBezTo>
                <a:cubicBezTo>
                  <a:pt x="161353" y="219456"/>
                  <a:pt x="161353" y="219456"/>
                  <a:pt x="161353" y="219456"/>
                </a:cubicBezTo>
                <a:cubicBezTo>
                  <a:pt x="161353" y="219456"/>
                  <a:pt x="161353" y="219456"/>
                  <a:pt x="161353" y="219456"/>
                </a:cubicBezTo>
                <a:cubicBezTo>
                  <a:pt x="161353" y="219456"/>
                  <a:pt x="161353" y="219456"/>
                  <a:pt x="161353" y="219456"/>
                </a:cubicBezTo>
                <a:cubicBezTo>
                  <a:pt x="161353" y="219456"/>
                  <a:pt x="161353" y="219456"/>
                  <a:pt x="161353" y="219456"/>
                </a:cubicBezTo>
                <a:cubicBezTo>
                  <a:pt x="161353" y="219456"/>
                  <a:pt x="161353" y="219456"/>
                  <a:pt x="161353" y="219456"/>
                </a:cubicBezTo>
                <a:cubicBezTo>
                  <a:pt x="161353" y="219456"/>
                  <a:pt x="161353" y="219456"/>
                  <a:pt x="161353" y="219456"/>
                </a:cubicBezTo>
                <a:cubicBezTo>
                  <a:pt x="161353" y="219456"/>
                  <a:pt x="161353" y="219456"/>
                  <a:pt x="161353" y="219456"/>
                </a:cubicBezTo>
                <a:cubicBezTo>
                  <a:pt x="161353" y="219456"/>
                  <a:pt x="161353" y="219456"/>
                  <a:pt x="161449" y="219456"/>
                </a:cubicBezTo>
                <a:lnTo>
                  <a:pt x="161449" y="219456"/>
                </a:lnTo>
                <a:cubicBezTo>
                  <a:pt x="161449" y="219456"/>
                  <a:pt x="161449" y="219456"/>
                  <a:pt x="161544" y="219456"/>
                </a:cubicBezTo>
                <a:cubicBezTo>
                  <a:pt x="161544" y="219456"/>
                  <a:pt x="161544" y="219456"/>
                  <a:pt x="161544" y="219456"/>
                </a:cubicBezTo>
                <a:cubicBezTo>
                  <a:pt x="161544" y="219456"/>
                  <a:pt x="161544" y="219456"/>
                  <a:pt x="161639" y="219456"/>
                </a:cubicBezTo>
                <a:cubicBezTo>
                  <a:pt x="161639" y="219456"/>
                  <a:pt x="161639" y="219456"/>
                  <a:pt x="161639" y="219456"/>
                </a:cubicBezTo>
                <a:cubicBezTo>
                  <a:pt x="161639" y="219456"/>
                  <a:pt x="161639" y="219456"/>
                  <a:pt x="161639" y="219456"/>
                </a:cubicBezTo>
                <a:cubicBezTo>
                  <a:pt x="161639" y="219456"/>
                  <a:pt x="161639" y="219456"/>
                  <a:pt x="161639" y="219456"/>
                </a:cubicBezTo>
                <a:cubicBezTo>
                  <a:pt x="161639" y="219456"/>
                  <a:pt x="161639" y="219456"/>
                  <a:pt x="161639" y="219456"/>
                </a:cubicBezTo>
                <a:cubicBezTo>
                  <a:pt x="161639" y="219456"/>
                  <a:pt x="161639" y="219456"/>
                  <a:pt x="161639" y="219456"/>
                </a:cubicBezTo>
                <a:cubicBezTo>
                  <a:pt x="161639" y="219456"/>
                  <a:pt x="161639" y="219456"/>
                  <a:pt x="161639" y="219456"/>
                </a:cubicBezTo>
                <a:cubicBezTo>
                  <a:pt x="161639" y="219456"/>
                  <a:pt x="161639" y="219456"/>
                  <a:pt x="161639" y="219456"/>
                </a:cubicBezTo>
                <a:cubicBezTo>
                  <a:pt x="161639" y="219456"/>
                  <a:pt x="161639" y="219456"/>
                  <a:pt x="161639" y="219456"/>
                </a:cubicBezTo>
                <a:cubicBezTo>
                  <a:pt x="161639" y="219456"/>
                  <a:pt x="161639" y="219456"/>
                  <a:pt x="161639" y="219456"/>
                </a:cubicBezTo>
                <a:cubicBezTo>
                  <a:pt x="161639" y="219456"/>
                  <a:pt x="161639" y="219456"/>
                  <a:pt x="161734" y="219456"/>
                </a:cubicBezTo>
                <a:cubicBezTo>
                  <a:pt x="161734" y="219456"/>
                  <a:pt x="161734" y="219456"/>
                  <a:pt x="161734" y="219456"/>
                </a:cubicBezTo>
                <a:cubicBezTo>
                  <a:pt x="161734" y="219456"/>
                  <a:pt x="161734" y="219456"/>
                  <a:pt x="161830" y="219456"/>
                </a:cubicBezTo>
                <a:lnTo>
                  <a:pt x="161830" y="219456"/>
                </a:lnTo>
                <a:cubicBezTo>
                  <a:pt x="161830" y="219456"/>
                  <a:pt x="161830" y="219456"/>
                  <a:pt x="161830" y="219456"/>
                </a:cubicBezTo>
                <a:cubicBezTo>
                  <a:pt x="161830" y="219456"/>
                  <a:pt x="161830" y="219456"/>
                  <a:pt x="161830" y="219456"/>
                </a:cubicBezTo>
                <a:cubicBezTo>
                  <a:pt x="161830" y="219456"/>
                  <a:pt x="161830" y="219456"/>
                  <a:pt x="161830" y="219456"/>
                </a:cubicBezTo>
                <a:cubicBezTo>
                  <a:pt x="161830" y="219456"/>
                  <a:pt x="161830" y="219456"/>
                  <a:pt x="161830" y="219456"/>
                </a:cubicBezTo>
                <a:cubicBezTo>
                  <a:pt x="161830" y="219456"/>
                  <a:pt x="161830" y="219456"/>
                  <a:pt x="161830" y="219456"/>
                </a:cubicBezTo>
                <a:cubicBezTo>
                  <a:pt x="161830" y="219456"/>
                  <a:pt x="161830" y="219456"/>
                  <a:pt x="161830" y="219456"/>
                </a:cubicBezTo>
                <a:cubicBezTo>
                  <a:pt x="161830" y="219456"/>
                  <a:pt x="161830" y="219456"/>
                  <a:pt x="161925" y="219456"/>
                </a:cubicBezTo>
                <a:cubicBezTo>
                  <a:pt x="161925" y="219456"/>
                  <a:pt x="161925" y="219456"/>
                  <a:pt x="161925" y="219456"/>
                </a:cubicBezTo>
                <a:cubicBezTo>
                  <a:pt x="161925" y="219456"/>
                  <a:pt x="162020" y="219456"/>
                  <a:pt x="162020" y="219456"/>
                </a:cubicBezTo>
                <a:lnTo>
                  <a:pt x="162020" y="219456"/>
                </a:lnTo>
                <a:cubicBezTo>
                  <a:pt x="162020" y="219456"/>
                  <a:pt x="162020" y="219456"/>
                  <a:pt x="162115" y="219456"/>
                </a:cubicBezTo>
                <a:cubicBezTo>
                  <a:pt x="162115" y="219456"/>
                  <a:pt x="162115" y="219456"/>
                  <a:pt x="162115" y="219456"/>
                </a:cubicBezTo>
                <a:cubicBezTo>
                  <a:pt x="162115" y="219456"/>
                  <a:pt x="162115" y="219456"/>
                  <a:pt x="162211" y="219456"/>
                </a:cubicBezTo>
                <a:cubicBezTo>
                  <a:pt x="162211" y="219456"/>
                  <a:pt x="162211" y="219456"/>
                  <a:pt x="162211" y="219456"/>
                </a:cubicBezTo>
                <a:cubicBezTo>
                  <a:pt x="162211" y="219456"/>
                  <a:pt x="162211" y="219456"/>
                  <a:pt x="162306" y="219456"/>
                </a:cubicBezTo>
                <a:lnTo>
                  <a:pt x="162306" y="219456"/>
                </a:lnTo>
                <a:cubicBezTo>
                  <a:pt x="162306" y="219456"/>
                  <a:pt x="162306" y="219456"/>
                  <a:pt x="162401" y="219456"/>
                </a:cubicBezTo>
                <a:cubicBezTo>
                  <a:pt x="162401" y="219456"/>
                  <a:pt x="162401" y="219456"/>
                  <a:pt x="162401" y="219456"/>
                </a:cubicBezTo>
                <a:cubicBezTo>
                  <a:pt x="162401" y="219456"/>
                  <a:pt x="162401" y="219456"/>
                  <a:pt x="162496" y="219456"/>
                </a:cubicBezTo>
                <a:cubicBezTo>
                  <a:pt x="162496" y="219456"/>
                  <a:pt x="162496" y="219456"/>
                  <a:pt x="162496" y="219456"/>
                </a:cubicBezTo>
                <a:cubicBezTo>
                  <a:pt x="162592" y="219456"/>
                  <a:pt x="162592" y="219361"/>
                  <a:pt x="162687" y="219361"/>
                </a:cubicBezTo>
                <a:lnTo>
                  <a:pt x="162687" y="219361"/>
                </a:lnTo>
                <a:cubicBezTo>
                  <a:pt x="162687" y="219361"/>
                  <a:pt x="162687" y="219361"/>
                  <a:pt x="162782" y="219361"/>
                </a:cubicBezTo>
                <a:cubicBezTo>
                  <a:pt x="162782" y="219361"/>
                  <a:pt x="162782" y="219361"/>
                  <a:pt x="162782" y="219361"/>
                </a:cubicBezTo>
                <a:cubicBezTo>
                  <a:pt x="162782" y="219361"/>
                  <a:pt x="162782" y="219361"/>
                  <a:pt x="162877" y="219361"/>
                </a:cubicBezTo>
                <a:cubicBezTo>
                  <a:pt x="162877" y="219361"/>
                  <a:pt x="162877" y="219361"/>
                  <a:pt x="162877" y="219361"/>
                </a:cubicBezTo>
                <a:cubicBezTo>
                  <a:pt x="162877" y="219361"/>
                  <a:pt x="162877" y="219361"/>
                  <a:pt x="162973" y="219361"/>
                </a:cubicBezTo>
                <a:lnTo>
                  <a:pt x="162973" y="219361"/>
                </a:lnTo>
                <a:cubicBezTo>
                  <a:pt x="162973" y="219361"/>
                  <a:pt x="162973" y="219361"/>
                  <a:pt x="163068" y="219361"/>
                </a:cubicBezTo>
                <a:cubicBezTo>
                  <a:pt x="163068" y="219361"/>
                  <a:pt x="163068" y="219361"/>
                  <a:pt x="163068" y="219361"/>
                </a:cubicBezTo>
                <a:cubicBezTo>
                  <a:pt x="163163" y="219361"/>
                  <a:pt x="163163" y="219266"/>
                  <a:pt x="163258" y="219266"/>
                </a:cubicBezTo>
                <a:lnTo>
                  <a:pt x="163258" y="219266"/>
                </a:lnTo>
                <a:cubicBezTo>
                  <a:pt x="163258" y="219266"/>
                  <a:pt x="163258" y="219266"/>
                  <a:pt x="163354" y="219266"/>
                </a:cubicBezTo>
                <a:lnTo>
                  <a:pt x="163449" y="219266"/>
                </a:lnTo>
                <a:cubicBezTo>
                  <a:pt x="163449" y="219266"/>
                  <a:pt x="163449" y="219266"/>
                  <a:pt x="163449" y="219266"/>
                </a:cubicBezTo>
                <a:cubicBezTo>
                  <a:pt x="163449" y="219266"/>
                  <a:pt x="163449" y="219266"/>
                  <a:pt x="163544" y="219266"/>
                </a:cubicBezTo>
                <a:cubicBezTo>
                  <a:pt x="163544" y="219266"/>
                  <a:pt x="163544" y="219266"/>
                  <a:pt x="163544" y="219266"/>
                </a:cubicBezTo>
                <a:lnTo>
                  <a:pt x="163830" y="219075"/>
                </a:lnTo>
                <a:cubicBezTo>
                  <a:pt x="163830" y="219075"/>
                  <a:pt x="163830" y="219075"/>
                  <a:pt x="163830" y="219075"/>
                </a:cubicBezTo>
                <a:cubicBezTo>
                  <a:pt x="163830" y="219075"/>
                  <a:pt x="163830" y="219075"/>
                  <a:pt x="163925" y="219075"/>
                </a:cubicBezTo>
                <a:cubicBezTo>
                  <a:pt x="163925" y="219075"/>
                  <a:pt x="163925" y="219075"/>
                  <a:pt x="163925" y="219075"/>
                </a:cubicBezTo>
                <a:cubicBezTo>
                  <a:pt x="163925" y="219075"/>
                  <a:pt x="163925" y="219075"/>
                  <a:pt x="164020" y="219075"/>
                </a:cubicBezTo>
                <a:lnTo>
                  <a:pt x="164020" y="219075"/>
                </a:lnTo>
                <a:cubicBezTo>
                  <a:pt x="164116" y="218980"/>
                  <a:pt x="164306" y="218980"/>
                  <a:pt x="164401" y="218885"/>
                </a:cubicBezTo>
                <a:lnTo>
                  <a:pt x="164401" y="218885"/>
                </a:lnTo>
                <a:cubicBezTo>
                  <a:pt x="166211" y="217932"/>
                  <a:pt x="167926" y="216979"/>
                  <a:pt x="169735" y="216027"/>
                </a:cubicBezTo>
                <a:lnTo>
                  <a:pt x="164973" y="207740"/>
                </a:lnTo>
                <a:cubicBezTo>
                  <a:pt x="161544" y="207836"/>
                  <a:pt x="156210" y="210407"/>
                  <a:pt x="150781" y="212408"/>
                </a:cubicBezTo>
                <a:close/>
                <a:moveTo>
                  <a:pt x="70390" y="219932"/>
                </a:moveTo>
                <a:cubicBezTo>
                  <a:pt x="73438" y="221171"/>
                  <a:pt x="76676" y="222314"/>
                  <a:pt x="79819" y="223361"/>
                </a:cubicBezTo>
                <a:cubicBezTo>
                  <a:pt x="80296" y="223552"/>
                  <a:pt x="80772" y="223647"/>
                  <a:pt x="81248" y="223838"/>
                </a:cubicBezTo>
                <a:cubicBezTo>
                  <a:pt x="81248" y="223838"/>
                  <a:pt x="81248" y="223838"/>
                  <a:pt x="81248" y="223838"/>
                </a:cubicBezTo>
                <a:cubicBezTo>
                  <a:pt x="81343" y="223838"/>
                  <a:pt x="81534" y="223933"/>
                  <a:pt x="81629" y="223933"/>
                </a:cubicBezTo>
                <a:cubicBezTo>
                  <a:pt x="83915" y="224600"/>
                  <a:pt x="86106" y="225171"/>
                  <a:pt x="88392" y="225743"/>
                </a:cubicBezTo>
                <a:lnTo>
                  <a:pt x="90488" y="216503"/>
                </a:lnTo>
                <a:cubicBezTo>
                  <a:pt x="84867" y="215170"/>
                  <a:pt x="79248" y="213455"/>
                  <a:pt x="73914" y="211169"/>
                </a:cubicBezTo>
                <a:lnTo>
                  <a:pt x="70390" y="219932"/>
                </a:lnTo>
                <a:close/>
                <a:moveTo>
                  <a:pt x="45625" y="205835"/>
                </a:moveTo>
                <a:cubicBezTo>
                  <a:pt x="46006" y="206121"/>
                  <a:pt x="46387" y="206407"/>
                  <a:pt x="46767" y="206693"/>
                </a:cubicBezTo>
                <a:cubicBezTo>
                  <a:pt x="46767" y="206693"/>
                  <a:pt x="46767" y="206693"/>
                  <a:pt x="46767" y="206693"/>
                </a:cubicBezTo>
                <a:cubicBezTo>
                  <a:pt x="46767" y="206693"/>
                  <a:pt x="46767" y="206693"/>
                  <a:pt x="46863" y="206693"/>
                </a:cubicBezTo>
                <a:cubicBezTo>
                  <a:pt x="46863" y="206693"/>
                  <a:pt x="46863" y="206693"/>
                  <a:pt x="46863" y="206693"/>
                </a:cubicBezTo>
                <a:cubicBezTo>
                  <a:pt x="46863" y="206693"/>
                  <a:pt x="46863" y="206693"/>
                  <a:pt x="46958" y="206693"/>
                </a:cubicBezTo>
                <a:cubicBezTo>
                  <a:pt x="46958" y="206693"/>
                  <a:pt x="46958" y="206693"/>
                  <a:pt x="46958" y="206693"/>
                </a:cubicBezTo>
                <a:cubicBezTo>
                  <a:pt x="46958" y="206693"/>
                  <a:pt x="46958" y="206693"/>
                  <a:pt x="47053" y="206693"/>
                </a:cubicBezTo>
                <a:cubicBezTo>
                  <a:pt x="47053" y="206693"/>
                  <a:pt x="47053" y="206693"/>
                  <a:pt x="47053" y="206693"/>
                </a:cubicBezTo>
                <a:cubicBezTo>
                  <a:pt x="47149" y="206788"/>
                  <a:pt x="47149" y="206788"/>
                  <a:pt x="47244" y="206883"/>
                </a:cubicBezTo>
                <a:lnTo>
                  <a:pt x="47244" y="206883"/>
                </a:lnTo>
                <a:cubicBezTo>
                  <a:pt x="47244" y="206883"/>
                  <a:pt x="47244" y="206883"/>
                  <a:pt x="47339" y="206883"/>
                </a:cubicBezTo>
                <a:cubicBezTo>
                  <a:pt x="47339" y="206883"/>
                  <a:pt x="47339" y="206883"/>
                  <a:pt x="47339" y="206883"/>
                </a:cubicBezTo>
                <a:cubicBezTo>
                  <a:pt x="47339" y="206883"/>
                  <a:pt x="47339" y="206883"/>
                  <a:pt x="47339" y="206883"/>
                </a:cubicBezTo>
                <a:cubicBezTo>
                  <a:pt x="47339" y="206883"/>
                  <a:pt x="47339" y="206883"/>
                  <a:pt x="47339" y="206883"/>
                </a:cubicBezTo>
                <a:cubicBezTo>
                  <a:pt x="47339" y="206883"/>
                  <a:pt x="47339" y="206883"/>
                  <a:pt x="47339" y="206883"/>
                </a:cubicBezTo>
                <a:cubicBezTo>
                  <a:pt x="47339" y="206883"/>
                  <a:pt x="47339" y="206883"/>
                  <a:pt x="47339" y="206883"/>
                </a:cubicBezTo>
                <a:cubicBezTo>
                  <a:pt x="47339" y="206883"/>
                  <a:pt x="47339" y="206883"/>
                  <a:pt x="47434" y="206883"/>
                </a:cubicBezTo>
                <a:lnTo>
                  <a:pt x="47434" y="206883"/>
                </a:lnTo>
                <a:cubicBezTo>
                  <a:pt x="47434" y="206883"/>
                  <a:pt x="47434" y="206883"/>
                  <a:pt x="47530" y="206978"/>
                </a:cubicBezTo>
                <a:cubicBezTo>
                  <a:pt x="47530" y="206978"/>
                  <a:pt x="47530" y="206978"/>
                  <a:pt x="47530" y="206978"/>
                </a:cubicBezTo>
                <a:cubicBezTo>
                  <a:pt x="47530" y="206978"/>
                  <a:pt x="47530" y="206978"/>
                  <a:pt x="47625" y="206978"/>
                </a:cubicBezTo>
                <a:cubicBezTo>
                  <a:pt x="47625" y="206978"/>
                  <a:pt x="47625" y="206978"/>
                  <a:pt x="47625" y="206978"/>
                </a:cubicBezTo>
                <a:cubicBezTo>
                  <a:pt x="47625" y="206978"/>
                  <a:pt x="47625" y="206978"/>
                  <a:pt x="47625" y="206978"/>
                </a:cubicBezTo>
                <a:cubicBezTo>
                  <a:pt x="47625" y="206978"/>
                  <a:pt x="47625" y="206978"/>
                  <a:pt x="47625" y="206978"/>
                </a:cubicBezTo>
                <a:cubicBezTo>
                  <a:pt x="47625" y="206978"/>
                  <a:pt x="47625" y="206978"/>
                  <a:pt x="47625" y="206978"/>
                </a:cubicBezTo>
                <a:cubicBezTo>
                  <a:pt x="47625" y="206978"/>
                  <a:pt x="47625" y="206978"/>
                  <a:pt x="47625" y="206978"/>
                </a:cubicBezTo>
                <a:lnTo>
                  <a:pt x="47625" y="206978"/>
                </a:lnTo>
                <a:cubicBezTo>
                  <a:pt x="47625" y="206978"/>
                  <a:pt x="47625" y="206978"/>
                  <a:pt x="47625" y="206978"/>
                </a:cubicBezTo>
                <a:cubicBezTo>
                  <a:pt x="47625" y="206978"/>
                  <a:pt x="47625" y="206978"/>
                  <a:pt x="47625" y="206978"/>
                </a:cubicBezTo>
                <a:cubicBezTo>
                  <a:pt x="47625" y="206978"/>
                  <a:pt x="47625" y="206978"/>
                  <a:pt x="47625" y="206978"/>
                </a:cubicBezTo>
                <a:cubicBezTo>
                  <a:pt x="47625" y="206978"/>
                  <a:pt x="47625" y="206978"/>
                  <a:pt x="47625" y="206978"/>
                </a:cubicBezTo>
                <a:cubicBezTo>
                  <a:pt x="47625" y="206978"/>
                  <a:pt x="47720" y="206978"/>
                  <a:pt x="47720" y="207073"/>
                </a:cubicBezTo>
                <a:cubicBezTo>
                  <a:pt x="47720" y="207073"/>
                  <a:pt x="47720" y="207073"/>
                  <a:pt x="47720" y="207073"/>
                </a:cubicBezTo>
                <a:cubicBezTo>
                  <a:pt x="47720" y="207073"/>
                  <a:pt x="47720" y="207073"/>
                  <a:pt x="47720" y="207073"/>
                </a:cubicBezTo>
                <a:cubicBezTo>
                  <a:pt x="47720" y="207073"/>
                  <a:pt x="47720" y="207073"/>
                  <a:pt x="47720" y="207073"/>
                </a:cubicBezTo>
                <a:cubicBezTo>
                  <a:pt x="47720" y="207073"/>
                  <a:pt x="47720" y="207073"/>
                  <a:pt x="47720" y="207073"/>
                </a:cubicBezTo>
                <a:cubicBezTo>
                  <a:pt x="47720" y="207073"/>
                  <a:pt x="47720" y="207073"/>
                  <a:pt x="47720" y="207073"/>
                </a:cubicBezTo>
                <a:cubicBezTo>
                  <a:pt x="47720" y="207073"/>
                  <a:pt x="47720" y="207073"/>
                  <a:pt x="47720" y="207073"/>
                </a:cubicBezTo>
                <a:lnTo>
                  <a:pt x="47720" y="207073"/>
                </a:lnTo>
                <a:cubicBezTo>
                  <a:pt x="47720" y="207073"/>
                  <a:pt x="47720" y="207073"/>
                  <a:pt x="47720" y="207073"/>
                </a:cubicBezTo>
                <a:cubicBezTo>
                  <a:pt x="47720" y="207073"/>
                  <a:pt x="47720" y="207073"/>
                  <a:pt x="47720" y="207073"/>
                </a:cubicBezTo>
                <a:cubicBezTo>
                  <a:pt x="47720" y="207073"/>
                  <a:pt x="47720" y="207073"/>
                  <a:pt x="47720" y="207073"/>
                </a:cubicBezTo>
                <a:cubicBezTo>
                  <a:pt x="47720" y="207073"/>
                  <a:pt x="47720" y="207073"/>
                  <a:pt x="47720" y="207073"/>
                </a:cubicBezTo>
                <a:cubicBezTo>
                  <a:pt x="47815" y="207073"/>
                  <a:pt x="47815" y="207169"/>
                  <a:pt x="47911" y="207169"/>
                </a:cubicBezTo>
                <a:cubicBezTo>
                  <a:pt x="47911" y="207169"/>
                  <a:pt x="47911" y="207169"/>
                  <a:pt x="47911" y="207169"/>
                </a:cubicBezTo>
                <a:cubicBezTo>
                  <a:pt x="47911" y="207169"/>
                  <a:pt x="47911" y="207169"/>
                  <a:pt x="48006" y="207169"/>
                </a:cubicBezTo>
                <a:cubicBezTo>
                  <a:pt x="48006" y="207169"/>
                  <a:pt x="48006" y="207169"/>
                  <a:pt x="48006" y="207169"/>
                </a:cubicBezTo>
                <a:cubicBezTo>
                  <a:pt x="48006" y="207169"/>
                  <a:pt x="48006" y="207169"/>
                  <a:pt x="48101" y="207169"/>
                </a:cubicBezTo>
                <a:cubicBezTo>
                  <a:pt x="48101" y="207169"/>
                  <a:pt x="48101" y="207169"/>
                  <a:pt x="48101" y="207169"/>
                </a:cubicBezTo>
                <a:cubicBezTo>
                  <a:pt x="48101" y="207169"/>
                  <a:pt x="48101" y="207169"/>
                  <a:pt x="48196" y="207169"/>
                </a:cubicBezTo>
                <a:cubicBezTo>
                  <a:pt x="48196" y="207169"/>
                  <a:pt x="48196" y="207169"/>
                  <a:pt x="48196" y="207169"/>
                </a:cubicBezTo>
                <a:cubicBezTo>
                  <a:pt x="48196" y="207169"/>
                  <a:pt x="48196" y="207169"/>
                  <a:pt x="48292" y="207169"/>
                </a:cubicBezTo>
                <a:lnTo>
                  <a:pt x="48292" y="207169"/>
                </a:lnTo>
                <a:cubicBezTo>
                  <a:pt x="48387" y="207264"/>
                  <a:pt x="48482" y="207264"/>
                  <a:pt x="48577" y="207359"/>
                </a:cubicBezTo>
                <a:cubicBezTo>
                  <a:pt x="48577" y="207359"/>
                  <a:pt x="48577" y="207359"/>
                  <a:pt x="48577" y="207359"/>
                </a:cubicBezTo>
                <a:cubicBezTo>
                  <a:pt x="48577" y="207359"/>
                  <a:pt x="48577" y="207359"/>
                  <a:pt x="48673" y="207359"/>
                </a:cubicBezTo>
                <a:cubicBezTo>
                  <a:pt x="48673" y="207359"/>
                  <a:pt x="48673" y="207359"/>
                  <a:pt x="48673" y="207359"/>
                </a:cubicBezTo>
                <a:cubicBezTo>
                  <a:pt x="48673" y="207359"/>
                  <a:pt x="48673" y="207359"/>
                  <a:pt x="48768" y="207359"/>
                </a:cubicBezTo>
                <a:cubicBezTo>
                  <a:pt x="48768" y="207359"/>
                  <a:pt x="48768" y="207359"/>
                  <a:pt x="48768" y="207359"/>
                </a:cubicBezTo>
                <a:cubicBezTo>
                  <a:pt x="48863" y="207454"/>
                  <a:pt x="49054" y="207550"/>
                  <a:pt x="49149" y="207645"/>
                </a:cubicBezTo>
                <a:lnTo>
                  <a:pt x="49149" y="207645"/>
                </a:lnTo>
                <a:cubicBezTo>
                  <a:pt x="51149" y="208979"/>
                  <a:pt x="53149" y="210312"/>
                  <a:pt x="55150" y="211455"/>
                </a:cubicBezTo>
                <a:cubicBezTo>
                  <a:pt x="55150" y="211455"/>
                  <a:pt x="55150" y="211455"/>
                  <a:pt x="55150" y="211455"/>
                </a:cubicBezTo>
                <a:lnTo>
                  <a:pt x="55245" y="211455"/>
                </a:lnTo>
                <a:lnTo>
                  <a:pt x="55245" y="211455"/>
                </a:lnTo>
                <a:cubicBezTo>
                  <a:pt x="55340" y="211550"/>
                  <a:pt x="55435" y="211550"/>
                  <a:pt x="55531" y="211646"/>
                </a:cubicBezTo>
                <a:cubicBezTo>
                  <a:pt x="55531" y="211646"/>
                  <a:pt x="55531" y="211646"/>
                  <a:pt x="55531" y="211646"/>
                </a:cubicBezTo>
                <a:cubicBezTo>
                  <a:pt x="55531" y="211646"/>
                  <a:pt x="55531" y="211646"/>
                  <a:pt x="55626" y="211646"/>
                </a:cubicBezTo>
                <a:cubicBezTo>
                  <a:pt x="55626" y="211646"/>
                  <a:pt x="55626" y="211646"/>
                  <a:pt x="55626" y="211646"/>
                </a:cubicBezTo>
                <a:cubicBezTo>
                  <a:pt x="55626" y="211646"/>
                  <a:pt x="55626" y="211646"/>
                  <a:pt x="55721" y="211646"/>
                </a:cubicBezTo>
                <a:cubicBezTo>
                  <a:pt x="55721" y="211646"/>
                  <a:pt x="55721" y="211646"/>
                  <a:pt x="55721" y="211646"/>
                </a:cubicBezTo>
                <a:cubicBezTo>
                  <a:pt x="55721" y="211646"/>
                  <a:pt x="55721" y="211646"/>
                  <a:pt x="55816" y="211646"/>
                </a:cubicBezTo>
                <a:cubicBezTo>
                  <a:pt x="55816" y="211646"/>
                  <a:pt x="55816" y="211646"/>
                  <a:pt x="55816" y="211646"/>
                </a:cubicBezTo>
                <a:cubicBezTo>
                  <a:pt x="55912" y="211741"/>
                  <a:pt x="56007" y="211741"/>
                  <a:pt x="56102" y="211836"/>
                </a:cubicBezTo>
                <a:lnTo>
                  <a:pt x="56102" y="211836"/>
                </a:lnTo>
                <a:cubicBezTo>
                  <a:pt x="56102" y="211836"/>
                  <a:pt x="56102" y="211836"/>
                  <a:pt x="56197" y="211836"/>
                </a:cubicBezTo>
                <a:lnTo>
                  <a:pt x="56197" y="211836"/>
                </a:lnTo>
                <a:cubicBezTo>
                  <a:pt x="56197" y="211836"/>
                  <a:pt x="56197" y="211836"/>
                  <a:pt x="56292" y="211836"/>
                </a:cubicBezTo>
                <a:cubicBezTo>
                  <a:pt x="56292" y="211836"/>
                  <a:pt x="56292" y="211836"/>
                  <a:pt x="56292" y="211836"/>
                </a:cubicBezTo>
                <a:cubicBezTo>
                  <a:pt x="56292" y="211836"/>
                  <a:pt x="56292" y="211836"/>
                  <a:pt x="56292" y="211836"/>
                </a:cubicBezTo>
                <a:cubicBezTo>
                  <a:pt x="56292" y="211836"/>
                  <a:pt x="56292" y="211836"/>
                  <a:pt x="56292" y="211836"/>
                </a:cubicBezTo>
                <a:cubicBezTo>
                  <a:pt x="56292" y="211836"/>
                  <a:pt x="56292" y="211836"/>
                  <a:pt x="56388" y="211836"/>
                </a:cubicBezTo>
                <a:cubicBezTo>
                  <a:pt x="56388" y="211836"/>
                  <a:pt x="56388" y="211836"/>
                  <a:pt x="56388" y="211836"/>
                </a:cubicBezTo>
                <a:cubicBezTo>
                  <a:pt x="56483" y="211836"/>
                  <a:pt x="56483" y="211931"/>
                  <a:pt x="56578" y="211931"/>
                </a:cubicBezTo>
                <a:cubicBezTo>
                  <a:pt x="56578" y="211931"/>
                  <a:pt x="56578" y="211931"/>
                  <a:pt x="56578" y="211931"/>
                </a:cubicBezTo>
                <a:cubicBezTo>
                  <a:pt x="56578" y="211931"/>
                  <a:pt x="56578" y="211931"/>
                  <a:pt x="56578" y="211931"/>
                </a:cubicBezTo>
                <a:lnTo>
                  <a:pt x="56578" y="211931"/>
                </a:lnTo>
                <a:cubicBezTo>
                  <a:pt x="56578" y="211931"/>
                  <a:pt x="56578" y="211931"/>
                  <a:pt x="56578" y="211931"/>
                </a:cubicBezTo>
                <a:cubicBezTo>
                  <a:pt x="56578" y="211931"/>
                  <a:pt x="56578" y="211931"/>
                  <a:pt x="56578" y="211931"/>
                </a:cubicBezTo>
                <a:cubicBezTo>
                  <a:pt x="56578" y="211931"/>
                  <a:pt x="56578" y="211931"/>
                  <a:pt x="56578" y="211931"/>
                </a:cubicBezTo>
                <a:cubicBezTo>
                  <a:pt x="56578" y="211931"/>
                  <a:pt x="56578" y="211931"/>
                  <a:pt x="56578" y="211931"/>
                </a:cubicBezTo>
                <a:cubicBezTo>
                  <a:pt x="56578" y="211931"/>
                  <a:pt x="56578" y="211931"/>
                  <a:pt x="56578" y="211931"/>
                </a:cubicBezTo>
                <a:cubicBezTo>
                  <a:pt x="56578" y="211931"/>
                  <a:pt x="56578" y="211931"/>
                  <a:pt x="56578" y="211931"/>
                </a:cubicBezTo>
                <a:cubicBezTo>
                  <a:pt x="56578" y="211931"/>
                  <a:pt x="56578" y="211931"/>
                  <a:pt x="56578" y="211931"/>
                </a:cubicBezTo>
                <a:cubicBezTo>
                  <a:pt x="56578" y="211931"/>
                  <a:pt x="56578" y="211931"/>
                  <a:pt x="56578" y="211931"/>
                </a:cubicBezTo>
                <a:cubicBezTo>
                  <a:pt x="56578" y="211931"/>
                  <a:pt x="56578" y="211931"/>
                  <a:pt x="56674" y="211931"/>
                </a:cubicBezTo>
                <a:cubicBezTo>
                  <a:pt x="56674" y="211931"/>
                  <a:pt x="56674" y="211931"/>
                  <a:pt x="56674" y="211931"/>
                </a:cubicBezTo>
                <a:cubicBezTo>
                  <a:pt x="56674" y="211931"/>
                  <a:pt x="56674" y="211931"/>
                  <a:pt x="56674" y="211931"/>
                </a:cubicBezTo>
                <a:cubicBezTo>
                  <a:pt x="56674" y="211931"/>
                  <a:pt x="56674" y="211931"/>
                  <a:pt x="56674" y="211931"/>
                </a:cubicBezTo>
                <a:cubicBezTo>
                  <a:pt x="56674" y="211931"/>
                  <a:pt x="56674" y="211931"/>
                  <a:pt x="56674" y="211931"/>
                </a:cubicBezTo>
                <a:cubicBezTo>
                  <a:pt x="56674" y="211931"/>
                  <a:pt x="56674" y="211931"/>
                  <a:pt x="56674" y="211931"/>
                </a:cubicBezTo>
                <a:cubicBezTo>
                  <a:pt x="56674" y="211931"/>
                  <a:pt x="56674" y="211931"/>
                  <a:pt x="56674" y="211931"/>
                </a:cubicBezTo>
                <a:cubicBezTo>
                  <a:pt x="56674" y="211931"/>
                  <a:pt x="56674" y="211931"/>
                  <a:pt x="56674" y="211931"/>
                </a:cubicBezTo>
                <a:cubicBezTo>
                  <a:pt x="56674" y="211931"/>
                  <a:pt x="56674" y="211931"/>
                  <a:pt x="56674" y="211931"/>
                </a:cubicBezTo>
                <a:cubicBezTo>
                  <a:pt x="56674" y="211931"/>
                  <a:pt x="56674" y="211931"/>
                  <a:pt x="56769" y="211931"/>
                </a:cubicBezTo>
                <a:cubicBezTo>
                  <a:pt x="56769" y="211931"/>
                  <a:pt x="56769" y="211931"/>
                  <a:pt x="56769" y="211931"/>
                </a:cubicBezTo>
                <a:cubicBezTo>
                  <a:pt x="56769" y="211931"/>
                  <a:pt x="56769" y="211931"/>
                  <a:pt x="56864" y="211931"/>
                </a:cubicBezTo>
                <a:cubicBezTo>
                  <a:pt x="56959" y="211931"/>
                  <a:pt x="56959" y="211931"/>
                  <a:pt x="56959" y="211931"/>
                </a:cubicBezTo>
                <a:cubicBezTo>
                  <a:pt x="56959" y="211931"/>
                  <a:pt x="56959" y="211931"/>
                  <a:pt x="56959" y="211931"/>
                </a:cubicBezTo>
                <a:cubicBezTo>
                  <a:pt x="56959" y="211931"/>
                  <a:pt x="56959" y="211931"/>
                  <a:pt x="57055" y="211931"/>
                </a:cubicBezTo>
                <a:cubicBezTo>
                  <a:pt x="57055" y="211931"/>
                  <a:pt x="57055" y="211931"/>
                  <a:pt x="57055" y="211931"/>
                </a:cubicBezTo>
                <a:cubicBezTo>
                  <a:pt x="57055" y="211931"/>
                  <a:pt x="57055" y="211931"/>
                  <a:pt x="57150" y="211931"/>
                </a:cubicBezTo>
                <a:cubicBezTo>
                  <a:pt x="57150" y="211931"/>
                  <a:pt x="57150" y="211931"/>
                  <a:pt x="57150" y="211931"/>
                </a:cubicBezTo>
                <a:cubicBezTo>
                  <a:pt x="57150" y="211931"/>
                  <a:pt x="57150" y="211931"/>
                  <a:pt x="57245" y="211931"/>
                </a:cubicBezTo>
                <a:cubicBezTo>
                  <a:pt x="57245" y="211931"/>
                  <a:pt x="57245" y="211931"/>
                  <a:pt x="57245" y="211931"/>
                </a:cubicBezTo>
                <a:cubicBezTo>
                  <a:pt x="57245" y="211931"/>
                  <a:pt x="57245" y="211931"/>
                  <a:pt x="57340" y="211931"/>
                </a:cubicBezTo>
                <a:cubicBezTo>
                  <a:pt x="57340" y="211931"/>
                  <a:pt x="57340" y="211931"/>
                  <a:pt x="57340" y="211931"/>
                </a:cubicBezTo>
                <a:cubicBezTo>
                  <a:pt x="57436" y="211931"/>
                  <a:pt x="57531" y="212027"/>
                  <a:pt x="57531" y="212027"/>
                </a:cubicBezTo>
                <a:cubicBezTo>
                  <a:pt x="57531" y="212027"/>
                  <a:pt x="57531" y="212027"/>
                  <a:pt x="57531" y="212027"/>
                </a:cubicBezTo>
                <a:cubicBezTo>
                  <a:pt x="57531" y="212027"/>
                  <a:pt x="57531" y="212027"/>
                  <a:pt x="57626" y="212027"/>
                </a:cubicBezTo>
                <a:cubicBezTo>
                  <a:pt x="57626" y="212027"/>
                  <a:pt x="57626" y="212027"/>
                  <a:pt x="57626" y="212027"/>
                </a:cubicBezTo>
                <a:cubicBezTo>
                  <a:pt x="57626" y="212027"/>
                  <a:pt x="57626" y="212027"/>
                  <a:pt x="57721" y="212027"/>
                </a:cubicBezTo>
                <a:cubicBezTo>
                  <a:pt x="57721" y="212027"/>
                  <a:pt x="57721" y="212027"/>
                  <a:pt x="57721" y="212027"/>
                </a:cubicBezTo>
                <a:cubicBezTo>
                  <a:pt x="57721" y="212027"/>
                  <a:pt x="57721" y="212027"/>
                  <a:pt x="57817" y="212027"/>
                </a:cubicBezTo>
                <a:cubicBezTo>
                  <a:pt x="57817" y="212027"/>
                  <a:pt x="57817" y="212027"/>
                  <a:pt x="57817" y="212027"/>
                </a:cubicBezTo>
                <a:cubicBezTo>
                  <a:pt x="58864" y="212598"/>
                  <a:pt x="60007" y="213265"/>
                  <a:pt x="61150" y="213836"/>
                </a:cubicBezTo>
                <a:lnTo>
                  <a:pt x="65532" y="205359"/>
                </a:lnTo>
                <a:cubicBezTo>
                  <a:pt x="60388" y="202692"/>
                  <a:pt x="55435" y="199549"/>
                  <a:pt x="50768" y="196120"/>
                </a:cubicBezTo>
                <a:lnTo>
                  <a:pt x="45625" y="205835"/>
                </a:lnTo>
                <a:close/>
                <a:moveTo>
                  <a:pt x="117634" y="9525"/>
                </a:moveTo>
                <a:lnTo>
                  <a:pt x="117919" y="0"/>
                </a:lnTo>
                <a:cubicBezTo>
                  <a:pt x="117443" y="0"/>
                  <a:pt x="117062" y="0"/>
                  <a:pt x="116586" y="0"/>
                </a:cubicBezTo>
                <a:lnTo>
                  <a:pt x="116586" y="0"/>
                </a:lnTo>
                <a:cubicBezTo>
                  <a:pt x="116586" y="0"/>
                  <a:pt x="116491" y="0"/>
                  <a:pt x="116491" y="0"/>
                </a:cubicBezTo>
                <a:lnTo>
                  <a:pt x="116491" y="0"/>
                </a:lnTo>
                <a:cubicBezTo>
                  <a:pt x="116491" y="0"/>
                  <a:pt x="116491" y="0"/>
                  <a:pt x="116491" y="0"/>
                </a:cubicBezTo>
                <a:cubicBezTo>
                  <a:pt x="116491" y="0"/>
                  <a:pt x="116491" y="0"/>
                  <a:pt x="116491" y="0"/>
                </a:cubicBezTo>
                <a:lnTo>
                  <a:pt x="116395" y="0"/>
                </a:lnTo>
                <a:cubicBezTo>
                  <a:pt x="116395" y="0"/>
                  <a:pt x="116395" y="0"/>
                  <a:pt x="116395" y="0"/>
                </a:cubicBezTo>
                <a:cubicBezTo>
                  <a:pt x="116395" y="0"/>
                  <a:pt x="116395" y="0"/>
                  <a:pt x="116395" y="0"/>
                </a:cubicBezTo>
                <a:cubicBezTo>
                  <a:pt x="116395" y="0"/>
                  <a:pt x="116395" y="0"/>
                  <a:pt x="116395" y="0"/>
                </a:cubicBezTo>
                <a:cubicBezTo>
                  <a:pt x="116395" y="0"/>
                  <a:pt x="116395" y="0"/>
                  <a:pt x="116300" y="0"/>
                </a:cubicBezTo>
                <a:cubicBezTo>
                  <a:pt x="116300" y="0"/>
                  <a:pt x="116300" y="0"/>
                  <a:pt x="116205" y="0"/>
                </a:cubicBezTo>
                <a:cubicBezTo>
                  <a:pt x="116205" y="0"/>
                  <a:pt x="116205" y="0"/>
                  <a:pt x="116205" y="0"/>
                </a:cubicBezTo>
                <a:cubicBezTo>
                  <a:pt x="116205" y="0"/>
                  <a:pt x="116205" y="0"/>
                  <a:pt x="116109" y="0"/>
                </a:cubicBezTo>
                <a:lnTo>
                  <a:pt x="116109" y="0"/>
                </a:lnTo>
                <a:cubicBezTo>
                  <a:pt x="116109" y="0"/>
                  <a:pt x="116109" y="0"/>
                  <a:pt x="116014" y="0"/>
                </a:cubicBezTo>
                <a:cubicBezTo>
                  <a:pt x="116014" y="0"/>
                  <a:pt x="116014" y="0"/>
                  <a:pt x="116014" y="0"/>
                </a:cubicBezTo>
                <a:cubicBezTo>
                  <a:pt x="116014" y="0"/>
                  <a:pt x="115919" y="0"/>
                  <a:pt x="115919" y="0"/>
                </a:cubicBezTo>
                <a:lnTo>
                  <a:pt x="115919" y="0"/>
                </a:lnTo>
                <a:cubicBezTo>
                  <a:pt x="115919" y="0"/>
                  <a:pt x="115919" y="0"/>
                  <a:pt x="115824" y="0"/>
                </a:cubicBezTo>
                <a:lnTo>
                  <a:pt x="115824" y="0"/>
                </a:lnTo>
                <a:cubicBezTo>
                  <a:pt x="115824" y="0"/>
                  <a:pt x="115729" y="0"/>
                  <a:pt x="115729" y="0"/>
                </a:cubicBezTo>
                <a:cubicBezTo>
                  <a:pt x="115729" y="0"/>
                  <a:pt x="115729" y="0"/>
                  <a:pt x="115729" y="0"/>
                </a:cubicBezTo>
                <a:cubicBezTo>
                  <a:pt x="115729" y="0"/>
                  <a:pt x="115729" y="0"/>
                  <a:pt x="115633" y="0"/>
                </a:cubicBezTo>
                <a:cubicBezTo>
                  <a:pt x="115633" y="0"/>
                  <a:pt x="115633" y="0"/>
                  <a:pt x="115633" y="0"/>
                </a:cubicBezTo>
                <a:cubicBezTo>
                  <a:pt x="115633" y="0"/>
                  <a:pt x="115538" y="0"/>
                  <a:pt x="115538" y="0"/>
                </a:cubicBezTo>
                <a:cubicBezTo>
                  <a:pt x="115538" y="0"/>
                  <a:pt x="115538" y="0"/>
                  <a:pt x="115538" y="0"/>
                </a:cubicBezTo>
                <a:cubicBezTo>
                  <a:pt x="115538" y="0"/>
                  <a:pt x="115538" y="0"/>
                  <a:pt x="115443" y="0"/>
                </a:cubicBezTo>
                <a:lnTo>
                  <a:pt x="115443" y="0"/>
                </a:lnTo>
                <a:cubicBezTo>
                  <a:pt x="115443" y="0"/>
                  <a:pt x="115348" y="0"/>
                  <a:pt x="115348" y="0"/>
                </a:cubicBezTo>
                <a:lnTo>
                  <a:pt x="115348" y="0"/>
                </a:lnTo>
                <a:cubicBezTo>
                  <a:pt x="115348" y="0"/>
                  <a:pt x="115252" y="0"/>
                  <a:pt x="115252" y="0"/>
                </a:cubicBezTo>
                <a:cubicBezTo>
                  <a:pt x="115252" y="0"/>
                  <a:pt x="115252" y="0"/>
                  <a:pt x="115252" y="0"/>
                </a:cubicBezTo>
                <a:cubicBezTo>
                  <a:pt x="115252" y="0"/>
                  <a:pt x="115157" y="0"/>
                  <a:pt x="115157" y="0"/>
                </a:cubicBezTo>
                <a:lnTo>
                  <a:pt x="115157" y="0"/>
                </a:lnTo>
                <a:cubicBezTo>
                  <a:pt x="115157" y="0"/>
                  <a:pt x="115062" y="0"/>
                  <a:pt x="115062" y="0"/>
                </a:cubicBezTo>
                <a:lnTo>
                  <a:pt x="115062" y="0"/>
                </a:lnTo>
                <a:cubicBezTo>
                  <a:pt x="115062" y="0"/>
                  <a:pt x="114967" y="0"/>
                  <a:pt x="114967" y="0"/>
                </a:cubicBezTo>
                <a:cubicBezTo>
                  <a:pt x="114967" y="0"/>
                  <a:pt x="114967" y="0"/>
                  <a:pt x="114967" y="0"/>
                </a:cubicBezTo>
                <a:lnTo>
                  <a:pt x="114871" y="0"/>
                </a:lnTo>
                <a:cubicBezTo>
                  <a:pt x="114871" y="0"/>
                  <a:pt x="114871" y="0"/>
                  <a:pt x="114871" y="0"/>
                </a:cubicBezTo>
                <a:lnTo>
                  <a:pt x="114776" y="0"/>
                </a:lnTo>
                <a:cubicBezTo>
                  <a:pt x="114776" y="0"/>
                  <a:pt x="114776" y="0"/>
                  <a:pt x="114776" y="0"/>
                </a:cubicBezTo>
                <a:lnTo>
                  <a:pt x="114681" y="0"/>
                </a:lnTo>
                <a:cubicBezTo>
                  <a:pt x="114681" y="0"/>
                  <a:pt x="114586" y="0"/>
                  <a:pt x="114586" y="0"/>
                </a:cubicBezTo>
                <a:lnTo>
                  <a:pt x="114586" y="0"/>
                </a:lnTo>
                <a:cubicBezTo>
                  <a:pt x="114586" y="0"/>
                  <a:pt x="114490" y="0"/>
                  <a:pt x="114490" y="0"/>
                </a:cubicBezTo>
                <a:lnTo>
                  <a:pt x="114300" y="0"/>
                </a:lnTo>
                <a:lnTo>
                  <a:pt x="114300" y="0"/>
                </a:lnTo>
                <a:cubicBezTo>
                  <a:pt x="114300" y="0"/>
                  <a:pt x="114205" y="0"/>
                  <a:pt x="114205" y="0"/>
                </a:cubicBezTo>
                <a:lnTo>
                  <a:pt x="114014" y="0"/>
                </a:lnTo>
                <a:cubicBezTo>
                  <a:pt x="114014" y="0"/>
                  <a:pt x="114014" y="0"/>
                  <a:pt x="113919" y="0"/>
                </a:cubicBezTo>
                <a:lnTo>
                  <a:pt x="113728" y="0"/>
                </a:lnTo>
                <a:cubicBezTo>
                  <a:pt x="113728" y="0"/>
                  <a:pt x="113633" y="0"/>
                  <a:pt x="113633" y="0"/>
                </a:cubicBezTo>
                <a:lnTo>
                  <a:pt x="113633" y="0"/>
                </a:lnTo>
                <a:cubicBezTo>
                  <a:pt x="113633" y="0"/>
                  <a:pt x="113633" y="0"/>
                  <a:pt x="113538" y="0"/>
                </a:cubicBezTo>
                <a:lnTo>
                  <a:pt x="113442" y="0"/>
                </a:lnTo>
                <a:cubicBezTo>
                  <a:pt x="113442" y="0"/>
                  <a:pt x="113442" y="0"/>
                  <a:pt x="113442" y="0"/>
                </a:cubicBezTo>
                <a:lnTo>
                  <a:pt x="113347" y="0"/>
                </a:lnTo>
                <a:cubicBezTo>
                  <a:pt x="113252" y="0"/>
                  <a:pt x="113252" y="0"/>
                  <a:pt x="113157" y="0"/>
                </a:cubicBezTo>
                <a:lnTo>
                  <a:pt x="113157" y="0"/>
                </a:lnTo>
                <a:cubicBezTo>
                  <a:pt x="113157" y="0"/>
                  <a:pt x="113157" y="0"/>
                  <a:pt x="113062" y="0"/>
                </a:cubicBezTo>
                <a:lnTo>
                  <a:pt x="113062" y="0"/>
                </a:lnTo>
                <a:cubicBezTo>
                  <a:pt x="113062" y="0"/>
                  <a:pt x="113062" y="0"/>
                  <a:pt x="112966" y="0"/>
                </a:cubicBezTo>
                <a:cubicBezTo>
                  <a:pt x="112966" y="0"/>
                  <a:pt x="112966" y="0"/>
                  <a:pt x="112966" y="0"/>
                </a:cubicBezTo>
                <a:cubicBezTo>
                  <a:pt x="112966" y="0"/>
                  <a:pt x="112966" y="0"/>
                  <a:pt x="112871" y="0"/>
                </a:cubicBezTo>
                <a:lnTo>
                  <a:pt x="112871" y="0"/>
                </a:lnTo>
                <a:cubicBezTo>
                  <a:pt x="112871" y="0"/>
                  <a:pt x="112776" y="0"/>
                  <a:pt x="112776" y="0"/>
                </a:cubicBezTo>
                <a:lnTo>
                  <a:pt x="112776" y="0"/>
                </a:lnTo>
                <a:cubicBezTo>
                  <a:pt x="112776" y="0"/>
                  <a:pt x="112776" y="0"/>
                  <a:pt x="112681" y="0"/>
                </a:cubicBezTo>
                <a:cubicBezTo>
                  <a:pt x="112681" y="0"/>
                  <a:pt x="112681" y="0"/>
                  <a:pt x="112681" y="0"/>
                </a:cubicBezTo>
                <a:cubicBezTo>
                  <a:pt x="112681" y="0"/>
                  <a:pt x="112681" y="0"/>
                  <a:pt x="112585" y="0"/>
                </a:cubicBezTo>
                <a:cubicBezTo>
                  <a:pt x="112585" y="0"/>
                  <a:pt x="112585" y="0"/>
                  <a:pt x="112585" y="0"/>
                </a:cubicBezTo>
                <a:cubicBezTo>
                  <a:pt x="112585" y="0"/>
                  <a:pt x="112585" y="0"/>
                  <a:pt x="112490" y="0"/>
                </a:cubicBezTo>
                <a:cubicBezTo>
                  <a:pt x="112490" y="0"/>
                  <a:pt x="112490" y="0"/>
                  <a:pt x="112490" y="0"/>
                </a:cubicBezTo>
                <a:cubicBezTo>
                  <a:pt x="112395" y="0"/>
                  <a:pt x="112395" y="0"/>
                  <a:pt x="112300" y="0"/>
                </a:cubicBezTo>
                <a:lnTo>
                  <a:pt x="112300" y="0"/>
                </a:lnTo>
                <a:cubicBezTo>
                  <a:pt x="112300" y="0"/>
                  <a:pt x="112300" y="0"/>
                  <a:pt x="112204" y="0"/>
                </a:cubicBezTo>
                <a:cubicBezTo>
                  <a:pt x="112204" y="0"/>
                  <a:pt x="112204" y="0"/>
                  <a:pt x="112204" y="0"/>
                </a:cubicBezTo>
                <a:cubicBezTo>
                  <a:pt x="112204" y="0"/>
                  <a:pt x="112204" y="0"/>
                  <a:pt x="112109" y="0"/>
                </a:cubicBezTo>
                <a:lnTo>
                  <a:pt x="112109" y="0"/>
                </a:lnTo>
                <a:cubicBezTo>
                  <a:pt x="112109" y="0"/>
                  <a:pt x="112109" y="0"/>
                  <a:pt x="112014" y="0"/>
                </a:cubicBezTo>
                <a:cubicBezTo>
                  <a:pt x="112014" y="0"/>
                  <a:pt x="112014" y="0"/>
                  <a:pt x="112014" y="0"/>
                </a:cubicBezTo>
                <a:cubicBezTo>
                  <a:pt x="112014" y="0"/>
                  <a:pt x="111919" y="0"/>
                  <a:pt x="111919" y="0"/>
                </a:cubicBezTo>
                <a:lnTo>
                  <a:pt x="111919" y="0"/>
                </a:lnTo>
                <a:cubicBezTo>
                  <a:pt x="111919" y="0"/>
                  <a:pt x="111823" y="0"/>
                  <a:pt x="111823" y="0"/>
                </a:cubicBezTo>
                <a:cubicBezTo>
                  <a:pt x="111823" y="0"/>
                  <a:pt x="111823" y="0"/>
                  <a:pt x="111823" y="0"/>
                </a:cubicBezTo>
                <a:cubicBezTo>
                  <a:pt x="111823" y="0"/>
                  <a:pt x="111823" y="0"/>
                  <a:pt x="111728" y="0"/>
                </a:cubicBezTo>
                <a:cubicBezTo>
                  <a:pt x="111728" y="0"/>
                  <a:pt x="111728" y="0"/>
                  <a:pt x="111728" y="0"/>
                </a:cubicBezTo>
                <a:cubicBezTo>
                  <a:pt x="111728" y="0"/>
                  <a:pt x="111728" y="0"/>
                  <a:pt x="111633" y="0"/>
                </a:cubicBezTo>
                <a:cubicBezTo>
                  <a:pt x="111633" y="0"/>
                  <a:pt x="111633" y="0"/>
                  <a:pt x="111633" y="0"/>
                </a:cubicBezTo>
                <a:cubicBezTo>
                  <a:pt x="111538" y="0"/>
                  <a:pt x="111538" y="0"/>
                  <a:pt x="111442" y="0"/>
                </a:cubicBezTo>
                <a:cubicBezTo>
                  <a:pt x="111442" y="0"/>
                  <a:pt x="111442" y="0"/>
                  <a:pt x="111442" y="0"/>
                </a:cubicBezTo>
                <a:cubicBezTo>
                  <a:pt x="111442" y="0"/>
                  <a:pt x="111442" y="0"/>
                  <a:pt x="111347" y="0"/>
                </a:cubicBezTo>
                <a:cubicBezTo>
                  <a:pt x="111347" y="0"/>
                  <a:pt x="111347" y="0"/>
                  <a:pt x="111347" y="0"/>
                </a:cubicBezTo>
                <a:cubicBezTo>
                  <a:pt x="111347" y="0"/>
                  <a:pt x="111347" y="0"/>
                  <a:pt x="111252" y="0"/>
                </a:cubicBezTo>
                <a:cubicBezTo>
                  <a:pt x="111252" y="0"/>
                  <a:pt x="111252" y="0"/>
                  <a:pt x="111252" y="0"/>
                </a:cubicBezTo>
                <a:cubicBezTo>
                  <a:pt x="111252" y="0"/>
                  <a:pt x="111252" y="0"/>
                  <a:pt x="111157" y="0"/>
                </a:cubicBezTo>
                <a:cubicBezTo>
                  <a:pt x="111157" y="0"/>
                  <a:pt x="111157" y="0"/>
                  <a:pt x="111157" y="0"/>
                </a:cubicBezTo>
                <a:cubicBezTo>
                  <a:pt x="111157" y="0"/>
                  <a:pt x="111061" y="0"/>
                  <a:pt x="111061" y="0"/>
                </a:cubicBezTo>
                <a:cubicBezTo>
                  <a:pt x="111061" y="0"/>
                  <a:pt x="111061" y="0"/>
                  <a:pt x="111061" y="0"/>
                </a:cubicBezTo>
                <a:cubicBezTo>
                  <a:pt x="111061" y="0"/>
                  <a:pt x="111061" y="0"/>
                  <a:pt x="110966" y="0"/>
                </a:cubicBezTo>
                <a:cubicBezTo>
                  <a:pt x="110966" y="0"/>
                  <a:pt x="110966" y="0"/>
                  <a:pt x="110966" y="0"/>
                </a:cubicBezTo>
                <a:cubicBezTo>
                  <a:pt x="110966" y="0"/>
                  <a:pt x="110966" y="0"/>
                  <a:pt x="110871" y="0"/>
                </a:cubicBezTo>
                <a:cubicBezTo>
                  <a:pt x="110871" y="0"/>
                  <a:pt x="110871" y="0"/>
                  <a:pt x="110871" y="0"/>
                </a:cubicBezTo>
                <a:cubicBezTo>
                  <a:pt x="110871" y="0"/>
                  <a:pt x="110871" y="0"/>
                  <a:pt x="110776" y="0"/>
                </a:cubicBezTo>
                <a:cubicBezTo>
                  <a:pt x="110776" y="0"/>
                  <a:pt x="110776" y="0"/>
                  <a:pt x="110776" y="0"/>
                </a:cubicBezTo>
                <a:cubicBezTo>
                  <a:pt x="110776" y="0"/>
                  <a:pt x="110680" y="0"/>
                  <a:pt x="110680" y="0"/>
                </a:cubicBezTo>
                <a:lnTo>
                  <a:pt x="110680" y="0"/>
                </a:lnTo>
                <a:cubicBezTo>
                  <a:pt x="110680" y="0"/>
                  <a:pt x="110585" y="0"/>
                  <a:pt x="110585" y="0"/>
                </a:cubicBezTo>
                <a:cubicBezTo>
                  <a:pt x="110585" y="0"/>
                  <a:pt x="110585" y="0"/>
                  <a:pt x="110585" y="0"/>
                </a:cubicBezTo>
                <a:cubicBezTo>
                  <a:pt x="110585" y="0"/>
                  <a:pt x="110585" y="0"/>
                  <a:pt x="110490" y="0"/>
                </a:cubicBezTo>
                <a:cubicBezTo>
                  <a:pt x="110490" y="0"/>
                  <a:pt x="110490" y="0"/>
                  <a:pt x="110490" y="0"/>
                </a:cubicBezTo>
                <a:cubicBezTo>
                  <a:pt x="110490" y="0"/>
                  <a:pt x="110490" y="0"/>
                  <a:pt x="110395" y="0"/>
                </a:cubicBezTo>
                <a:cubicBezTo>
                  <a:pt x="110395" y="0"/>
                  <a:pt x="110395" y="0"/>
                  <a:pt x="110395" y="0"/>
                </a:cubicBezTo>
                <a:cubicBezTo>
                  <a:pt x="110395" y="0"/>
                  <a:pt x="110395" y="0"/>
                  <a:pt x="110299" y="0"/>
                </a:cubicBezTo>
                <a:cubicBezTo>
                  <a:pt x="110299" y="0"/>
                  <a:pt x="110299" y="0"/>
                  <a:pt x="110299" y="0"/>
                </a:cubicBezTo>
                <a:cubicBezTo>
                  <a:pt x="110299" y="0"/>
                  <a:pt x="110204" y="0"/>
                  <a:pt x="110204" y="0"/>
                </a:cubicBezTo>
                <a:lnTo>
                  <a:pt x="110204" y="0"/>
                </a:lnTo>
                <a:cubicBezTo>
                  <a:pt x="110204" y="0"/>
                  <a:pt x="110109" y="0"/>
                  <a:pt x="110109" y="0"/>
                </a:cubicBezTo>
                <a:cubicBezTo>
                  <a:pt x="110109" y="0"/>
                  <a:pt x="110109" y="0"/>
                  <a:pt x="110109" y="0"/>
                </a:cubicBezTo>
                <a:cubicBezTo>
                  <a:pt x="110109" y="0"/>
                  <a:pt x="110109" y="0"/>
                  <a:pt x="110014" y="0"/>
                </a:cubicBezTo>
                <a:cubicBezTo>
                  <a:pt x="110014" y="0"/>
                  <a:pt x="110014" y="0"/>
                  <a:pt x="110014" y="0"/>
                </a:cubicBezTo>
                <a:cubicBezTo>
                  <a:pt x="110014" y="0"/>
                  <a:pt x="110014" y="0"/>
                  <a:pt x="109918" y="0"/>
                </a:cubicBezTo>
                <a:cubicBezTo>
                  <a:pt x="109918" y="0"/>
                  <a:pt x="109918" y="0"/>
                  <a:pt x="109918" y="0"/>
                </a:cubicBezTo>
                <a:cubicBezTo>
                  <a:pt x="109823" y="0"/>
                  <a:pt x="109823" y="0"/>
                  <a:pt x="109728" y="0"/>
                </a:cubicBezTo>
                <a:cubicBezTo>
                  <a:pt x="109728" y="0"/>
                  <a:pt x="109728" y="0"/>
                  <a:pt x="109728" y="0"/>
                </a:cubicBezTo>
                <a:cubicBezTo>
                  <a:pt x="109728" y="0"/>
                  <a:pt x="109633" y="0"/>
                  <a:pt x="109633" y="0"/>
                </a:cubicBezTo>
                <a:cubicBezTo>
                  <a:pt x="109633" y="0"/>
                  <a:pt x="109633" y="0"/>
                  <a:pt x="109633" y="0"/>
                </a:cubicBezTo>
                <a:cubicBezTo>
                  <a:pt x="109633" y="0"/>
                  <a:pt x="109633" y="0"/>
                  <a:pt x="109538" y="0"/>
                </a:cubicBezTo>
                <a:cubicBezTo>
                  <a:pt x="109538" y="0"/>
                  <a:pt x="109538" y="0"/>
                  <a:pt x="109538" y="0"/>
                </a:cubicBezTo>
                <a:cubicBezTo>
                  <a:pt x="109538" y="0"/>
                  <a:pt x="109442" y="0"/>
                  <a:pt x="109442" y="0"/>
                </a:cubicBezTo>
                <a:cubicBezTo>
                  <a:pt x="109442" y="0"/>
                  <a:pt x="109442" y="0"/>
                  <a:pt x="109442" y="0"/>
                </a:cubicBezTo>
                <a:cubicBezTo>
                  <a:pt x="109442" y="0"/>
                  <a:pt x="109347" y="0"/>
                  <a:pt x="109347" y="0"/>
                </a:cubicBezTo>
                <a:lnTo>
                  <a:pt x="109347" y="0"/>
                </a:lnTo>
                <a:cubicBezTo>
                  <a:pt x="109347" y="0"/>
                  <a:pt x="109251" y="0"/>
                  <a:pt x="109251" y="0"/>
                </a:cubicBezTo>
                <a:cubicBezTo>
                  <a:pt x="109251" y="0"/>
                  <a:pt x="109251" y="0"/>
                  <a:pt x="109251" y="0"/>
                </a:cubicBezTo>
                <a:cubicBezTo>
                  <a:pt x="109251" y="0"/>
                  <a:pt x="109251" y="0"/>
                  <a:pt x="109156" y="0"/>
                </a:cubicBezTo>
                <a:cubicBezTo>
                  <a:pt x="109156" y="0"/>
                  <a:pt x="109156" y="0"/>
                  <a:pt x="109156" y="0"/>
                </a:cubicBezTo>
                <a:cubicBezTo>
                  <a:pt x="109156" y="0"/>
                  <a:pt x="109061" y="0"/>
                  <a:pt x="109061" y="0"/>
                </a:cubicBezTo>
                <a:cubicBezTo>
                  <a:pt x="109061" y="0"/>
                  <a:pt x="109061" y="0"/>
                  <a:pt x="109061" y="0"/>
                </a:cubicBezTo>
                <a:cubicBezTo>
                  <a:pt x="108966" y="0"/>
                  <a:pt x="108966" y="0"/>
                  <a:pt x="108871" y="0"/>
                </a:cubicBezTo>
                <a:cubicBezTo>
                  <a:pt x="108871" y="0"/>
                  <a:pt x="108871" y="0"/>
                  <a:pt x="108871" y="0"/>
                </a:cubicBezTo>
                <a:lnTo>
                  <a:pt x="108775" y="0"/>
                </a:lnTo>
                <a:cubicBezTo>
                  <a:pt x="108775" y="0"/>
                  <a:pt x="108775" y="0"/>
                  <a:pt x="108775" y="0"/>
                </a:cubicBezTo>
                <a:cubicBezTo>
                  <a:pt x="108775" y="0"/>
                  <a:pt x="108775" y="0"/>
                  <a:pt x="108680" y="0"/>
                </a:cubicBezTo>
                <a:cubicBezTo>
                  <a:pt x="108680" y="0"/>
                  <a:pt x="108680" y="0"/>
                  <a:pt x="108680" y="0"/>
                </a:cubicBezTo>
                <a:cubicBezTo>
                  <a:pt x="108680" y="0"/>
                  <a:pt x="108680" y="0"/>
                  <a:pt x="108585" y="0"/>
                </a:cubicBezTo>
                <a:cubicBezTo>
                  <a:pt x="108585" y="0"/>
                  <a:pt x="108585" y="0"/>
                  <a:pt x="108585" y="0"/>
                </a:cubicBezTo>
                <a:cubicBezTo>
                  <a:pt x="108490" y="0"/>
                  <a:pt x="108490" y="0"/>
                  <a:pt x="108394" y="0"/>
                </a:cubicBezTo>
                <a:cubicBezTo>
                  <a:pt x="108394" y="0"/>
                  <a:pt x="108394" y="0"/>
                  <a:pt x="108394" y="0"/>
                </a:cubicBezTo>
                <a:cubicBezTo>
                  <a:pt x="108394" y="0"/>
                  <a:pt x="108394" y="0"/>
                  <a:pt x="108299" y="0"/>
                </a:cubicBezTo>
                <a:cubicBezTo>
                  <a:pt x="108299" y="0"/>
                  <a:pt x="108299" y="0"/>
                  <a:pt x="108299" y="0"/>
                </a:cubicBezTo>
                <a:cubicBezTo>
                  <a:pt x="108299" y="0"/>
                  <a:pt x="108299" y="0"/>
                  <a:pt x="108204" y="0"/>
                </a:cubicBezTo>
                <a:cubicBezTo>
                  <a:pt x="108204" y="0"/>
                  <a:pt x="108204" y="0"/>
                  <a:pt x="108204" y="0"/>
                </a:cubicBezTo>
                <a:cubicBezTo>
                  <a:pt x="108204" y="0"/>
                  <a:pt x="108109" y="0"/>
                  <a:pt x="108109" y="0"/>
                </a:cubicBezTo>
                <a:lnTo>
                  <a:pt x="108109" y="0"/>
                </a:lnTo>
                <a:cubicBezTo>
                  <a:pt x="108109" y="0"/>
                  <a:pt x="108013" y="0"/>
                  <a:pt x="108013" y="0"/>
                </a:cubicBezTo>
                <a:cubicBezTo>
                  <a:pt x="108013" y="0"/>
                  <a:pt x="108013" y="0"/>
                  <a:pt x="108013" y="0"/>
                </a:cubicBezTo>
                <a:cubicBezTo>
                  <a:pt x="108013" y="0"/>
                  <a:pt x="108013" y="0"/>
                  <a:pt x="107918" y="0"/>
                </a:cubicBezTo>
                <a:cubicBezTo>
                  <a:pt x="107918" y="0"/>
                  <a:pt x="107918" y="0"/>
                  <a:pt x="107918" y="0"/>
                </a:cubicBezTo>
                <a:cubicBezTo>
                  <a:pt x="107918" y="0"/>
                  <a:pt x="107918" y="0"/>
                  <a:pt x="107823" y="0"/>
                </a:cubicBezTo>
                <a:cubicBezTo>
                  <a:pt x="107823" y="0"/>
                  <a:pt x="107823" y="0"/>
                  <a:pt x="107823" y="0"/>
                </a:cubicBezTo>
                <a:lnTo>
                  <a:pt x="107728" y="0"/>
                </a:lnTo>
                <a:cubicBezTo>
                  <a:pt x="107728" y="0"/>
                  <a:pt x="107728" y="0"/>
                  <a:pt x="107728" y="0"/>
                </a:cubicBezTo>
                <a:cubicBezTo>
                  <a:pt x="107728" y="0"/>
                  <a:pt x="107632" y="0"/>
                  <a:pt x="107632" y="0"/>
                </a:cubicBezTo>
                <a:lnTo>
                  <a:pt x="107632" y="0"/>
                </a:lnTo>
                <a:cubicBezTo>
                  <a:pt x="107632" y="0"/>
                  <a:pt x="107537" y="0"/>
                  <a:pt x="107537" y="0"/>
                </a:cubicBezTo>
                <a:cubicBezTo>
                  <a:pt x="107537" y="0"/>
                  <a:pt x="107537" y="0"/>
                  <a:pt x="107537" y="0"/>
                </a:cubicBezTo>
                <a:cubicBezTo>
                  <a:pt x="107537" y="0"/>
                  <a:pt x="107537" y="0"/>
                  <a:pt x="107442" y="0"/>
                </a:cubicBezTo>
                <a:cubicBezTo>
                  <a:pt x="107442" y="0"/>
                  <a:pt x="107442" y="0"/>
                  <a:pt x="107442" y="0"/>
                </a:cubicBezTo>
                <a:cubicBezTo>
                  <a:pt x="107442" y="0"/>
                  <a:pt x="107442" y="0"/>
                  <a:pt x="107347" y="0"/>
                </a:cubicBezTo>
                <a:cubicBezTo>
                  <a:pt x="107347" y="0"/>
                  <a:pt x="107347" y="0"/>
                  <a:pt x="107347" y="0"/>
                </a:cubicBezTo>
                <a:cubicBezTo>
                  <a:pt x="107347" y="0"/>
                  <a:pt x="107251" y="0"/>
                  <a:pt x="107251" y="0"/>
                </a:cubicBezTo>
                <a:cubicBezTo>
                  <a:pt x="107251" y="0"/>
                  <a:pt x="107251" y="0"/>
                  <a:pt x="107251" y="0"/>
                </a:cubicBezTo>
                <a:cubicBezTo>
                  <a:pt x="107251" y="0"/>
                  <a:pt x="107156" y="0"/>
                  <a:pt x="107156" y="0"/>
                </a:cubicBezTo>
                <a:cubicBezTo>
                  <a:pt x="107156" y="0"/>
                  <a:pt x="107156" y="0"/>
                  <a:pt x="107156" y="0"/>
                </a:cubicBezTo>
                <a:cubicBezTo>
                  <a:pt x="107156" y="0"/>
                  <a:pt x="107156" y="0"/>
                  <a:pt x="107061" y="0"/>
                </a:cubicBezTo>
                <a:cubicBezTo>
                  <a:pt x="107061" y="0"/>
                  <a:pt x="107061" y="0"/>
                  <a:pt x="107061" y="0"/>
                </a:cubicBezTo>
                <a:cubicBezTo>
                  <a:pt x="107061" y="0"/>
                  <a:pt x="107061" y="0"/>
                  <a:pt x="106966" y="0"/>
                </a:cubicBezTo>
                <a:cubicBezTo>
                  <a:pt x="106966" y="0"/>
                  <a:pt x="106966" y="0"/>
                  <a:pt x="106966" y="0"/>
                </a:cubicBezTo>
                <a:cubicBezTo>
                  <a:pt x="106966" y="0"/>
                  <a:pt x="106966" y="0"/>
                  <a:pt x="106870" y="0"/>
                </a:cubicBezTo>
                <a:cubicBezTo>
                  <a:pt x="106870" y="0"/>
                  <a:pt x="106870" y="0"/>
                  <a:pt x="106870" y="0"/>
                </a:cubicBezTo>
                <a:cubicBezTo>
                  <a:pt x="106775" y="0"/>
                  <a:pt x="106775" y="0"/>
                  <a:pt x="106680" y="0"/>
                </a:cubicBezTo>
                <a:cubicBezTo>
                  <a:pt x="106680" y="0"/>
                  <a:pt x="106680" y="0"/>
                  <a:pt x="106680" y="0"/>
                </a:cubicBezTo>
                <a:cubicBezTo>
                  <a:pt x="106680" y="0"/>
                  <a:pt x="106680" y="0"/>
                  <a:pt x="106584" y="0"/>
                </a:cubicBezTo>
                <a:cubicBezTo>
                  <a:pt x="106584" y="0"/>
                  <a:pt x="106584" y="0"/>
                  <a:pt x="106584" y="0"/>
                </a:cubicBezTo>
                <a:cubicBezTo>
                  <a:pt x="106584" y="0"/>
                  <a:pt x="106584" y="0"/>
                  <a:pt x="106489" y="0"/>
                </a:cubicBezTo>
                <a:cubicBezTo>
                  <a:pt x="106489" y="0"/>
                  <a:pt x="106489" y="0"/>
                  <a:pt x="106489" y="0"/>
                </a:cubicBezTo>
                <a:cubicBezTo>
                  <a:pt x="106489" y="0"/>
                  <a:pt x="106394" y="0"/>
                  <a:pt x="106394" y="0"/>
                </a:cubicBezTo>
                <a:cubicBezTo>
                  <a:pt x="106394" y="0"/>
                  <a:pt x="106394" y="0"/>
                  <a:pt x="106394" y="0"/>
                </a:cubicBezTo>
                <a:cubicBezTo>
                  <a:pt x="106394" y="0"/>
                  <a:pt x="106299" y="0"/>
                  <a:pt x="106299" y="0"/>
                </a:cubicBezTo>
                <a:cubicBezTo>
                  <a:pt x="106299" y="0"/>
                  <a:pt x="106299" y="0"/>
                  <a:pt x="106299" y="0"/>
                </a:cubicBezTo>
                <a:cubicBezTo>
                  <a:pt x="106299" y="0"/>
                  <a:pt x="106299" y="0"/>
                  <a:pt x="106204" y="0"/>
                </a:cubicBezTo>
                <a:cubicBezTo>
                  <a:pt x="106204" y="0"/>
                  <a:pt x="106204" y="0"/>
                  <a:pt x="106204" y="0"/>
                </a:cubicBezTo>
                <a:cubicBezTo>
                  <a:pt x="106204" y="0"/>
                  <a:pt x="106204" y="0"/>
                  <a:pt x="106108" y="0"/>
                </a:cubicBezTo>
                <a:cubicBezTo>
                  <a:pt x="106108" y="0"/>
                  <a:pt x="106108" y="0"/>
                  <a:pt x="106108" y="0"/>
                </a:cubicBezTo>
                <a:cubicBezTo>
                  <a:pt x="106108" y="0"/>
                  <a:pt x="106108" y="0"/>
                  <a:pt x="106013" y="0"/>
                </a:cubicBezTo>
                <a:cubicBezTo>
                  <a:pt x="106013" y="0"/>
                  <a:pt x="106013" y="0"/>
                  <a:pt x="106013" y="0"/>
                </a:cubicBezTo>
                <a:cubicBezTo>
                  <a:pt x="106013" y="0"/>
                  <a:pt x="105918" y="0"/>
                  <a:pt x="105918" y="0"/>
                </a:cubicBezTo>
                <a:lnTo>
                  <a:pt x="105918" y="0"/>
                </a:lnTo>
                <a:cubicBezTo>
                  <a:pt x="105918" y="0"/>
                  <a:pt x="105823" y="0"/>
                  <a:pt x="105823" y="0"/>
                </a:cubicBezTo>
                <a:cubicBezTo>
                  <a:pt x="105823" y="0"/>
                  <a:pt x="105823" y="0"/>
                  <a:pt x="105823" y="0"/>
                </a:cubicBezTo>
                <a:cubicBezTo>
                  <a:pt x="105823" y="0"/>
                  <a:pt x="105823" y="0"/>
                  <a:pt x="105727" y="0"/>
                </a:cubicBezTo>
                <a:cubicBezTo>
                  <a:pt x="105727" y="0"/>
                  <a:pt x="105727" y="0"/>
                  <a:pt x="105727" y="0"/>
                </a:cubicBezTo>
                <a:cubicBezTo>
                  <a:pt x="105727" y="0"/>
                  <a:pt x="105727" y="0"/>
                  <a:pt x="105632" y="0"/>
                </a:cubicBezTo>
                <a:cubicBezTo>
                  <a:pt x="105632" y="0"/>
                  <a:pt x="105632" y="0"/>
                  <a:pt x="105632" y="0"/>
                </a:cubicBezTo>
                <a:cubicBezTo>
                  <a:pt x="105632" y="0"/>
                  <a:pt x="105632" y="0"/>
                  <a:pt x="105537" y="0"/>
                </a:cubicBezTo>
                <a:cubicBezTo>
                  <a:pt x="105537" y="0"/>
                  <a:pt x="105537" y="0"/>
                  <a:pt x="105537" y="0"/>
                </a:cubicBezTo>
                <a:cubicBezTo>
                  <a:pt x="105537" y="0"/>
                  <a:pt x="105442" y="0"/>
                  <a:pt x="105442" y="0"/>
                </a:cubicBezTo>
                <a:cubicBezTo>
                  <a:pt x="105442" y="0"/>
                  <a:pt x="105442" y="0"/>
                  <a:pt x="105442" y="0"/>
                </a:cubicBezTo>
                <a:cubicBezTo>
                  <a:pt x="105442" y="0"/>
                  <a:pt x="105442" y="0"/>
                  <a:pt x="105346" y="0"/>
                </a:cubicBezTo>
                <a:cubicBezTo>
                  <a:pt x="105346" y="0"/>
                  <a:pt x="105346" y="0"/>
                  <a:pt x="105346" y="0"/>
                </a:cubicBezTo>
                <a:cubicBezTo>
                  <a:pt x="105346" y="0"/>
                  <a:pt x="105346" y="0"/>
                  <a:pt x="105251" y="0"/>
                </a:cubicBezTo>
                <a:cubicBezTo>
                  <a:pt x="105251" y="0"/>
                  <a:pt x="105251" y="0"/>
                  <a:pt x="105251" y="0"/>
                </a:cubicBezTo>
                <a:cubicBezTo>
                  <a:pt x="105251" y="0"/>
                  <a:pt x="105251" y="0"/>
                  <a:pt x="105156" y="0"/>
                </a:cubicBezTo>
                <a:lnTo>
                  <a:pt x="105156" y="0"/>
                </a:lnTo>
                <a:cubicBezTo>
                  <a:pt x="105156" y="0"/>
                  <a:pt x="105061" y="0"/>
                  <a:pt x="105061" y="0"/>
                </a:cubicBezTo>
                <a:cubicBezTo>
                  <a:pt x="105061" y="0"/>
                  <a:pt x="105061" y="0"/>
                  <a:pt x="105061" y="0"/>
                </a:cubicBezTo>
                <a:cubicBezTo>
                  <a:pt x="105061" y="0"/>
                  <a:pt x="105061" y="0"/>
                  <a:pt x="104965" y="0"/>
                </a:cubicBezTo>
                <a:cubicBezTo>
                  <a:pt x="104965" y="0"/>
                  <a:pt x="104965" y="0"/>
                  <a:pt x="104965" y="0"/>
                </a:cubicBezTo>
                <a:cubicBezTo>
                  <a:pt x="104965" y="0"/>
                  <a:pt x="104965" y="0"/>
                  <a:pt x="104870" y="0"/>
                </a:cubicBezTo>
                <a:cubicBezTo>
                  <a:pt x="104870" y="0"/>
                  <a:pt x="104870" y="0"/>
                  <a:pt x="104870" y="0"/>
                </a:cubicBezTo>
                <a:cubicBezTo>
                  <a:pt x="104870" y="0"/>
                  <a:pt x="104870" y="0"/>
                  <a:pt x="104775" y="0"/>
                </a:cubicBezTo>
                <a:cubicBezTo>
                  <a:pt x="104775" y="0"/>
                  <a:pt x="104775" y="0"/>
                  <a:pt x="104775" y="0"/>
                </a:cubicBezTo>
                <a:cubicBezTo>
                  <a:pt x="104775" y="0"/>
                  <a:pt x="104775" y="0"/>
                  <a:pt x="104680" y="0"/>
                </a:cubicBezTo>
                <a:cubicBezTo>
                  <a:pt x="104680" y="0"/>
                  <a:pt x="104680" y="0"/>
                  <a:pt x="104680" y="0"/>
                </a:cubicBezTo>
                <a:cubicBezTo>
                  <a:pt x="104680" y="0"/>
                  <a:pt x="104584" y="0"/>
                  <a:pt x="104584" y="0"/>
                </a:cubicBezTo>
                <a:cubicBezTo>
                  <a:pt x="104584" y="0"/>
                  <a:pt x="104584" y="0"/>
                  <a:pt x="104584" y="0"/>
                </a:cubicBezTo>
                <a:cubicBezTo>
                  <a:pt x="104584" y="0"/>
                  <a:pt x="104584" y="0"/>
                  <a:pt x="104489" y="0"/>
                </a:cubicBezTo>
                <a:cubicBezTo>
                  <a:pt x="104489" y="0"/>
                  <a:pt x="104489" y="0"/>
                  <a:pt x="104489" y="0"/>
                </a:cubicBezTo>
                <a:cubicBezTo>
                  <a:pt x="104489" y="0"/>
                  <a:pt x="104489" y="0"/>
                  <a:pt x="104394" y="0"/>
                </a:cubicBezTo>
                <a:cubicBezTo>
                  <a:pt x="104394" y="0"/>
                  <a:pt x="104394" y="0"/>
                  <a:pt x="104394" y="0"/>
                </a:cubicBezTo>
                <a:cubicBezTo>
                  <a:pt x="104394" y="0"/>
                  <a:pt x="104394" y="0"/>
                  <a:pt x="104299" y="0"/>
                </a:cubicBezTo>
                <a:cubicBezTo>
                  <a:pt x="104299" y="0"/>
                  <a:pt x="104299" y="0"/>
                  <a:pt x="104299" y="0"/>
                </a:cubicBezTo>
                <a:cubicBezTo>
                  <a:pt x="104299" y="0"/>
                  <a:pt x="104203" y="0"/>
                  <a:pt x="104203" y="0"/>
                </a:cubicBezTo>
                <a:cubicBezTo>
                  <a:pt x="104203" y="0"/>
                  <a:pt x="104203" y="0"/>
                  <a:pt x="104203" y="0"/>
                </a:cubicBezTo>
                <a:cubicBezTo>
                  <a:pt x="104203" y="0"/>
                  <a:pt x="104203" y="0"/>
                  <a:pt x="104108" y="0"/>
                </a:cubicBezTo>
                <a:cubicBezTo>
                  <a:pt x="104108" y="0"/>
                  <a:pt x="104108" y="0"/>
                  <a:pt x="104108" y="0"/>
                </a:cubicBezTo>
                <a:cubicBezTo>
                  <a:pt x="104108" y="0"/>
                  <a:pt x="104108" y="0"/>
                  <a:pt x="104013" y="0"/>
                </a:cubicBezTo>
                <a:cubicBezTo>
                  <a:pt x="104013" y="0"/>
                  <a:pt x="104013" y="0"/>
                  <a:pt x="104013" y="0"/>
                </a:cubicBezTo>
                <a:cubicBezTo>
                  <a:pt x="104013" y="0"/>
                  <a:pt x="104013" y="0"/>
                  <a:pt x="103917" y="0"/>
                </a:cubicBezTo>
                <a:cubicBezTo>
                  <a:pt x="103917" y="0"/>
                  <a:pt x="103917" y="0"/>
                  <a:pt x="103917" y="0"/>
                </a:cubicBezTo>
                <a:cubicBezTo>
                  <a:pt x="103917" y="0"/>
                  <a:pt x="103917" y="0"/>
                  <a:pt x="103822" y="0"/>
                </a:cubicBezTo>
                <a:cubicBezTo>
                  <a:pt x="103822" y="0"/>
                  <a:pt x="103822" y="0"/>
                  <a:pt x="103822" y="0"/>
                </a:cubicBezTo>
                <a:cubicBezTo>
                  <a:pt x="103822" y="0"/>
                  <a:pt x="103727" y="0"/>
                  <a:pt x="103727" y="0"/>
                </a:cubicBezTo>
                <a:cubicBezTo>
                  <a:pt x="103727" y="0"/>
                  <a:pt x="103727" y="0"/>
                  <a:pt x="103727" y="0"/>
                </a:cubicBezTo>
                <a:cubicBezTo>
                  <a:pt x="103727" y="0"/>
                  <a:pt x="103727" y="0"/>
                  <a:pt x="103632" y="0"/>
                </a:cubicBezTo>
                <a:cubicBezTo>
                  <a:pt x="103632" y="0"/>
                  <a:pt x="103632" y="0"/>
                  <a:pt x="103632" y="0"/>
                </a:cubicBezTo>
                <a:cubicBezTo>
                  <a:pt x="103632" y="0"/>
                  <a:pt x="103632" y="0"/>
                  <a:pt x="103632" y="0"/>
                </a:cubicBezTo>
                <a:cubicBezTo>
                  <a:pt x="103632" y="0"/>
                  <a:pt x="103632" y="0"/>
                  <a:pt x="103632" y="0"/>
                </a:cubicBezTo>
                <a:cubicBezTo>
                  <a:pt x="103632" y="0"/>
                  <a:pt x="103632" y="0"/>
                  <a:pt x="103632" y="0"/>
                </a:cubicBezTo>
                <a:cubicBezTo>
                  <a:pt x="103632" y="0"/>
                  <a:pt x="103632" y="0"/>
                  <a:pt x="103632" y="0"/>
                </a:cubicBezTo>
                <a:cubicBezTo>
                  <a:pt x="103632" y="0"/>
                  <a:pt x="103632" y="0"/>
                  <a:pt x="103537" y="0"/>
                </a:cubicBezTo>
                <a:cubicBezTo>
                  <a:pt x="103537" y="0"/>
                  <a:pt x="103537" y="0"/>
                  <a:pt x="103441" y="0"/>
                </a:cubicBezTo>
                <a:cubicBezTo>
                  <a:pt x="103441" y="0"/>
                  <a:pt x="103441" y="0"/>
                  <a:pt x="103441" y="0"/>
                </a:cubicBezTo>
                <a:cubicBezTo>
                  <a:pt x="103441" y="0"/>
                  <a:pt x="103441" y="0"/>
                  <a:pt x="103441" y="0"/>
                </a:cubicBezTo>
                <a:cubicBezTo>
                  <a:pt x="103441" y="0"/>
                  <a:pt x="103441" y="0"/>
                  <a:pt x="103441" y="0"/>
                </a:cubicBezTo>
                <a:cubicBezTo>
                  <a:pt x="103441" y="0"/>
                  <a:pt x="103441" y="0"/>
                  <a:pt x="103441" y="0"/>
                </a:cubicBezTo>
                <a:cubicBezTo>
                  <a:pt x="103441" y="0"/>
                  <a:pt x="103441" y="0"/>
                  <a:pt x="103441" y="0"/>
                </a:cubicBezTo>
                <a:cubicBezTo>
                  <a:pt x="103441" y="0"/>
                  <a:pt x="103441" y="0"/>
                  <a:pt x="103441" y="0"/>
                </a:cubicBezTo>
                <a:cubicBezTo>
                  <a:pt x="103441" y="0"/>
                  <a:pt x="103441" y="0"/>
                  <a:pt x="103441" y="0"/>
                </a:cubicBezTo>
                <a:cubicBezTo>
                  <a:pt x="103441" y="0"/>
                  <a:pt x="103441" y="0"/>
                  <a:pt x="103441" y="0"/>
                </a:cubicBezTo>
                <a:cubicBezTo>
                  <a:pt x="103441" y="0"/>
                  <a:pt x="103346" y="0"/>
                  <a:pt x="103346" y="0"/>
                </a:cubicBezTo>
                <a:cubicBezTo>
                  <a:pt x="103346" y="0"/>
                  <a:pt x="103346" y="0"/>
                  <a:pt x="103346" y="0"/>
                </a:cubicBezTo>
                <a:cubicBezTo>
                  <a:pt x="103346" y="0"/>
                  <a:pt x="103346" y="0"/>
                  <a:pt x="103346" y="0"/>
                </a:cubicBezTo>
                <a:cubicBezTo>
                  <a:pt x="103346" y="0"/>
                  <a:pt x="103346" y="0"/>
                  <a:pt x="103346" y="0"/>
                </a:cubicBezTo>
                <a:cubicBezTo>
                  <a:pt x="103346" y="0"/>
                  <a:pt x="103346" y="0"/>
                  <a:pt x="103346" y="0"/>
                </a:cubicBezTo>
                <a:cubicBezTo>
                  <a:pt x="103346" y="0"/>
                  <a:pt x="103346" y="0"/>
                  <a:pt x="103346" y="0"/>
                </a:cubicBezTo>
                <a:cubicBezTo>
                  <a:pt x="103346" y="0"/>
                  <a:pt x="103346" y="0"/>
                  <a:pt x="103346" y="0"/>
                </a:cubicBezTo>
                <a:cubicBezTo>
                  <a:pt x="103346" y="0"/>
                  <a:pt x="103346" y="0"/>
                  <a:pt x="103346" y="0"/>
                </a:cubicBezTo>
                <a:cubicBezTo>
                  <a:pt x="103346" y="0"/>
                  <a:pt x="103346" y="0"/>
                  <a:pt x="103346" y="0"/>
                </a:cubicBezTo>
                <a:cubicBezTo>
                  <a:pt x="103346" y="0"/>
                  <a:pt x="103251" y="0"/>
                  <a:pt x="103251" y="0"/>
                </a:cubicBezTo>
                <a:cubicBezTo>
                  <a:pt x="103251" y="0"/>
                  <a:pt x="103251" y="0"/>
                  <a:pt x="103251" y="0"/>
                </a:cubicBezTo>
                <a:cubicBezTo>
                  <a:pt x="103251" y="0"/>
                  <a:pt x="103251" y="0"/>
                  <a:pt x="103156" y="0"/>
                </a:cubicBezTo>
                <a:cubicBezTo>
                  <a:pt x="103156" y="0"/>
                  <a:pt x="103156" y="0"/>
                  <a:pt x="103156" y="0"/>
                </a:cubicBezTo>
                <a:cubicBezTo>
                  <a:pt x="103156" y="0"/>
                  <a:pt x="103156" y="0"/>
                  <a:pt x="103060" y="0"/>
                </a:cubicBezTo>
                <a:cubicBezTo>
                  <a:pt x="103060" y="0"/>
                  <a:pt x="103060" y="0"/>
                  <a:pt x="103060" y="0"/>
                </a:cubicBezTo>
                <a:cubicBezTo>
                  <a:pt x="103060" y="0"/>
                  <a:pt x="103060" y="0"/>
                  <a:pt x="102965" y="0"/>
                </a:cubicBezTo>
                <a:cubicBezTo>
                  <a:pt x="102965" y="0"/>
                  <a:pt x="102965" y="0"/>
                  <a:pt x="102965" y="0"/>
                </a:cubicBezTo>
                <a:cubicBezTo>
                  <a:pt x="102870" y="0"/>
                  <a:pt x="102870" y="0"/>
                  <a:pt x="102775" y="0"/>
                </a:cubicBezTo>
                <a:cubicBezTo>
                  <a:pt x="102775" y="0"/>
                  <a:pt x="102775" y="0"/>
                  <a:pt x="102775" y="0"/>
                </a:cubicBezTo>
                <a:cubicBezTo>
                  <a:pt x="102775" y="0"/>
                  <a:pt x="102775" y="0"/>
                  <a:pt x="102679" y="0"/>
                </a:cubicBezTo>
                <a:cubicBezTo>
                  <a:pt x="102679" y="0"/>
                  <a:pt x="102679" y="0"/>
                  <a:pt x="102679" y="0"/>
                </a:cubicBezTo>
                <a:cubicBezTo>
                  <a:pt x="102679" y="0"/>
                  <a:pt x="102679" y="0"/>
                  <a:pt x="102584" y="0"/>
                </a:cubicBezTo>
                <a:cubicBezTo>
                  <a:pt x="102584" y="0"/>
                  <a:pt x="102584" y="0"/>
                  <a:pt x="102584" y="0"/>
                </a:cubicBezTo>
                <a:cubicBezTo>
                  <a:pt x="102584" y="0"/>
                  <a:pt x="102584" y="0"/>
                  <a:pt x="102489" y="0"/>
                </a:cubicBezTo>
                <a:cubicBezTo>
                  <a:pt x="102489" y="0"/>
                  <a:pt x="102489" y="0"/>
                  <a:pt x="102489" y="0"/>
                </a:cubicBezTo>
                <a:cubicBezTo>
                  <a:pt x="102394" y="0"/>
                  <a:pt x="102394" y="0"/>
                  <a:pt x="102298" y="0"/>
                </a:cubicBezTo>
                <a:cubicBezTo>
                  <a:pt x="102298" y="0"/>
                  <a:pt x="102298" y="0"/>
                  <a:pt x="102298" y="0"/>
                </a:cubicBezTo>
                <a:cubicBezTo>
                  <a:pt x="102298" y="0"/>
                  <a:pt x="102298" y="0"/>
                  <a:pt x="102203" y="0"/>
                </a:cubicBezTo>
                <a:cubicBezTo>
                  <a:pt x="102203" y="0"/>
                  <a:pt x="102203" y="0"/>
                  <a:pt x="102203" y="0"/>
                </a:cubicBezTo>
                <a:cubicBezTo>
                  <a:pt x="102203" y="0"/>
                  <a:pt x="102203" y="0"/>
                  <a:pt x="102108" y="0"/>
                </a:cubicBezTo>
                <a:cubicBezTo>
                  <a:pt x="102108" y="0"/>
                  <a:pt x="102108" y="0"/>
                  <a:pt x="102108" y="0"/>
                </a:cubicBezTo>
                <a:cubicBezTo>
                  <a:pt x="102013" y="0"/>
                  <a:pt x="102013" y="0"/>
                  <a:pt x="101917" y="0"/>
                </a:cubicBezTo>
                <a:cubicBezTo>
                  <a:pt x="101917" y="0"/>
                  <a:pt x="101917" y="0"/>
                  <a:pt x="101917" y="0"/>
                </a:cubicBezTo>
                <a:cubicBezTo>
                  <a:pt x="101917" y="0"/>
                  <a:pt x="101917" y="0"/>
                  <a:pt x="101822" y="0"/>
                </a:cubicBezTo>
                <a:cubicBezTo>
                  <a:pt x="101822" y="0"/>
                  <a:pt x="101822" y="0"/>
                  <a:pt x="101822" y="0"/>
                </a:cubicBezTo>
                <a:cubicBezTo>
                  <a:pt x="101822" y="0"/>
                  <a:pt x="101822" y="0"/>
                  <a:pt x="101727" y="0"/>
                </a:cubicBezTo>
                <a:cubicBezTo>
                  <a:pt x="101727" y="0"/>
                  <a:pt x="101727" y="0"/>
                  <a:pt x="101727" y="0"/>
                </a:cubicBezTo>
                <a:cubicBezTo>
                  <a:pt x="101632" y="0"/>
                  <a:pt x="101536" y="0"/>
                  <a:pt x="101441" y="0"/>
                </a:cubicBezTo>
                <a:lnTo>
                  <a:pt x="101441" y="0"/>
                </a:lnTo>
                <a:cubicBezTo>
                  <a:pt x="101441" y="0"/>
                  <a:pt x="101441" y="0"/>
                  <a:pt x="101346" y="0"/>
                </a:cubicBezTo>
                <a:cubicBezTo>
                  <a:pt x="101346" y="0"/>
                  <a:pt x="101346" y="0"/>
                  <a:pt x="101346" y="0"/>
                </a:cubicBezTo>
                <a:cubicBezTo>
                  <a:pt x="101346" y="0"/>
                  <a:pt x="101346" y="0"/>
                  <a:pt x="101251" y="0"/>
                </a:cubicBezTo>
                <a:cubicBezTo>
                  <a:pt x="101155" y="0"/>
                  <a:pt x="101060" y="0"/>
                  <a:pt x="100965" y="0"/>
                </a:cubicBezTo>
                <a:cubicBezTo>
                  <a:pt x="100965" y="0"/>
                  <a:pt x="100965" y="0"/>
                  <a:pt x="100965" y="0"/>
                </a:cubicBezTo>
                <a:cubicBezTo>
                  <a:pt x="100965" y="0"/>
                  <a:pt x="100965" y="0"/>
                  <a:pt x="100870" y="0"/>
                </a:cubicBezTo>
                <a:cubicBezTo>
                  <a:pt x="98965" y="191"/>
                  <a:pt x="97155" y="476"/>
                  <a:pt x="95345" y="762"/>
                </a:cubicBezTo>
                <a:lnTo>
                  <a:pt x="96869" y="10192"/>
                </a:lnTo>
                <a:cubicBezTo>
                  <a:pt x="102584" y="9239"/>
                  <a:pt x="108394" y="8763"/>
                  <a:pt x="114300" y="8763"/>
                </a:cubicBezTo>
                <a:cubicBezTo>
                  <a:pt x="115252" y="9525"/>
                  <a:pt x="116491" y="9525"/>
                  <a:pt x="117634" y="9525"/>
                </a:cubicBezTo>
                <a:close/>
                <a:moveTo>
                  <a:pt x="32480" y="180023"/>
                </a:moveTo>
                <a:lnTo>
                  <a:pt x="25051" y="186023"/>
                </a:lnTo>
                <a:cubicBezTo>
                  <a:pt x="29051" y="190976"/>
                  <a:pt x="33433" y="195548"/>
                  <a:pt x="38195" y="199739"/>
                </a:cubicBezTo>
                <a:lnTo>
                  <a:pt x="44482" y="192596"/>
                </a:lnTo>
                <a:cubicBezTo>
                  <a:pt x="40195" y="188786"/>
                  <a:pt x="36195" y="184595"/>
                  <a:pt x="32480" y="180023"/>
                </a:cubicBezTo>
                <a:close/>
                <a:moveTo>
                  <a:pt x="114109" y="219075"/>
                </a:moveTo>
                <a:cubicBezTo>
                  <a:pt x="109156" y="219075"/>
                  <a:pt x="104108" y="218694"/>
                  <a:pt x="99250" y="218027"/>
                </a:cubicBezTo>
                <a:lnTo>
                  <a:pt x="97917" y="227457"/>
                </a:lnTo>
                <a:cubicBezTo>
                  <a:pt x="98107" y="227457"/>
                  <a:pt x="98203" y="227457"/>
                  <a:pt x="98393" y="227552"/>
                </a:cubicBezTo>
                <a:cubicBezTo>
                  <a:pt x="98393" y="227552"/>
                  <a:pt x="98393" y="227552"/>
                  <a:pt x="98393" y="227552"/>
                </a:cubicBezTo>
                <a:cubicBezTo>
                  <a:pt x="98488" y="227552"/>
                  <a:pt x="98488" y="227552"/>
                  <a:pt x="98584" y="227552"/>
                </a:cubicBezTo>
                <a:cubicBezTo>
                  <a:pt x="98584" y="227552"/>
                  <a:pt x="98584" y="227552"/>
                  <a:pt x="98584" y="227552"/>
                </a:cubicBezTo>
                <a:cubicBezTo>
                  <a:pt x="98584" y="227552"/>
                  <a:pt x="98584" y="227552"/>
                  <a:pt x="98679" y="227552"/>
                </a:cubicBezTo>
                <a:lnTo>
                  <a:pt x="98679" y="227552"/>
                </a:lnTo>
                <a:cubicBezTo>
                  <a:pt x="98679" y="227552"/>
                  <a:pt x="98774" y="227552"/>
                  <a:pt x="98774" y="227552"/>
                </a:cubicBezTo>
                <a:cubicBezTo>
                  <a:pt x="98774" y="227552"/>
                  <a:pt x="98774" y="227552"/>
                  <a:pt x="98774" y="227552"/>
                </a:cubicBezTo>
                <a:cubicBezTo>
                  <a:pt x="98774" y="227552"/>
                  <a:pt x="98774" y="227552"/>
                  <a:pt x="98869" y="227552"/>
                </a:cubicBezTo>
                <a:cubicBezTo>
                  <a:pt x="98869" y="227552"/>
                  <a:pt x="98869" y="227552"/>
                  <a:pt x="98869" y="227552"/>
                </a:cubicBezTo>
                <a:cubicBezTo>
                  <a:pt x="98869" y="227552"/>
                  <a:pt x="98965" y="227552"/>
                  <a:pt x="98965" y="227552"/>
                </a:cubicBezTo>
                <a:cubicBezTo>
                  <a:pt x="98965" y="227552"/>
                  <a:pt x="98965" y="227552"/>
                  <a:pt x="98965" y="227552"/>
                </a:cubicBezTo>
                <a:cubicBezTo>
                  <a:pt x="98965" y="227552"/>
                  <a:pt x="98965" y="227552"/>
                  <a:pt x="98965" y="227552"/>
                </a:cubicBezTo>
                <a:cubicBezTo>
                  <a:pt x="98965" y="227552"/>
                  <a:pt x="98965" y="227552"/>
                  <a:pt x="98965" y="227552"/>
                </a:cubicBezTo>
                <a:cubicBezTo>
                  <a:pt x="98965" y="227552"/>
                  <a:pt x="98965" y="227552"/>
                  <a:pt x="99060" y="227552"/>
                </a:cubicBezTo>
                <a:cubicBezTo>
                  <a:pt x="99060" y="227552"/>
                  <a:pt x="99060" y="227552"/>
                  <a:pt x="99060" y="227552"/>
                </a:cubicBezTo>
                <a:cubicBezTo>
                  <a:pt x="99060" y="227552"/>
                  <a:pt x="99060" y="227552"/>
                  <a:pt x="99060" y="227552"/>
                </a:cubicBezTo>
                <a:cubicBezTo>
                  <a:pt x="99060" y="227552"/>
                  <a:pt x="99060" y="227552"/>
                  <a:pt x="99060" y="227552"/>
                </a:cubicBezTo>
                <a:cubicBezTo>
                  <a:pt x="99060" y="227552"/>
                  <a:pt x="99060" y="227552"/>
                  <a:pt x="99060" y="227552"/>
                </a:cubicBezTo>
                <a:lnTo>
                  <a:pt x="99155" y="227552"/>
                </a:lnTo>
                <a:cubicBezTo>
                  <a:pt x="99155" y="227552"/>
                  <a:pt x="99155" y="227552"/>
                  <a:pt x="99155" y="227552"/>
                </a:cubicBezTo>
                <a:cubicBezTo>
                  <a:pt x="99155" y="227552"/>
                  <a:pt x="99155" y="227552"/>
                  <a:pt x="99155" y="227552"/>
                </a:cubicBezTo>
                <a:cubicBezTo>
                  <a:pt x="99155" y="227552"/>
                  <a:pt x="99155" y="227552"/>
                  <a:pt x="99155" y="227552"/>
                </a:cubicBezTo>
                <a:lnTo>
                  <a:pt x="99250" y="227552"/>
                </a:lnTo>
                <a:cubicBezTo>
                  <a:pt x="99250" y="227552"/>
                  <a:pt x="99250" y="227552"/>
                  <a:pt x="99250" y="227552"/>
                </a:cubicBezTo>
                <a:cubicBezTo>
                  <a:pt x="99250" y="227552"/>
                  <a:pt x="99250" y="227552"/>
                  <a:pt x="99346" y="227552"/>
                </a:cubicBezTo>
                <a:cubicBezTo>
                  <a:pt x="99346" y="227552"/>
                  <a:pt x="99346" y="227552"/>
                  <a:pt x="99346" y="227552"/>
                </a:cubicBezTo>
                <a:cubicBezTo>
                  <a:pt x="99346" y="227552"/>
                  <a:pt x="99346" y="227552"/>
                  <a:pt x="99441" y="227552"/>
                </a:cubicBezTo>
                <a:cubicBezTo>
                  <a:pt x="99441" y="227552"/>
                  <a:pt x="99441" y="227552"/>
                  <a:pt x="99441" y="227552"/>
                </a:cubicBezTo>
                <a:cubicBezTo>
                  <a:pt x="99441" y="227552"/>
                  <a:pt x="99536" y="227552"/>
                  <a:pt x="99536" y="227552"/>
                </a:cubicBezTo>
                <a:cubicBezTo>
                  <a:pt x="99536" y="227552"/>
                  <a:pt x="99536" y="227552"/>
                  <a:pt x="99536" y="227552"/>
                </a:cubicBezTo>
                <a:cubicBezTo>
                  <a:pt x="99536" y="227552"/>
                  <a:pt x="99536" y="227552"/>
                  <a:pt x="99631" y="227552"/>
                </a:cubicBezTo>
                <a:cubicBezTo>
                  <a:pt x="99631" y="227552"/>
                  <a:pt x="99631" y="227552"/>
                  <a:pt x="99631" y="227552"/>
                </a:cubicBezTo>
                <a:cubicBezTo>
                  <a:pt x="99631" y="227552"/>
                  <a:pt x="99726" y="227552"/>
                  <a:pt x="99726" y="227552"/>
                </a:cubicBezTo>
                <a:cubicBezTo>
                  <a:pt x="99726" y="227552"/>
                  <a:pt x="99726" y="227552"/>
                  <a:pt x="99726" y="227552"/>
                </a:cubicBezTo>
                <a:cubicBezTo>
                  <a:pt x="99726" y="227552"/>
                  <a:pt x="99726" y="227552"/>
                  <a:pt x="99822" y="227552"/>
                </a:cubicBezTo>
                <a:cubicBezTo>
                  <a:pt x="99822" y="227552"/>
                  <a:pt x="99822" y="227552"/>
                  <a:pt x="99822" y="227552"/>
                </a:cubicBezTo>
                <a:cubicBezTo>
                  <a:pt x="99822" y="227552"/>
                  <a:pt x="99917" y="227552"/>
                  <a:pt x="99917" y="227552"/>
                </a:cubicBezTo>
                <a:cubicBezTo>
                  <a:pt x="99917" y="227552"/>
                  <a:pt x="99917" y="227552"/>
                  <a:pt x="99917" y="227552"/>
                </a:cubicBezTo>
                <a:cubicBezTo>
                  <a:pt x="99917" y="227552"/>
                  <a:pt x="99917" y="227552"/>
                  <a:pt x="100013" y="227552"/>
                </a:cubicBezTo>
                <a:cubicBezTo>
                  <a:pt x="100013" y="227552"/>
                  <a:pt x="100013" y="227552"/>
                  <a:pt x="100013" y="227552"/>
                </a:cubicBezTo>
                <a:cubicBezTo>
                  <a:pt x="100108" y="227552"/>
                  <a:pt x="100108" y="227552"/>
                  <a:pt x="100203" y="227552"/>
                </a:cubicBezTo>
                <a:lnTo>
                  <a:pt x="100203" y="227552"/>
                </a:lnTo>
                <a:cubicBezTo>
                  <a:pt x="100203" y="227552"/>
                  <a:pt x="100203" y="227552"/>
                  <a:pt x="100298" y="227552"/>
                </a:cubicBezTo>
                <a:cubicBezTo>
                  <a:pt x="100298" y="227552"/>
                  <a:pt x="100298" y="227552"/>
                  <a:pt x="100298" y="227552"/>
                </a:cubicBezTo>
                <a:cubicBezTo>
                  <a:pt x="100298" y="227552"/>
                  <a:pt x="100393" y="227552"/>
                  <a:pt x="100393" y="227552"/>
                </a:cubicBezTo>
                <a:lnTo>
                  <a:pt x="100393" y="227552"/>
                </a:lnTo>
                <a:cubicBezTo>
                  <a:pt x="100393" y="227552"/>
                  <a:pt x="100489" y="227552"/>
                  <a:pt x="100489" y="227552"/>
                </a:cubicBezTo>
                <a:cubicBezTo>
                  <a:pt x="100489" y="227552"/>
                  <a:pt x="100489" y="227552"/>
                  <a:pt x="100489" y="227552"/>
                </a:cubicBezTo>
                <a:cubicBezTo>
                  <a:pt x="100489" y="227552"/>
                  <a:pt x="100584" y="227552"/>
                  <a:pt x="100584" y="227552"/>
                </a:cubicBezTo>
                <a:lnTo>
                  <a:pt x="100584" y="227552"/>
                </a:lnTo>
                <a:cubicBezTo>
                  <a:pt x="100584" y="227552"/>
                  <a:pt x="100679" y="227552"/>
                  <a:pt x="100679" y="227552"/>
                </a:cubicBezTo>
                <a:cubicBezTo>
                  <a:pt x="100679" y="227552"/>
                  <a:pt x="100679" y="227552"/>
                  <a:pt x="100679" y="227552"/>
                </a:cubicBezTo>
                <a:cubicBezTo>
                  <a:pt x="100774" y="227552"/>
                  <a:pt x="100774" y="227552"/>
                  <a:pt x="100870" y="227552"/>
                </a:cubicBezTo>
                <a:cubicBezTo>
                  <a:pt x="100870" y="227552"/>
                  <a:pt x="100870" y="227552"/>
                  <a:pt x="100870" y="227552"/>
                </a:cubicBezTo>
                <a:cubicBezTo>
                  <a:pt x="100965" y="227552"/>
                  <a:pt x="100965" y="227552"/>
                  <a:pt x="101060" y="227552"/>
                </a:cubicBezTo>
                <a:cubicBezTo>
                  <a:pt x="101060" y="227552"/>
                  <a:pt x="101060" y="227552"/>
                  <a:pt x="101060" y="227552"/>
                </a:cubicBezTo>
                <a:cubicBezTo>
                  <a:pt x="101155" y="227552"/>
                  <a:pt x="101251" y="227552"/>
                  <a:pt x="101346" y="227552"/>
                </a:cubicBezTo>
                <a:cubicBezTo>
                  <a:pt x="101346" y="227552"/>
                  <a:pt x="101346" y="227552"/>
                  <a:pt x="101346" y="227552"/>
                </a:cubicBezTo>
                <a:cubicBezTo>
                  <a:pt x="101441" y="227552"/>
                  <a:pt x="101441" y="227552"/>
                  <a:pt x="101536" y="227552"/>
                </a:cubicBezTo>
                <a:cubicBezTo>
                  <a:pt x="101536" y="227552"/>
                  <a:pt x="101536" y="227552"/>
                  <a:pt x="101536" y="227552"/>
                </a:cubicBezTo>
                <a:cubicBezTo>
                  <a:pt x="104203" y="227838"/>
                  <a:pt x="106870" y="228029"/>
                  <a:pt x="109633" y="228124"/>
                </a:cubicBezTo>
                <a:cubicBezTo>
                  <a:pt x="109823" y="228124"/>
                  <a:pt x="109918" y="228124"/>
                  <a:pt x="110109" y="228124"/>
                </a:cubicBezTo>
                <a:cubicBezTo>
                  <a:pt x="110109" y="228124"/>
                  <a:pt x="110109" y="228124"/>
                  <a:pt x="110109" y="228124"/>
                </a:cubicBezTo>
                <a:cubicBezTo>
                  <a:pt x="110204" y="228124"/>
                  <a:pt x="110204" y="228124"/>
                  <a:pt x="110299" y="228124"/>
                </a:cubicBezTo>
                <a:lnTo>
                  <a:pt x="110299" y="228124"/>
                </a:lnTo>
                <a:cubicBezTo>
                  <a:pt x="110395" y="228124"/>
                  <a:pt x="110395" y="228124"/>
                  <a:pt x="110490" y="228124"/>
                </a:cubicBezTo>
                <a:lnTo>
                  <a:pt x="110490" y="228124"/>
                </a:lnTo>
                <a:cubicBezTo>
                  <a:pt x="110585" y="228124"/>
                  <a:pt x="110585" y="228124"/>
                  <a:pt x="110680" y="228124"/>
                </a:cubicBezTo>
                <a:cubicBezTo>
                  <a:pt x="110680" y="228124"/>
                  <a:pt x="110680" y="228124"/>
                  <a:pt x="110680" y="228124"/>
                </a:cubicBezTo>
                <a:cubicBezTo>
                  <a:pt x="110680" y="228124"/>
                  <a:pt x="110776" y="228124"/>
                  <a:pt x="110776" y="228124"/>
                </a:cubicBezTo>
                <a:cubicBezTo>
                  <a:pt x="110776" y="228124"/>
                  <a:pt x="110776" y="228124"/>
                  <a:pt x="110776" y="228124"/>
                </a:cubicBezTo>
                <a:cubicBezTo>
                  <a:pt x="110871" y="228124"/>
                  <a:pt x="110871" y="228124"/>
                  <a:pt x="110966" y="228124"/>
                </a:cubicBezTo>
                <a:lnTo>
                  <a:pt x="110966" y="228124"/>
                </a:lnTo>
                <a:cubicBezTo>
                  <a:pt x="111061" y="228124"/>
                  <a:pt x="111061" y="228124"/>
                  <a:pt x="111157" y="228124"/>
                </a:cubicBezTo>
                <a:lnTo>
                  <a:pt x="111157" y="228124"/>
                </a:lnTo>
                <a:cubicBezTo>
                  <a:pt x="111157" y="228124"/>
                  <a:pt x="111252" y="228124"/>
                  <a:pt x="111252" y="228124"/>
                </a:cubicBezTo>
                <a:cubicBezTo>
                  <a:pt x="111252" y="228124"/>
                  <a:pt x="111252" y="228124"/>
                  <a:pt x="111252" y="228124"/>
                </a:cubicBezTo>
                <a:cubicBezTo>
                  <a:pt x="111252" y="228124"/>
                  <a:pt x="111347" y="228124"/>
                  <a:pt x="111347" y="228124"/>
                </a:cubicBezTo>
                <a:cubicBezTo>
                  <a:pt x="111347" y="228124"/>
                  <a:pt x="111347" y="228124"/>
                  <a:pt x="111347" y="228124"/>
                </a:cubicBezTo>
                <a:cubicBezTo>
                  <a:pt x="111347" y="228124"/>
                  <a:pt x="111442" y="228124"/>
                  <a:pt x="111442" y="228124"/>
                </a:cubicBezTo>
                <a:lnTo>
                  <a:pt x="111442" y="228124"/>
                </a:lnTo>
                <a:cubicBezTo>
                  <a:pt x="111442" y="228124"/>
                  <a:pt x="111538" y="228124"/>
                  <a:pt x="111538" y="228124"/>
                </a:cubicBezTo>
                <a:lnTo>
                  <a:pt x="111538" y="228124"/>
                </a:lnTo>
                <a:cubicBezTo>
                  <a:pt x="111538" y="228124"/>
                  <a:pt x="111633" y="228124"/>
                  <a:pt x="111633" y="228124"/>
                </a:cubicBezTo>
                <a:lnTo>
                  <a:pt x="111633" y="228124"/>
                </a:lnTo>
                <a:cubicBezTo>
                  <a:pt x="111728" y="228124"/>
                  <a:pt x="111728" y="228124"/>
                  <a:pt x="111823" y="228124"/>
                </a:cubicBezTo>
                <a:lnTo>
                  <a:pt x="111823" y="228124"/>
                </a:lnTo>
                <a:cubicBezTo>
                  <a:pt x="111919" y="228124"/>
                  <a:pt x="111919" y="228124"/>
                  <a:pt x="112014" y="228124"/>
                </a:cubicBezTo>
                <a:lnTo>
                  <a:pt x="112014" y="228124"/>
                </a:lnTo>
                <a:cubicBezTo>
                  <a:pt x="112014" y="228124"/>
                  <a:pt x="112109" y="228124"/>
                  <a:pt x="112109" y="228124"/>
                </a:cubicBezTo>
                <a:lnTo>
                  <a:pt x="112109" y="228124"/>
                </a:lnTo>
                <a:cubicBezTo>
                  <a:pt x="112109" y="228124"/>
                  <a:pt x="112204" y="228124"/>
                  <a:pt x="112204" y="228124"/>
                </a:cubicBezTo>
                <a:lnTo>
                  <a:pt x="112204" y="228124"/>
                </a:lnTo>
                <a:cubicBezTo>
                  <a:pt x="112204" y="228124"/>
                  <a:pt x="112300" y="228124"/>
                  <a:pt x="112300" y="228124"/>
                </a:cubicBezTo>
                <a:cubicBezTo>
                  <a:pt x="112300" y="228124"/>
                  <a:pt x="112300" y="228124"/>
                  <a:pt x="112300" y="228124"/>
                </a:cubicBezTo>
                <a:cubicBezTo>
                  <a:pt x="112300" y="228124"/>
                  <a:pt x="112395" y="228124"/>
                  <a:pt x="112395" y="228124"/>
                </a:cubicBezTo>
                <a:lnTo>
                  <a:pt x="112395" y="228124"/>
                </a:lnTo>
                <a:cubicBezTo>
                  <a:pt x="112395" y="228124"/>
                  <a:pt x="112490" y="228124"/>
                  <a:pt x="112490" y="228124"/>
                </a:cubicBezTo>
                <a:lnTo>
                  <a:pt x="112490" y="228124"/>
                </a:lnTo>
                <a:cubicBezTo>
                  <a:pt x="112585" y="228124"/>
                  <a:pt x="112585" y="228124"/>
                  <a:pt x="112681" y="228124"/>
                </a:cubicBezTo>
                <a:lnTo>
                  <a:pt x="112681" y="228124"/>
                </a:lnTo>
                <a:cubicBezTo>
                  <a:pt x="112681" y="228124"/>
                  <a:pt x="112776" y="228124"/>
                  <a:pt x="112776" y="228124"/>
                </a:cubicBezTo>
                <a:lnTo>
                  <a:pt x="112776" y="228124"/>
                </a:lnTo>
                <a:cubicBezTo>
                  <a:pt x="112776" y="228124"/>
                  <a:pt x="112871" y="228124"/>
                  <a:pt x="112871" y="228124"/>
                </a:cubicBezTo>
                <a:lnTo>
                  <a:pt x="112871" y="228124"/>
                </a:lnTo>
                <a:cubicBezTo>
                  <a:pt x="112871" y="228124"/>
                  <a:pt x="112871" y="228124"/>
                  <a:pt x="112966" y="228124"/>
                </a:cubicBezTo>
                <a:lnTo>
                  <a:pt x="112966" y="228124"/>
                </a:lnTo>
                <a:cubicBezTo>
                  <a:pt x="112966" y="228124"/>
                  <a:pt x="113062" y="228124"/>
                  <a:pt x="113062" y="228124"/>
                </a:cubicBezTo>
                <a:lnTo>
                  <a:pt x="113062" y="228124"/>
                </a:lnTo>
                <a:cubicBezTo>
                  <a:pt x="113062" y="228124"/>
                  <a:pt x="113157" y="228124"/>
                  <a:pt x="113157" y="228124"/>
                </a:cubicBezTo>
                <a:lnTo>
                  <a:pt x="113157" y="228124"/>
                </a:lnTo>
                <a:cubicBezTo>
                  <a:pt x="113157" y="228124"/>
                  <a:pt x="113252" y="228124"/>
                  <a:pt x="113252" y="228124"/>
                </a:cubicBezTo>
                <a:lnTo>
                  <a:pt x="113252" y="228124"/>
                </a:lnTo>
                <a:cubicBezTo>
                  <a:pt x="113252" y="228124"/>
                  <a:pt x="113347" y="228124"/>
                  <a:pt x="113347" y="228124"/>
                </a:cubicBezTo>
                <a:lnTo>
                  <a:pt x="113347" y="228124"/>
                </a:lnTo>
                <a:cubicBezTo>
                  <a:pt x="113347" y="228124"/>
                  <a:pt x="113442" y="228124"/>
                  <a:pt x="113442" y="228124"/>
                </a:cubicBezTo>
                <a:lnTo>
                  <a:pt x="113442" y="228124"/>
                </a:lnTo>
                <a:cubicBezTo>
                  <a:pt x="113442" y="228124"/>
                  <a:pt x="113538" y="228124"/>
                  <a:pt x="113538" y="228124"/>
                </a:cubicBezTo>
                <a:lnTo>
                  <a:pt x="113538" y="228124"/>
                </a:lnTo>
                <a:cubicBezTo>
                  <a:pt x="113538" y="228124"/>
                  <a:pt x="113633" y="228124"/>
                  <a:pt x="113633" y="228124"/>
                </a:cubicBezTo>
                <a:lnTo>
                  <a:pt x="113728" y="228124"/>
                </a:lnTo>
                <a:cubicBezTo>
                  <a:pt x="113728" y="228124"/>
                  <a:pt x="113728" y="228124"/>
                  <a:pt x="113824" y="228124"/>
                </a:cubicBezTo>
                <a:lnTo>
                  <a:pt x="114395" y="228124"/>
                </a:lnTo>
                <a:cubicBezTo>
                  <a:pt x="114395" y="228124"/>
                  <a:pt x="114395" y="228124"/>
                  <a:pt x="114490" y="228124"/>
                </a:cubicBezTo>
                <a:lnTo>
                  <a:pt x="114586" y="228124"/>
                </a:lnTo>
                <a:cubicBezTo>
                  <a:pt x="114586" y="228124"/>
                  <a:pt x="114586" y="228124"/>
                  <a:pt x="114681" y="228124"/>
                </a:cubicBezTo>
                <a:lnTo>
                  <a:pt x="114681" y="228124"/>
                </a:lnTo>
                <a:cubicBezTo>
                  <a:pt x="114681" y="228124"/>
                  <a:pt x="114681" y="228124"/>
                  <a:pt x="114776" y="228124"/>
                </a:cubicBezTo>
                <a:lnTo>
                  <a:pt x="114776" y="228124"/>
                </a:lnTo>
                <a:cubicBezTo>
                  <a:pt x="114776" y="228124"/>
                  <a:pt x="114776" y="228124"/>
                  <a:pt x="114871" y="228124"/>
                </a:cubicBezTo>
                <a:lnTo>
                  <a:pt x="114871" y="228124"/>
                </a:lnTo>
                <a:cubicBezTo>
                  <a:pt x="114871" y="228124"/>
                  <a:pt x="114871" y="228124"/>
                  <a:pt x="114967" y="228124"/>
                </a:cubicBezTo>
                <a:lnTo>
                  <a:pt x="114967" y="228124"/>
                </a:lnTo>
                <a:cubicBezTo>
                  <a:pt x="114967" y="228124"/>
                  <a:pt x="114967" y="228124"/>
                  <a:pt x="115062" y="228124"/>
                </a:cubicBezTo>
                <a:lnTo>
                  <a:pt x="115062" y="228124"/>
                </a:lnTo>
                <a:cubicBezTo>
                  <a:pt x="115062" y="228124"/>
                  <a:pt x="115157" y="228124"/>
                  <a:pt x="115157" y="228124"/>
                </a:cubicBezTo>
                <a:lnTo>
                  <a:pt x="115157" y="228124"/>
                </a:lnTo>
                <a:cubicBezTo>
                  <a:pt x="115157" y="228124"/>
                  <a:pt x="115252" y="228124"/>
                  <a:pt x="115252" y="228124"/>
                </a:cubicBezTo>
                <a:lnTo>
                  <a:pt x="115252" y="228124"/>
                </a:lnTo>
                <a:cubicBezTo>
                  <a:pt x="115252" y="228124"/>
                  <a:pt x="115348" y="228124"/>
                  <a:pt x="115348" y="228124"/>
                </a:cubicBezTo>
                <a:lnTo>
                  <a:pt x="115348" y="228124"/>
                </a:lnTo>
                <a:cubicBezTo>
                  <a:pt x="115348" y="228124"/>
                  <a:pt x="115443" y="228124"/>
                  <a:pt x="115443" y="228124"/>
                </a:cubicBezTo>
                <a:lnTo>
                  <a:pt x="115443" y="228124"/>
                </a:lnTo>
                <a:cubicBezTo>
                  <a:pt x="115443" y="228124"/>
                  <a:pt x="115538" y="228124"/>
                  <a:pt x="115538" y="228124"/>
                </a:cubicBezTo>
                <a:cubicBezTo>
                  <a:pt x="115538" y="228124"/>
                  <a:pt x="115538" y="228124"/>
                  <a:pt x="115538" y="228124"/>
                </a:cubicBezTo>
                <a:cubicBezTo>
                  <a:pt x="116014" y="228124"/>
                  <a:pt x="116491" y="228124"/>
                  <a:pt x="116967" y="228124"/>
                </a:cubicBezTo>
                <a:lnTo>
                  <a:pt x="116776" y="218599"/>
                </a:lnTo>
                <a:cubicBezTo>
                  <a:pt x="115824" y="218980"/>
                  <a:pt x="114967" y="219075"/>
                  <a:pt x="114109" y="219075"/>
                </a:cubicBezTo>
                <a:close/>
                <a:moveTo>
                  <a:pt x="47911" y="83630"/>
                </a:moveTo>
                <a:lnTo>
                  <a:pt x="42005" y="83630"/>
                </a:lnTo>
                <a:lnTo>
                  <a:pt x="42005" y="135922"/>
                </a:lnTo>
                <a:lnTo>
                  <a:pt x="47911" y="135922"/>
                </a:lnTo>
                <a:lnTo>
                  <a:pt x="47911" y="93345"/>
                </a:lnTo>
                <a:lnTo>
                  <a:pt x="80391" y="135922"/>
                </a:lnTo>
                <a:lnTo>
                  <a:pt x="86296" y="135922"/>
                </a:lnTo>
                <a:lnTo>
                  <a:pt x="86296" y="83630"/>
                </a:lnTo>
                <a:lnTo>
                  <a:pt x="80391" y="83630"/>
                </a:lnTo>
                <a:lnTo>
                  <a:pt x="80391" y="126206"/>
                </a:lnTo>
                <a:lnTo>
                  <a:pt x="47911" y="83630"/>
                </a:lnTo>
                <a:close/>
                <a:moveTo>
                  <a:pt x="136112" y="121634"/>
                </a:moveTo>
                <a:cubicBezTo>
                  <a:pt x="136112" y="112395"/>
                  <a:pt x="128968" y="108871"/>
                  <a:pt x="118967" y="106490"/>
                </a:cubicBezTo>
                <a:cubicBezTo>
                  <a:pt x="110014" y="104394"/>
                  <a:pt x="104870" y="102489"/>
                  <a:pt x="104870" y="97060"/>
                </a:cubicBezTo>
                <a:cubicBezTo>
                  <a:pt x="104870" y="92297"/>
                  <a:pt x="109633" y="88011"/>
                  <a:pt x="116014" y="88011"/>
                </a:cubicBezTo>
                <a:cubicBezTo>
                  <a:pt x="121539" y="88011"/>
                  <a:pt x="126682" y="90488"/>
                  <a:pt x="131064" y="94679"/>
                </a:cubicBezTo>
                <a:lnTo>
                  <a:pt x="134683" y="90011"/>
                </a:lnTo>
                <a:cubicBezTo>
                  <a:pt x="129921" y="85630"/>
                  <a:pt x="124111" y="82582"/>
                  <a:pt x="116300" y="82582"/>
                </a:cubicBezTo>
                <a:cubicBezTo>
                  <a:pt x="106204" y="82582"/>
                  <a:pt x="98774" y="89154"/>
                  <a:pt x="98774" y="97536"/>
                </a:cubicBezTo>
                <a:cubicBezTo>
                  <a:pt x="98774" y="106585"/>
                  <a:pt x="105442" y="109919"/>
                  <a:pt x="115919" y="112300"/>
                </a:cubicBezTo>
                <a:cubicBezTo>
                  <a:pt x="125063" y="114395"/>
                  <a:pt x="130016" y="116681"/>
                  <a:pt x="130016" y="122206"/>
                </a:cubicBezTo>
                <a:cubicBezTo>
                  <a:pt x="130016" y="126968"/>
                  <a:pt x="125920" y="131350"/>
                  <a:pt x="117824" y="131350"/>
                </a:cubicBezTo>
                <a:cubicBezTo>
                  <a:pt x="110490" y="131350"/>
                  <a:pt x="105156" y="128207"/>
                  <a:pt x="100679" y="123825"/>
                </a:cubicBezTo>
                <a:lnTo>
                  <a:pt x="96964" y="128492"/>
                </a:lnTo>
                <a:cubicBezTo>
                  <a:pt x="102203" y="133636"/>
                  <a:pt x="108966" y="136779"/>
                  <a:pt x="117634" y="136779"/>
                </a:cubicBezTo>
                <a:cubicBezTo>
                  <a:pt x="129826" y="136779"/>
                  <a:pt x="136112" y="130016"/>
                  <a:pt x="136112" y="121634"/>
                </a:cubicBezTo>
                <a:close/>
                <a:moveTo>
                  <a:pt x="183070" y="135922"/>
                </a:moveTo>
                <a:lnTo>
                  <a:pt x="190405" y="135922"/>
                </a:lnTo>
                <a:lnTo>
                  <a:pt x="170402" y="109728"/>
                </a:lnTo>
                <a:lnTo>
                  <a:pt x="190405" y="83630"/>
                </a:lnTo>
                <a:lnTo>
                  <a:pt x="183166" y="83630"/>
                </a:lnTo>
                <a:lnTo>
                  <a:pt x="166783" y="105061"/>
                </a:lnTo>
                <a:lnTo>
                  <a:pt x="150400" y="83630"/>
                </a:lnTo>
                <a:lnTo>
                  <a:pt x="143065" y="83630"/>
                </a:lnTo>
                <a:lnTo>
                  <a:pt x="163068" y="109823"/>
                </a:lnTo>
                <a:lnTo>
                  <a:pt x="143065" y="135922"/>
                </a:lnTo>
                <a:lnTo>
                  <a:pt x="150304" y="135922"/>
                </a:lnTo>
                <a:lnTo>
                  <a:pt x="166688" y="114491"/>
                </a:lnTo>
                <a:lnTo>
                  <a:pt x="183070" y="135922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85" name="Freeform: Shape 784">
            <a:extLst>
              <a:ext uri="{FF2B5EF4-FFF2-40B4-BE49-F238E27FC236}">
                <a16:creationId xmlns:a16="http://schemas.microsoft.com/office/drawing/2014/main" id="{3280350B-BBA0-4EB4-977E-348114168D95}"/>
              </a:ext>
            </a:extLst>
          </p:cNvPr>
          <p:cNvSpPr/>
          <p:nvPr/>
        </p:nvSpPr>
        <p:spPr>
          <a:xfrm>
            <a:off x="3011961" y="3069406"/>
            <a:ext cx="285654" cy="275367"/>
          </a:xfrm>
          <a:custGeom>
            <a:avLst/>
            <a:gdLst>
              <a:gd name="connsiteX0" fmla="*/ 73533 w 285654"/>
              <a:gd name="connsiteY0" fmla="*/ 94774 h 275367"/>
              <a:gd name="connsiteX1" fmla="*/ 85725 w 285654"/>
              <a:gd name="connsiteY1" fmla="*/ 93155 h 275367"/>
              <a:gd name="connsiteX2" fmla="*/ 83249 w 285654"/>
              <a:gd name="connsiteY2" fmla="*/ 83915 h 275367"/>
              <a:gd name="connsiteX3" fmla="*/ 35719 w 285654"/>
              <a:gd name="connsiteY3" fmla="*/ 47435 h 275367"/>
              <a:gd name="connsiteX4" fmla="*/ 73533 w 285654"/>
              <a:gd name="connsiteY4" fmla="*/ 9620 h 275367"/>
              <a:gd name="connsiteX5" fmla="*/ 108395 w 285654"/>
              <a:gd name="connsiteY5" fmla="*/ 32861 h 275367"/>
              <a:gd name="connsiteX6" fmla="*/ 117253 w 285654"/>
              <a:gd name="connsiteY6" fmla="*/ 29147 h 275367"/>
              <a:gd name="connsiteX7" fmla="*/ 73533 w 285654"/>
              <a:gd name="connsiteY7" fmla="*/ 0 h 275367"/>
              <a:gd name="connsiteX8" fmla="*/ 26194 w 285654"/>
              <a:gd name="connsiteY8" fmla="*/ 47339 h 275367"/>
              <a:gd name="connsiteX9" fmla="*/ 73533 w 285654"/>
              <a:gd name="connsiteY9" fmla="*/ 94774 h 275367"/>
              <a:gd name="connsiteX10" fmla="*/ 85725 w 285654"/>
              <a:gd name="connsiteY10" fmla="*/ 110109 h 275367"/>
              <a:gd name="connsiteX11" fmla="*/ 86773 w 285654"/>
              <a:gd name="connsiteY11" fmla="*/ 100584 h 275367"/>
              <a:gd name="connsiteX12" fmla="*/ 74390 w 285654"/>
              <a:gd name="connsiteY12" fmla="*/ 99917 h 275367"/>
              <a:gd name="connsiteX13" fmla="*/ 2477 w 285654"/>
              <a:gd name="connsiteY13" fmla="*/ 129731 h 275367"/>
              <a:gd name="connsiteX14" fmla="*/ 0 w 285654"/>
              <a:gd name="connsiteY14" fmla="*/ 132207 h 275367"/>
              <a:gd name="connsiteX15" fmla="*/ 0 w 285654"/>
              <a:gd name="connsiteY15" fmla="*/ 210598 h 275367"/>
              <a:gd name="connsiteX16" fmla="*/ 9525 w 285654"/>
              <a:gd name="connsiteY16" fmla="*/ 210598 h 275367"/>
              <a:gd name="connsiteX17" fmla="*/ 9525 w 285654"/>
              <a:gd name="connsiteY17" fmla="*/ 136112 h 275367"/>
              <a:gd name="connsiteX18" fmla="*/ 74486 w 285654"/>
              <a:gd name="connsiteY18" fmla="*/ 109442 h 275367"/>
              <a:gd name="connsiteX19" fmla="*/ 85725 w 285654"/>
              <a:gd name="connsiteY19" fmla="*/ 110109 h 275367"/>
              <a:gd name="connsiteX20" fmla="*/ 94202 w 285654"/>
              <a:gd name="connsiteY20" fmla="*/ 87249 h 275367"/>
              <a:gd name="connsiteX21" fmla="*/ 144875 w 285654"/>
              <a:gd name="connsiteY21" fmla="*/ 137922 h 275367"/>
              <a:gd name="connsiteX22" fmla="*/ 195548 w 285654"/>
              <a:gd name="connsiteY22" fmla="*/ 87249 h 275367"/>
              <a:gd name="connsiteX23" fmla="*/ 144875 w 285654"/>
              <a:gd name="connsiteY23" fmla="*/ 36576 h 275367"/>
              <a:gd name="connsiteX24" fmla="*/ 94202 w 285654"/>
              <a:gd name="connsiteY24" fmla="*/ 87249 h 275367"/>
              <a:gd name="connsiteX25" fmla="*/ 144875 w 285654"/>
              <a:gd name="connsiteY25" fmla="*/ 46101 h 275367"/>
              <a:gd name="connsiteX26" fmla="*/ 186023 w 285654"/>
              <a:gd name="connsiteY26" fmla="*/ 87249 h 275367"/>
              <a:gd name="connsiteX27" fmla="*/ 144875 w 285654"/>
              <a:gd name="connsiteY27" fmla="*/ 128397 h 275367"/>
              <a:gd name="connsiteX28" fmla="*/ 103727 w 285654"/>
              <a:gd name="connsiteY28" fmla="*/ 87249 h 275367"/>
              <a:gd name="connsiteX29" fmla="*/ 144875 w 285654"/>
              <a:gd name="connsiteY29" fmla="*/ 46101 h 275367"/>
              <a:gd name="connsiteX30" fmla="*/ 147542 w 285654"/>
              <a:gd name="connsiteY30" fmla="*/ 142685 h 275367"/>
              <a:gd name="connsiteX31" fmla="*/ 147542 w 285654"/>
              <a:gd name="connsiteY31" fmla="*/ 152210 h 275367"/>
              <a:gd name="connsiteX32" fmla="*/ 218504 w 285654"/>
              <a:gd name="connsiteY32" fmla="*/ 184690 h 275367"/>
              <a:gd name="connsiteX33" fmla="*/ 218504 w 285654"/>
              <a:gd name="connsiteY33" fmla="*/ 254318 h 275367"/>
              <a:gd name="connsiteX34" fmla="*/ 207740 w 285654"/>
              <a:gd name="connsiteY34" fmla="*/ 265748 h 275367"/>
              <a:gd name="connsiteX35" fmla="*/ 85916 w 285654"/>
              <a:gd name="connsiteY35" fmla="*/ 265748 h 275367"/>
              <a:gd name="connsiteX36" fmla="*/ 75057 w 285654"/>
              <a:gd name="connsiteY36" fmla="*/ 254318 h 275367"/>
              <a:gd name="connsiteX37" fmla="*/ 75057 w 285654"/>
              <a:gd name="connsiteY37" fmla="*/ 184404 h 275367"/>
              <a:gd name="connsiteX38" fmla="*/ 147542 w 285654"/>
              <a:gd name="connsiteY38" fmla="*/ 152114 h 275367"/>
              <a:gd name="connsiteX39" fmla="*/ 147542 w 285654"/>
              <a:gd name="connsiteY39" fmla="*/ 142685 h 275367"/>
              <a:gd name="connsiteX40" fmla="*/ 66485 w 285654"/>
              <a:gd name="connsiteY40" fmla="*/ 179927 h 275367"/>
              <a:gd name="connsiteX41" fmla="*/ 65532 w 285654"/>
              <a:gd name="connsiteY41" fmla="*/ 181166 h 275367"/>
              <a:gd name="connsiteX42" fmla="*/ 65532 w 285654"/>
              <a:gd name="connsiteY42" fmla="*/ 254318 h 275367"/>
              <a:gd name="connsiteX43" fmla="*/ 85820 w 285654"/>
              <a:gd name="connsiteY43" fmla="*/ 275368 h 275367"/>
              <a:gd name="connsiteX44" fmla="*/ 207740 w 285654"/>
              <a:gd name="connsiteY44" fmla="*/ 275368 h 275367"/>
              <a:gd name="connsiteX45" fmla="*/ 228029 w 285654"/>
              <a:gd name="connsiteY45" fmla="*/ 254318 h 275367"/>
              <a:gd name="connsiteX46" fmla="*/ 228029 w 285654"/>
              <a:gd name="connsiteY46" fmla="*/ 181070 h 275367"/>
              <a:gd name="connsiteX47" fmla="*/ 226886 w 285654"/>
              <a:gd name="connsiteY47" fmla="*/ 179737 h 275367"/>
              <a:gd name="connsiteX48" fmla="*/ 147542 w 285654"/>
              <a:gd name="connsiteY48" fmla="*/ 142685 h 275367"/>
              <a:gd name="connsiteX49" fmla="*/ 212122 w 285654"/>
              <a:gd name="connsiteY49" fmla="*/ 9620 h 275367"/>
              <a:gd name="connsiteX50" fmla="*/ 249936 w 285654"/>
              <a:gd name="connsiteY50" fmla="*/ 47435 h 275367"/>
              <a:gd name="connsiteX51" fmla="*/ 202406 w 285654"/>
              <a:gd name="connsiteY51" fmla="*/ 83915 h 275367"/>
              <a:gd name="connsiteX52" fmla="*/ 199930 w 285654"/>
              <a:gd name="connsiteY52" fmla="*/ 93155 h 275367"/>
              <a:gd name="connsiteX53" fmla="*/ 212122 w 285654"/>
              <a:gd name="connsiteY53" fmla="*/ 94774 h 275367"/>
              <a:gd name="connsiteX54" fmla="*/ 259461 w 285654"/>
              <a:gd name="connsiteY54" fmla="*/ 47435 h 275367"/>
              <a:gd name="connsiteX55" fmla="*/ 212122 w 285654"/>
              <a:gd name="connsiteY55" fmla="*/ 95 h 275367"/>
              <a:gd name="connsiteX56" fmla="*/ 168402 w 285654"/>
              <a:gd name="connsiteY56" fmla="*/ 29242 h 275367"/>
              <a:gd name="connsiteX57" fmla="*/ 177260 w 285654"/>
              <a:gd name="connsiteY57" fmla="*/ 32956 h 275367"/>
              <a:gd name="connsiteX58" fmla="*/ 212122 w 285654"/>
              <a:gd name="connsiteY58" fmla="*/ 9620 h 275367"/>
              <a:gd name="connsiteX59" fmla="*/ 283274 w 285654"/>
              <a:gd name="connsiteY59" fmla="*/ 129731 h 275367"/>
              <a:gd name="connsiteX60" fmla="*/ 211169 w 285654"/>
              <a:gd name="connsiteY60" fmla="*/ 99917 h 275367"/>
              <a:gd name="connsiteX61" fmla="*/ 198882 w 285654"/>
              <a:gd name="connsiteY61" fmla="*/ 100584 h 275367"/>
              <a:gd name="connsiteX62" fmla="*/ 199930 w 285654"/>
              <a:gd name="connsiteY62" fmla="*/ 110109 h 275367"/>
              <a:gd name="connsiteX63" fmla="*/ 211265 w 285654"/>
              <a:gd name="connsiteY63" fmla="*/ 109538 h 275367"/>
              <a:gd name="connsiteX64" fmla="*/ 276130 w 285654"/>
              <a:gd name="connsiteY64" fmla="*/ 136208 h 275367"/>
              <a:gd name="connsiteX65" fmla="*/ 276130 w 285654"/>
              <a:gd name="connsiteY65" fmla="*/ 210693 h 275367"/>
              <a:gd name="connsiteX66" fmla="*/ 285655 w 285654"/>
              <a:gd name="connsiteY66" fmla="*/ 210693 h 275367"/>
              <a:gd name="connsiteX67" fmla="*/ 285655 w 285654"/>
              <a:gd name="connsiteY67" fmla="*/ 132302 h 275367"/>
              <a:gd name="connsiteX68" fmla="*/ 283274 w 285654"/>
              <a:gd name="connsiteY68" fmla="*/ 129731 h 2753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</a:cxnLst>
            <a:rect l="l" t="t" r="r" b="b"/>
            <a:pathLst>
              <a:path w="285654" h="275367">
                <a:moveTo>
                  <a:pt x="73533" y="94774"/>
                </a:moveTo>
                <a:cubicBezTo>
                  <a:pt x="77533" y="94774"/>
                  <a:pt x="81629" y="94202"/>
                  <a:pt x="85725" y="93155"/>
                </a:cubicBezTo>
                <a:lnTo>
                  <a:pt x="83249" y="83915"/>
                </a:lnTo>
                <a:cubicBezTo>
                  <a:pt x="58483" y="90488"/>
                  <a:pt x="35719" y="71438"/>
                  <a:pt x="35719" y="47435"/>
                </a:cubicBezTo>
                <a:cubicBezTo>
                  <a:pt x="35719" y="26575"/>
                  <a:pt x="52673" y="9620"/>
                  <a:pt x="73533" y="9620"/>
                </a:cubicBezTo>
                <a:cubicBezTo>
                  <a:pt x="88868" y="9620"/>
                  <a:pt x="102584" y="18764"/>
                  <a:pt x="108395" y="32861"/>
                </a:cubicBezTo>
                <a:lnTo>
                  <a:pt x="117253" y="29147"/>
                </a:lnTo>
                <a:cubicBezTo>
                  <a:pt x="109823" y="11430"/>
                  <a:pt x="92678" y="0"/>
                  <a:pt x="73533" y="0"/>
                </a:cubicBezTo>
                <a:cubicBezTo>
                  <a:pt x="47435" y="0"/>
                  <a:pt x="26194" y="21241"/>
                  <a:pt x="26194" y="47339"/>
                </a:cubicBezTo>
                <a:cubicBezTo>
                  <a:pt x="26194" y="73438"/>
                  <a:pt x="47339" y="94774"/>
                  <a:pt x="73533" y="94774"/>
                </a:cubicBezTo>
                <a:close/>
                <a:moveTo>
                  <a:pt x="85725" y="110109"/>
                </a:moveTo>
                <a:lnTo>
                  <a:pt x="86773" y="100584"/>
                </a:lnTo>
                <a:cubicBezTo>
                  <a:pt x="82677" y="100108"/>
                  <a:pt x="78581" y="99917"/>
                  <a:pt x="74390" y="99917"/>
                </a:cubicBezTo>
                <a:cubicBezTo>
                  <a:pt x="44482" y="99917"/>
                  <a:pt x="22955" y="108871"/>
                  <a:pt x="2477" y="129731"/>
                </a:cubicBezTo>
                <a:lnTo>
                  <a:pt x="0" y="132207"/>
                </a:lnTo>
                <a:lnTo>
                  <a:pt x="0" y="210598"/>
                </a:lnTo>
                <a:lnTo>
                  <a:pt x="9525" y="210598"/>
                </a:lnTo>
                <a:lnTo>
                  <a:pt x="9525" y="136112"/>
                </a:lnTo>
                <a:cubicBezTo>
                  <a:pt x="27908" y="117443"/>
                  <a:pt x="47339" y="109442"/>
                  <a:pt x="74486" y="109442"/>
                </a:cubicBezTo>
                <a:cubicBezTo>
                  <a:pt x="78200" y="109442"/>
                  <a:pt x="82010" y="109633"/>
                  <a:pt x="85725" y="110109"/>
                </a:cubicBezTo>
                <a:close/>
                <a:moveTo>
                  <a:pt x="94202" y="87249"/>
                </a:moveTo>
                <a:cubicBezTo>
                  <a:pt x="94202" y="115157"/>
                  <a:pt x="116967" y="137922"/>
                  <a:pt x="144875" y="137922"/>
                </a:cubicBezTo>
                <a:cubicBezTo>
                  <a:pt x="172784" y="137922"/>
                  <a:pt x="195548" y="115157"/>
                  <a:pt x="195548" y="87249"/>
                </a:cubicBezTo>
                <a:cubicBezTo>
                  <a:pt x="195548" y="59341"/>
                  <a:pt x="172784" y="36576"/>
                  <a:pt x="144875" y="36576"/>
                </a:cubicBezTo>
                <a:cubicBezTo>
                  <a:pt x="116967" y="36576"/>
                  <a:pt x="94202" y="59341"/>
                  <a:pt x="94202" y="87249"/>
                </a:cubicBezTo>
                <a:close/>
                <a:moveTo>
                  <a:pt x="144875" y="46101"/>
                </a:moveTo>
                <a:cubicBezTo>
                  <a:pt x="167545" y="46101"/>
                  <a:pt x="186023" y="64580"/>
                  <a:pt x="186023" y="87249"/>
                </a:cubicBezTo>
                <a:cubicBezTo>
                  <a:pt x="186023" y="109919"/>
                  <a:pt x="167545" y="128397"/>
                  <a:pt x="144875" y="128397"/>
                </a:cubicBezTo>
                <a:cubicBezTo>
                  <a:pt x="122206" y="128397"/>
                  <a:pt x="103727" y="109919"/>
                  <a:pt x="103727" y="87249"/>
                </a:cubicBezTo>
                <a:cubicBezTo>
                  <a:pt x="103727" y="64580"/>
                  <a:pt x="122206" y="46101"/>
                  <a:pt x="144875" y="46101"/>
                </a:cubicBezTo>
                <a:close/>
                <a:moveTo>
                  <a:pt x="147542" y="142685"/>
                </a:moveTo>
                <a:lnTo>
                  <a:pt x="147542" y="152210"/>
                </a:lnTo>
                <a:cubicBezTo>
                  <a:pt x="166688" y="152210"/>
                  <a:pt x="194405" y="157925"/>
                  <a:pt x="218504" y="184690"/>
                </a:cubicBezTo>
                <a:lnTo>
                  <a:pt x="218504" y="254318"/>
                </a:lnTo>
                <a:cubicBezTo>
                  <a:pt x="218504" y="259556"/>
                  <a:pt x="213646" y="265748"/>
                  <a:pt x="207740" y="265748"/>
                </a:cubicBezTo>
                <a:lnTo>
                  <a:pt x="85916" y="265748"/>
                </a:lnTo>
                <a:cubicBezTo>
                  <a:pt x="79343" y="265557"/>
                  <a:pt x="75057" y="259652"/>
                  <a:pt x="75057" y="254318"/>
                </a:cubicBezTo>
                <a:lnTo>
                  <a:pt x="75057" y="184404"/>
                </a:lnTo>
                <a:cubicBezTo>
                  <a:pt x="91154" y="164211"/>
                  <a:pt x="118110" y="152114"/>
                  <a:pt x="147542" y="152114"/>
                </a:cubicBezTo>
                <a:lnTo>
                  <a:pt x="147542" y="142685"/>
                </a:lnTo>
                <a:cubicBezTo>
                  <a:pt x="114586" y="142685"/>
                  <a:pt x="84296" y="156686"/>
                  <a:pt x="66485" y="179927"/>
                </a:cubicBezTo>
                <a:lnTo>
                  <a:pt x="65532" y="181166"/>
                </a:lnTo>
                <a:lnTo>
                  <a:pt x="65532" y="254318"/>
                </a:lnTo>
                <a:cubicBezTo>
                  <a:pt x="65532" y="264224"/>
                  <a:pt x="73247" y="274987"/>
                  <a:pt x="85820" y="275368"/>
                </a:cubicBezTo>
                <a:lnTo>
                  <a:pt x="207740" y="275368"/>
                </a:lnTo>
                <a:cubicBezTo>
                  <a:pt x="219361" y="275368"/>
                  <a:pt x="228029" y="264319"/>
                  <a:pt x="228029" y="254318"/>
                </a:cubicBezTo>
                <a:lnTo>
                  <a:pt x="228029" y="181070"/>
                </a:lnTo>
                <a:lnTo>
                  <a:pt x="226886" y="179737"/>
                </a:lnTo>
                <a:cubicBezTo>
                  <a:pt x="200120" y="149162"/>
                  <a:pt x="168878" y="142685"/>
                  <a:pt x="147542" y="142685"/>
                </a:cubicBezTo>
                <a:close/>
                <a:moveTo>
                  <a:pt x="212122" y="9620"/>
                </a:moveTo>
                <a:cubicBezTo>
                  <a:pt x="232982" y="9620"/>
                  <a:pt x="249936" y="26575"/>
                  <a:pt x="249936" y="47435"/>
                </a:cubicBezTo>
                <a:cubicBezTo>
                  <a:pt x="249936" y="71438"/>
                  <a:pt x="227171" y="90583"/>
                  <a:pt x="202406" y="83915"/>
                </a:cubicBezTo>
                <a:lnTo>
                  <a:pt x="199930" y="93155"/>
                </a:lnTo>
                <a:cubicBezTo>
                  <a:pt x="204025" y="94202"/>
                  <a:pt x="208121" y="94774"/>
                  <a:pt x="212122" y="94774"/>
                </a:cubicBezTo>
                <a:cubicBezTo>
                  <a:pt x="238220" y="94774"/>
                  <a:pt x="259461" y="73533"/>
                  <a:pt x="259461" y="47435"/>
                </a:cubicBezTo>
                <a:cubicBezTo>
                  <a:pt x="259461" y="21336"/>
                  <a:pt x="238220" y="95"/>
                  <a:pt x="212122" y="95"/>
                </a:cubicBezTo>
                <a:cubicBezTo>
                  <a:pt x="192977" y="95"/>
                  <a:pt x="175832" y="11525"/>
                  <a:pt x="168402" y="29242"/>
                </a:cubicBezTo>
                <a:lnTo>
                  <a:pt x="177260" y="32956"/>
                </a:lnTo>
                <a:cubicBezTo>
                  <a:pt x="183166" y="18764"/>
                  <a:pt x="196787" y="9620"/>
                  <a:pt x="212122" y="9620"/>
                </a:cubicBezTo>
                <a:close/>
                <a:moveTo>
                  <a:pt x="283274" y="129731"/>
                </a:moveTo>
                <a:cubicBezTo>
                  <a:pt x="262795" y="108776"/>
                  <a:pt x="241268" y="99917"/>
                  <a:pt x="211169" y="99917"/>
                </a:cubicBezTo>
                <a:cubicBezTo>
                  <a:pt x="207169" y="99917"/>
                  <a:pt x="202978" y="100108"/>
                  <a:pt x="198882" y="100584"/>
                </a:cubicBezTo>
                <a:lnTo>
                  <a:pt x="199930" y="110109"/>
                </a:lnTo>
                <a:cubicBezTo>
                  <a:pt x="203645" y="109728"/>
                  <a:pt x="207359" y="109538"/>
                  <a:pt x="211265" y="109538"/>
                </a:cubicBezTo>
                <a:cubicBezTo>
                  <a:pt x="238220" y="109538"/>
                  <a:pt x="257651" y="117539"/>
                  <a:pt x="276130" y="136208"/>
                </a:cubicBezTo>
                <a:lnTo>
                  <a:pt x="276130" y="210693"/>
                </a:lnTo>
                <a:lnTo>
                  <a:pt x="285655" y="210693"/>
                </a:lnTo>
                <a:lnTo>
                  <a:pt x="285655" y="132302"/>
                </a:lnTo>
                <a:lnTo>
                  <a:pt x="283274" y="129731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86" name="Freeform: Shape 785">
            <a:extLst>
              <a:ext uri="{FF2B5EF4-FFF2-40B4-BE49-F238E27FC236}">
                <a16:creationId xmlns:a16="http://schemas.microsoft.com/office/drawing/2014/main" id="{0C49BE18-E153-4B30-A387-F25ECF160DCD}"/>
              </a:ext>
            </a:extLst>
          </p:cNvPr>
          <p:cNvSpPr/>
          <p:nvPr/>
        </p:nvSpPr>
        <p:spPr>
          <a:xfrm>
            <a:off x="513114" y="3098553"/>
            <a:ext cx="229552" cy="199548"/>
          </a:xfrm>
          <a:custGeom>
            <a:avLst/>
            <a:gdLst>
              <a:gd name="connsiteX0" fmla="*/ 15430 w 229552"/>
              <a:gd name="connsiteY0" fmla="*/ 9620 h 199548"/>
              <a:gd name="connsiteX1" fmla="*/ 42196 w 229552"/>
              <a:gd name="connsiteY1" fmla="*/ 9239 h 199548"/>
              <a:gd name="connsiteX2" fmla="*/ 51245 w 229552"/>
              <a:gd name="connsiteY2" fmla="*/ 22479 h 199548"/>
              <a:gd name="connsiteX3" fmla="*/ 212789 w 229552"/>
              <a:gd name="connsiteY3" fmla="*/ 22479 h 199548"/>
              <a:gd name="connsiteX4" fmla="*/ 212789 w 229552"/>
              <a:gd name="connsiteY4" fmla="*/ 43815 h 199548"/>
              <a:gd name="connsiteX5" fmla="*/ 220408 w 229552"/>
              <a:gd name="connsiteY5" fmla="*/ 43815 h 199548"/>
              <a:gd name="connsiteX6" fmla="*/ 220408 w 229552"/>
              <a:gd name="connsiteY6" fmla="*/ 20955 h 199548"/>
              <a:gd name="connsiteX7" fmla="*/ 213551 w 229552"/>
              <a:gd name="connsiteY7" fmla="*/ 12954 h 199548"/>
              <a:gd name="connsiteX8" fmla="*/ 54769 w 229552"/>
              <a:gd name="connsiteY8" fmla="*/ 12954 h 199548"/>
              <a:gd name="connsiteX9" fmla="*/ 48006 w 229552"/>
              <a:gd name="connsiteY9" fmla="*/ 3048 h 199548"/>
              <a:gd name="connsiteX10" fmla="*/ 42672 w 229552"/>
              <a:gd name="connsiteY10" fmla="*/ 0 h 199548"/>
              <a:gd name="connsiteX11" fmla="*/ 14573 w 229552"/>
              <a:gd name="connsiteY11" fmla="*/ 0 h 199548"/>
              <a:gd name="connsiteX12" fmla="*/ 7715 w 229552"/>
              <a:gd name="connsiteY12" fmla="*/ 8001 h 199548"/>
              <a:gd name="connsiteX13" fmla="*/ 7715 w 229552"/>
              <a:gd name="connsiteY13" fmla="*/ 56578 h 199548"/>
              <a:gd name="connsiteX14" fmla="*/ 15335 w 229552"/>
              <a:gd name="connsiteY14" fmla="*/ 56578 h 199548"/>
              <a:gd name="connsiteX15" fmla="*/ 15335 w 229552"/>
              <a:gd name="connsiteY15" fmla="*/ 9620 h 199548"/>
              <a:gd name="connsiteX16" fmla="*/ 226505 w 229552"/>
              <a:gd name="connsiteY16" fmla="*/ 56864 h 199548"/>
              <a:gd name="connsiteX17" fmla="*/ 192215 w 229552"/>
              <a:gd name="connsiteY17" fmla="*/ 56864 h 199548"/>
              <a:gd name="connsiteX18" fmla="*/ 190119 w 229552"/>
              <a:gd name="connsiteY18" fmla="*/ 57817 h 199548"/>
              <a:gd name="connsiteX19" fmla="*/ 179260 w 229552"/>
              <a:gd name="connsiteY19" fmla="*/ 69532 h 199548"/>
              <a:gd name="connsiteX20" fmla="*/ 3048 w 229552"/>
              <a:gd name="connsiteY20" fmla="*/ 69532 h 199548"/>
              <a:gd name="connsiteX21" fmla="*/ 0 w 229552"/>
              <a:gd name="connsiteY21" fmla="*/ 72771 h 199548"/>
              <a:gd name="connsiteX22" fmla="*/ 0 w 229552"/>
              <a:gd name="connsiteY22" fmla="*/ 190405 h 199548"/>
              <a:gd name="connsiteX23" fmla="*/ 8668 w 229552"/>
              <a:gd name="connsiteY23" fmla="*/ 199549 h 199548"/>
              <a:gd name="connsiteX24" fmla="*/ 220885 w 229552"/>
              <a:gd name="connsiteY24" fmla="*/ 199549 h 199548"/>
              <a:gd name="connsiteX25" fmla="*/ 229553 w 229552"/>
              <a:gd name="connsiteY25" fmla="*/ 190500 h 199548"/>
              <a:gd name="connsiteX26" fmla="*/ 229553 w 229552"/>
              <a:gd name="connsiteY26" fmla="*/ 60103 h 199548"/>
              <a:gd name="connsiteX27" fmla="*/ 226505 w 229552"/>
              <a:gd name="connsiteY27" fmla="*/ 56864 h 199548"/>
              <a:gd name="connsiteX28" fmla="*/ 221933 w 229552"/>
              <a:gd name="connsiteY28" fmla="*/ 189738 h 199548"/>
              <a:gd name="connsiteX29" fmla="*/ 220980 w 229552"/>
              <a:gd name="connsiteY29" fmla="*/ 190024 h 199548"/>
              <a:gd name="connsiteX30" fmla="*/ 8763 w 229552"/>
              <a:gd name="connsiteY30" fmla="*/ 190024 h 199548"/>
              <a:gd name="connsiteX31" fmla="*/ 7715 w 229552"/>
              <a:gd name="connsiteY31" fmla="*/ 189738 h 199548"/>
              <a:gd name="connsiteX32" fmla="*/ 7715 w 229552"/>
              <a:gd name="connsiteY32" fmla="*/ 79057 h 199548"/>
              <a:gd name="connsiteX33" fmla="*/ 182118 w 229552"/>
              <a:gd name="connsiteY33" fmla="*/ 79057 h 199548"/>
              <a:gd name="connsiteX34" fmla="*/ 184309 w 229552"/>
              <a:gd name="connsiteY34" fmla="*/ 76771 h 199548"/>
              <a:gd name="connsiteX35" fmla="*/ 193929 w 229552"/>
              <a:gd name="connsiteY35" fmla="*/ 66484 h 199548"/>
              <a:gd name="connsiteX36" fmla="*/ 222028 w 229552"/>
              <a:gd name="connsiteY36" fmla="*/ 66484 h 199548"/>
              <a:gd name="connsiteX37" fmla="*/ 222028 w 229552"/>
              <a:gd name="connsiteY37" fmla="*/ 189738 h 1995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229552" h="199548">
                <a:moveTo>
                  <a:pt x="15430" y="9620"/>
                </a:moveTo>
                <a:lnTo>
                  <a:pt x="42196" y="9239"/>
                </a:lnTo>
                <a:lnTo>
                  <a:pt x="51245" y="22479"/>
                </a:lnTo>
                <a:lnTo>
                  <a:pt x="212789" y="22479"/>
                </a:lnTo>
                <a:lnTo>
                  <a:pt x="212789" y="43815"/>
                </a:lnTo>
                <a:lnTo>
                  <a:pt x="220408" y="43815"/>
                </a:lnTo>
                <a:lnTo>
                  <a:pt x="220408" y="20955"/>
                </a:lnTo>
                <a:cubicBezTo>
                  <a:pt x="220408" y="16573"/>
                  <a:pt x="217360" y="12954"/>
                  <a:pt x="213551" y="12954"/>
                </a:cubicBezTo>
                <a:lnTo>
                  <a:pt x="54769" y="12954"/>
                </a:lnTo>
                <a:lnTo>
                  <a:pt x="48006" y="3048"/>
                </a:lnTo>
                <a:cubicBezTo>
                  <a:pt x="46673" y="1143"/>
                  <a:pt x="44768" y="0"/>
                  <a:pt x="42672" y="0"/>
                </a:cubicBezTo>
                <a:lnTo>
                  <a:pt x="14573" y="0"/>
                </a:lnTo>
                <a:cubicBezTo>
                  <a:pt x="10763" y="0"/>
                  <a:pt x="7715" y="3619"/>
                  <a:pt x="7715" y="8001"/>
                </a:cubicBezTo>
                <a:lnTo>
                  <a:pt x="7715" y="56578"/>
                </a:lnTo>
                <a:lnTo>
                  <a:pt x="15335" y="56578"/>
                </a:lnTo>
                <a:lnTo>
                  <a:pt x="15335" y="9620"/>
                </a:lnTo>
                <a:close/>
                <a:moveTo>
                  <a:pt x="226505" y="56864"/>
                </a:moveTo>
                <a:lnTo>
                  <a:pt x="192215" y="56864"/>
                </a:lnTo>
                <a:cubicBezTo>
                  <a:pt x="191453" y="56864"/>
                  <a:pt x="190691" y="57245"/>
                  <a:pt x="190119" y="57817"/>
                </a:cubicBezTo>
                <a:lnTo>
                  <a:pt x="179260" y="69532"/>
                </a:lnTo>
                <a:lnTo>
                  <a:pt x="3048" y="69532"/>
                </a:lnTo>
                <a:cubicBezTo>
                  <a:pt x="1334" y="69532"/>
                  <a:pt x="0" y="70961"/>
                  <a:pt x="0" y="72771"/>
                </a:cubicBezTo>
                <a:lnTo>
                  <a:pt x="0" y="190405"/>
                </a:lnTo>
                <a:cubicBezTo>
                  <a:pt x="0" y="195453"/>
                  <a:pt x="3905" y="199549"/>
                  <a:pt x="8668" y="199549"/>
                </a:cubicBezTo>
                <a:lnTo>
                  <a:pt x="220885" y="199549"/>
                </a:lnTo>
                <a:cubicBezTo>
                  <a:pt x="225647" y="199549"/>
                  <a:pt x="229553" y="195453"/>
                  <a:pt x="229553" y="190500"/>
                </a:cubicBezTo>
                <a:lnTo>
                  <a:pt x="229553" y="60103"/>
                </a:lnTo>
                <a:cubicBezTo>
                  <a:pt x="229553" y="58388"/>
                  <a:pt x="228219" y="56864"/>
                  <a:pt x="226505" y="56864"/>
                </a:cubicBezTo>
                <a:close/>
                <a:moveTo>
                  <a:pt x="221933" y="189738"/>
                </a:moveTo>
                <a:cubicBezTo>
                  <a:pt x="221742" y="189833"/>
                  <a:pt x="221361" y="190024"/>
                  <a:pt x="220980" y="190024"/>
                </a:cubicBezTo>
                <a:lnTo>
                  <a:pt x="8763" y="190024"/>
                </a:lnTo>
                <a:cubicBezTo>
                  <a:pt x="8287" y="190024"/>
                  <a:pt x="7906" y="189833"/>
                  <a:pt x="7715" y="189738"/>
                </a:cubicBezTo>
                <a:lnTo>
                  <a:pt x="7715" y="79057"/>
                </a:lnTo>
                <a:lnTo>
                  <a:pt x="182118" y="79057"/>
                </a:lnTo>
                <a:lnTo>
                  <a:pt x="184309" y="76771"/>
                </a:lnTo>
                <a:lnTo>
                  <a:pt x="193929" y="66484"/>
                </a:lnTo>
                <a:lnTo>
                  <a:pt x="222028" y="66484"/>
                </a:lnTo>
                <a:lnTo>
                  <a:pt x="222028" y="189738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787" name="Freeform: Shape 786">
            <a:extLst>
              <a:ext uri="{FF2B5EF4-FFF2-40B4-BE49-F238E27FC236}">
                <a16:creationId xmlns:a16="http://schemas.microsoft.com/office/drawing/2014/main" id="{6119D032-FDE3-49F2-B52F-C765A6269105}"/>
              </a:ext>
            </a:extLst>
          </p:cNvPr>
          <p:cNvSpPr/>
          <p:nvPr/>
        </p:nvSpPr>
        <p:spPr>
          <a:xfrm>
            <a:off x="4396896" y="3064835"/>
            <a:ext cx="256603" cy="285750"/>
          </a:xfrm>
          <a:custGeom>
            <a:avLst/>
            <a:gdLst>
              <a:gd name="connsiteX0" fmla="*/ 242030 w 256603"/>
              <a:gd name="connsiteY0" fmla="*/ 268986 h 285750"/>
              <a:gd name="connsiteX1" fmla="*/ 242030 w 256603"/>
              <a:gd name="connsiteY1" fmla="*/ 115729 h 285750"/>
              <a:gd name="connsiteX2" fmla="*/ 116205 w 256603"/>
              <a:gd name="connsiteY2" fmla="*/ 115729 h 285750"/>
              <a:gd name="connsiteX3" fmla="*/ 116205 w 256603"/>
              <a:gd name="connsiteY3" fmla="*/ 259556 h 285750"/>
              <a:gd name="connsiteX4" fmla="*/ 125730 w 256603"/>
              <a:gd name="connsiteY4" fmla="*/ 259556 h 285750"/>
              <a:gd name="connsiteX5" fmla="*/ 125730 w 256603"/>
              <a:gd name="connsiteY5" fmla="*/ 125254 h 285750"/>
              <a:gd name="connsiteX6" fmla="*/ 232505 w 256603"/>
              <a:gd name="connsiteY6" fmla="*/ 125254 h 285750"/>
              <a:gd name="connsiteX7" fmla="*/ 232505 w 256603"/>
              <a:gd name="connsiteY7" fmla="*/ 276320 h 285750"/>
              <a:gd name="connsiteX8" fmla="*/ 24384 w 256603"/>
              <a:gd name="connsiteY8" fmla="*/ 276320 h 285750"/>
              <a:gd name="connsiteX9" fmla="*/ 24384 w 256603"/>
              <a:gd name="connsiteY9" fmla="*/ 9620 h 285750"/>
              <a:gd name="connsiteX10" fmla="*/ 123825 w 256603"/>
              <a:gd name="connsiteY10" fmla="*/ 9620 h 285750"/>
              <a:gd name="connsiteX11" fmla="*/ 123825 w 256603"/>
              <a:gd name="connsiteY11" fmla="*/ 106585 h 285750"/>
              <a:gd name="connsiteX12" fmla="*/ 133350 w 256603"/>
              <a:gd name="connsiteY12" fmla="*/ 106585 h 285750"/>
              <a:gd name="connsiteX13" fmla="*/ 133350 w 256603"/>
              <a:gd name="connsiteY13" fmla="*/ 0 h 285750"/>
              <a:gd name="connsiteX14" fmla="*/ 14764 w 256603"/>
              <a:gd name="connsiteY14" fmla="*/ 0 h 285750"/>
              <a:gd name="connsiteX15" fmla="*/ 14764 w 256603"/>
              <a:gd name="connsiteY15" fmla="*/ 268986 h 285750"/>
              <a:gd name="connsiteX16" fmla="*/ 0 w 256603"/>
              <a:gd name="connsiteY16" fmla="*/ 268986 h 285750"/>
              <a:gd name="connsiteX17" fmla="*/ 0 w 256603"/>
              <a:gd name="connsiteY17" fmla="*/ 285750 h 285750"/>
              <a:gd name="connsiteX18" fmla="*/ 256604 w 256603"/>
              <a:gd name="connsiteY18" fmla="*/ 285750 h 285750"/>
              <a:gd name="connsiteX19" fmla="*/ 256604 w 256603"/>
              <a:gd name="connsiteY19" fmla="*/ 268986 h 285750"/>
              <a:gd name="connsiteX20" fmla="*/ 242030 w 256603"/>
              <a:gd name="connsiteY20" fmla="*/ 268986 h 285750"/>
              <a:gd name="connsiteX21" fmla="*/ 48673 w 256603"/>
              <a:gd name="connsiteY21" fmla="*/ 26384 h 285750"/>
              <a:gd name="connsiteX22" fmla="*/ 41434 w 256603"/>
              <a:gd name="connsiteY22" fmla="*/ 26384 h 285750"/>
              <a:gd name="connsiteX23" fmla="*/ 41434 w 256603"/>
              <a:gd name="connsiteY23" fmla="*/ 33623 h 285750"/>
              <a:gd name="connsiteX24" fmla="*/ 48673 w 256603"/>
              <a:gd name="connsiteY24" fmla="*/ 33623 h 285750"/>
              <a:gd name="connsiteX25" fmla="*/ 48673 w 256603"/>
              <a:gd name="connsiteY25" fmla="*/ 26384 h 285750"/>
              <a:gd name="connsiteX26" fmla="*/ 77724 w 256603"/>
              <a:gd name="connsiteY26" fmla="*/ 26384 h 285750"/>
              <a:gd name="connsiteX27" fmla="*/ 70485 w 256603"/>
              <a:gd name="connsiteY27" fmla="*/ 26384 h 285750"/>
              <a:gd name="connsiteX28" fmla="*/ 70485 w 256603"/>
              <a:gd name="connsiteY28" fmla="*/ 33623 h 285750"/>
              <a:gd name="connsiteX29" fmla="*/ 77724 w 256603"/>
              <a:gd name="connsiteY29" fmla="*/ 33623 h 285750"/>
              <a:gd name="connsiteX30" fmla="*/ 77724 w 256603"/>
              <a:gd name="connsiteY30" fmla="*/ 26384 h 285750"/>
              <a:gd name="connsiteX31" fmla="*/ 106775 w 256603"/>
              <a:gd name="connsiteY31" fmla="*/ 26384 h 285750"/>
              <a:gd name="connsiteX32" fmla="*/ 99536 w 256603"/>
              <a:gd name="connsiteY32" fmla="*/ 26384 h 285750"/>
              <a:gd name="connsiteX33" fmla="*/ 99536 w 256603"/>
              <a:gd name="connsiteY33" fmla="*/ 33623 h 285750"/>
              <a:gd name="connsiteX34" fmla="*/ 106775 w 256603"/>
              <a:gd name="connsiteY34" fmla="*/ 33623 h 285750"/>
              <a:gd name="connsiteX35" fmla="*/ 106775 w 256603"/>
              <a:gd name="connsiteY35" fmla="*/ 26384 h 285750"/>
              <a:gd name="connsiteX36" fmla="*/ 48673 w 256603"/>
              <a:gd name="connsiteY36" fmla="*/ 55435 h 285750"/>
              <a:gd name="connsiteX37" fmla="*/ 41434 w 256603"/>
              <a:gd name="connsiteY37" fmla="*/ 55435 h 285750"/>
              <a:gd name="connsiteX38" fmla="*/ 41434 w 256603"/>
              <a:gd name="connsiteY38" fmla="*/ 62675 h 285750"/>
              <a:gd name="connsiteX39" fmla="*/ 48673 w 256603"/>
              <a:gd name="connsiteY39" fmla="*/ 62675 h 285750"/>
              <a:gd name="connsiteX40" fmla="*/ 48673 w 256603"/>
              <a:gd name="connsiteY40" fmla="*/ 55435 h 285750"/>
              <a:gd name="connsiteX41" fmla="*/ 77724 w 256603"/>
              <a:gd name="connsiteY41" fmla="*/ 55435 h 285750"/>
              <a:gd name="connsiteX42" fmla="*/ 70485 w 256603"/>
              <a:gd name="connsiteY42" fmla="*/ 55435 h 285750"/>
              <a:gd name="connsiteX43" fmla="*/ 70485 w 256603"/>
              <a:gd name="connsiteY43" fmla="*/ 62675 h 285750"/>
              <a:gd name="connsiteX44" fmla="*/ 77724 w 256603"/>
              <a:gd name="connsiteY44" fmla="*/ 62675 h 285750"/>
              <a:gd name="connsiteX45" fmla="*/ 77724 w 256603"/>
              <a:gd name="connsiteY45" fmla="*/ 55435 h 285750"/>
              <a:gd name="connsiteX46" fmla="*/ 106775 w 256603"/>
              <a:gd name="connsiteY46" fmla="*/ 55435 h 285750"/>
              <a:gd name="connsiteX47" fmla="*/ 99536 w 256603"/>
              <a:gd name="connsiteY47" fmla="*/ 55435 h 285750"/>
              <a:gd name="connsiteX48" fmla="*/ 99536 w 256603"/>
              <a:gd name="connsiteY48" fmla="*/ 62675 h 285750"/>
              <a:gd name="connsiteX49" fmla="*/ 106775 w 256603"/>
              <a:gd name="connsiteY49" fmla="*/ 62675 h 285750"/>
              <a:gd name="connsiteX50" fmla="*/ 106775 w 256603"/>
              <a:gd name="connsiteY50" fmla="*/ 55435 h 285750"/>
              <a:gd name="connsiteX51" fmla="*/ 48673 w 256603"/>
              <a:gd name="connsiteY51" fmla="*/ 84487 h 285750"/>
              <a:gd name="connsiteX52" fmla="*/ 41434 w 256603"/>
              <a:gd name="connsiteY52" fmla="*/ 84487 h 285750"/>
              <a:gd name="connsiteX53" fmla="*/ 41434 w 256603"/>
              <a:gd name="connsiteY53" fmla="*/ 91726 h 285750"/>
              <a:gd name="connsiteX54" fmla="*/ 48673 w 256603"/>
              <a:gd name="connsiteY54" fmla="*/ 91726 h 285750"/>
              <a:gd name="connsiteX55" fmla="*/ 48673 w 256603"/>
              <a:gd name="connsiteY55" fmla="*/ 84487 h 285750"/>
              <a:gd name="connsiteX56" fmla="*/ 77724 w 256603"/>
              <a:gd name="connsiteY56" fmla="*/ 84487 h 285750"/>
              <a:gd name="connsiteX57" fmla="*/ 70485 w 256603"/>
              <a:gd name="connsiteY57" fmla="*/ 84487 h 285750"/>
              <a:gd name="connsiteX58" fmla="*/ 70485 w 256603"/>
              <a:gd name="connsiteY58" fmla="*/ 91726 h 285750"/>
              <a:gd name="connsiteX59" fmla="*/ 77724 w 256603"/>
              <a:gd name="connsiteY59" fmla="*/ 91726 h 285750"/>
              <a:gd name="connsiteX60" fmla="*/ 77724 w 256603"/>
              <a:gd name="connsiteY60" fmla="*/ 84487 h 285750"/>
              <a:gd name="connsiteX61" fmla="*/ 106775 w 256603"/>
              <a:gd name="connsiteY61" fmla="*/ 84487 h 285750"/>
              <a:gd name="connsiteX62" fmla="*/ 99536 w 256603"/>
              <a:gd name="connsiteY62" fmla="*/ 84487 h 285750"/>
              <a:gd name="connsiteX63" fmla="*/ 99536 w 256603"/>
              <a:gd name="connsiteY63" fmla="*/ 91726 h 285750"/>
              <a:gd name="connsiteX64" fmla="*/ 106775 w 256603"/>
              <a:gd name="connsiteY64" fmla="*/ 91726 h 285750"/>
              <a:gd name="connsiteX65" fmla="*/ 106775 w 256603"/>
              <a:gd name="connsiteY65" fmla="*/ 84487 h 285750"/>
              <a:gd name="connsiteX66" fmla="*/ 48673 w 256603"/>
              <a:gd name="connsiteY66" fmla="*/ 113633 h 285750"/>
              <a:gd name="connsiteX67" fmla="*/ 41434 w 256603"/>
              <a:gd name="connsiteY67" fmla="*/ 113633 h 285750"/>
              <a:gd name="connsiteX68" fmla="*/ 41434 w 256603"/>
              <a:gd name="connsiteY68" fmla="*/ 120872 h 285750"/>
              <a:gd name="connsiteX69" fmla="*/ 48673 w 256603"/>
              <a:gd name="connsiteY69" fmla="*/ 120872 h 285750"/>
              <a:gd name="connsiteX70" fmla="*/ 48673 w 256603"/>
              <a:gd name="connsiteY70" fmla="*/ 113633 h 285750"/>
              <a:gd name="connsiteX71" fmla="*/ 77724 w 256603"/>
              <a:gd name="connsiteY71" fmla="*/ 113633 h 285750"/>
              <a:gd name="connsiteX72" fmla="*/ 70485 w 256603"/>
              <a:gd name="connsiteY72" fmla="*/ 113633 h 285750"/>
              <a:gd name="connsiteX73" fmla="*/ 70485 w 256603"/>
              <a:gd name="connsiteY73" fmla="*/ 120872 h 285750"/>
              <a:gd name="connsiteX74" fmla="*/ 77724 w 256603"/>
              <a:gd name="connsiteY74" fmla="*/ 120872 h 285750"/>
              <a:gd name="connsiteX75" fmla="*/ 77724 w 256603"/>
              <a:gd name="connsiteY75" fmla="*/ 113633 h 285750"/>
              <a:gd name="connsiteX76" fmla="*/ 106775 w 256603"/>
              <a:gd name="connsiteY76" fmla="*/ 113633 h 285750"/>
              <a:gd name="connsiteX77" fmla="*/ 99536 w 256603"/>
              <a:gd name="connsiteY77" fmla="*/ 113633 h 285750"/>
              <a:gd name="connsiteX78" fmla="*/ 99536 w 256603"/>
              <a:gd name="connsiteY78" fmla="*/ 120872 h 285750"/>
              <a:gd name="connsiteX79" fmla="*/ 106775 w 256603"/>
              <a:gd name="connsiteY79" fmla="*/ 120872 h 285750"/>
              <a:gd name="connsiteX80" fmla="*/ 106775 w 256603"/>
              <a:gd name="connsiteY80" fmla="*/ 113633 h 285750"/>
              <a:gd name="connsiteX81" fmla="*/ 48673 w 256603"/>
              <a:gd name="connsiteY81" fmla="*/ 142684 h 285750"/>
              <a:gd name="connsiteX82" fmla="*/ 41434 w 256603"/>
              <a:gd name="connsiteY82" fmla="*/ 142684 h 285750"/>
              <a:gd name="connsiteX83" fmla="*/ 41434 w 256603"/>
              <a:gd name="connsiteY83" fmla="*/ 149923 h 285750"/>
              <a:gd name="connsiteX84" fmla="*/ 48673 w 256603"/>
              <a:gd name="connsiteY84" fmla="*/ 149923 h 285750"/>
              <a:gd name="connsiteX85" fmla="*/ 48673 w 256603"/>
              <a:gd name="connsiteY85" fmla="*/ 142684 h 285750"/>
              <a:gd name="connsiteX86" fmla="*/ 77724 w 256603"/>
              <a:gd name="connsiteY86" fmla="*/ 142684 h 285750"/>
              <a:gd name="connsiteX87" fmla="*/ 70485 w 256603"/>
              <a:gd name="connsiteY87" fmla="*/ 142684 h 285750"/>
              <a:gd name="connsiteX88" fmla="*/ 70485 w 256603"/>
              <a:gd name="connsiteY88" fmla="*/ 149923 h 285750"/>
              <a:gd name="connsiteX89" fmla="*/ 77724 w 256603"/>
              <a:gd name="connsiteY89" fmla="*/ 149923 h 285750"/>
              <a:gd name="connsiteX90" fmla="*/ 77724 w 256603"/>
              <a:gd name="connsiteY90" fmla="*/ 142684 h 285750"/>
              <a:gd name="connsiteX91" fmla="*/ 106775 w 256603"/>
              <a:gd name="connsiteY91" fmla="*/ 142684 h 285750"/>
              <a:gd name="connsiteX92" fmla="*/ 99536 w 256603"/>
              <a:gd name="connsiteY92" fmla="*/ 142684 h 285750"/>
              <a:gd name="connsiteX93" fmla="*/ 99536 w 256603"/>
              <a:gd name="connsiteY93" fmla="*/ 149923 h 285750"/>
              <a:gd name="connsiteX94" fmla="*/ 106775 w 256603"/>
              <a:gd name="connsiteY94" fmla="*/ 149923 h 285750"/>
              <a:gd name="connsiteX95" fmla="*/ 106775 w 256603"/>
              <a:gd name="connsiteY95" fmla="*/ 142684 h 285750"/>
              <a:gd name="connsiteX96" fmla="*/ 48673 w 256603"/>
              <a:gd name="connsiteY96" fmla="*/ 171736 h 285750"/>
              <a:gd name="connsiteX97" fmla="*/ 41434 w 256603"/>
              <a:gd name="connsiteY97" fmla="*/ 171736 h 285750"/>
              <a:gd name="connsiteX98" fmla="*/ 41434 w 256603"/>
              <a:gd name="connsiteY98" fmla="*/ 178975 h 285750"/>
              <a:gd name="connsiteX99" fmla="*/ 48673 w 256603"/>
              <a:gd name="connsiteY99" fmla="*/ 178975 h 285750"/>
              <a:gd name="connsiteX100" fmla="*/ 48673 w 256603"/>
              <a:gd name="connsiteY100" fmla="*/ 171736 h 285750"/>
              <a:gd name="connsiteX101" fmla="*/ 77724 w 256603"/>
              <a:gd name="connsiteY101" fmla="*/ 171736 h 285750"/>
              <a:gd name="connsiteX102" fmla="*/ 70485 w 256603"/>
              <a:gd name="connsiteY102" fmla="*/ 171736 h 285750"/>
              <a:gd name="connsiteX103" fmla="*/ 70485 w 256603"/>
              <a:gd name="connsiteY103" fmla="*/ 178975 h 285750"/>
              <a:gd name="connsiteX104" fmla="*/ 77724 w 256603"/>
              <a:gd name="connsiteY104" fmla="*/ 178975 h 285750"/>
              <a:gd name="connsiteX105" fmla="*/ 77724 w 256603"/>
              <a:gd name="connsiteY105" fmla="*/ 171736 h 285750"/>
              <a:gd name="connsiteX106" fmla="*/ 106775 w 256603"/>
              <a:gd name="connsiteY106" fmla="*/ 171736 h 285750"/>
              <a:gd name="connsiteX107" fmla="*/ 99536 w 256603"/>
              <a:gd name="connsiteY107" fmla="*/ 171736 h 285750"/>
              <a:gd name="connsiteX108" fmla="*/ 99536 w 256603"/>
              <a:gd name="connsiteY108" fmla="*/ 178975 h 285750"/>
              <a:gd name="connsiteX109" fmla="*/ 106775 w 256603"/>
              <a:gd name="connsiteY109" fmla="*/ 178975 h 285750"/>
              <a:gd name="connsiteX110" fmla="*/ 106775 w 256603"/>
              <a:gd name="connsiteY110" fmla="*/ 171736 h 285750"/>
              <a:gd name="connsiteX111" fmla="*/ 48673 w 256603"/>
              <a:gd name="connsiteY111" fmla="*/ 200787 h 285750"/>
              <a:gd name="connsiteX112" fmla="*/ 41434 w 256603"/>
              <a:gd name="connsiteY112" fmla="*/ 200787 h 285750"/>
              <a:gd name="connsiteX113" fmla="*/ 41434 w 256603"/>
              <a:gd name="connsiteY113" fmla="*/ 208026 h 285750"/>
              <a:gd name="connsiteX114" fmla="*/ 48673 w 256603"/>
              <a:gd name="connsiteY114" fmla="*/ 208026 h 285750"/>
              <a:gd name="connsiteX115" fmla="*/ 48673 w 256603"/>
              <a:gd name="connsiteY115" fmla="*/ 200787 h 285750"/>
              <a:gd name="connsiteX116" fmla="*/ 77724 w 256603"/>
              <a:gd name="connsiteY116" fmla="*/ 200787 h 285750"/>
              <a:gd name="connsiteX117" fmla="*/ 70485 w 256603"/>
              <a:gd name="connsiteY117" fmla="*/ 200787 h 285750"/>
              <a:gd name="connsiteX118" fmla="*/ 70485 w 256603"/>
              <a:gd name="connsiteY118" fmla="*/ 208026 h 285750"/>
              <a:gd name="connsiteX119" fmla="*/ 77724 w 256603"/>
              <a:gd name="connsiteY119" fmla="*/ 208026 h 285750"/>
              <a:gd name="connsiteX120" fmla="*/ 77724 w 256603"/>
              <a:gd name="connsiteY120" fmla="*/ 200787 h 285750"/>
              <a:gd name="connsiteX121" fmla="*/ 106775 w 256603"/>
              <a:gd name="connsiteY121" fmla="*/ 200787 h 285750"/>
              <a:gd name="connsiteX122" fmla="*/ 99536 w 256603"/>
              <a:gd name="connsiteY122" fmla="*/ 200787 h 285750"/>
              <a:gd name="connsiteX123" fmla="*/ 99536 w 256603"/>
              <a:gd name="connsiteY123" fmla="*/ 208026 h 285750"/>
              <a:gd name="connsiteX124" fmla="*/ 106775 w 256603"/>
              <a:gd name="connsiteY124" fmla="*/ 208026 h 285750"/>
              <a:gd name="connsiteX125" fmla="*/ 106775 w 256603"/>
              <a:gd name="connsiteY125" fmla="*/ 200787 h 285750"/>
              <a:gd name="connsiteX126" fmla="*/ 41434 w 256603"/>
              <a:gd name="connsiteY126" fmla="*/ 237173 h 285750"/>
              <a:gd name="connsiteX127" fmla="*/ 48673 w 256603"/>
              <a:gd name="connsiteY127" fmla="*/ 237173 h 285750"/>
              <a:gd name="connsiteX128" fmla="*/ 48673 w 256603"/>
              <a:gd name="connsiteY128" fmla="*/ 229934 h 285750"/>
              <a:gd name="connsiteX129" fmla="*/ 41434 w 256603"/>
              <a:gd name="connsiteY129" fmla="*/ 229934 h 285750"/>
              <a:gd name="connsiteX130" fmla="*/ 41434 w 256603"/>
              <a:gd name="connsiteY130" fmla="*/ 237173 h 285750"/>
              <a:gd name="connsiteX131" fmla="*/ 70485 w 256603"/>
              <a:gd name="connsiteY131" fmla="*/ 237173 h 285750"/>
              <a:gd name="connsiteX132" fmla="*/ 77724 w 256603"/>
              <a:gd name="connsiteY132" fmla="*/ 237173 h 285750"/>
              <a:gd name="connsiteX133" fmla="*/ 77724 w 256603"/>
              <a:gd name="connsiteY133" fmla="*/ 229934 h 285750"/>
              <a:gd name="connsiteX134" fmla="*/ 70485 w 256603"/>
              <a:gd name="connsiteY134" fmla="*/ 229934 h 285750"/>
              <a:gd name="connsiteX135" fmla="*/ 70485 w 256603"/>
              <a:gd name="connsiteY135" fmla="*/ 237173 h 285750"/>
              <a:gd name="connsiteX136" fmla="*/ 99536 w 256603"/>
              <a:gd name="connsiteY136" fmla="*/ 237173 h 285750"/>
              <a:gd name="connsiteX137" fmla="*/ 106775 w 256603"/>
              <a:gd name="connsiteY137" fmla="*/ 237173 h 285750"/>
              <a:gd name="connsiteX138" fmla="*/ 106775 w 256603"/>
              <a:gd name="connsiteY138" fmla="*/ 229934 h 285750"/>
              <a:gd name="connsiteX139" fmla="*/ 99536 w 256603"/>
              <a:gd name="connsiteY139" fmla="*/ 229934 h 285750"/>
              <a:gd name="connsiteX140" fmla="*/ 99536 w 256603"/>
              <a:gd name="connsiteY140" fmla="*/ 237173 h 285750"/>
              <a:gd name="connsiteX141" fmla="*/ 150400 w 256603"/>
              <a:gd name="connsiteY141" fmla="*/ 156496 h 285750"/>
              <a:gd name="connsiteX142" fmla="*/ 208693 w 256603"/>
              <a:gd name="connsiteY142" fmla="*/ 156496 h 285750"/>
              <a:gd name="connsiteX143" fmla="*/ 208693 w 256603"/>
              <a:gd name="connsiteY143" fmla="*/ 146971 h 285750"/>
              <a:gd name="connsiteX144" fmla="*/ 150400 w 256603"/>
              <a:gd name="connsiteY144" fmla="*/ 146971 h 285750"/>
              <a:gd name="connsiteX145" fmla="*/ 150400 w 256603"/>
              <a:gd name="connsiteY145" fmla="*/ 156496 h 285750"/>
              <a:gd name="connsiteX146" fmla="*/ 150400 w 256603"/>
              <a:gd name="connsiteY146" fmla="*/ 243745 h 285750"/>
              <a:gd name="connsiteX147" fmla="*/ 208693 w 256603"/>
              <a:gd name="connsiteY147" fmla="*/ 243745 h 285750"/>
              <a:gd name="connsiteX148" fmla="*/ 208693 w 256603"/>
              <a:gd name="connsiteY148" fmla="*/ 234220 h 285750"/>
              <a:gd name="connsiteX149" fmla="*/ 150400 w 256603"/>
              <a:gd name="connsiteY149" fmla="*/ 234220 h 285750"/>
              <a:gd name="connsiteX150" fmla="*/ 150400 w 256603"/>
              <a:gd name="connsiteY150" fmla="*/ 243745 h 285750"/>
              <a:gd name="connsiteX151" fmla="*/ 150114 w 256603"/>
              <a:gd name="connsiteY151" fmla="*/ 214598 h 285750"/>
              <a:gd name="connsiteX152" fmla="*/ 208407 w 256603"/>
              <a:gd name="connsiteY152" fmla="*/ 214598 h 285750"/>
              <a:gd name="connsiteX153" fmla="*/ 208407 w 256603"/>
              <a:gd name="connsiteY153" fmla="*/ 205073 h 285750"/>
              <a:gd name="connsiteX154" fmla="*/ 150114 w 256603"/>
              <a:gd name="connsiteY154" fmla="*/ 205073 h 285750"/>
              <a:gd name="connsiteX155" fmla="*/ 150114 w 256603"/>
              <a:gd name="connsiteY155" fmla="*/ 214598 h 285750"/>
              <a:gd name="connsiteX156" fmla="*/ 150686 w 256603"/>
              <a:gd name="connsiteY156" fmla="*/ 185547 h 285750"/>
              <a:gd name="connsiteX157" fmla="*/ 208979 w 256603"/>
              <a:gd name="connsiteY157" fmla="*/ 185547 h 285750"/>
              <a:gd name="connsiteX158" fmla="*/ 208979 w 256603"/>
              <a:gd name="connsiteY158" fmla="*/ 176022 h 285750"/>
              <a:gd name="connsiteX159" fmla="*/ 150686 w 256603"/>
              <a:gd name="connsiteY159" fmla="*/ 176022 h 285750"/>
              <a:gd name="connsiteX160" fmla="*/ 150686 w 256603"/>
              <a:gd name="connsiteY160" fmla="*/ 185547 h 28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</a:cxnLst>
            <a:rect l="l" t="t" r="r" b="b"/>
            <a:pathLst>
              <a:path w="256603" h="285750">
                <a:moveTo>
                  <a:pt x="242030" y="268986"/>
                </a:moveTo>
                <a:lnTo>
                  <a:pt x="242030" y="115729"/>
                </a:lnTo>
                <a:lnTo>
                  <a:pt x="116205" y="115729"/>
                </a:lnTo>
                <a:lnTo>
                  <a:pt x="116205" y="259556"/>
                </a:lnTo>
                <a:lnTo>
                  <a:pt x="125730" y="259556"/>
                </a:lnTo>
                <a:lnTo>
                  <a:pt x="125730" y="125254"/>
                </a:lnTo>
                <a:lnTo>
                  <a:pt x="232505" y="125254"/>
                </a:lnTo>
                <a:lnTo>
                  <a:pt x="232505" y="276320"/>
                </a:lnTo>
                <a:lnTo>
                  <a:pt x="24384" y="276320"/>
                </a:lnTo>
                <a:lnTo>
                  <a:pt x="24384" y="9620"/>
                </a:lnTo>
                <a:lnTo>
                  <a:pt x="123825" y="9620"/>
                </a:lnTo>
                <a:lnTo>
                  <a:pt x="123825" y="106585"/>
                </a:lnTo>
                <a:lnTo>
                  <a:pt x="133350" y="106585"/>
                </a:lnTo>
                <a:lnTo>
                  <a:pt x="133350" y="0"/>
                </a:lnTo>
                <a:lnTo>
                  <a:pt x="14764" y="0"/>
                </a:lnTo>
                <a:lnTo>
                  <a:pt x="14764" y="268986"/>
                </a:lnTo>
                <a:lnTo>
                  <a:pt x="0" y="268986"/>
                </a:lnTo>
                <a:lnTo>
                  <a:pt x="0" y="285750"/>
                </a:lnTo>
                <a:lnTo>
                  <a:pt x="256604" y="285750"/>
                </a:lnTo>
                <a:lnTo>
                  <a:pt x="256604" y="268986"/>
                </a:lnTo>
                <a:lnTo>
                  <a:pt x="242030" y="268986"/>
                </a:lnTo>
                <a:close/>
                <a:moveTo>
                  <a:pt x="48673" y="26384"/>
                </a:moveTo>
                <a:lnTo>
                  <a:pt x="41434" y="26384"/>
                </a:lnTo>
                <a:lnTo>
                  <a:pt x="41434" y="33623"/>
                </a:lnTo>
                <a:lnTo>
                  <a:pt x="48673" y="33623"/>
                </a:lnTo>
                <a:lnTo>
                  <a:pt x="48673" y="26384"/>
                </a:lnTo>
                <a:close/>
                <a:moveTo>
                  <a:pt x="77724" y="26384"/>
                </a:moveTo>
                <a:lnTo>
                  <a:pt x="70485" y="26384"/>
                </a:lnTo>
                <a:lnTo>
                  <a:pt x="70485" y="33623"/>
                </a:lnTo>
                <a:lnTo>
                  <a:pt x="77724" y="33623"/>
                </a:lnTo>
                <a:lnTo>
                  <a:pt x="77724" y="26384"/>
                </a:lnTo>
                <a:close/>
                <a:moveTo>
                  <a:pt x="106775" y="26384"/>
                </a:moveTo>
                <a:lnTo>
                  <a:pt x="99536" y="26384"/>
                </a:lnTo>
                <a:lnTo>
                  <a:pt x="99536" y="33623"/>
                </a:lnTo>
                <a:lnTo>
                  <a:pt x="106775" y="33623"/>
                </a:lnTo>
                <a:lnTo>
                  <a:pt x="106775" y="26384"/>
                </a:lnTo>
                <a:close/>
                <a:moveTo>
                  <a:pt x="48673" y="55435"/>
                </a:moveTo>
                <a:lnTo>
                  <a:pt x="41434" y="55435"/>
                </a:lnTo>
                <a:lnTo>
                  <a:pt x="41434" y="62675"/>
                </a:lnTo>
                <a:lnTo>
                  <a:pt x="48673" y="62675"/>
                </a:lnTo>
                <a:lnTo>
                  <a:pt x="48673" y="55435"/>
                </a:lnTo>
                <a:close/>
                <a:moveTo>
                  <a:pt x="77724" y="55435"/>
                </a:moveTo>
                <a:lnTo>
                  <a:pt x="70485" y="55435"/>
                </a:lnTo>
                <a:lnTo>
                  <a:pt x="70485" y="62675"/>
                </a:lnTo>
                <a:lnTo>
                  <a:pt x="77724" y="62675"/>
                </a:lnTo>
                <a:lnTo>
                  <a:pt x="77724" y="55435"/>
                </a:lnTo>
                <a:close/>
                <a:moveTo>
                  <a:pt x="106775" y="55435"/>
                </a:moveTo>
                <a:lnTo>
                  <a:pt x="99536" y="55435"/>
                </a:lnTo>
                <a:lnTo>
                  <a:pt x="99536" y="62675"/>
                </a:lnTo>
                <a:lnTo>
                  <a:pt x="106775" y="62675"/>
                </a:lnTo>
                <a:lnTo>
                  <a:pt x="106775" y="55435"/>
                </a:lnTo>
                <a:close/>
                <a:moveTo>
                  <a:pt x="48673" y="84487"/>
                </a:moveTo>
                <a:lnTo>
                  <a:pt x="41434" y="84487"/>
                </a:lnTo>
                <a:lnTo>
                  <a:pt x="41434" y="91726"/>
                </a:lnTo>
                <a:lnTo>
                  <a:pt x="48673" y="91726"/>
                </a:lnTo>
                <a:lnTo>
                  <a:pt x="48673" y="84487"/>
                </a:lnTo>
                <a:close/>
                <a:moveTo>
                  <a:pt x="77724" y="84487"/>
                </a:moveTo>
                <a:lnTo>
                  <a:pt x="70485" y="84487"/>
                </a:lnTo>
                <a:lnTo>
                  <a:pt x="70485" y="91726"/>
                </a:lnTo>
                <a:lnTo>
                  <a:pt x="77724" y="91726"/>
                </a:lnTo>
                <a:lnTo>
                  <a:pt x="77724" y="84487"/>
                </a:lnTo>
                <a:close/>
                <a:moveTo>
                  <a:pt x="106775" y="84487"/>
                </a:moveTo>
                <a:lnTo>
                  <a:pt x="99536" y="84487"/>
                </a:lnTo>
                <a:lnTo>
                  <a:pt x="99536" y="91726"/>
                </a:lnTo>
                <a:lnTo>
                  <a:pt x="106775" y="91726"/>
                </a:lnTo>
                <a:lnTo>
                  <a:pt x="106775" y="84487"/>
                </a:lnTo>
                <a:close/>
                <a:moveTo>
                  <a:pt x="48673" y="113633"/>
                </a:moveTo>
                <a:lnTo>
                  <a:pt x="41434" y="113633"/>
                </a:lnTo>
                <a:lnTo>
                  <a:pt x="41434" y="120872"/>
                </a:lnTo>
                <a:lnTo>
                  <a:pt x="48673" y="120872"/>
                </a:lnTo>
                <a:lnTo>
                  <a:pt x="48673" y="113633"/>
                </a:lnTo>
                <a:close/>
                <a:moveTo>
                  <a:pt x="77724" y="113633"/>
                </a:moveTo>
                <a:lnTo>
                  <a:pt x="70485" y="113633"/>
                </a:lnTo>
                <a:lnTo>
                  <a:pt x="70485" y="120872"/>
                </a:lnTo>
                <a:lnTo>
                  <a:pt x="77724" y="120872"/>
                </a:lnTo>
                <a:lnTo>
                  <a:pt x="77724" y="113633"/>
                </a:lnTo>
                <a:close/>
                <a:moveTo>
                  <a:pt x="106775" y="113633"/>
                </a:moveTo>
                <a:lnTo>
                  <a:pt x="99536" y="113633"/>
                </a:lnTo>
                <a:lnTo>
                  <a:pt x="99536" y="120872"/>
                </a:lnTo>
                <a:lnTo>
                  <a:pt x="106775" y="120872"/>
                </a:lnTo>
                <a:lnTo>
                  <a:pt x="106775" y="113633"/>
                </a:lnTo>
                <a:close/>
                <a:moveTo>
                  <a:pt x="48673" y="142684"/>
                </a:moveTo>
                <a:lnTo>
                  <a:pt x="41434" y="142684"/>
                </a:lnTo>
                <a:lnTo>
                  <a:pt x="41434" y="149923"/>
                </a:lnTo>
                <a:lnTo>
                  <a:pt x="48673" y="149923"/>
                </a:lnTo>
                <a:lnTo>
                  <a:pt x="48673" y="142684"/>
                </a:lnTo>
                <a:close/>
                <a:moveTo>
                  <a:pt x="77724" y="142684"/>
                </a:moveTo>
                <a:lnTo>
                  <a:pt x="70485" y="142684"/>
                </a:lnTo>
                <a:lnTo>
                  <a:pt x="70485" y="149923"/>
                </a:lnTo>
                <a:lnTo>
                  <a:pt x="77724" y="149923"/>
                </a:lnTo>
                <a:lnTo>
                  <a:pt x="77724" y="142684"/>
                </a:lnTo>
                <a:close/>
                <a:moveTo>
                  <a:pt x="106775" y="142684"/>
                </a:moveTo>
                <a:lnTo>
                  <a:pt x="99536" y="142684"/>
                </a:lnTo>
                <a:lnTo>
                  <a:pt x="99536" y="149923"/>
                </a:lnTo>
                <a:lnTo>
                  <a:pt x="106775" y="149923"/>
                </a:lnTo>
                <a:lnTo>
                  <a:pt x="106775" y="142684"/>
                </a:lnTo>
                <a:close/>
                <a:moveTo>
                  <a:pt x="48673" y="171736"/>
                </a:moveTo>
                <a:lnTo>
                  <a:pt x="41434" y="171736"/>
                </a:lnTo>
                <a:lnTo>
                  <a:pt x="41434" y="178975"/>
                </a:lnTo>
                <a:lnTo>
                  <a:pt x="48673" y="178975"/>
                </a:lnTo>
                <a:lnTo>
                  <a:pt x="48673" y="171736"/>
                </a:lnTo>
                <a:close/>
                <a:moveTo>
                  <a:pt x="77724" y="171736"/>
                </a:moveTo>
                <a:lnTo>
                  <a:pt x="70485" y="171736"/>
                </a:lnTo>
                <a:lnTo>
                  <a:pt x="70485" y="178975"/>
                </a:lnTo>
                <a:lnTo>
                  <a:pt x="77724" y="178975"/>
                </a:lnTo>
                <a:lnTo>
                  <a:pt x="77724" y="171736"/>
                </a:lnTo>
                <a:close/>
                <a:moveTo>
                  <a:pt x="106775" y="171736"/>
                </a:moveTo>
                <a:lnTo>
                  <a:pt x="99536" y="171736"/>
                </a:lnTo>
                <a:lnTo>
                  <a:pt x="99536" y="178975"/>
                </a:lnTo>
                <a:lnTo>
                  <a:pt x="106775" y="178975"/>
                </a:lnTo>
                <a:lnTo>
                  <a:pt x="106775" y="171736"/>
                </a:lnTo>
                <a:close/>
                <a:moveTo>
                  <a:pt x="48673" y="200787"/>
                </a:moveTo>
                <a:lnTo>
                  <a:pt x="41434" y="200787"/>
                </a:lnTo>
                <a:lnTo>
                  <a:pt x="41434" y="208026"/>
                </a:lnTo>
                <a:lnTo>
                  <a:pt x="48673" y="208026"/>
                </a:lnTo>
                <a:lnTo>
                  <a:pt x="48673" y="200787"/>
                </a:lnTo>
                <a:close/>
                <a:moveTo>
                  <a:pt x="77724" y="200787"/>
                </a:moveTo>
                <a:lnTo>
                  <a:pt x="70485" y="200787"/>
                </a:lnTo>
                <a:lnTo>
                  <a:pt x="70485" y="208026"/>
                </a:lnTo>
                <a:lnTo>
                  <a:pt x="77724" y="208026"/>
                </a:lnTo>
                <a:lnTo>
                  <a:pt x="77724" y="200787"/>
                </a:lnTo>
                <a:close/>
                <a:moveTo>
                  <a:pt x="106775" y="200787"/>
                </a:moveTo>
                <a:lnTo>
                  <a:pt x="99536" y="200787"/>
                </a:lnTo>
                <a:lnTo>
                  <a:pt x="99536" y="208026"/>
                </a:lnTo>
                <a:lnTo>
                  <a:pt x="106775" y="208026"/>
                </a:lnTo>
                <a:lnTo>
                  <a:pt x="106775" y="200787"/>
                </a:lnTo>
                <a:close/>
                <a:moveTo>
                  <a:pt x="41434" y="237173"/>
                </a:moveTo>
                <a:lnTo>
                  <a:pt x="48673" y="237173"/>
                </a:lnTo>
                <a:lnTo>
                  <a:pt x="48673" y="229934"/>
                </a:lnTo>
                <a:lnTo>
                  <a:pt x="41434" y="229934"/>
                </a:lnTo>
                <a:lnTo>
                  <a:pt x="41434" y="237173"/>
                </a:lnTo>
                <a:close/>
                <a:moveTo>
                  <a:pt x="70485" y="237173"/>
                </a:moveTo>
                <a:lnTo>
                  <a:pt x="77724" y="237173"/>
                </a:lnTo>
                <a:lnTo>
                  <a:pt x="77724" y="229934"/>
                </a:lnTo>
                <a:lnTo>
                  <a:pt x="70485" y="229934"/>
                </a:lnTo>
                <a:lnTo>
                  <a:pt x="70485" y="237173"/>
                </a:lnTo>
                <a:close/>
                <a:moveTo>
                  <a:pt x="99536" y="237173"/>
                </a:moveTo>
                <a:lnTo>
                  <a:pt x="106775" y="237173"/>
                </a:lnTo>
                <a:lnTo>
                  <a:pt x="106775" y="229934"/>
                </a:lnTo>
                <a:lnTo>
                  <a:pt x="99536" y="229934"/>
                </a:lnTo>
                <a:lnTo>
                  <a:pt x="99536" y="237173"/>
                </a:lnTo>
                <a:close/>
                <a:moveTo>
                  <a:pt x="150400" y="156496"/>
                </a:moveTo>
                <a:lnTo>
                  <a:pt x="208693" y="156496"/>
                </a:lnTo>
                <a:lnTo>
                  <a:pt x="208693" y="146971"/>
                </a:lnTo>
                <a:lnTo>
                  <a:pt x="150400" y="146971"/>
                </a:lnTo>
                <a:lnTo>
                  <a:pt x="150400" y="156496"/>
                </a:lnTo>
                <a:close/>
                <a:moveTo>
                  <a:pt x="150400" y="243745"/>
                </a:moveTo>
                <a:lnTo>
                  <a:pt x="208693" y="243745"/>
                </a:lnTo>
                <a:lnTo>
                  <a:pt x="208693" y="234220"/>
                </a:lnTo>
                <a:lnTo>
                  <a:pt x="150400" y="234220"/>
                </a:lnTo>
                <a:lnTo>
                  <a:pt x="150400" y="243745"/>
                </a:lnTo>
                <a:close/>
                <a:moveTo>
                  <a:pt x="150114" y="214598"/>
                </a:moveTo>
                <a:lnTo>
                  <a:pt x="208407" y="214598"/>
                </a:lnTo>
                <a:lnTo>
                  <a:pt x="208407" y="205073"/>
                </a:lnTo>
                <a:lnTo>
                  <a:pt x="150114" y="205073"/>
                </a:lnTo>
                <a:lnTo>
                  <a:pt x="150114" y="214598"/>
                </a:lnTo>
                <a:close/>
                <a:moveTo>
                  <a:pt x="150686" y="185547"/>
                </a:moveTo>
                <a:lnTo>
                  <a:pt x="208979" y="185547"/>
                </a:lnTo>
                <a:lnTo>
                  <a:pt x="208979" y="176022"/>
                </a:lnTo>
                <a:lnTo>
                  <a:pt x="150686" y="176022"/>
                </a:lnTo>
                <a:lnTo>
                  <a:pt x="150686" y="185547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88" name="Freeform: Shape 787">
            <a:extLst>
              <a:ext uri="{FF2B5EF4-FFF2-40B4-BE49-F238E27FC236}">
                <a16:creationId xmlns:a16="http://schemas.microsoft.com/office/drawing/2014/main" id="{DD371D27-0C13-4F36-9CB2-18F19AE75714}"/>
              </a:ext>
            </a:extLst>
          </p:cNvPr>
          <p:cNvSpPr/>
          <p:nvPr/>
        </p:nvSpPr>
        <p:spPr>
          <a:xfrm>
            <a:off x="7091959" y="3776159"/>
            <a:ext cx="128799" cy="285845"/>
          </a:xfrm>
          <a:custGeom>
            <a:avLst/>
            <a:gdLst>
              <a:gd name="connsiteX0" fmla="*/ 67410 w 128799"/>
              <a:gd name="connsiteY0" fmla="*/ 70675 h 285845"/>
              <a:gd name="connsiteX1" fmla="*/ 67410 w 128799"/>
              <a:gd name="connsiteY1" fmla="*/ 70295 h 285845"/>
              <a:gd name="connsiteX2" fmla="*/ 67410 w 128799"/>
              <a:gd name="connsiteY2" fmla="*/ 70295 h 285845"/>
              <a:gd name="connsiteX3" fmla="*/ 52551 w 128799"/>
              <a:gd name="connsiteY3" fmla="*/ 40386 h 285845"/>
              <a:gd name="connsiteX4" fmla="*/ 43502 w 128799"/>
              <a:gd name="connsiteY4" fmla="*/ 22288 h 285845"/>
              <a:gd name="connsiteX5" fmla="*/ 71410 w 128799"/>
              <a:gd name="connsiteY5" fmla="*/ 14573 h 285845"/>
              <a:gd name="connsiteX6" fmla="*/ 99414 w 128799"/>
              <a:gd name="connsiteY6" fmla="*/ 10001 h 285845"/>
              <a:gd name="connsiteX7" fmla="*/ 103128 w 128799"/>
              <a:gd name="connsiteY7" fmla="*/ 0 h 285845"/>
              <a:gd name="connsiteX8" fmla="*/ 93603 w 128799"/>
              <a:gd name="connsiteY8" fmla="*/ 191 h 285845"/>
              <a:gd name="connsiteX9" fmla="*/ 92746 w 128799"/>
              <a:gd name="connsiteY9" fmla="*/ 3143 h 285845"/>
              <a:gd name="connsiteX10" fmla="*/ 71886 w 128799"/>
              <a:gd name="connsiteY10" fmla="*/ 5048 h 285845"/>
              <a:gd name="connsiteX11" fmla="*/ 34072 w 128799"/>
              <a:gd name="connsiteY11" fmla="*/ 20955 h 285845"/>
              <a:gd name="connsiteX12" fmla="*/ 45883 w 128799"/>
              <a:gd name="connsiteY12" fmla="*/ 47244 h 285845"/>
              <a:gd name="connsiteX13" fmla="*/ 57885 w 128799"/>
              <a:gd name="connsiteY13" fmla="*/ 70485 h 285845"/>
              <a:gd name="connsiteX14" fmla="*/ 57885 w 128799"/>
              <a:gd name="connsiteY14" fmla="*/ 70580 h 285845"/>
              <a:gd name="connsiteX15" fmla="*/ 57885 w 128799"/>
              <a:gd name="connsiteY15" fmla="*/ 70771 h 285845"/>
              <a:gd name="connsiteX16" fmla="*/ 163 w 128799"/>
              <a:gd name="connsiteY16" fmla="*/ 189452 h 285845"/>
              <a:gd name="connsiteX17" fmla="*/ 63123 w 128799"/>
              <a:gd name="connsiteY17" fmla="*/ 285845 h 285845"/>
              <a:gd name="connsiteX18" fmla="*/ 64266 w 128799"/>
              <a:gd name="connsiteY18" fmla="*/ 285845 h 285845"/>
              <a:gd name="connsiteX19" fmla="*/ 128560 w 128799"/>
              <a:gd name="connsiteY19" fmla="*/ 184595 h 285845"/>
              <a:gd name="connsiteX20" fmla="*/ 67410 w 128799"/>
              <a:gd name="connsiteY20" fmla="*/ 70675 h 285845"/>
              <a:gd name="connsiteX21" fmla="*/ 104367 w 128799"/>
              <a:gd name="connsiteY21" fmla="*/ 93154 h 285845"/>
              <a:gd name="connsiteX22" fmla="*/ 119321 w 128799"/>
              <a:gd name="connsiteY22" fmla="*/ 157639 h 285845"/>
              <a:gd name="connsiteX23" fmla="*/ 67791 w 128799"/>
              <a:gd name="connsiteY23" fmla="*/ 157639 h 285845"/>
              <a:gd name="connsiteX24" fmla="*/ 67600 w 128799"/>
              <a:gd name="connsiteY24" fmla="*/ 145733 h 285845"/>
              <a:gd name="connsiteX25" fmla="*/ 77887 w 128799"/>
              <a:gd name="connsiteY25" fmla="*/ 115157 h 285845"/>
              <a:gd name="connsiteX26" fmla="*/ 77887 w 128799"/>
              <a:gd name="connsiteY26" fmla="*/ 114491 h 285845"/>
              <a:gd name="connsiteX27" fmla="*/ 77887 w 128799"/>
              <a:gd name="connsiteY27" fmla="*/ 113157 h 285845"/>
              <a:gd name="connsiteX28" fmla="*/ 72267 w 128799"/>
              <a:gd name="connsiteY28" fmla="*/ 85630 h 285845"/>
              <a:gd name="connsiteX29" fmla="*/ 67886 w 128799"/>
              <a:gd name="connsiteY29" fmla="*/ 82963 h 285845"/>
              <a:gd name="connsiteX30" fmla="*/ 67791 w 128799"/>
              <a:gd name="connsiteY30" fmla="*/ 80296 h 285845"/>
              <a:gd name="connsiteX31" fmla="*/ 104367 w 128799"/>
              <a:gd name="connsiteY31" fmla="*/ 93154 h 285845"/>
              <a:gd name="connsiteX32" fmla="*/ 62933 w 128799"/>
              <a:gd name="connsiteY32" fmla="*/ 91726 h 285845"/>
              <a:gd name="connsiteX33" fmla="*/ 63314 w 128799"/>
              <a:gd name="connsiteY33" fmla="*/ 91726 h 285845"/>
              <a:gd name="connsiteX34" fmla="*/ 65600 w 128799"/>
              <a:gd name="connsiteY34" fmla="*/ 92392 h 285845"/>
              <a:gd name="connsiteX35" fmla="*/ 68267 w 128799"/>
              <a:gd name="connsiteY35" fmla="*/ 112967 h 285845"/>
              <a:gd name="connsiteX36" fmla="*/ 68267 w 128799"/>
              <a:gd name="connsiteY36" fmla="*/ 114967 h 285845"/>
              <a:gd name="connsiteX37" fmla="*/ 62552 w 128799"/>
              <a:gd name="connsiteY37" fmla="*/ 136874 h 285845"/>
              <a:gd name="connsiteX38" fmla="*/ 60361 w 128799"/>
              <a:gd name="connsiteY38" fmla="*/ 136208 h 285845"/>
              <a:gd name="connsiteX39" fmla="*/ 57218 w 128799"/>
              <a:gd name="connsiteY39" fmla="*/ 114205 h 285845"/>
              <a:gd name="connsiteX40" fmla="*/ 62933 w 128799"/>
              <a:gd name="connsiteY40" fmla="*/ 91726 h 285845"/>
              <a:gd name="connsiteX41" fmla="*/ 26071 w 128799"/>
              <a:gd name="connsiteY41" fmla="*/ 92392 h 285845"/>
              <a:gd name="connsiteX42" fmla="*/ 58170 w 128799"/>
              <a:gd name="connsiteY42" fmla="*/ 80296 h 285845"/>
              <a:gd name="connsiteX43" fmla="*/ 58266 w 128799"/>
              <a:gd name="connsiteY43" fmla="*/ 83058 h 285845"/>
              <a:gd name="connsiteX44" fmla="*/ 47598 w 128799"/>
              <a:gd name="connsiteY44" fmla="*/ 114395 h 285845"/>
              <a:gd name="connsiteX45" fmla="*/ 53694 w 128799"/>
              <a:gd name="connsiteY45" fmla="*/ 143256 h 285845"/>
              <a:gd name="connsiteX46" fmla="*/ 57980 w 128799"/>
              <a:gd name="connsiteY46" fmla="*/ 145828 h 285845"/>
              <a:gd name="connsiteX47" fmla="*/ 58170 w 128799"/>
              <a:gd name="connsiteY47" fmla="*/ 157639 h 285845"/>
              <a:gd name="connsiteX48" fmla="*/ 9498 w 128799"/>
              <a:gd name="connsiteY48" fmla="*/ 157639 h 285845"/>
              <a:gd name="connsiteX49" fmla="*/ 26071 w 128799"/>
              <a:gd name="connsiteY49" fmla="*/ 92392 h 285845"/>
              <a:gd name="connsiteX50" fmla="*/ 118940 w 128799"/>
              <a:gd name="connsiteY50" fmla="*/ 188785 h 285845"/>
              <a:gd name="connsiteX51" fmla="*/ 111796 w 128799"/>
              <a:gd name="connsiteY51" fmla="*/ 252508 h 285845"/>
              <a:gd name="connsiteX52" fmla="*/ 64171 w 128799"/>
              <a:gd name="connsiteY52" fmla="*/ 276416 h 285845"/>
              <a:gd name="connsiteX53" fmla="*/ 63123 w 128799"/>
              <a:gd name="connsiteY53" fmla="*/ 276416 h 285845"/>
              <a:gd name="connsiteX54" fmla="*/ 9688 w 128799"/>
              <a:gd name="connsiteY54" fmla="*/ 189547 h 285845"/>
              <a:gd name="connsiteX55" fmla="*/ 9593 w 128799"/>
              <a:gd name="connsiteY55" fmla="*/ 176593 h 285845"/>
              <a:gd name="connsiteX56" fmla="*/ 9498 w 128799"/>
              <a:gd name="connsiteY56" fmla="*/ 167164 h 285845"/>
              <a:gd name="connsiteX57" fmla="*/ 119130 w 128799"/>
              <a:gd name="connsiteY57" fmla="*/ 167164 h 285845"/>
              <a:gd name="connsiteX58" fmla="*/ 119130 w 128799"/>
              <a:gd name="connsiteY58" fmla="*/ 169545 h 285845"/>
              <a:gd name="connsiteX59" fmla="*/ 118940 w 128799"/>
              <a:gd name="connsiteY59" fmla="*/ 184690 h 285845"/>
              <a:gd name="connsiteX60" fmla="*/ 118940 w 128799"/>
              <a:gd name="connsiteY60" fmla="*/ 188785 h 285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128799" h="285845">
                <a:moveTo>
                  <a:pt x="67410" y="70675"/>
                </a:moveTo>
                <a:lnTo>
                  <a:pt x="67410" y="70295"/>
                </a:lnTo>
                <a:lnTo>
                  <a:pt x="67410" y="70295"/>
                </a:lnTo>
                <a:cubicBezTo>
                  <a:pt x="67410" y="54959"/>
                  <a:pt x="59123" y="46863"/>
                  <a:pt x="52551" y="40386"/>
                </a:cubicBezTo>
                <a:cubicBezTo>
                  <a:pt x="46074" y="34004"/>
                  <a:pt x="42359" y="30004"/>
                  <a:pt x="43502" y="22288"/>
                </a:cubicBezTo>
                <a:cubicBezTo>
                  <a:pt x="44740" y="13907"/>
                  <a:pt x="55313" y="13716"/>
                  <a:pt x="71410" y="14573"/>
                </a:cubicBezTo>
                <a:cubicBezTo>
                  <a:pt x="82745" y="15145"/>
                  <a:pt x="93603" y="15716"/>
                  <a:pt x="99414" y="10001"/>
                </a:cubicBezTo>
                <a:cubicBezTo>
                  <a:pt x="101985" y="7525"/>
                  <a:pt x="103224" y="4096"/>
                  <a:pt x="103128" y="0"/>
                </a:cubicBezTo>
                <a:lnTo>
                  <a:pt x="93603" y="191"/>
                </a:lnTo>
                <a:cubicBezTo>
                  <a:pt x="93603" y="2191"/>
                  <a:pt x="93032" y="2858"/>
                  <a:pt x="92746" y="3143"/>
                </a:cubicBezTo>
                <a:cubicBezTo>
                  <a:pt x="89889" y="5905"/>
                  <a:pt x="79887" y="5429"/>
                  <a:pt x="71886" y="5048"/>
                </a:cubicBezTo>
                <a:cubicBezTo>
                  <a:pt x="56265" y="4286"/>
                  <a:pt x="36644" y="3334"/>
                  <a:pt x="34072" y="20955"/>
                </a:cubicBezTo>
                <a:cubicBezTo>
                  <a:pt x="32262" y="33814"/>
                  <a:pt x="39501" y="40958"/>
                  <a:pt x="45883" y="47244"/>
                </a:cubicBezTo>
                <a:cubicBezTo>
                  <a:pt x="52074" y="53340"/>
                  <a:pt x="57885" y="59055"/>
                  <a:pt x="57885" y="70485"/>
                </a:cubicBezTo>
                <a:lnTo>
                  <a:pt x="57885" y="70580"/>
                </a:lnTo>
                <a:lnTo>
                  <a:pt x="57885" y="70771"/>
                </a:lnTo>
                <a:cubicBezTo>
                  <a:pt x="-6028" y="74104"/>
                  <a:pt x="163" y="138208"/>
                  <a:pt x="163" y="189452"/>
                </a:cubicBezTo>
                <a:cubicBezTo>
                  <a:pt x="163" y="242125"/>
                  <a:pt x="-27" y="285369"/>
                  <a:pt x="63123" y="285845"/>
                </a:cubicBezTo>
                <a:cubicBezTo>
                  <a:pt x="63504" y="285845"/>
                  <a:pt x="63885" y="285845"/>
                  <a:pt x="64266" y="285845"/>
                </a:cubicBezTo>
                <a:cubicBezTo>
                  <a:pt x="130370" y="285845"/>
                  <a:pt x="128560" y="236887"/>
                  <a:pt x="128560" y="184595"/>
                </a:cubicBezTo>
                <a:cubicBezTo>
                  <a:pt x="128465" y="133159"/>
                  <a:pt x="136466" y="73247"/>
                  <a:pt x="67410" y="70675"/>
                </a:cubicBezTo>
                <a:close/>
                <a:moveTo>
                  <a:pt x="104367" y="93154"/>
                </a:moveTo>
                <a:cubicBezTo>
                  <a:pt x="117987" y="106966"/>
                  <a:pt x="119416" y="131826"/>
                  <a:pt x="119321" y="157639"/>
                </a:cubicBezTo>
                <a:lnTo>
                  <a:pt x="67791" y="157639"/>
                </a:lnTo>
                <a:lnTo>
                  <a:pt x="67600" y="145733"/>
                </a:lnTo>
                <a:cubicBezTo>
                  <a:pt x="77792" y="142304"/>
                  <a:pt x="77887" y="128492"/>
                  <a:pt x="77887" y="115157"/>
                </a:cubicBezTo>
                <a:lnTo>
                  <a:pt x="77887" y="114491"/>
                </a:lnTo>
                <a:lnTo>
                  <a:pt x="77887" y="113157"/>
                </a:lnTo>
                <a:cubicBezTo>
                  <a:pt x="77887" y="101251"/>
                  <a:pt x="77887" y="91059"/>
                  <a:pt x="72267" y="85630"/>
                </a:cubicBezTo>
                <a:cubicBezTo>
                  <a:pt x="71029" y="84392"/>
                  <a:pt x="69505" y="83534"/>
                  <a:pt x="67886" y="82963"/>
                </a:cubicBezTo>
                <a:lnTo>
                  <a:pt x="67791" y="80296"/>
                </a:lnTo>
                <a:cubicBezTo>
                  <a:pt x="84174" y="80963"/>
                  <a:pt x="96366" y="85058"/>
                  <a:pt x="104367" y="93154"/>
                </a:cubicBezTo>
                <a:close/>
                <a:moveTo>
                  <a:pt x="62933" y="91726"/>
                </a:moveTo>
                <a:cubicBezTo>
                  <a:pt x="63028" y="91726"/>
                  <a:pt x="63219" y="91726"/>
                  <a:pt x="63314" y="91726"/>
                </a:cubicBezTo>
                <a:cubicBezTo>
                  <a:pt x="64838" y="91726"/>
                  <a:pt x="65409" y="92202"/>
                  <a:pt x="65600" y="92392"/>
                </a:cubicBezTo>
                <a:cubicBezTo>
                  <a:pt x="68267" y="94964"/>
                  <a:pt x="68267" y="104489"/>
                  <a:pt x="68267" y="112967"/>
                </a:cubicBezTo>
                <a:lnTo>
                  <a:pt x="68267" y="114967"/>
                </a:lnTo>
                <a:cubicBezTo>
                  <a:pt x="68267" y="131540"/>
                  <a:pt x="67505" y="136684"/>
                  <a:pt x="62552" y="136874"/>
                </a:cubicBezTo>
                <a:cubicBezTo>
                  <a:pt x="61314" y="136874"/>
                  <a:pt x="60742" y="136588"/>
                  <a:pt x="60361" y="136208"/>
                </a:cubicBezTo>
                <a:cubicBezTo>
                  <a:pt x="57218" y="133159"/>
                  <a:pt x="57218" y="120872"/>
                  <a:pt x="57218" y="114205"/>
                </a:cubicBezTo>
                <a:cubicBezTo>
                  <a:pt x="57123" y="97631"/>
                  <a:pt x="57885" y="92012"/>
                  <a:pt x="62933" y="91726"/>
                </a:cubicBezTo>
                <a:close/>
                <a:moveTo>
                  <a:pt x="26071" y="92392"/>
                </a:moveTo>
                <a:cubicBezTo>
                  <a:pt x="33501" y="84963"/>
                  <a:pt x="44169" y="81058"/>
                  <a:pt x="58170" y="80296"/>
                </a:cubicBezTo>
                <a:lnTo>
                  <a:pt x="58266" y="83058"/>
                </a:lnTo>
                <a:cubicBezTo>
                  <a:pt x="47693" y="86487"/>
                  <a:pt x="47598" y="100584"/>
                  <a:pt x="47598" y="114395"/>
                </a:cubicBezTo>
                <a:cubicBezTo>
                  <a:pt x="47598" y="126968"/>
                  <a:pt x="48074" y="137827"/>
                  <a:pt x="53694" y="143256"/>
                </a:cubicBezTo>
                <a:cubicBezTo>
                  <a:pt x="54932" y="144399"/>
                  <a:pt x="56361" y="145256"/>
                  <a:pt x="57980" y="145828"/>
                </a:cubicBezTo>
                <a:lnTo>
                  <a:pt x="58170" y="157639"/>
                </a:lnTo>
                <a:lnTo>
                  <a:pt x="9498" y="157639"/>
                </a:lnTo>
                <a:cubicBezTo>
                  <a:pt x="9878" y="131826"/>
                  <a:pt x="12355" y="106299"/>
                  <a:pt x="26071" y="92392"/>
                </a:cubicBezTo>
                <a:close/>
                <a:moveTo>
                  <a:pt x="118940" y="188785"/>
                </a:moveTo>
                <a:cubicBezTo>
                  <a:pt x="118940" y="213265"/>
                  <a:pt x="118940" y="236410"/>
                  <a:pt x="111796" y="252508"/>
                </a:cubicBezTo>
                <a:cubicBezTo>
                  <a:pt x="106843" y="263652"/>
                  <a:pt x="96937" y="276416"/>
                  <a:pt x="64171" y="276416"/>
                </a:cubicBezTo>
                <a:lnTo>
                  <a:pt x="63123" y="276416"/>
                </a:lnTo>
                <a:cubicBezTo>
                  <a:pt x="11879" y="276034"/>
                  <a:pt x="9688" y="248031"/>
                  <a:pt x="9688" y="189547"/>
                </a:cubicBezTo>
                <a:cubicBezTo>
                  <a:pt x="9688" y="185261"/>
                  <a:pt x="9688" y="180975"/>
                  <a:pt x="9593" y="176593"/>
                </a:cubicBezTo>
                <a:cubicBezTo>
                  <a:pt x="9593" y="173450"/>
                  <a:pt x="9498" y="170307"/>
                  <a:pt x="9498" y="167164"/>
                </a:cubicBezTo>
                <a:lnTo>
                  <a:pt x="119130" y="167164"/>
                </a:lnTo>
                <a:cubicBezTo>
                  <a:pt x="119130" y="167926"/>
                  <a:pt x="119130" y="168783"/>
                  <a:pt x="119130" y="169545"/>
                </a:cubicBezTo>
                <a:cubicBezTo>
                  <a:pt x="119035" y="174593"/>
                  <a:pt x="118940" y="179642"/>
                  <a:pt x="118940" y="184690"/>
                </a:cubicBezTo>
                <a:lnTo>
                  <a:pt x="118940" y="188785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89" name="Freeform: Shape 788">
            <a:extLst>
              <a:ext uri="{FF2B5EF4-FFF2-40B4-BE49-F238E27FC236}">
                <a16:creationId xmlns:a16="http://schemas.microsoft.com/office/drawing/2014/main" id="{8ABC38BD-7470-4834-B088-B826F0FE7868}"/>
              </a:ext>
            </a:extLst>
          </p:cNvPr>
          <p:cNvSpPr/>
          <p:nvPr/>
        </p:nvSpPr>
        <p:spPr>
          <a:xfrm>
            <a:off x="11245850" y="3804639"/>
            <a:ext cx="163544" cy="228600"/>
          </a:xfrm>
          <a:custGeom>
            <a:avLst/>
            <a:gdLst>
              <a:gd name="connsiteX0" fmla="*/ 16574 w 163544"/>
              <a:gd name="connsiteY0" fmla="*/ 174403 h 228600"/>
              <a:gd name="connsiteX1" fmla="*/ 148114 w 163544"/>
              <a:gd name="connsiteY1" fmla="*/ 174403 h 228600"/>
              <a:gd name="connsiteX2" fmla="*/ 148114 w 163544"/>
              <a:gd name="connsiteY2" fmla="*/ 163449 h 228600"/>
              <a:gd name="connsiteX3" fmla="*/ 16574 w 163544"/>
              <a:gd name="connsiteY3" fmla="*/ 163449 h 228600"/>
              <a:gd name="connsiteX4" fmla="*/ 16574 w 163544"/>
              <a:gd name="connsiteY4" fmla="*/ 174403 h 228600"/>
              <a:gd name="connsiteX5" fmla="*/ 16574 w 163544"/>
              <a:gd name="connsiteY5" fmla="*/ 158210 h 228600"/>
              <a:gd name="connsiteX6" fmla="*/ 148114 w 163544"/>
              <a:gd name="connsiteY6" fmla="*/ 158210 h 228600"/>
              <a:gd name="connsiteX7" fmla="*/ 148114 w 163544"/>
              <a:gd name="connsiteY7" fmla="*/ 147256 h 228600"/>
              <a:gd name="connsiteX8" fmla="*/ 16574 w 163544"/>
              <a:gd name="connsiteY8" fmla="*/ 147256 h 228600"/>
              <a:gd name="connsiteX9" fmla="*/ 16574 w 163544"/>
              <a:gd name="connsiteY9" fmla="*/ 158210 h 228600"/>
              <a:gd name="connsiteX10" fmla="*/ 16574 w 163544"/>
              <a:gd name="connsiteY10" fmla="*/ 142113 h 228600"/>
              <a:gd name="connsiteX11" fmla="*/ 148114 w 163544"/>
              <a:gd name="connsiteY11" fmla="*/ 142113 h 228600"/>
              <a:gd name="connsiteX12" fmla="*/ 148114 w 163544"/>
              <a:gd name="connsiteY12" fmla="*/ 131159 h 228600"/>
              <a:gd name="connsiteX13" fmla="*/ 16574 w 163544"/>
              <a:gd name="connsiteY13" fmla="*/ 131159 h 228600"/>
              <a:gd name="connsiteX14" fmla="*/ 16574 w 163544"/>
              <a:gd name="connsiteY14" fmla="*/ 142113 h 228600"/>
              <a:gd name="connsiteX15" fmla="*/ 16574 w 163544"/>
              <a:gd name="connsiteY15" fmla="*/ 125921 h 228600"/>
              <a:gd name="connsiteX16" fmla="*/ 148114 w 163544"/>
              <a:gd name="connsiteY16" fmla="*/ 125921 h 228600"/>
              <a:gd name="connsiteX17" fmla="*/ 148114 w 163544"/>
              <a:gd name="connsiteY17" fmla="*/ 114967 h 228600"/>
              <a:gd name="connsiteX18" fmla="*/ 16574 w 163544"/>
              <a:gd name="connsiteY18" fmla="*/ 114967 h 228600"/>
              <a:gd name="connsiteX19" fmla="*/ 16574 w 163544"/>
              <a:gd name="connsiteY19" fmla="*/ 125921 h 228600"/>
              <a:gd name="connsiteX20" fmla="*/ 16574 w 163544"/>
              <a:gd name="connsiteY20" fmla="*/ 109823 h 228600"/>
              <a:gd name="connsiteX21" fmla="*/ 148114 w 163544"/>
              <a:gd name="connsiteY21" fmla="*/ 109823 h 228600"/>
              <a:gd name="connsiteX22" fmla="*/ 148114 w 163544"/>
              <a:gd name="connsiteY22" fmla="*/ 98869 h 228600"/>
              <a:gd name="connsiteX23" fmla="*/ 16574 w 163544"/>
              <a:gd name="connsiteY23" fmla="*/ 98869 h 228600"/>
              <a:gd name="connsiteX24" fmla="*/ 16574 w 163544"/>
              <a:gd name="connsiteY24" fmla="*/ 109823 h 228600"/>
              <a:gd name="connsiteX25" fmla="*/ 16574 w 163544"/>
              <a:gd name="connsiteY25" fmla="*/ 93631 h 228600"/>
              <a:gd name="connsiteX26" fmla="*/ 148114 w 163544"/>
              <a:gd name="connsiteY26" fmla="*/ 93631 h 228600"/>
              <a:gd name="connsiteX27" fmla="*/ 148114 w 163544"/>
              <a:gd name="connsiteY27" fmla="*/ 82677 h 228600"/>
              <a:gd name="connsiteX28" fmla="*/ 16574 w 163544"/>
              <a:gd name="connsiteY28" fmla="*/ 82677 h 228600"/>
              <a:gd name="connsiteX29" fmla="*/ 16574 w 163544"/>
              <a:gd name="connsiteY29" fmla="*/ 93631 h 228600"/>
              <a:gd name="connsiteX30" fmla="*/ 70485 w 163544"/>
              <a:gd name="connsiteY30" fmla="*/ 37338 h 228600"/>
              <a:gd name="connsiteX31" fmla="*/ 16574 w 163544"/>
              <a:gd name="connsiteY31" fmla="*/ 37338 h 228600"/>
              <a:gd name="connsiteX32" fmla="*/ 16574 w 163544"/>
              <a:gd name="connsiteY32" fmla="*/ 48292 h 228600"/>
              <a:gd name="connsiteX33" fmla="*/ 70485 w 163544"/>
              <a:gd name="connsiteY33" fmla="*/ 48292 h 228600"/>
              <a:gd name="connsiteX34" fmla="*/ 70485 w 163544"/>
              <a:gd name="connsiteY34" fmla="*/ 37338 h 228600"/>
              <a:gd name="connsiteX35" fmla="*/ 70485 w 163544"/>
              <a:gd name="connsiteY35" fmla="*/ 23717 h 228600"/>
              <a:gd name="connsiteX36" fmla="*/ 16574 w 163544"/>
              <a:gd name="connsiteY36" fmla="*/ 23717 h 228600"/>
              <a:gd name="connsiteX37" fmla="*/ 16574 w 163544"/>
              <a:gd name="connsiteY37" fmla="*/ 34671 h 228600"/>
              <a:gd name="connsiteX38" fmla="*/ 70485 w 163544"/>
              <a:gd name="connsiteY38" fmla="*/ 34671 h 228600"/>
              <a:gd name="connsiteX39" fmla="*/ 70485 w 163544"/>
              <a:gd name="connsiteY39" fmla="*/ 23717 h 228600"/>
              <a:gd name="connsiteX40" fmla="*/ 104489 w 163544"/>
              <a:gd name="connsiteY40" fmla="*/ 201454 h 228600"/>
              <a:gd name="connsiteX41" fmla="*/ 148209 w 163544"/>
              <a:gd name="connsiteY41" fmla="*/ 201454 h 228600"/>
              <a:gd name="connsiteX42" fmla="*/ 148209 w 163544"/>
              <a:gd name="connsiteY42" fmla="*/ 190500 h 228600"/>
              <a:gd name="connsiteX43" fmla="*/ 104489 w 163544"/>
              <a:gd name="connsiteY43" fmla="*/ 190500 h 228600"/>
              <a:gd name="connsiteX44" fmla="*/ 104489 w 163544"/>
              <a:gd name="connsiteY44" fmla="*/ 201454 h 228600"/>
              <a:gd name="connsiteX45" fmla="*/ 158877 w 163544"/>
              <a:gd name="connsiteY45" fmla="*/ 44767 h 228600"/>
              <a:gd name="connsiteX46" fmla="*/ 158877 w 163544"/>
              <a:gd name="connsiteY46" fmla="*/ 44196 h 228600"/>
              <a:gd name="connsiteX47" fmla="*/ 158210 w 163544"/>
              <a:gd name="connsiteY47" fmla="*/ 44196 h 228600"/>
              <a:gd name="connsiteX48" fmla="*/ 113919 w 163544"/>
              <a:gd name="connsiteY48" fmla="*/ 4286 h 228600"/>
              <a:gd name="connsiteX49" fmla="*/ 113919 w 163544"/>
              <a:gd name="connsiteY49" fmla="*/ 4286 h 228600"/>
              <a:gd name="connsiteX50" fmla="*/ 113919 w 163544"/>
              <a:gd name="connsiteY50" fmla="*/ 4286 h 228600"/>
              <a:gd name="connsiteX51" fmla="*/ 109157 w 163544"/>
              <a:gd name="connsiteY51" fmla="*/ 0 h 228600"/>
              <a:gd name="connsiteX52" fmla="*/ 0 w 163544"/>
              <a:gd name="connsiteY52" fmla="*/ 0 h 228600"/>
              <a:gd name="connsiteX53" fmla="*/ 0 w 163544"/>
              <a:gd name="connsiteY53" fmla="*/ 228600 h 228600"/>
              <a:gd name="connsiteX54" fmla="*/ 163544 w 163544"/>
              <a:gd name="connsiteY54" fmla="*/ 228600 h 228600"/>
              <a:gd name="connsiteX55" fmla="*/ 163544 w 163544"/>
              <a:gd name="connsiteY55" fmla="*/ 49054 h 228600"/>
              <a:gd name="connsiteX56" fmla="*/ 158877 w 163544"/>
              <a:gd name="connsiteY56" fmla="*/ 44767 h 228600"/>
              <a:gd name="connsiteX57" fmla="*/ 114014 w 163544"/>
              <a:gd name="connsiteY57" fmla="*/ 17050 h 228600"/>
              <a:gd name="connsiteX58" fmla="*/ 144018 w 163544"/>
              <a:gd name="connsiteY58" fmla="*/ 44101 h 228600"/>
              <a:gd name="connsiteX59" fmla="*/ 114014 w 163544"/>
              <a:gd name="connsiteY59" fmla="*/ 44101 h 228600"/>
              <a:gd name="connsiteX60" fmla="*/ 114014 w 163544"/>
              <a:gd name="connsiteY60" fmla="*/ 17050 h 228600"/>
              <a:gd name="connsiteX61" fmla="*/ 154019 w 163544"/>
              <a:gd name="connsiteY61" fmla="*/ 218980 h 228600"/>
              <a:gd name="connsiteX62" fmla="*/ 9525 w 163544"/>
              <a:gd name="connsiteY62" fmla="*/ 218980 h 228600"/>
              <a:gd name="connsiteX63" fmla="*/ 9525 w 163544"/>
              <a:gd name="connsiteY63" fmla="*/ 9525 h 228600"/>
              <a:gd name="connsiteX64" fmla="*/ 104489 w 163544"/>
              <a:gd name="connsiteY64" fmla="*/ 9525 h 228600"/>
              <a:gd name="connsiteX65" fmla="*/ 104489 w 163544"/>
              <a:gd name="connsiteY65" fmla="*/ 53721 h 228600"/>
              <a:gd name="connsiteX66" fmla="*/ 154019 w 163544"/>
              <a:gd name="connsiteY66" fmla="*/ 53721 h 228600"/>
              <a:gd name="connsiteX67" fmla="*/ 154019 w 163544"/>
              <a:gd name="connsiteY67" fmla="*/ 218980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</a:cxnLst>
            <a:rect l="l" t="t" r="r" b="b"/>
            <a:pathLst>
              <a:path w="163544" h="228600">
                <a:moveTo>
                  <a:pt x="16574" y="174403"/>
                </a:moveTo>
                <a:lnTo>
                  <a:pt x="148114" y="174403"/>
                </a:lnTo>
                <a:lnTo>
                  <a:pt x="148114" y="163449"/>
                </a:lnTo>
                <a:lnTo>
                  <a:pt x="16574" y="163449"/>
                </a:lnTo>
                <a:lnTo>
                  <a:pt x="16574" y="174403"/>
                </a:lnTo>
                <a:close/>
                <a:moveTo>
                  <a:pt x="16574" y="158210"/>
                </a:moveTo>
                <a:lnTo>
                  <a:pt x="148114" y="158210"/>
                </a:lnTo>
                <a:lnTo>
                  <a:pt x="148114" y="147256"/>
                </a:lnTo>
                <a:lnTo>
                  <a:pt x="16574" y="147256"/>
                </a:lnTo>
                <a:lnTo>
                  <a:pt x="16574" y="158210"/>
                </a:lnTo>
                <a:close/>
                <a:moveTo>
                  <a:pt x="16574" y="142113"/>
                </a:moveTo>
                <a:lnTo>
                  <a:pt x="148114" y="142113"/>
                </a:lnTo>
                <a:lnTo>
                  <a:pt x="148114" y="131159"/>
                </a:lnTo>
                <a:lnTo>
                  <a:pt x="16574" y="131159"/>
                </a:lnTo>
                <a:lnTo>
                  <a:pt x="16574" y="142113"/>
                </a:lnTo>
                <a:close/>
                <a:moveTo>
                  <a:pt x="16574" y="125921"/>
                </a:moveTo>
                <a:lnTo>
                  <a:pt x="148114" y="125921"/>
                </a:lnTo>
                <a:lnTo>
                  <a:pt x="148114" y="114967"/>
                </a:lnTo>
                <a:lnTo>
                  <a:pt x="16574" y="114967"/>
                </a:lnTo>
                <a:lnTo>
                  <a:pt x="16574" y="125921"/>
                </a:lnTo>
                <a:close/>
                <a:moveTo>
                  <a:pt x="16574" y="109823"/>
                </a:moveTo>
                <a:lnTo>
                  <a:pt x="148114" y="109823"/>
                </a:lnTo>
                <a:lnTo>
                  <a:pt x="148114" y="98869"/>
                </a:lnTo>
                <a:lnTo>
                  <a:pt x="16574" y="98869"/>
                </a:lnTo>
                <a:lnTo>
                  <a:pt x="16574" y="109823"/>
                </a:lnTo>
                <a:close/>
                <a:moveTo>
                  <a:pt x="16574" y="93631"/>
                </a:moveTo>
                <a:lnTo>
                  <a:pt x="148114" y="93631"/>
                </a:lnTo>
                <a:lnTo>
                  <a:pt x="148114" y="82677"/>
                </a:lnTo>
                <a:lnTo>
                  <a:pt x="16574" y="82677"/>
                </a:lnTo>
                <a:lnTo>
                  <a:pt x="16574" y="93631"/>
                </a:lnTo>
                <a:close/>
                <a:moveTo>
                  <a:pt x="70485" y="37338"/>
                </a:moveTo>
                <a:lnTo>
                  <a:pt x="16574" y="37338"/>
                </a:lnTo>
                <a:lnTo>
                  <a:pt x="16574" y="48292"/>
                </a:lnTo>
                <a:lnTo>
                  <a:pt x="70485" y="48292"/>
                </a:lnTo>
                <a:lnTo>
                  <a:pt x="70485" y="37338"/>
                </a:lnTo>
                <a:close/>
                <a:moveTo>
                  <a:pt x="70485" y="23717"/>
                </a:moveTo>
                <a:lnTo>
                  <a:pt x="16574" y="23717"/>
                </a:lnTo>
                <a:lnTo>
                  <a:pt x="16574" y="34671"/>
                </a:lnTo>
                <a:lnTo>
                  <a:pt x="70485" y="34671"/>
                </a:lnTo>
                <a:lnTo>
                  <a:pt x="70485" y="23717"/>
                </a:lnTo>
                <a:close/>
                <a:moveTo>
                  <a:pt x="104489" y="201454"/>
                </a:moveTo>
                <a:lnTo>
                  <a:pt x="148209" y="201454"/>
                </a:lnTo>
                <a:lnTo>
                  <a:pt x="148209" y="190500"/>
                </a:lnTo>
                <a:lnTo>
                  <a:pt x="104489" y="190500"/>
                </a:lnTo>
                <a:lnTo>
                  <a:pt x="104489" y="201454"/>
                </a:lnTo>
                <a:close/>
                <a:moveTo>
                  <a:pt x="158877" y="44767"/>
                </a:moveTo>
                <a:lnTo>
                  <a:pt x="158877" y="44196"/>
                </a:lnTo>
                <a:lnTo>
                  <a:pt x="158210" y="44196"/>
                </a:lnTo>
                <a:lnTo>
                  <a:pt x="113919" y="4286"/>
                </a:lnTo>
                <a:lnTo>
                  <a:pt x="113919" y="4286"/>
                </a:lnTo>
                <a:lnTo>
                  <a:pt x="113919" y="4286"/>
                </a:lnTo>
                <a:lnTo>
                  <a:pt x="109157" y="0"/>
                </a:lnTo>
                <a:lnTo>
                  <a:pt x="0" y="0"/>
                </a:lnTo>
                <a:lnTo>
                  <a:pt x="0" y="228600"/>
                </a:lnTo>
                <a:lnTo>
                  <a:pt x="163544" y="228600"/>
                </a:lnTo>
                <a:lnTo>
                  <a:pt x="163544" y="49054"/>
                </a:lnTo>
                <a:lnTo>
                  <a:pt x="158877" y="44767"/>
                </a:lnTo>
                <a:close/>
                <a:moveTo>
                  <a:pt x="114014" y="17050"/>
                </a:moveTo>
                <a:lnTo>
                  <a:pt x="144018" y="44101"/>
                </a:lnTo>
                <a:lnTo>
                  <a:pt x="114014" y="44101"/>
                </a:lnTo>
                <a:lnTo>
                  <a:pt x="114014" y="17050"/>
                </a:lnTo>
                <a:close/>
                <a:moveTo>
                  <a:pt x="154019" y="218980"/>
                </a:moveTo>
                <a:lnTo>
                  <a:pt x="9525" y="218980"/>
                </a:lnTo>
                <a:lnTo>
                  <a:pt x="9525" y="9525"/>
                </a:lnTo>
                <a:lnTo>
                  <a:pt x="104489" y="9525"/>
                </a:lnTo>
                <a:lnTo>
                  <a:pt x="104489" y="53721"/>
                </a:lnTo>
                <a:lnTo>
                  <a:pt x="154019" y="53721"/>
                </a:lnTo>
                <a:lnTo>
                  <a:pt x="154019" y="218980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90" name="Freeform: Shape 789">
            <a:extLst>
              <a:ext uri="{FF2B5EF4-FFF2-40B4-BE49-F238E27FC236}">
                <a16:creationId xmlns:a16="http://schemas.microsoft.com/office/drawing/2014/main" id="{5C191175-9715-4928-B6C6-D8E4B9E821E7}"/>
              </a:ext>
            </a:extLst>
          </p:cNvPr>
          <p:cNvSpPr/>
          <p:nvPr/>
        </p:nvSpPr>
        <p:spPr>
          <a:xfrm>
            <a:off x="8324608" y="3825689"/>
            <a:ext cx="209460" cy="209550"/>
          </a:xfrm>
          <a:custGeom>
            <a:avLst/>
            <a:gdLst>
              <a:gd name="connsiteX0" fmla="*/ 31337 w 209460"/>
              <a:gd name="connsiteY0" fmla="*/ 148590 h 209550"/>
              <a:gd name="connsiteX1" fmla="*/ 1905 w 209460"/>
              <a:gd name="connsiteY1" fmla="*/ 178117 h 209550"/>
              <a:gd name="connsiteX2" fmla="*/ 31337 w 209460"/>
              <a:gd name="connsiteY2" fmla="*/ 207645 h 209550"/>
              <a:gd name="connsiteX3" fmla="*/ 60865 w 209460"/>
              <a:gd name="connsiteY3" fmla="*/ 178117 h 209550"/>
              <a:gd name="connsiteX4" fmla="*/ 31337 w 209460"/>
              <a:gd name="connsiteY4" fmla="*/ 148590 h 209550"/>
              <a:gd name="connsiteX5" fmla="*/ 14573 w 209460"/>
              <a:gd name="connsiteY5" fmla="*/ 75629 h 209550"/>
              <a:gd name="connsiteX6" fmla="*/ 14383 w 209460"/>
              <a:gd name="connsiteY6" fmla="*/ 75629 h 209550"/>
              <a:gd name="connsiteX7" fmla="*/ 1524 w 209460"/>
              <a:gd name="connsiteY7" fmla="*/ 88773 h 209550"/>
              <a:gd name="connsiteX8" fmla="*/ 14383 w 209460"/>
              <a:gd name="connsiteY8" fmla="*/ 102299 h 209550"/>
              <a:gd name="connsiteX9" fmla="*/ 107251 w 209460"/>
              <a:gd name="connsiteY9" fmla="*/ 194977 h 209550"/>
              <a:gd name="connsiteX10" fmla="*/ 120777 w 209460"/>
              <a:gd name="connsiteY10" fmla="*/ 207931 h 209550"/>
              <a:gd name="connsiteX11" fmla="*/ 130492 w 209460"/>
              <a:gd name="connsiteY11" fmla="*/ 204121 h 209550"/>
              <a:gd name="connsiteX12" fmla="*/ 133921 w 209460"/>
              <a:gd name="connsiteY12" fmla="*/ 195072 h 209550"/>
              <a:gd name="connsiteX13" fmla="*/ 98584 w 209460"/>
              <a:gd name="connsiteY13" fmla="*/ 111062 h 209550"/>
              <a:gd name="connsiteX14" fmla="*/ 14573 w 209460"/>
              <a:gd name="connsiteY14" fmla="*/ 75629 h 209550"/>
              <a:gd name="connsiteX15" fmla="*/ 151829 w 209460"/>
              <a:gd name="connsiteY15" fmla="*/ 57531 h 209550"/>
              <a:gd name="connsiteX16" fmla="*/ 12954 w 209460"/>
              <a:gd name="connsiteY16" fmla="*/ 0 h 209550"/>
              <a:gd name="connsiteX17" fmla="*/ 12859 w 209460"/>
              <a:gd name="connsiteY17" fmla="*/ 0 h 209550"/>
              <a:gd name="connsiteX18" fmla="*/ 0 w 209460"/>
              <a:gd name="connsiteY18" fmla="*/ 13240 h 209550"/>
              <a:gd name="connsiteX19" fmla="*/ 12763 w 209460"/>
              <a:gd name="connsiteY19" fmla="*/ 26670 h 209550"/>
              <a:gd name="connsiteX20" fmla="*/ 133159 w 209460"/>
              <a:gd name="connsiteY20" fmla="*/ 76486 h 209550"/>
              <a:gd name="connsiteX21" fmla="*/ 182880 w 209460"/>
              <a:gd name="connsiteY21" fmla="*/ 196596 h 209550"/>
              <a:gd name="connsiteX22" fmla="*/ 196310 w 209460"/>
              <a:gd name="connsiteY22" fmla="*/ 209550 h 209550"/>
              <a:gd name="connsiteX23" fmla="*/ 206026 w 209460"/>
              <a:gd name="connsiteY23" fmla="*/ 205740 h 209550"/>
              <a:gd name="connsiteX24" fmla="*/ 209455 w 209460"/>
              <a:gd name="connsiteY24" fmla="*/ 196691 h 209550"/>
              <a:gd name="connsiteX25" fmla="*/ 151829 w 209460"/>
              <a:gd name="connsiteY25" fmla="*/ 57531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209460" h="209550">
                <a:moveTo>
                  <a:pt x="31337" y="148590"/>
                </a:moveTo>
                <a:cubicBezTo>
                  <a:pt x="15049" y="148590"/>
                  <a:pt x="1905" y="161830"/>
                  <a:pt x="1905" y="178117"/>
                </a:cubicBezTo>
                <a:cubicBezTo>
                  <a:pt x="1905" y="194405"/>
                  <a:pt x="15145" y="207645"/>
                  <a:pt x="31337" y="207645"/>
                </a:cubicBezTo>
                <a:cubicBezTo>
                  <a:pt x="47625" y="207645"/>
                  <a:pt x="60865" y="194405"/>
                  <a:pt x="60865" y="178117"/>
                </a:cubicBezTo>
                <a:cubicBezTo>
                  <a:pt x="60865" y="161830"/>
                  <a:pt x="47625" y="148590"/>
                  <a:pt x="31337" y="148590"/>
                </a:cubicBezTo>
                <a:close/>
                <a:moveTo>
                  <a:pt x="14573" y="75629"/>
                </a:moveTo>
                <a:lnTo>
                  <a:pt x="14383" y="75629"/>
                </a:lnTo>
                <a:cubicBezTo>
                  <a:pt x="6953" y="75629"/>
                  <a:pt x="1619" y="81153"/>
                  <a:pt x="1524" y="88773"/>
                </a:cubicBezTo>
                <a:cubicBezTo>
                  <a:pt x="1524" y="96583"/>
                  <a:pt x="6763" y="102203"/>
                  <a:pt x="14383" y="102299"/>
                </a:cubicBezTo>
                <a:cubicBezTo>
                  <a:pt x="65056" y="102775"/>
                  <a:pt x="106680" y="144399"/>
                  <a:pt x="107251" y="194977"/>
                </a:cubicBezTo>
                <a:cubicBezTo>
                  <a:pt x="107347" y="202502"/>
                  <a:pt x="113062" y="207931"/>
                  <a:pt x="120777" y="207931"/>
                </a:cubicBezTo>
                <a:cubicBezTo>
                  <a:pt x="124587" y="207931"/>
                  <a:pt x="128111" y="206597"/>
                  <a:pt x="130492" y="204121"/>
                </a:cubicBezTo>
                <a:cubicBezTo>
                  <a:pt x="132779" y="201835"/>
                  <a:pt x="133921" y="198787"/>
                  <a:pt x="133921" y="195072"/>
                </a:cubicBezTo>
                <a:cubicBezTo>
                  <a:pt x="133540" y="163354"/>
                  <a:pt x="120967" y="133541"/>
                  <a:pt x="98584" y="111062"/>
                </a:cubicBezTo>
                <a:cubicBezTo>
                  <a:pt x="76009" y="88583"/>
                  <a:pt x="46196" y="75914"/>
                  <a:pt x="14573" y="75629"/>
                </a:cubicBezTo>
                <a:close/>
                <a:moveTo>
                  <a:pt x="151829" y="57531"/>
                </a:moveTo>
                <a:cubicBezTo>
                  <a:pt x="116014" y="21241"/>
                  <a:pt x="65341" y="286"/>
                  <a:pt x="12954" y="0"/>
                </a:cubicBezTo>
                <a:lnTo>
                  <a:pt x="12859" y="0"/>
                </a:lnTo>
                <a:cubicBezTo>
                  <a:pt x="5429" y="0"/>
                  <a:pt x="0" y="5525"/>
                  <a:pt x="0" y="13240"/>
                </a:cubicBezTo>
                <a:cubicBezTo>
                  <a:pt x="0" y="20955"/>
                  <a:pt x="5334" y="26575"/>
                  <a:pt x="12763" y="26670"/>
                </a:cubicBezTo>
                <a:cubicBezTo>
                  <a:pt x="58198" y="26956"/>
                  <a:pt x="100965" y="44672"/>
                  <a:pt x="133159" y="76486"/>
                </a:cubicBezTo>
                <a:cubicBezTo>
                  <a:pt x="164497" y="107347"/>
                  <a:pt x="182594" y="151162"/>
                  <a:pt x="182880" y="196596"/>
                </a:cubicBezTo>
                <a:cubicBezTo>
                  <a:pt x="182880" y="204121"/>
                  <a:pt x="188595" y="209550"/>
                  <a:pt x="196310" y="209550"/>
                </a:cubicBezTo>
                <a:cubicBezTo>
                  <a:pt x="200120" y="209550"/>
                  <a:pt x="203645" y="208217"/>
                  <a:pt x="206026" y="205740"/>
                </a:cubicBezTo>
                <a:cubicBezTo>
                  <a:pt x="208407" y="203359"/>
                  <a:pt x="209550" y="200406"/>
                  <a:pt x="209455" y="196691"/>
                </a:cubicBezTo>
                <a:cubicBezTo>
                  <a:pt x="209169" y="144304"/>
                  <a:pt x="188690" y="94869"/>
                  <a:pt x="151829" y="57531"/>
                </a:cubicBez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91" name="Freeform: Shape 790">
            <a:extLst>
              <a:ext uri="{FF2B5EF4-FFF2-40B4-BE49-F238E27FC236}">
                <a16:creationId xmlns:a16="http://schemas.microsoft.com/office/drawing/2014/main" id="{B6375E8C-4968-4C3B-9D0F-ECB119DEFED3}"/>
              </a:ext>
            </a:extLst>
          </p:cNvPr>
          <p:cNvSpPr/>
          <p:nvPr/>
        </p:nvSpPr>
        <p:spPr>
          <a:xfrm>
            <a:off x="623128" y="150447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/>
            </a:pathLst>
          </a:custGeom>
          <a:noFill/>
          <a:ln w="3810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792" name="Freeform: Shape 791">
            <a:extLst>
              <a:ext uri="{FF2B5EF4-FFF2-40B4-BE49-F238E27FC236}">
                <a16:creationId xmlns:a16="http://schemas.microsoft.com/office/drawing/2014/main" id="{567986B1-46D3-4399-BF92-478AF6248917}"/>
              </a:ext>
            </a:extLst>
          </p:cNvPr>
          <p:cNvSpPr/>
          <p:nvPr/>
        </p:nvSpPr>
        <p:spPr>
          <a:xfrm>
            <a:off x="7013483" y="3162180"/>
            <a:ext cx="285750" cy="104584"/>
          </a:xfrm>
          <a:custGeom>
            <a:avLst/>
            <a:gdLst>
              <a:gd name="connsiteX0" fmla="*/ 250222 w 285750"/>
              <a:gd name="connsiteY0" fmla="*/ 25241 h 104584"/>
              <a:gd name="connsiteX1" fmla="*/ 235553 w 285750"/>
              <a:gd name="connsiteY1" fmla="*/ 25241 h 104584"/>
              <a:gd name="connsiteX2" fmla="*/ 235553 w 285750"/>
              <a:gd name="connsiteY2" fmla="*/ 42100 h 104584"/>
              <a:gd name="connsiteX3" fmla="*/ 250222 w 285750"/>
              <a:gd name="connsiteY3" fmla="*/ 42100 h 104584"/>
              <a:gd name="connsiteX4" fmla="*/ 250222 w 285750"/>
              <a:gd name="connsiteY4" fmla="*/ 25241 h 104584"/>
              <a:gd name="connsiteX5" fmla="*/ 250222 w 285750"/>
              <a:gd name="connsiteY5" fmla="*/ 60103 h 104584"/>
              <a:gd name="connsiteX6" fmla="*/ 235553 w 285750"/>
              <a:gd name="connsiteY6" fmla="*/ 60103 h 104584"/>
              <a:gd name="connsiteX7" fmla="*/ 235553 w 285750"/>
              <a:gd name="connsiteY7" fmla="*/ 76962 h 104584"/>
              <a:gd name="connsiteX8" fmla="*/ 250222 w 285750"/>
              <a:gd name="connsiteY8" fmla="*/ 76962 h 104584"/>
              <a:gd name="connsiteX9" fmla="*/ 250222 w 285750"/>
              <a:gd name="connsiteY9" fmla="*/ 60103 h 104584"/>
              <a:gd name="connsiteX10" fmla="*/ 109061 w 285750"/>
              <a:gd name="connsiteY10" fmla="*/ 50673 h 104584"/>
              <a:gd name="connsiteX11" fmla="*/ 100203 w 285750"/>
              <a:gd name="connsiteY11" fmla="*/ 44767 h 104584"/>
              <a:gd name="connsiteX12" fmla="*/ 107252 w 285750"/>
              <a:gd name="connsiteY12" fmla="*/ 39052 h 104584"/>
              <a:gd name="connsiteX13" fmla="*/ 116681 w 285750"/>
              <a:gd name="connsiteY13" fmla="*/ 43244 h 104584"/>
              <a:gd name="connsiteX14" fmla="*/ 118967 w 285750"/>
              <a:gd name="connsiteY14" fmla="*/ 40291 h 104584"/>
              <a:gd name="connsiteX15" fmla="*/ 107442 w 285750"/>
              <a:gd name="connsiteY15" fmla="*/ 35623 h 104584"/>
              <a:gd name="connsiteX16" fmla="*/ 96488 w 285750"/>
              <a:gd name="connsiteY16" fmla="*/ 44958 h 104584"/>
              <a:gd name="connsiteX17" fmla="*/ 107252 w 285750"/>
              <a:gd name="connsiteY17" fmla="*/ 54197 h 104584"/>
              <a:gd name="connsiteX18" fmla="*/ 116110 w 285750"/>
              <a:gd name="connsiteY18" fmla="*/ 60388 h 104584"/>
              <a:gd name="connsiteX19" fmla="*/ 108490 w 285750"/>
              <a:gd name="connsiteY19" fmla="*/ 66103 h 104584"/>
              <a:gd name="connsiteX20" fmla="*/ 97727 w 285750"/>
              <a:gd name="connsiteY20" fmla="*/ 61341 h 104584"/>
              <a:gd name="connsiteX21" fmla="*/ 95345 w 285750"/>
              <a:gd name="connsiteY21" fmla="*/ 64294 h 104584"/>
              <a:gd name="connsiteX22" fmla="*/ 108299 w 285750"/>
              <a:gd name="connsiteY22" fmla="*/ 69532 h 104584"/>
              <a:gd name="connsiteX23" fmla="*/ 119825 w 285750"/>
              <a:gd name="connsiteY23" fmla="*/ 60103 h 104584"/>
              <a:gd name="connsiteX24" fmla="*/ 109061 w 285750"/>
              <a:gd name="connsiteY24" fmla="*/ 50673 h 104584"/>
              <a:gd name="connsiteX25" fmla="*/ 85344 w 285750"/>
              <a:gd name="connsiteY25" fmla="*/ 55531 h 104584"/>
              <a:gd name="connsiteX26" fmla="*/ 75343 w 285750"/>
              <a:gd name="connsiteY26" fmla="*/ 66294 h 104584"/>
              <a:gd name="connsiteX27" fmla="*/ 65342 w 285750"/>
              <a:gd name="connsiteY27" fmla="*/ 55531 h 104584"/>
              <a:gd name="connsiteX28" fmla="*/ 65342 w 285750"/>
              <a:gd name="connsiteY28" fmla="*/ 36385 h 104584"/>
              <a:gd name="connsiteX29" fmla="*/ 61627 w 285750"/>
              <a:gd name="connsiteY29" fmla="*/ 36385 h 104584"/>
              <a:gd name="connsiteX30" fmla="*/ 61627 w 285750"/>
              <a:gd name="connsiteY30" fmla="*/ 55531 h 104584"/>
              <a:gd name="connsiteX31" fmla="*/ 75343 w 285750"/>
              <a:gd name="connsiteY31" fmla="*/ 69723 h 104584"/>
              <a:gd name="connsiteX32" fmla="*/ 89059 w 285750"/>
              <a:gd name="connsiteY32" fmla="*/ 55531 h 104584"/>
              <a:gd name="connsiteX33" fmla="*/ 89059 w 285750"/>
              <a:gd name="connsiteY33" fmla="*/ 36385 h 104584"/>
              <a:gd name="connsiteX34" fmla="*/ 85344 w 285750"/>
              <a:gd name="connsiteY34" fmla="*/ 36385 h 104584"/>
              <a:gd name="connsiteX35" fmla="*/ 85344 w 285750"/>
              <a:gd name="connsiteY35" fmla="*/ 55531 h 104584"/>
              <a:gd name="connsiteX36" fmla="*/ 146209 w 285750"/>
              <a:gd name="connsiteY36" fmla="*/ 51721 h 104584"/>
              <a:gd name="connsiteX37" fmla="*/ 150876 w 285750"/>
              <a:gd name="connsiteY37" fmla="*/ 44482 h 104584"/>
              <a:gd name="connsiteX38" fmla="*/ 141827 w 285750"/>
              <a:gd name="connsiteY38" fmla="*/ 36290 h 104584"/>
              <a:gd name="connsiteX39" fmla="*/ 126778 w 285750"/>
              <a:gd name="connsiteY39" fmla="*/ 36290 h 104584"/>
              <a:gd name="connsiteX40" fmla="*/ 126778 w 285750"/>
              <a:gd name="connsiteY40" fmla="*/ 69056 h 104584"/>
              <a:gd name="connsiteX41" fmla="*/ 142399 w 285750"/>
              <a:gd name="connsiteY41" fmla="*/ 69056 h 104584"/>
              <a:gd name="connsiteX42" fmla="*/ 152114 w 285750"/>
              <a:gd name="connsiteY42" fmla="*/ 60103 h 104584"/>
              <a:gd name="connsiteX43" fmla="*/ 146209 w 285750"/>
              <a:gd name="connsiteY43" fmla="*/ 51721 h 104584"/>
              <a:gd name="connsiteX44" fmla="*/ 130588 w 285750"/>
              <a:gd name="connsiteY44" fmla="*/ 39719 h 104584"/>
              <a:gd name="connsiteX45" fmla="*/ 140970 w 285750"/>
              <a:gd name="connsiteY45" fmla="*/ 39719 h 104584"/>
              <a:gd name="connsiteX46" fmla="*/ 147161 w 285750"/>
              <a:gd name="connsiteY46" fmla="*/ 44958 h 104584"/>
              <a:gd name="connsiteX47" fmla="*/ 140970 w 285750"/>
              <a:gd name="connsiteY47" fmla="*/ 50197 h 104584"/>
              <a:gd name="connsiteX48" fmla="*/ 130588 w 285750"/>
              <a:gd name="connsiteY48" fmla="*/ 50197 h 104584"/>
              <a:gd name="connsiteX49" fmla="*/ 130588 w 285750"/>
              <a:gd name="connsiteY49" fmla="*/ 39719 h 104584"/>
              <a:gd name="connsiteX50" fmla="*/ 141446 w 285750"/>
              <a:gd name="connsiteY50" fmla="*/ 65722 h 104584"/>
              <a:gd name="connsiteX51" fmla="*/ 130493 w 285750"/>
              <a:gd name="connsiteY51" fmla="*/ 65722 h 104584"/>
              <a:gd name="connsiteX52" fmla="*/ 130493 w 285750"/>
              <a:gd name="connsiteY52" fmla="*/ 53626 h 104584"/>
              <a:gd name="connsiteX53" fmla="*/ 141446 w 285750"/>
              <a:gd name="connsiteY53" fmla="*/ 53626 h 104584"/>
              <a:gd name="connsiteX54" fmla="*/ 148400 w 285750"/>
              <a:gd name="connsiteY54" fmla="*/ 59722 h 104584"/>
              <a:gd name="connsiteX55" fmla="*/ 141446 w 285750"/>
              <a:gd name="connsiteY55" fmla="*/ 65722 h 104584"/>
              <a:gd name="connsiteX56" fmla="*/ 213551 w 285750"/>
              <a:gd name="connsiteY56" fmla="*/ 10954 h 104584"/>
              <a:gd name="connsiteX57" fmla="*/ 213551 w 285750"/>
              <a:gd name="connsiteY57" fmla="*/ 0 h 104584"/>
              <a:gd name="connsiteX58" fmla="*/ 0 w 285750"/>
              <a:gd name="connsiteY58" fmla="*/ 0 h 104584"/>
              <a:gd name="connsiteX59" fmla="*/ 0 w 285750"/>
              <a:gd name="connsiteY59" fmla="*/ 104584 h 104584"/>
              <a:gd name="connsiteX60" fmla="*/ 213551 w 285750"/>
              <a:gd name="connsiteY60" fmla="*/ 104584 h 104584"/>
              <a:gd name="connsiteX61" fmla="*/ 213551 w 285750"/>
              <a:gd name="connsiteY61" fmla="*/ 90011 h 104584"/>
              <a:gd name="connsiteX62" fmla="*/ 285750 w 285750"/>
              <a:gd name="connsiteY62" fmla="*/ 90011 h 104584"/>
              <a:gd name="connsiteX63" fmla="*/ 285750 w 285750"/>
              <a:gd name="connsiteY63" fmla="*/ 10858 h 104584"/>
              <a:gd name="connsiteX64" fmla="*/ 213551 w 285750"/>
              <a:gd name="connsiteY64" fmla="*/ 10858 h 104584"/>
              <a:gd name="connsiteX65" fmla="*/ 204216 w 285750"/>
              <a:gd name="connsiteY65" fmla="*/ 80486 h 104584"/>
              <a:gd name="connsiteX66" fmla="*/ 204121 w 285750"/>
              <a:gd name="connsiteY66" fmla="*/ 80486 h 104584"/>
              <a:gd name="connsiteX67" fmla="*/ 204121 w 285750"/>
              <a:gd name="connsiteY67" fmla="*/ 95059 h 104584"/>
              <a:gd name="connsiteX68" fmla="*/ 9620 w 285750"/>
              <a:gd name="connsiteY68" fmla="*/ 95059 h 104584"/>
              <a:gd name="connsiteX69" fmla="*/ 9716 w 285750"/>
              <a:gd name="connsiteY69" fmla="*/ 9525 h 104584"/>
              <a:gd name="connsiteX70" fmla="*/ 204121 w 285750"/>
              <a:gd name="connsiteY70" fmla="*/ 9525 h 104584"/>
              <a:gd name="connsiteX71" fmla="*/ 204121 w 285750"/>
              <a:gd name="connsiteY71" fmla="*/ 20479 h 104584"/>
              <a:gd name="connsiteX72" fmla="*/ 204216 w 285750"/>
              <a:gd name="connsiteY72" fmla="*/ 20479 h 104584"/>
              <a:gd name="connsiteX73" fmla="*/ 204216 w 285750"/>
              <a:gd name="connsiteY73" fmla="*/ 80486 h 104584"/>
              <a:gd name="connsiteX74" fmla="*/ 276225 w 285750"/>
              <a:gd name="connsiteY74" fmla="*/ 80486 h 104584"/>
              <a:gd name="connsiteX75" fmla="*/ 213646 w 285750"/>
              <a:gd name="connsiteY75" fmla="*/ 80486 h 104584"/>
              <a:gd name="connsiteX76" fmla="*/ 213646 w 285750"/>
              <a:gd name="connsiteY76" fmla="*/ 20383 h 104584"/>
              <a:gd name="connsiteX77" fmla="*/ 276225 w 285750"/>
              <a:gd name="connsiteY77" fmla="*/ 20383 h 104584"/>
              <a:gd name="connsiteX78" fmla="*/ 276225 w 285750"/>
              <a:gd name="connsiteY78" fmla="*/ 80486 h 104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</a:cxnLst>
            <a:rect l="l" t="t" r="r" b="b"/>
            <a:pathLst>
              <a:path w="285750" h="104584">
                <a:moveTo>
                  <a:pt x="250222" y="25241"/>
                </a:moveTo>
                <a:lnTo>
                  <a:pt x="235553" y="25241"/>
                </a:lnTo>
                <a:lnTo>
                  <a:pt x="235553" y="42100"/>
                </a:lnTo>
                <a:lnTo>
                  <a:pt x="250222" y="42100"/>
                </a:lnTo>
                <a:lnTo>
                  <a:pt x="250222" y="25241"/>
                </a:lnTo>
                <a:close/>
                <a:moveTo>
                  <a:pt x="250222" y="60103"/>
                </a:moveTo>
                <a:lnTo>
                  <a:pt x="235553" y="60103"/>
                </a:lnTo>
                <a:lnTo>
                  <a:pt x="235553" y="76962"/>
                </a:lnTo>
                <a:lnTo>
                  <a:pt x="250222" y="76962"/>
                </a:lnTo>
                <a:lnTo>
                  <a:pt x="250222" y="60103"/>
                </a:lnTo>
                <a:close/>
                <a:moveTo>
                  <a:pt x="109061" y="50673"/>
                </a:moveTo>
                <a:cubicBezTo>
                  <a:pt x="103442" y="49340"/>
                  <a:pt x="100203" y="48101"/>
                  <a:pt x="100203" y="44767"/>
                </a:cubicBezTo>
                <a:cubicBezTo>
                  <a:pt x="100203" y="41815"/>
                  <a:pt x="103156" y="39052"/>
                  <a:pt x="107252" y="39052"/>
                </a:cubicBezTo>
                <a:cubicBezTo>
                  <a:pt x="110681" y="39052"/>
                  <a:pt x="113919" y="40672"/>
                  <a:pt x="116681" y="43244"/>
                </a:cubicBezTo>
                <a:lnTo>
                  <a:pt x="118967" y="40291"/>
                </a:lnTo>
                <a:cubicBezTo>
                  <a:pt x="115919" y="37528"/>
                  <a:pt x="112300" y="35623"/>
                  <a:pt x="107442" y="35623"/>
                </a:cubicBezTo>
                <a:cubicBezTo>
                  <a:pt x="101156" y="35623"/>
                  <a:pt x="96488" y="39719"/>
                  <a:pt x="96488" y="44958"/>
                </a:cubicBezTo>
                <a:cubicBezTo>
                  <a:pt x="96488" y="50673"/>
                  <a:pt x="100679" y="52673"/>
                  <a:pt x="107252" y="54197"/>
                </a:cubicBezTo>
                <a:cubicBezTo>
                  <a:pt x="112967" y="55531"/>
                  <a:pt x="116110" y="56959"/>
                  <a:pt x="116110" y="60388"/>
                </a:cubicBezTo>
                <a:cubicBezTo>
                  <a:pt x="116110" y="63341"/>
                  <a:pt x="113538" y="66103"/>
                  <a:pt x="108490" y="66103"/>
                </a:cubicBezTo>
                <a:cubicBezTo>
                  <a:pt x="103918" y="66103"/>
                  <a:pt x="100489" y="64103"/>
                  <a:pt x="97727" y="61341"/>
                </a:cubicBezTo>
                <a:lnTo>
                  <a:pt x="95345" y="64294"/>
                </a:lnTo>
                <a:cubicBezTo>
                  <a:pt x="98584" y="67532"/>
                  <a:pt x="102870" y="69532"/>
                  <a:pt x="108299" y="69532"/>
                </a:cubicBezTo>
                <a:cubicBezTo>
                  <a:pt x="115919" y="69532"/>
                  <a:pt x="119825" y="65246"/>
                  <a:pt x="119825" y="60103"/>
                </a:cubicBezTo>
                <a:cubicBezTo>
                  <a:pt x="119825" y="54388"/>
                  <a:pt x="115348" y="52197"/>
                  <a:pt x="109061" y="50673"/>
                </a:cubicBezTo>
                <a:close/>
                <a:moveTo>
                  <a:pt x="85344" y="55531"/>
                </a:moveTo>
                <a:cubicBezTo>
                  <a:pt x="85344" y="61817"/>
                  <a:pt x="81153" y="66294"/>
                  <a:pt x="75343" y="66294"/>
                </a:cubicBezTo>
                <a:cubicBezTo>
                  <a:pt x="69533" y="66294"/>
                  <a:pt x="65342" y="61817"/>
                  <a:pt x="65342" y="55531"/>
                </a:cubicBezTo>
                <a:lnTo>
                  <a:pt x="65342" y="36385"/>
                </a:lnTo>
                <a:lnTo>
                  <a:pt x="61627" y="36385"/>
                </a:lnTo>
                <a:lnTo>
                  <a:pt x="61627" y="55531"/>
                </a:lnTo>
                <a:cubicBezTo>
                  <a:pt x="61627" y="63817"/>
                  <a:pt x="67342" y="69723"/>
                  <a:pt x="75343" y="69723"/>
                </a:cubicBezTo>
                <a:cubicBezTo>
                  <a:pt x="83344" y="69723"/>
                  <a:pt x="89059" y="63817"/>
                  <a:pt x="89059" y="55531"/>
                </a:cubicBezTo>
                <a:lnTo>
                  <a:pt x="89059" y="36385"/>
                </a:lnTo>
                <a:lnTo>
                  <a:pt x="85344" y="36385"/>
                </a:lnTo>
                <a:lnTo>
                  <a:pt x="85344" y="55531"/>
                </a:lnTo>
                <a:close/>
                <a:moveTo>
                  <a:pt x="146209" y="51721"/>
                </a:moveTo>
                <a:cubicBezTo>
                  <a:pt x="149162" y="50006"/>
                  <a:pt x="150876" y="48006"/>
                  <a:pt x="150876" y="44482"/>
                </a:cubicBezTo>
                <a:cubicBezTo>
                  <a:pt x="150876" y="39719"/>
                  <a:pt x="147161" y="36290"/>
                  <a:pt x="141827" y="36290"/>
                </a:cubicBezTo>
                <a:lnTo>
                  <a:pt x="126778" y="36290"/>
                </a:lnTo>
                <a:lnTo>
                  <a:pt x="126778" y="69056"/>
                </a:lnTo>
                <a:lnTo>
                  <a:pt x="142399" y="69056"/>
                </a:lnTo>
                <a:cubicBezTo>
                  <a:pt x="148019" y="69056"/>
                  <a:pt x="152114" y="65342"/>
                  <a:pt x="152114" y="60103"/>
                </a:cubicBezTo>
                <a:cubicBezTo>
                  <a:pt x="152114" y="56578"/>
                  <a:pt x="149924" y="53626"/>
                  <a:pt x="146209" y="51721"/>
                </a:cubicBezTo>
                <a:close/>
                <a:moveTo>
                  <a:pt x="130588" y="39719"/>
                </a:moveTo>
                <a:lnTo>
                  <a:pt x="140970" y="39719"/>
                </a:lnTo>
                <a:cubicBezTo>
                  <a:pt x="144590" y="39719"/>
                  <a:pt x="147161" y="41910"/>
                  <a:pt x="147161" y="44958"/>
                </a:cubicBezTo>
                <a:cubicBezTo>
                  <a:pt x="147161" y="48006"/>
                  <a:pt x="144590" y="50197"/>
                  <a:pt x="140970" y="50197"/>
                </a:cubicBezTo>
                <a:lnTo>
                  <a:pt x="130588" y="50197"/>
                </a:lnTo>
                <a:lnTo>
                  <a:pt x="130588" y="39719"/>
                </a:lnTo>
                <a:close/>
                <a:moveTo>
                  <a:pt x="141446" y="65722"/>
                </a:moveTo>
                <a:lnTo>
                  <a:pt x="130493" y="65722"/>
                </a:lnTo>
                <a:lnTo>
                  <a:pt x="130493" y="53626"/>
                </a:lnTo>
                <a:lnTo>
                  <a:pt x="141446" y="53626"/>
                </a:lnTo>
                <a:cubicBezTo>
                  <a:pt x="145542" y="53626"/>
                  <a:pt x="148400" y="56197"/>
                  <a:pt x="148400" y="59722"/>
                </a:cubicBezTo>
                <a:cubicBezTo>
                  <a:pt x="148400" y="63151"/>
                  <a:pt x="145542" y="65722"/>
                  <a:pt x="141446" y="65722"/>
                </a:cubicBezTo>
                <a:close/>
                <a:moveTo>
                  <a:pt x="213551" y="10954"/>
                </a:moveTo>
                <a:lnTo>
                  <a:pt x="213551" y="0"/>
                </a:lnTo>
                <a:lnTo>
                  <a:pt x="0" y="0"/>
                </a:lnTo>
                <a:cubicBezTo>
                  <a:pt x="667" y="0"/>
                  <a:pt x="0" y="104584"/>
                  <a:pt x="0" y="104584"/>
                </a:cubicBezTo>
                <a:lnTo>
                  <a:pt x="213551" y="104584"/>
                </a:lnTo>
                <a:lnTo>
                  <a:pt x="213551" y="90011"/>
                </a:lnTo>
                <a:lnTo>
                  <a:pt x="285750" y="90011"/>
                </a:lnTo>
                <a:lnTo>
                  <a:pt x="285750" y="10858"/>
                </a:lnTo>
                <a:lnTo>
                  <a:pt x="213551" y="10858"/>
                </a:lnTo>
                <a:close/>
                <a:moveTo>
                  <a:pt x="204216" y="80486"/>
                </a:moveTo>
                <a:lnTo>
                  <a:pt x="204121" y="80486"/>
                </a:lnTo>
                <a:lnTo>
                  <a:pt x="204121" y="95059"/>
                </a:lnTo>
                <a:lnTo>
                  <a:pt x="9620" y="95059"/>
                </a:lnTo>
                <a:cubicBezTo>
                  <a:pt x="9906" y="47053"/>
                  <a:pt x="10097" y="22479"/>
                  <a:pt x="9716" y="9525"/>
                </a:cubicBezTo>
                <a:lnTo>
                  <a:pt x="204121" y="9525"/>
                </a:lnTo>
                <a:lnTo>
                  <a:pt x="204121" y="20479"/>
                </a:lnTo>
                <a:lnTo>
                  <a:pt x="204216" y="20479"/>
                </a:lnTo>
                <a:lnTo>
                  <a:pt x="204216" y="80486"/>
                </a:lnTo>
                <a:close/>
                <a:moveTo>
                  <a:pt x="276225" y="80486"/>
                </a:moveTo>
                <a:lnTo>
                  <a:pt x="213646" y="80486"/>
                </a:lnTo>
                <a:lnTo>
                  <a:pt x="213646" y="20383"/>
                </a:lnTo>
                <a:lnTo>
                  <a:pt x="276225" y="20383"/>
                </a:lnTo>
                <a:lnTo>
                  <a:pt x="276225" y="80486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93" name="Freeform: Shape 792">
            <a:extLst>
              <a:ext uri="{FF2B5EF4-FFF2-40B4-BE49-F238E27FC236}">
                <a16:creationId xmlns:a16="http://schemas.microsoft.com/office/drawing/2014/main" id="{76A7ECC1-F741-4397-A2B5-37E7A27BFE40}"/>
              </a:ext>
            </a:extLst>
          </p:cNvPr>
          <p:cNvSpPr/>
          <p:nvPr/>
        </p:nvSpPr>
        <p:spPr>
          <a:xfrm>
            <a:off x="8350908" y="3093219"/>
            <a:ext cx="156860" cy="228790"/>
          </a:xfrm>
          <a:custGeom>
            <a:avLst/>
            <a:gdLst>
              <a:gd name="connsiteX0" fmla="*/ 84868 w 156860"/>
              <a:gd name="connsiteY0" fmla="*/ 92202 h 228790"/>
              <a:gd name="connsiteX1" fmla="*/ 80105 w 156860"/>
              <a:gd name="connsiteY1" fmla="*/ 87440 h 228790"/>
              <a:gd name="connsiteX2" fmla="*/ 14764 w 156860"/>
              <a:gd name="connsiteY2" fmla="*/ 152781 h 228790"/>
              <a:gd name="connsiteX3" fmla="*/ 19526 w 156860"/>
              <a:gd name="connsiteY3" fmla="*/ 157544 h 228790"/>
              <a:gd name="connsiteX4" fmla="*/ 24289 w 156860"/>
              <a:gd name="connsiteY4" fmla="*/ 152781 h 228790"/>
              <a:gd name="connsiteX5" fmla="*/ 80105 w 156860"/>
              <a:gd name="connsiteY5" fmla="*/ 96965 h 228790"/>
              <a:gd name="connsiteX6" fmla="*/ 84868 w 156860"/>
              <a:gd name="connsiteY6" fmla="*/ 92202 h 228790"/>
              <a:gd name="connsiteX7" fmla="*/ 78581 w 156860"/>
              <a:gd name="connsiteY7" fmla="*/ 128397 h 228790"/>
              <a:gd name="connsiteX8" fmla="*/ 65722 w 156860"/>
              <a:gd name="connsiteY8" fmla="*/ 141256 h 228790"/>
              <a:gd name="connsiteX9" fmla="*/ 72200 w 156860"/>
              <a:gd name="connsiteY9" fmla="*/ 152400 h 228790"/>
              <a:gd name="connsiteX10" fmla="*/ 72200 w 156860"/>
              <a:gd name="connsiteY10" fmla="*/ 165830 h 228790"/>
              <a:gd name="connsiteX11" fmla="*/ 75629 w 156860"/>
              <a:gd name="connsiteY11" fmla="*/ 169259 h 228790"/>
              <a:gd name="connsiteX12" fmla="*/ 81629 w 156860"/>
              <a:gd name="connsiteY12" fmla="*/ 169259 h 228790"/>
              <a:gd name="connsiteX13" fmla="*/ 85058 w 156860"/>
              <a:gd name="connsiteY13" fmla="*/ 165830 h 228790"/>
              <a:gd name="connsiteX14" fmla="*/ 85058 w 156860"/>
              <a:gd name="connsiteY14" fmla="*/ 152400 h 228790"/>
              <a:gd name="connsiteX15" fmla="*/ 91535 w 156860"/>
              <a:gd name="connsiteY15" fmla="*/ 141256 h 228790"/>
              <a:gd name="connsiteX16" fmla="*/ 78581 w 156860"/>
              <a:gd name="connsiteY16" fmla="*/ 128397 h 228790"/>
              <a:gd name="connsiteX17" fmla="*/ 156591 w 156860"/>
              <a:gd name="connsiteY17" fmla="*/ 143161 h 228790"/>
              <a:gd name="connsiteX18" fmla="*/ 156496 w 156860"/>
              <a:gd name="connsiteY18" fmla="*/ 142208 h 228790"/>
              <a:gd name="connsiteX19" fmla="*/ 120777 w 156860"/>
              <a:gd name="connsiteY19" fmla="*/ 83820 h 228790"/>
              <a:gd name="connsiteX20" fmla="*/ 120777 w 156860"/>
              <a:gd name="connsiteY20" fmla="*/ 40005 h 228790"/>
              <a:gd name="connsiteX21" fmla="*/ 82201 w 156860"/>
              <a:gd name="connsiteY21" fmla="*/ 0 h 228790"/>
              <a:gd name="connsiteX22" fmla="*/ 75057 w 156860"/>
              <a:gd name="connsiteY22" fmla="*/ 0 h 228790"/>
              <a:gd name="connsiteX23" fmla="*/ 36481 w 156860"/>
              <a:gd name="connsiteY23" fmla="*/ 40005 h 228790"/>
              <a:gd name="connsiteX24" fmla="*/ 36481 w 156860"/>
              <a:gd name="connsiteY24" fmla="*/ 83820 h 228790"/>
              <a:gd name="connsiteX25" fmla="*/ 18574 w 156860"/>
              <a:gd name="connsiteY25" fmla="*/ 99822 h 228790"/>
              <a:gd name="connsiteX26" fmla="*/ 17526 w 156860"/>
              <a:gd name="connsiteY26" fmla="*/ 101060 h 228790"/>
              <a:gd name="connsiteX27" fmla="*/ 14192 w 156860"/>
              <a:gd name="connsiteY27" fmla="*/ 105537 h 228790"/>
              <a:gd name="connsiteX28" fmla="*/ 11621 w 156860"/>
              <a:gd name="connsiteY28" fmla="*/ 109538 h 228790"/>
              <a:gd name="connsiteX29" fmla="*/ 9906 w 156860"/>
              <a:gd name="connsiteY29" fmla="*/ 112300 h 228790"/>
              <a:gd name="connsiteX30" fmla="*/ 0 w 156860"/>
              <a:gd name="connsiteY30" fmla="*/ 150400 h 228790"/>
              <a:gd name="connsiteX31" fmla="*/ 78391 w 156860"/>
              <a:gd name="connsiteY31" fmla="*/ 228791 h 228790"/>
              <a:gd name="connsiteX32" fmla="*/ 156305 w 156860"/>
              <a:gd name="connsiteY32" fmla="*/ 158401 h 228790"/>
              <a:gd name="connsiteX33" fmla="*/ 156781 w 156860"/>
              <a:gd name="connsiteY33" fmla="*/ 149924 h 228790"/>
              <a:gd name="connsiteX34" fmla="*/ 156591 w 156860"/>
              <a:gd name="connsiteY34" fmla="*/ 143161 h 228790"/>
              <a:gd name="connsiteX35" fmla="*/ 46101 w 156860"/>
              <a:gd name="connsiteY35" fmla="*/ 40100 h 228790"/>
              <a:gd name="connsiteX36" fmla="*/ 75152 w 156860"/>
              <a:gd name="connsiteY36" fmla="*/ 9620 h 228790"/>
              <a:gd name="connsiteX37" fmla="*/ 82296 w 156860"/>
              <a:gd name="connsiteY37" fmla="*/ 9620 h 228790"/>
              <a:gd name="connsiteX38" fmla="*/ 111347 w 156860"/>
              <a:gd name="connsiteY38" fmla="*/ 40100 h 228790"/>
              <a:gd name="connsiteX39" fmla="*/ 111347 w 156860"/>
              <a:gd name="connsiteY39" fmla="*/ 79248 h 228790"/>
              <a:gd name="connsiteX40" fmla="*/ 78581 w 156860"/>
              <a:gd name="connsiteY40" fmla="*/ 72009 h 228790"/>
              <a:gd name="connsiteX41" fmla="*/ 46101 w 156860"/>
              <a:gd name="connsiteY41" fmla="*/ 79153 h 228790"/>
              <a:gd name="connsiteX42" fmla="*/ 46101 w 156860"/>
              <a:gd name="connsiteY42" fmla="*/ 40100 h 228790"/>
              <a:gd name="connsiteX43" fmla="*/ 147066 w 156860"/>
              <a:gd name="connsiteY43" fmla="*/ 157353 h 228790"/>
              <a:gd name="connsiteX44" fmla="*/ 78581 w 156860"/>
              <a:gd name="connsiteY44" fmla="*/ 219170 h 228790"/>
              <a:gd name="connsiteX45" fmla="*/ 9715 w 156860"/>
              <a:gd name="connsiteY45" fmla="*/ 150305 h 228790"/>
              <a:gd name="connsiteX46" fmla="*/ 18479 w 156860"/>
              <a:gd name="connsiteY46" fmla="*/ 116777 h 228790"/>
              <a:gd name="connsiteX47" fmla="*/ 19240 w 156860"/>
              <a:gd name="connsiteY47" fmla="*/ 115538 h 228790"/>
              <a:gd name="connsiteX48" fmla="*/ 19907 w 156860"/>
              <a:gd name="connsiteY48" fmla="*/ 114491 h 228790"/>
              <a:gd name="connsiteX49" fmla="*/ 22193 w 156860"/>
              <a:gd name="connsiteY49" fmla="*/ 110966 h 228790"/>
              <a:gd name="connsiteX50" fmla="*/ 25051 w 156860"/>
              <a:gd name="connsiteY50" fmla="*/ 107061 h 228790"/>
              <a:gd name="connsiteX51" fmla="*/ 26003 w 156860"/>
              <a:gd name="connsiteY51" fmla="*/ 105918 h 228790"/>
              <a:gd name="connsiteX52" fmla="*/ 41720 w 156860"/>
              <a:gd name="connsiteY52" fmla="*/ 91821 h 228790"/>
              <a:gd name="connsiteX53" fmla="*/ 43339 w 156860"/>
              <a:gd name="connsiteY53" fmla="*/ 90773 h 228790"/>
              <a:gd name="connsiteX54" fmla="*/ 50006 w 156860"/>
              <a:gd name="connsiteY54" fmla="*/ 87725 h 228790"/>
              <a:gd name="connsiteX55" fmla="*/ 78581 w 156860"/>
              <a:gd name="connsiteY55" fmla="*/ 81439 h 228790"/>
              <a:gd name="connsiteX56" fmla="*/ 107347 w 156860"/>
              <a:gd name="connsiteY56" fmla="*/ 87821 h 228790"/>
              <a:gd name="connsiteX57" fmla="*/ 114871 w 156860"/>
              <a:gd name="connsiteY57" fmla="*/ 91345 h 228790"/>
              <a:gd name="connsiteX58" fmla="*/ 115634 w 156860"/>
              <a:gd name="connsiteY58" fmla="*/ 91821 h 228790"/>
              <a:gd name="connsiteX59" fmla="*/ 146971 w 156860"/>
              <a:gd name="connsiteY59" fmla="*/ 143066 h 228790"/>
              <a:gd name="connsiteX60" fmla="*/ 146971 w 156860"/>
              <a:gd name="connsiteY60" fmla="*/ 143637 h 228790"/>
              <a:gd name="connsiteX61" fmla="*/ 146971 w 156860"/>
              <a:gd name="connsiteY61" fmla="*/ 143828 h 228790"/>
              <a:gd name="connsiteX62" fmla="*/ 147066 w 156860"/>
              <a:gd name="connsiteY62" fmla="*/ 145066 h 228790"/>
              <a:gd name="connsiteX63" fmla="*/ 147352 w 156860"/>
              <a:gd name="connsiteY63" fmla="*/ 149733 h 228790"/>
              <a:gd name="connsiteX64" fmla="*/ 147066 w 156860"/>
              <a:gd name="connsiteY64" fmla="*/ 157353 h 228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156860" h="228790">
                <a:moveTo>
                  <a:pt x="84868" y="92202"/>
                </a:moveTo>
                <a:cubicBezTo>
                  <a:pt x="84868" y="89535"/>
                  <a:pt x="82772" y="87440"/>
                  <a:pt x="80105" y="87440"/>
                </a:cubicBezTo>
                <a:cubicBezTo>
                  <a:pt x="44005" y="87440"/>
                  <a:pt x="14764" y="116777"/>
                  <a:pt x="14764" y="152781"/>
                </a:cubicBezTo>
                <a:cubicBezTo>
                  <a:pt x="14764" y="155448"/>
                  <a:pt x="16859" y="157544"/>
                  <a:pt x="19526" y="157544"/>
                </a:cubicBezTo>
                <a:cubicBezTo>
                  <a:pt x="22193" y="157544"/>
                  <a:pt x="24289" y="155448"/>
                  <a:pt x="24289" y="152781"/>
                </a:cubicBezTo>
                <a:cubicBezTo>
                  <a:pt x="24289" y="122015"/>
                  <a:pt x="49339" y="96965"/>
                  <a:pt x="80105" y="96965"/>
                </a:cubicBezTo>
                <a:cubicBezTo>
                  <a:pt x="82677" y="96965"/>
                  <a:pt x="84868" y="94774"/>
                  <a:pt x="84868" y="92202"/>
                </a:cubicBezTo>
                <a:close/>
                <a:moveTo>
                  <a:pt x="78581" y="128397"/>
                </a:moveTo>
                <a:cubicBezTo>
                  <a:pt x="71438" y="128397"/>
                  <a:pt x="65722" y="134207"/>
                  <a:pt x="65722" y="141256"/>
                </a:cubicBezTo>
                <a:cubicBezTo>
                  <a:pt x="65722" y="146018"/>
                  <a:pt x="68294" y="150209"/>
                  <a:pt x="72200" y="152400"/>
                </a:cubicBezTo>
                <a:lnTo>
                  <a:pt x="72200" y="165830"/>
                </a:lnTo>
                <a:cubicBezTo>
                  <a:pt x="72200" y="167735"/>
                  <a:pt x="73723" y="169259"/>
                  <a:pt x="75629" y="169259"/>
                </a:cubicBezTo>
                <a:lnTo>
                  <a:pt x="81629" y="169259"/>
                </a:lnTo>
                <a:cubicBezTo>
                  <a:pt x="83534" y="169259"/>
                  <a:pt x="85058" y="167735"/>
                  <a:pt x="85058" y="165830"/>
                </a:cubicBezTo>
                <a:lnTo>
                  <a:pt x="85058" y="152400"/>
                </a:lnTo>
                <a:cubicBezTo>
                  <a:pt x="88868" y="150209"/>
                  <a:pt x="91535" y="146018"/>
                  <a:pt x="91535" y="141256"/>
                </a:cubicBezTo>
                <a:cubicBezTo>
                  <a:pt x="91535" y="134207"/>
                  <a:pt x="85725" y="128397"/>
                  <a:pt x="78581" y="128397"/>
                </a:cubicBezTo>
                <a:close/>
                <a:moveTo>
                  <a:pt x="156591" y="143161"/>
                </a:moveTo>
                <a:cubicBezTo>
                  <a:pt x="156591" y="142875"/>
                  <a:pt x="156591" y="142494"/>
                  <a:pt x="156496" y="142208"/>
                </a:cubicBezTo>
                <a:cubicBezTo>
                  <a:pt x="154114" y="117729"/>
                  <a:pt x="140494" y="96488"/>
                  <a:pt x="120777" y="83820"/>
                </a:cubicBezTo>
                <a:lnTo>
                  <a:pt x="120777" y="40005"/>
                </a:lnTo>
                <a:cubicBezTo>
                  <a:pt x="120777" y="18002"/>
                  <a:pt x="103537" y="0"/>
                  <a:pt x="82201" y="0"/>
                </a:cubicBezTo>
                <a:lnTo>
                  <a:pt x="75057" y="0"/>
                </a:lnTo>
                <a:cubicBezTo>
                  <a:pt x="53816" y="0"/>
                  <a:pt x="36481" y="17907"/>
                  <a:pt x="36481" y="40005"/>
                </a:cubicBezTo>
                <a:lnTo>
                  <a:pt x="36481" y="83820"/>
                </a:lnTo>
                <a:cubicBezTo>
                  <a:pt x="29718" y="88202"/>
                  <a:pt x="23717" y="93631"/>
                  <a:pt x="18574" y="99822"/>
                </a:cubicBezTo>
                <a:cubicBezTo>
                  <a:pt x="18193" y="100203"/>
                  <a:pt x="17907" y="100679"/>
                  <a:pt x="17526" y="101060"/>
                </a:cubicBezTo>
                <a:cubicBezTo>
                  <a:pt x="16383" y="102489"/>
                  <a:pt x="15240" y="104013"/>
                  <a:pt x="14192" y="105537"/>
                </a:cubicBezTo>
                <a:cubicBezTo>
                  <a:pt x="13335" y="106871"/>
                  <a:pt x="12478" y="108204"/>
                  <a:pt x="11621" y="109538"/>
                </a:cubicBezTo>
                <a:cubicBezTo>
                  <a:pt x="11049" y="110490"/>
                  <a:pt x="10478" y="111347"/>
                  <a:pt x="9906" y="112300"/>
                </a:cubicBezTo>
                <a:cubicBezTo>
                  <a:pt x="3620" y="123539"/>
                  <a:pt x="0" y="136493"/>
                  <a:pt x="0" y="150400"/>
                </a:cubicBezTo>
                <a:cubicBezTo>
                  <a:pt x="0" y="193643"/>
                  <a:pt x="35052" y="228791"/>
                  <a:pt x="78391" y="228791"/>
                </a:cubicBezTo>
                <a:cubicBezTo>
                  <a:pt x="118967" y="228791"/>
                  <a:pt x="152400" y="197930"/>
                  <a:pt x="156305" y="158401"/>
                </a:cubicBezTo>
                <a:cubicBezTo>
                  <a:pt x="156591" y="155639"/>
                  <a:pt x="156781" y="152781"/>
                  <a:pt x="156781" y="149924"/>
                </a:cubicBezTo>
                <a:cubicBezTo>
                  <a:pt x="156972" y="147638"/>
                  <a:pt x="156781" y="145447"/>
                  <a:pt x="156591" y="143161"/>
                </a:cubicBezTo>
                <a:close/>
                <a:moveTo>
                  <a:pt x="46101" y="40100"/>
                </a:moveTo>
                <a:cubicBezTo>
                  <a:pt x="46101" y="23336"/>
                  <a:pt x="59150" y="9620"/>
                  <a:pt x="75152" y="9620"/>
                </a:cubicBezTo>
                <a:lnTo>
                  <a:pt x="82296" y="9620"/>
                </a:lnTo>
                <a:cubicBezTo>
                  <a:pt x="98393" y="9620"/>
                  <a:pt x="111347" y="23336"/>
                  <a:pt x="111347" y="40100"/>
                </a:cubicBezTo>
                <a:lnTo>
                  <a:pt x="111347" y="79248"/>
                </a:lnTo>
                <a:cubicBezTo>
                  <a:pt x="101346" y="74676"/>
                  <a:pt x="90297" y="72009"/>
                  <a:pt x="78581" y="72009"/>
                </a:cubicBezTo>
                <a:cubicBezTo>
                  <a:pt x="66961" y="72009"/>
                  <a:pt x="56007" y="74581"/>
                  <a:pt x="46101" y="79153"/>
                </a:cubicBezTo>
                <a:lnTo>
                  <a:pt x="46101" y="40100"/>
                </a:lnTo>
                <a:close/>
                <a:moveTo>
                  <a:pt x="147066" y="157353"/>
                </a:moveTo>
                <a:cubicBezTo>
                  <a:pt x="143542" y="192596"/>
                  <a:pt x="114110" y="219170"/>
                  <a:pt x="78581" y="219170"/>
                </a:cubicBezTo>
                <a:cubicBezTo>
                  <a:pt x="40672" y="219170"/>
                  <a:pt x="9715" y="188309"/>
                  <a:pt x="9715" y="150305"/>
                </a:cubicBezTo>
                <a:cubicBezTo>
                  <a:pt x="9715" y="138684"/>
                  <a:pt x="12763" y="127064"/>
                  <a:pt x="18479" y="116777"/>
                </a:cubicBezTo>
                <a:cubicBezTo>
                  <a:pt x="18764" y="116300"/>
                  <a:pt x="18955" y="115919"/>
                  <a:pt x="19240" y="115538"/>
                </a:cubicBezTo>
                <a:lnTo>
                  <a:pt x="19907" y="114491"/>
                </a:lnTo>
                <a:cubicBezTo>
                  <a:pt x="20669" y="113348"/>
                  <a:pt x="21336" y="112109"/>
                  <a:pt x="22193" y="110966"/>
                </a:cubicBezTo>
                <a:cubicBezTo>
                  <a:pt x="23146" y="109633"/>
                  <a:pt x="24098" y="108299"/>
                  <a:pt x="25051" y="107061"/>
                </a:cubicBezTo>
                <a:lnTo>
                  <a:pt x="26003" y="105918"/>
                </a:lnTo>
                <a:cubicBezTo>
                  <a:pt x="30766" y="100203"/>
                  <a:pt x="36004" y="95536"/>
                  <a:pt x="41720" y="91821"/>
                </a:cubicBezTo>
                <a:lnTo>
                  <a:pt x="43339" y="90773"/>
                </a:lnTo>
                <a:lnTo>
                  <a:pt x="50006" y="87725"/>
                </a:lnTo>
                <a:cubicBezTo>
                  <a:pt x="59055" y="83534"/>
                  <a:pt x="68675" y="81439"/>
                  <a:pt x="78581" y="81439"/>
                </a:cubicBezTo>
                <a:cubicBezTo>
                  <a:pt x="88487" y="81439"/>
                  <a:pt x="98203" y="83534"/>
                  <a:pt x="107347" y="87821"/>
                </a:cubicBezTo>
                <a:lnTo>
                  <a:pt x="114871" y="91345"/>
                </a:lnTo>
                <a:lnTo>
                  <a:pt x="115634" y="91821"/>
                </a:lnTo>
                <a:cubicBezTo>
                  <a:pt x="133540" y="103251"/>
                  <a:pt x="144971" y="122015"/>
                  <a:pt x="146971" y="143066"/>
                </a:cubicBezTo>
                <a:lnTo>
                  <a:pt x="146971" y="143637"/>
                </a:lnTo>
                <a:lnTo>
                  <a:pt x="146971" y="143828"/>
                </a:lnTo>
                <a:lnTo>
                  <a:pt x="147066" y="145066"/>
                </a:lnTo>
                <a:cubicBezTo>
                  <a:pt x="147161" y="146590"/>
                  <a:pt x="147352" y="148114"/>
                  <a:pt x="147352" y="149733"/>
                </a:cubicBezTo>
                <a:cubicBezTo>
                  <a:pt x="147447" y="152305"/>
                  <a:pt x="147352" y="154686"/>
                  <a:pt x="147066" y="157353"/>
                </a:cubicBez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94" name="Freeform: Shape 793">
            <a:extLst>
              <a:ext uri="{FF2B5EF4-FFF2-40B4-BE49-F238E27FC236}">
                <a16:creationId xmlns:a16="http://schemas.microsoft.com/office/drawing/2014/main" id="{E6D30FBA-0262-424E-AAA0-ECA5BECE55E4}"/>
              </a:ext>
            </a:extLst>
          </p:cNvPr>
          <p:cNvSpPr/>
          <p:nvPr/>
        </p:nvSpPr>
        <p:spPr>
          <a:xfrm>
            <a:off x="9670159" y="3093505"/>
            <a:ext cx="228600" cy="228600"/>
          </a:xfrm>
          <a:custGeom>
            <a:avLst/>
            <a:gdLst>
              <a:gd name="connsiteX0" fmla="*/ 114300 w 228600"/>
              <a:gd name="connsiteY0" fmla="*/ 0 h 228600"/>
              <a:gd name="connsiteX1" fmla="*/ 0 w 228600"/>
              <a:gd name="connsiteY1" fmla="*/ 114300 h 228600"/>
              <a:gd name="connsiteX2" fmla="*/ 114300 w 228600"/>
              <a:gd name="connsiteY2" fmla="*/ 228600 h 228600"/>
              <a:gd name="connsiteX3" fmla="*/ 228600 w 228600"/>
              <a:gd name="connsiteY3" fmla="*/ 114300 h 228600"/>
              <a:gd name="connsiteX4" fmla="*/ 114300 w 228600"/>
              <a:gd name="connsiteY4" fmla="*/ 0 h 228600"/>
              <a:gd name="connsiteX5" fmla="*/ 114300 w 228600"/>
              <a:gd name="connsiteY5" fmla="*/ 219075 h 228600"/>
              <a:gd name="connsiteX6" fmla="*/ 9525 w 228600"/>
              <a:gd name="connsiteY6" fmla="*/ 114300 h 228600"/>
              <a:gd name="connsiteX7" fmla="*/ 114300 w 228600"/>
              <a:gd name="connsiteY7" fmla="*/ 9525 h 228600"/>
              <a:gd name="connsiteX8" fmla="*/ 219075 w 228600"/>
              <a:gd name="connsiteY8" fmla="*/ 114300 h 228600"/>
              <a:gd name="connsiteX9" fmla="*/ 114300 w 228600"/>
              <a:gd name="connsiteY9" fmla="*/ 219075 h 228600"/>
              <a:gd name="connsiteX10" fmla="*/ 114300 w 228600"/>
              <a:gd name="connsiteY10" fmla="*/ 75438 h 228600"/>
              <a:gd name="connsiteX11" fmla="*/ 72771 w 228600"/>
              <a:gd name="connsiteY11" fmla="*/ 116967 h 228600"/>
              <a:gd name="connsiteX12" fmla="*/ 114300 w 228600"/>
              <a:gd name="connsiteY12" fmla="*/ 158496 h 228600"/>
              <a:gd name="connsiteX13" fmla="*/ 155829 w 228600"/>
              <a:gd name="connsiteY13" fmla="*/ 116967 h 228600"/>
              <a:gd name="connsiteX14" fmla="*/ 114300 w 228600"/>
              <a:gd name="connsiteY14" fmla="*/ 75438 h 228600"/>
              <a:gd name="connsiteX15" fmla="*/ 114300 w 228600"/>
              <a:gd name="connsiteY15" fmla="*/ 148971 h 228600"/>
              <a:gd name="connsiteX16" fmla="*/ 82296 w 228600"/>
              <a:gd name="connsiteY16" fmla="*/ 116967 h 228600"/>
              <a:gd name="connsiteX17" fmla="*/ 114300 w 228600"/>
              <a:gd name="connsiteY17" fmla="*/ 84963 h 228600"/>
              <a:gd name="connsiteX18" fmla="*/ 146304 w 228600"/>
              <a:gd name="connsiteY18" fmla="*/ 116967 h 228600"/>
              <a:gd name="connsiteX19" fmla="*/ 114300 w 228600"/>
              <a:gd name="connsiteY19" fmla="*/ 148971 h 228600"/>
              <a:gd name="connsiteX20" fmla="*/ 114300 w 228600"/>
              <a:gd name="connsiteY20" fmla="*/ 90392 h 228600"/>
              <a:gd name="connsiteX21" fmla="*/ 87725 w 228600"/>
              <a:gd name="connsiteY21" fmla="*/ 116967 h 228600"/>
              <a:gd name="connsiteX22" fmla="*/ 114300 w 228600"/>
              <a:gd name="connsiteY22" fmla="*/ 143542 h 228600"/>
              <a:gd name="connsiteX23" fmla="*/ 140875 w 228600"/>
              <a:gd name="connsiteY23" fmla="*/ 116967 h 228600"/>
              <a:gd name="connsiteX24" fmla="*/ 114300 w 228600"/>
              <a:gd name="connsiteY24" fmla="*/ 90392 h 228600"/>
              <a:gd name="connsiteX25" fmla="*/ 114300 w 228600"/>
              <a:gd name="connsiteY25" fmla="*/ 133921 h 228600"/>
              <a:gd name="connsiteX26" fmla="*/ 97250 w 228600"/>
              <a:gd name="connsiteY26" fmla="*/ 116872 h 228600"/>
              <a:gd name="connsiteX27" fmla="*/ 114300 w 228600"/>
              <a:gd name="connsiteY27" fmla="*/ 99822 h 228600"/>
              <a:gd name="connsiteX28" fmla="*/ 131350 w 228600"/>
              <a:gd name="connsiteY28" fmla="*/ 116872 h 228600"/>
              <a:gd name="connsiteX29" fmla="*/ 114300 w 228600"/>
              <a:gd name="connsiteY29" fmla="*/ 133921 h 228600"/>
              <a:gd name="connsiteX30" fmla="*/ 35814 w 228600"/>
              <a:gd name="connsiteY30" fmla="*/ 124111 h 228600"/>
              <a:gd name="connsiteX31" fmla="*/ 26289 w 228600"/>
              <a:gd name="connsiteY31" fmla="*/ 124111 h 228600"/>
              <a:gd name="connsiteX32" fmla="*/ 110395 w 228600"/>
              <a:gd name="connsiteY32" fmla="*/ 208216 h 228600"/>
              <a:gd name="connsiteX33" fmla="*/ 110395 w 228600"/>
              <a:gd name="connsiteY33" fmla="*/ 198691 h 228600"/>
              <a:gd name="connsiteX34" fmla="*/ 35814 w 228600"/>
              <a:gd name="connsiteY34" fmla="*/ 124111 h 228600"/>
              <a:gd name="connsiteX35" fmla="*/ 110395 w 228600"/>
              <a:gd name="connsiteY35" fmla="*/ 22860 h 228600"/>
              <a:gd name="connsiteX36" fmla="*/ 110395 w 228600"/>
              <a:gd name="connsiteY36" fmla="*/ 32385 h 228600"/>
              <a:gd name="connsiteX37" fmla="*/ 184975 w 228600"/>
              <a:gd name="connsiteY37" fmla="*/ 106966 h 228600"/>
              <a:gd name="connsiteX38" fmla="*/ 194500 w 228600"/>
              <a:gd name="connsiteY38" fmla="*/ 106966 h 228600"/>
              <a:gd name="connsiteX39" fmla="*/ 110395 w 228600"/>
              <a:gd name="connsiteY39" fmla="*/ 22860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228600" h="228600">
                <a:moveTo>
                  <a:pt x="114300" y="0"/>
                </a:moveTo>
                <a:cubicBezTo>
                  <a:pt x="51149" y="0"/>
                  <a:pt x="0" y="51149"/>
                  <a:pt x="0" y="114300"/>
                </a:cubicBezTo>
                <a:cubicBezTo>
                  <a:pt x="0" y="177451"/>
                  <a:pt x="51149" y="228600"/>
                  <a:pt x="114300" y="228600"/>
                </a:cubicBezTo>
                <a:cubicBezTo>
                  <a:pt x="177451" y="228600"/>
                  <a:pt x="228600" y="177451"/>
                  <a:pt x="228600" y="114300"/>
                </a:cubicBezTo>
                <a:cubicBezTo>
                  <a:pt x="228600" y="51149"/>
                  <a:pt x="177451" y="0"/>
                  <a:pt x="114300" y="0"/>
                </a:cubicBezTo>
                <a:close/>
                <a:moveTo>
                  <a:pt x="114300" y="219075"/>
                </a:moveTo>
                <a:cubicBezTo>
                  <a:pt x="56483" y="219075"/>
                  <a:pt x="9525" y="172117"/>
                  <a:pt x="9525" y="114300"/>
                </a:cubicBezTo>
                <a:cubicBezTo>
                  <a:pt x="9525" y="56483"/>
                  <a:pt x="56483" y="9525"/>
                  <a:pt x="114300" y="9525"/>
                </a:cubicBezTo>
                <a:cubicBezTo>
                  <a:pt x="172117" y="9525"/>
                  <a:pt x="219075" y="56483"/>
                  <a:pt x="219075" y="114300"/>
                </a:cubicBezTo>
                <a:cubicBezTo>
                  <a:pt x="219075" y="172117"/>
                  <a:pt x="172117" y="219075"/>
                  <a:pt x="114300" y="219075"/>
                </a:cubicBezTo>
                <a:close/>
                <a:moveTo>
                  <a:pt x="114300" y="75438"/>
                </a:moveTo>
                <a:cubicBezTo>
                  <a:pt x="91440" y="75438"/>
                  <a:pt x="72771" y="94107"/>
                  <a:pt x="72771" y="116967"/>
                </a:cubicBezTo>
                <a:cubicBezTo>
                  <a:pt x="72771" y="139827"/>
                  <a:pt x="91440" y="158496"/>
                  <a:pt x="114300" y="158496"/>
                </a:cubicBezTo>
                <a:cubicBezTo>
                  <a:pt x="137160" y="158496"/>
                  <a:pt x="155829" y="139827"/>
                  <a:pt x="155829" y="116967"/>
                </a:cubicBezTo>
                <a:cubicBezTo>
                  <a:pt x="155829" y="94107"/>
                  <a:pt x="137160" y="75438"/>
                  <a:pt x="114300" y="75438"/>
                </a:cubicBezTo>
                <a:close/>
                <a:moveTo>
                  <a:pt x="114300" y="148971"/>
                </a:moveTo>
                <a:cubicBezTo>
                  <a:pt x="96679" y="148971"/>
                  <a:pt x="82296" y="134588"/>
                  <a:pt x="82296" y="116967"/>
                </a:cubicBezTo>
                <a:cubicBezTo>
                  <a:pt x="82296" y="99346"/>
                  <a:pt x="96679" y="84963"/>
                  <a:pt x="114300" y="84963"/>
                </a:cubicBezTo>
                <a:cubicBezTo>
                  <a:pt x="131921" y="84963"/>
                  <a:pt x="146304" y="99346"/>
                  <a:pt x="146304" y="116967"/>
                </a:cubicBezTo>
                <a:cubicBezTo>
                  <a:pt x="146304" y="134588"/>
                  <a:pt x="131921" y="148971"/>
                  <a:pt x="114300" y="148971"/>
                </a:cubicBezTo>
                <a:close/>
                <a:moveTo>
                  <a:pt x="114300" y="90392"/>
                </a:moveTo>
                <a:cubicBezTo>
                  <a:pt x="99631" y="90392"/>
                  <a:pt x="87725" y="102298"/>
                  <a:pt x="87725" y="116967"/>
                </a:cubicBezTo>
                <a:cubicBezTo>
                  <a:pt x="87725" y="131636"/>
                  <a:pt x="99631" y="143542"/>
                  <a:pt x="114300" y="143542"/>
                </a:cubicBezTo>
                <a:cubicBezTo>
                  <a:pt x="128968" y="143542"/>
                  <a:pt x="140875" y="131636"/>
                  <a:pt x="140875" y="116967"/>
                </a:cubicBezTo>
                <a:cubicBezTo>
                  <a:pt x="140875" y="102298"/>
                  <a:pt x="128968" y="90392"/>
                  <a:pt x="114300" y="90392"/>
                </a:cubicBezTo>
                <a:close/>
                <a:moveTo>
                  <a:pt x="114300" y="133921"/>
                </a:moveTo>
                <a:cubicBezTo>
                  <a:pt x="104965" y="133921"/>
                  <a:pt x="97250" y="126301"/>
                  <a:pt x="97250" y="116872"/>
                </a:cubicBezTo>
                <a:cubicBezTo>
                  <a:pt x="97250" y="107442"/>
                  <a:pt x="104870" y="99822"/>
                  <a:pt x="114300" y="99822"/>
                </a:cubicBezTo>
                <a:cubicBezTo>
                  <a:pt x="123730" y="99822"/>
                  <a:pt x="131350" y="107442"/>
                  <a:pt x="131350" y="116872"/>
                </a:cubicBezTo>
                <a:cubicBezTo>
                  <a:pt x="131350" y="126301"/>
                  <a:pt x="123730" y="133921"/>
                  <a:pt x="114300" y="133921"/>
                </a:cubicBezTo>
                <a:close/>
                <a:moveTo>
                  <a:pt x="35814" y="124111"/>
                </a:moveTo>
                <a:lnTo>
                  <a:pt x="26289" y="124111"/>
                </a:lnTo>
                <a:cubicBezTo>
                  <a:pt x="26289" y="170497"/>
                  <a:pt x="64008" y="208216"/>
                  <a:pt x="110395" y="208216"/>
                </a:cubicBezTo>
                <a:lnTo>
                  <a:pt x="110395" y="198691"/>
                </a:lnTo>
                <a:cubicBezTo>
                  <a:pt x="69247" y="198691"/>
                  <a:pt x="35814" y="165259"/>
                  <a:pt x="35814" y="124111"/>
                </a:cubicBezTo>
                <a:close/>
                <a:moveTo>
                  <a:pt x="110395" y="22860"/>
                </a:moveTo>
                <a:lnTo>
                  <a:pt x="110395" y="32385"/>
                </a:lnTo>
                <a:cubicBezTo>
                  <a:pt x="151543" y="32385"/>
                  <a:pt x="184975" y="65818"/>
                  <a:pt x="184975" y="106966"/>
                </a:cubicBezTo>
                <a:lnTo>
                  <a:pt x="194500" y="106966"/>
                </a:lnTo>
                <a:cubicBezTo>
                  <a:pt x="194405" y="60579"/>
                  <a:pt x="156686" y="22860"/>
                  <a:pt x="110395" y="22860"/>
                </a:cubicBez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95" name="Freeform: Shape 794">
            <a:extLst>
              <a:ext uri="{FF2B5EF4-FFF2-40B4-BE49-F238E27FC236}">
                <a16:creationId xmlns:a16="http://schemas.microsoft.com/office/drawing/2014/main" id="{A4756A5C-CE06-422E-9C9A-BDEDDA942866}"/>
              </a:ext>
            </a:extLst>
          </p:cNvPr>
          <p:cNvSpPr/>
          <p:nvPr/>
        </p:nvSpPr>
        <p:spPr>
          <a:xfrm>
            <a:off x="5730218" y="3825023"/>
            <a:ext cx="285750" cy="204120"/>
          </a:xfrm>
          <a:custGeom>
            <a:avLst/>
            <a:gdLst>
              <a:gd name="connsiteX0" fmla="*/ 153353 w 285750"/>
              <a:gd name="connsiteY0" fmla="*/ 57626 h 204120"/>
              <a:gd name="connsiteX1" fmla="*/ 153353 w 285750"/>
              <a:gd name="connsiteY1" fmla="*/ 57626 h 204120"/>
              <a:gd name="connsiteX2" fmla="*/ 133541 w 285750"/>
              <a:gd name="connsiteY2" fmla="*/ 57626 h 204120"/>
              <a:gd name="connsiteX3" fmla="*/ 133541 w 285750"/>
              <a:gd name="connsiteY3" fmla="*/ 51911 h 204120"/>
              <a:gd name="connsiteX4" fmla="*/ 134207 w 285750"/>
              <a:gd name="connsiteY4" fmla="*/ 51244 h 204120"/>
              <a:gd name="connsiteX5" fmla="*/ 147447 w 285750"/>
              <a:gd name="connsiteY5" fmla="*/ 51244 h 204120"/>
              <a:gd name="connsiteX6" fmla="*/ 147447 w 285750"/>
              <a:gd name="connsiteY6" fmla="*/ 29623 h 204120"/>
              <a:gd name="connsiteX7" fmla="*/ 167640 w 285750"/>
              <a:gd name="connsiteY7" fmla="*/ 9430 h 204120"/>
              <a:gd name="connsiteX8" fmla="*/ 252984 w 285750"/>
              <a:gd name="connsiteY8" fmla="*/ 9430 h 204120"/>
              <a:gd name="connsiteX9" fmla="*/ 270320 w 285750"/>
              <a:gd name="connsiteY9" fmla="*/ 29432 h 204120"/>
              <a:gd name="connsiteX10" fmla="*/ 270320 w 285750"/>
              <a:gd name="connsiteY10" fmla="*/ 50006 h 204120"/>
              <a:gd name="connsiteX11" fmla="*/ 279845 w 285750"/>
              <a:gd name="connsiteY11" fmla="*/ 50006 h 204120"/>
              <a:gd name="connsiteX12" fmla="*/ 279845 w 285750"/>
              <a:gd name="connsiteY12" fmla="*/ 25908 h 204120"/>
              <a:gd name="connsiteX13" fmla="*/ 257270 w 285750"/>
              <a:gd name="connsiteY13" fmla="*/ 0 h 204120"/>
              <a:gd name="connsiteX14" fmla="*/ 163639 w 285750"/>
              <a:gd name="connsiteY14" fmla="*/ 0 h 204120"/>
              <a:gd name="connsiteX15" fmla="*/ 137922 w 285750"/>
              <a:gd name="connsiteY15" fmla="*/ 25717 h 204120"/>
              <a:gd name="connsiteX16" fmla="*/ 137922 w 285750"/>
              <a:gd name="connsiteY16" fmla="*/ 41815 h 204120"/>
              <a:gd name="connsiteX17" fmla="*/ 130302 w 285750"/>
              <a:gd name="connsiteY17" fmla="*/ 41815 h 204120"/>
              <a:gd name="connsiteX18" fmla="*/ 124016 w 285750"/>
              <a:gd name="connsiteY18" fmla="*/ 48101 h 204120"/>
              <a:gd name="connsiteX19" fmla="*/ 124016 w 285750"/>
              <a:gd name="connsiteY19" fmla="*/ 57721 h 204120"/>
              <a:gd name="connsiteX20" fmla="*/ 0 w 285750"/>
              <a:gd name="connsiteY20" fmla="*/ 57721 h 204120"/>
              <a:gd name="connsiteX21" fmla="*/ 0 w 285750"/>
              <a:gd name="connsiteY21" fmla="*/ 204121 h 204120"/>
              <a:gd name="connsiteX22" fmla="*/ 285750 w 285750"/>
              <a:gd name="connsiteY22" fmla="*/ 204121 h 204120"/>
              <a:gd name="connsiteX23" fmla="*/ 285750 w 285750"/>
              <a:gd name="connsiteY23" fmla="*/ 57721 h 204120"/>
              <a:gd name="connsiteX24" fmla="*/ 153353 w 285750"/>
              <a:gd name="connsiteY24" fmla="*/ 57721 h 204120"/>
              <a:gd name="connsiteX25" fmla="*/ 276320 w 285750"/>
              <a:gd name="connsiteY25" fmla="*/ 194500 h 204120"/>
              <a:gd name="connsiteX26" fmla="*/ 9620 w 285750"/>
              <a:gd name="connsiteY26" fmla="*/ 194500 h 204120"/>
              <a:gd name="connsiteX27" fmla="*/ 9620 w 285750"/>
              <a:gd name="connsiteY27" fmla="*/ 67151 h 204120"/>
              <a:gd name="connsiteX28" fmla="*/ 276320 w 285750"/>
              <a:gd name="connsiteY28" fmla="*/ 67151 h 204120"/>
              <a:gd name="connsiteX29" fmla="*/ 276320 w 285750"/>
              <a:gd name="connsiteY29" fmla="*/ 194500 h 204120"/>
              <a:gd name="connsiteX30" fmla="*/ 17431 w 285750"/>
              <a:gd name="connsiteY30" fmla="*/ 106489 h 204120"/>
              <a:gd name="connsiteX31" fmla="*/ 31337 w 285750"/>
              <a:gd name="connsiteY31" fmla="*/ 106489 h 204120"/>
              <a:gd name="connsiteX32" fmla="*/ 34862 w 285750"/>
              <a:gd name="connsiteY32" fmla="*/ 102965 h 204120"/>
              <a:gd name="connsiteX33" fmla="*/ 34862 w 285750"/>
              <a:gd name="connsiteY33" fmla="*/ 89059 h 204120"/>
              <a:gd name="connsiteX34" fmla="*/ 31337 w 285750"/>
              <a:gd name="connsiteY34" fmla="*/ 85534 h 204120"/>
              <a:gd name="connsiteX35" fmla="*/ 17431 w 285750"/>
              <a:gd name="connsiteY35" fmla="*/ 85534 h 204120"/>
              <a:gd name="connsiteX36" fmla="*/ 13906 w 285750"/>
              <a:gd name="connsiteY36" fmla="*/ 89059 h 204120"/>
              <a:gd name="connsiteX37" fmla="*/ 13906 w 285750"/>
              <a:gd name="connsiteY37" fmla="*/ 102965 h 204120"/>
              <a:gd name="connsiteX38" fmla="*/ 17431 w 285750"/>
              <a:gd name="connsiteY38" fmla="*/ 106489 h 204120"/>
              <a:gd name="connsiteX39" fmla="*/ 21146 w 285750"/>
              <a:gd name="connsiteY39" fmla="*/ 92678 h 204120"/>
              <a:gd name="connsiteX40" fmla="*/ 27813 w 285750"/>
              <a:gd name="connsiteY40" fmla="*/ 92678 h 204120"/>
              <a:gd name="connsiteX41" fmla="*/ 27813 w 285750"/>
              <a:gd name="connsiteY41" fmla="*/ 99346 h 204120"/>
              <a:gd name="connsiteX42" fmla="*/ 21146 w 285750"/>
              <a:gd name="connsiteY42" fmla="*/ 99346 h 204120"/>
              <a:gd name="connsiteX43" fmla="*/ 21146 w 285750"/>
              <a:gd name="connsiteY43" fmla="*/ 92678 h 204120"/>
              <a:gd name="connsiteX44" fmla="*/ 45339 w 285750"/>
              <a:gd name="connsiteY44" fmla="*/ 106489 h 204120"/>
              <a:gd name="connsiteX45" fmla="*/ 59246 w 285750"/>
              <a:gd name="connsiteY45" fmla="*/ 106489 h 204120"/>
              <a:gd name="connsiteX46" fmla="*/ 62770 w 285750"/>
              <a:gd name="connsiteY46" fmla="*/ 102965 h 204120"/>
              <a:gd name="connsiteX47" fmla="*/ 62770 w 285750"/>
              <a:gd name="connsiteY47" fmla="*/ 89059 h 204120"/>
              <a:gd name="connsiteX48" fmla="*/ 59246 w 285750"/>
              <a:gd name="connsiteY48" fmla="*/ 85534 h 204120"/>
              <a:gd name="connsiteX49" fmla="*/ 45339 w 285750"/>
              <a:gd name="connsiteY49" fmla="*/ 85534 h 204120"/>
              <a:gd name="connsiteX50" fmla="*/ 41815 w 285750"/>
              <a:gd name="connsiteY50" fmla="*/ 89059 h 204120"/>
              <a:gd name="connsiteX51" fmla="*/ 41815 w 285750"/>
              <a:gd name="connsiteY51" fmla="*/ 102965 h 204120"/>
              <a:gd name="connsiteX52" fmla="*/ 45339 w 285750"/>
              <a:gd name="connsiteY52" fmla="*/ 106489 h 204120"/>
              <a:gd name="connsiteX53" fmla="*/ 49054 w 285750"/>
              <a:gd name="connsiteY53" fmla="*/ 92678 h 204120"/>
              <a:gd name="connsiteX54" fmla="*/ 55721 w 285750"/>
              <a:gd name="connsiteY54" fmla="*/ 92678 h 204120"/>
              <a:gd name="connsiteX55" fmla="*/ 55721 w 285750"/>
              <a:gd name="connsiteY55" fmla="*/ 99346 h 204120"/>
              <a:gd name="connsiteX56" fmla="*/ 49054 w 285750"/>
              <a:gd name="connsiteY56" fmla="*/ 99346 h 204120"/>
              <a:gd name="connsiteX57" fmla="*/ 49054 w 285750"/>
              <a:gd name="connsiteY57" fmla="*/ 92678 h 204120"/>
              <a:gd name="connsiteX58" fmla="*/ 73247 w 285750"/>
              <a:gd name="connsiteY58" fmla="*/ 106489 h 204120"/>
              <a:gd name="connsiteX59" fmla="*/ 87154 w 285750"/>
              <a:gd name="connsiteY59" fmla="*/ 106489 h 204120"/>
              <a:gd name="connsiteX60" fmla="*/ 90678 w 285750"/>
              <a:gd name="connsiteY60" fmla="*/ 102965 h 204120"/>
              <a:gd name="connsiteX61" fmla="*/ 90678 w 285750"/>
              <a:gd name="connsiteY61" fmla="*/ 89059 h 204120"/>
              <a:gd name="connsiteX62" fmla="*/ 87154 w 285750"/>
              <a:gd name="connsiteY62" fmla="*/ 85534 h 204120"/>
              <a:gd name="connsiteX63" fmla="*/ 73247 w 285750"/>
              <a:gd name="connsiteY63" fmla="*/ 85534 h 204120"/>
              <a:gd name="connsiteX64" fmla="*/ 69723 w 285750"/>
              <a:gd name="connsiteY64" fmla="*/ 89059 h 204120"/>
              <a:gd name="connsiteX65" fmla="*/ 69723 w 285750"/>
              <a:gd name="connsiteY65" fmla="*/ 102965 h 204120"/>
              <a:gd name="connsiteX66" fmla="*/ 73247 w 285750"/>
              <a:gd name="connsiteY66" fmla="*/ 106489 h 204120"/>
              <a:gd name="connsiteX67" fmla="*/ 76867 w 285750"/>
              <a:gd name="connsiteY67" fmla="*/ 92678 h 204120"/>
              <a:gd name="connsiteX68" fmla="*/ 83534 w 285750"/>
              <a:gd name="connsiteY68" fmla="*/ 92678 h 204120"/>
              <a:gd name="connsiteX69" fmla="*/ 83534 w 285750"/>
              <a:gd name="connsiteY69" fmla="*/ 99346 h 204120"/>
              <a:gd name="connsiteX70" fmla="*/ 76867 w 285750"/>
              <a:gd name="connsiteY70" fmla="*/ 99346 h 204120"/>
              <a:gd name="connsiteX71" fmla="*/ 76867 w 285750"/>
              <a:gd name="connsiteY71" fmla="*/ 92678 h 204120"/>
              <a:gd name="connsiteX72" fmla="*/ 101155 w 285750"/>
              <a:gd name="connsiteY72" fmla="*/ 106489 h 204120"/>
              <a:gd name="connsiteX73" fmla="*/ 115062 w 285750"/>
              <a:gd name="connsiteY73" fmla="*/ 106489 h 204120"/>
              <a:gd name="connsiteX74" fmla="*/ 118586 w 285750"/>
              <a:gd name="connsiteY74" fmla="*/ 102965 h 204120"/>
              <a:gd name="connsiteX75" fmla="*/ 118586 w 285750"/>
              <a:gd name="connsiteY75" fmla="*/ 89059 h 204120"/>
              <a:gd name="connsiteX76" fmla="*/ 115062 w 285750"/>
              <a:gd name="connsiteY76" fmla="*/ 85534 h 204120"/>
              <a:gd name="connsiteX77" fmla="*/ 101155 w 285750"/>
              <a:gd name="connsiteY77" fmla="*/ 85534 h 204120"/>
              <a:gd name="connsiteX78" fmla="*/ 97631 w 285750"/>
              <a:gd name="connsiteY78" fmla="*/ 89059 h 204120"/>
              <a:gd name="connsiteX79" fmla="*/ 97631 w 285750"/>
              <a:gd name="connsiteY79" fmla="*/ 102965 h 204120"/>
              <a:gd name="connsiteX80" fmla="*/ 101155 w 285750"/>
              <a:gd name="connsiteY80" fmla="*/ 106489 h 204120"/>
              <a:gd name="connsiteX81" fmla="*/ 104775 w 285750"/>
              <a:gd name="connsiteY81" fmla="*/ 92678 h 204120"/>
              <a:gd name="connsiteX82" fmla="*/ 111442 w 285750"/>
              <a:gd name="connsiteY82" fmla="*/ 92678 h 204120"/>
              <a:gd name="connsiteX83" fmla="*/ 111442 w 285750"/>
              <a:gd name="connsiteY83" fmla="*/ 99346 h 204120"/>
              <a:gd name="connsiteX84" fmla="*/ 104775 w 285750"/>
              <a:gd name="connsiteY84" fmla="*/ 99346 h 204120"/>
              <a:gd name="connsiteX85" fmla="*/ 104775 w 285750"/>
              <a:gd name="connsiteY85" fmla="*/ 92678 h 204120"/>
              <a:gd name="connsiteX86" fmla="*/ 128968 w 285750"/>
              <a:gd name="connsiteY86" fmla="*/ 106489 h 204120"/>
              <a:gd name="connsiteX87" fmla="*/ 142875 w 285750"/>
              <a:gd name="connsiteY87" fmla="*/ 106489 h 204120"/>
              <a:gd name="connsiteX88" fmla="*/ 146399 w 285750"/>
              <a:gd name="connsiteY88" fmla="*/ 102965 h 204120"/>
              <a:gd name="connsiteX89" fmla="*/ 146399 w 285750"/>
              <a:gd name="connsiteY89" fmla="*/ 89059 h 204120"/>
              <a:gd name="connsiteX90" fmla="*/ 142875 w 285750"/>
              <a:gd name="connsiteY90" fmla="*/ 85534 h 204120"/>
              <a:gd name="connsiteX91" fmla="*/ 128968 w 285750"/>
              <a:gd name="connsiteY91" fmla="*/ 85534 h 204120"/>
              <a:gd name="connsiteX92" fmla="*/ 125444 w 285750"/>
              <a:gd name="connsiteY92" fmla="*/ 89059 h 204120"/>
              <a:gd name="connsiteX93" fmla="*/ 125444 w 285750"/>
              <a:gd name="connsiteY93" fmla="*/ 102965 h 204120"/>
              <a:gd name="connsiteX94" fmla="*/ 128968 w 285750"/>
              <a:gd name="connsiteY94" fmla="*/ 106489 h 204120"/>
              <a:gd name="connsiteX95" fmla="*/ 132683 w 285750"/>
              <a:gd name="connsiteY95" fmla="*/ 92678 h 204120"/>
              <a:gd name="connsiteX96" fmla="*/ 139351 w 285750"/>
              <a:gd name="connsiteY96" fmla="*/ 92678 h 204120"/>
              <a:gd name="connsiteX97" fmla="*/ 139351 w 285750"/>
              <a:gd name="connsiteY97" fmla="*/ 99346 h 204120"/>
              <a:gd name="connsiteX98" fmla="*/ 132683 w 285750"/>
              <a:gd name="connsiteY98" fmla="*/ 99346 h 204120"/>
              <a:gd name="connsiteX99" fmla="*/ 132683 w 285750"/>
              <a:gd name="connsiteY99" fmla="*/ 92678 h 204120"/>
              <a:gd name="connsiteX100" fmla="*/ 156877 w 285750"/>
              <a:gd name="connsiteY100" fmla="*/ 106489 h 204120"/>
              <a:gd name="connsiteX101" fmla="*/ 170783 w 285750"/>
              <a:gd name="connsiteY101" fmla="*/ 106489 h 204120"/>
              <a:gd name="connsiteX102" fmla="*/ 174308 w 285750"/>
              <a:gd name="connsiteY102" fmla="*/ 102965 h 204120"/>
              <a:gd name="connsiteX103" fmla="*/ 174308 w 285750"/>
              <a:gd name="connsiteY103" fmla="*/ 89059 h 204120"/>
              <a:gd name="connsiteX104" fmla="*/ 170783 w 285750"/>
              <a:gd name="connsiteY104" fmla="*/ 85534 h 204120"/>
              <a:gd name="connsiteX105" fmla="*/ 156877 w 285750"/>
              <a:gd name="connsiteY105" fmla="*/ 85534 h 204120"/>
              <a:gd name="connsiteX106" fmla="*/ 153353 w 285750"/>
              <a:gd name="connsiteY106" fmla="*/ 89059 h 204120"/>
              <a:gd name="connsiteX107" fmla="*/ 153353 w 285750"/>
              <a:gd name="connsiteY107" fmla="*/ 102965 h 204120"/>
              <a:gd name="connsiteX108" fmla="*/ 156877 w 285750"/>
              <a:gd name="connsiteY108" fmla="*/ 106489 h 204120"/>
              <a:gd name="connsiteX109" fmla="*/ 160496 w 285750"/>
              <a:gd name="connsiteY109" fmla="*/ 92678 h 204120"/>
              <a:gd name="connsiteX110" fmla="*/ 167164 w 285750"/>
              <a:gd name="connsiteY110" fmla="*/ 92678 h 204120"/>
              <a:gd name="connsiteX111" fmla="*/ 167164 w 285750"/>
              <a:gd name="connsiteY111" fmla="*/ 99346 h 204120"/>
              <a:gd name="connsiteX112" fmla="*/ 160496 w 285750"/>
              <a:gd name="connsiteY112" fmla="*/ 99346 h 204120"/>
              <a:gd name="connsiteX113" fmla="*/ 160496 w 285750"/>
              <a:gd name="connsiteY113" fmla="*/ 92678 h 204120"/>
              <a:gd name="connsiteX114" fmla="*/ 198692 w 285750"/>
              <a:gd name="connsiteY114" fmla="*/ 106489 h 204120"/>
              <a:gd name="connsiteX115" fmla="*/ 212598 w 285750"/>
              <a:gd name="connsiteY115" fmla="*/ 106489 h 204120"/>
              <a:gd name="connsiteX116" fmla="*/ 216122 w 285750"/>
              <a:gd name="connsiteY116" fmla="*/ 102965 h 204120"/>
              <a:gd name="connsiteX117" fmla="*/ 216122 w 285750"/>
              <a:gd name="connsiteY117" fmla="*/ 89059 h 204120"/>
              <a:gd name="connsiteX118" fmla="*/ 212598 w 285750"/>
              <a:gd name="connsiteY118" fmla="*/ 85534 h 204120"/>
              <a:gd name="connsiteX119" fmla="*/ 198692 w 285750"/>
              <a:gd name="connsiteY119" fmla="*/ 85534 h 204120"/>
              <a:gd name="connsiteX120" fmla="*/ 195167 w 285750"/>
              <a:gd name="connsiteY120" fmla="*/ 89059 h 204120"/>
              <a:gd name="connsiteX121" fmla="*/ 195167 w 285750"/>
              <a:gd name="connsiteY121" fmla="*/ 102965 h 204120"/>
              <a:gd name="connsiteX122" fmla="*/ 198692 w 285750"/>
              <a:gd name="connsiteY122" fmla="*/ 106489 h 204120"/>
              <a:gd name="connsiteX123" fmla="*/ 202311 w 285750"/>
              <a:gd name="connsiteY123" fmla="*/ 92678 h 204120"/>
              <a:gd name="connsiteX124" fmla="*/ 208979 w 285750"/>
              <a:gd name="connsiteY124" fmla="*/ 92678 h 204120"/>
              <a:gd name="connsiteX125" fmla="*/ 208979 w 285750"/>
              <a:gd name="connsiteY125" fmla="*/ 99346 h 204120"/>
              <a:gd name="connsiteX126" fmla="*/ 202311 w 285750"/>
              <a:gd name="connsiteY126" fmla="*/ 99346 h 204120"/>
              <a:gd name="connsiteX127" fmla="*/ 202311 w 285750"/>
              <a:gd name="connsiteY127" fmla="*/ 92678 h 204120"/>
              <a:gd name="connsiteX128" fmla="*/ 226600 w 285750"/>
              <a:gd name="connsiteY128" fmla="*/ 106489 h 204120"/>
              <a:gd name="connsiteX129" fmla="*/ 240506 w 285750"/>
              <a:gd name="connsiteY129" fmla="*/ 106489 h 204120"/>
              <a:gd name="connsiteX130" fmla="*/ 244030 w 285750"/>
              <a:gd name="connsiteY130" fmla="*/ 102965 h 204120"/>
              <a:gd name="connsiteX131" fmla="*/ 244030 w 285750"/>
              <a:gd name="connsiteY131" fmla="*/ 89059 h 204120"/>
              <a:gd name="connsiteX132" fmla="*/ 240506 w 285750"/>
              <a:gd name="connsiteY132" fmla="*/ 85534 h 204120"/>
              <a:gd name="connsiteX133" fmla="*/ 226600 w 285750"/>
              <a:gd name="connsiteY133" fmla="*/ 85534 h 204120"/>
              <a:gd name="connsiteX134" fmla="*/ 223075 w 285750"/>
              <a:gd name="connsiteY134" fmla="*/ 89059 h 204120"/>
              <a:gd name="connsiteX135" fmla="*/ 223075 w 285750"/>
              <a:gd name="connsiteY135" fmla="*/ 102965 h 204120"/>
              <a:gd name="connsiteX136" fmla="*/ 226600 w 285750"/>
              <a:gd name="connsiteY136" fmla="*/ 106489 h 204120"/>
              <a:gd name="connsiteX137" fmla="*/ 230219 w 285750"/>
              <a:gd name="connsiteY137" fmla="*/ 92678 h 204120"/>
              <a:gd name="connsiteX138" fmla="*/ 236887 w 285750"/>
              <a:gd name="connsiteY138" fmla="*/ 92678 h 204120"/>
              <a:gd name="connsiteX139" fmla="*/ 236887 w 285750"/>
              <a:gd name="connsiteY139" fmla="*/ 99346 h 204120"/>
              <a:gd name="connsiteX140" fmla="*/ 230219 w 285750"/>
              <a:gd name="connsiteY140" fmla="*/ 99346 h 204120"/>
              <a:gd name="connsiteX141" fmla="*/ 230219 w 285750"/>
              <a:gd name="connsiteY141" fmla="*/ 92678 h 204120"/>
              <a:gd name="connsiteX142" fmla="*/ 254413 w 285750"/>
              <a:gd name="connsiteY142" fmla="*/ 106489 h 204120"/>
              <a:gd name="connsiteX143" fmla="*/ 268319 w 285750"/>
              <a:gd name="connsiteY143" fmla="*/ 106489 h 204120"/>
              <a:gd name="connsiteX144" fmla="*/ 271843 w 285750"/>
              <a:gd name="connsiteY144" fmla="*/ 102965 h 204120"/>
              <a:gd name="connsiteX145" fmla="*/ 271843 w 285750"/>
              <a:gd name="connsiteY145" fmla="*/ 89059 h 204120"/>
              <a:gd name="connsiteX146" fmla="*/ 268319 w 285750"/>
              <a:gd name="connsiteY146" fmla="*/ 85534 h 204120"/>
              <a:gd name="connsiteX147" fmla="*/ 254413 w 285750"/>
              <a:gd name="connsiteY147" fmla="*/ 85534 h 204120"/>
              <a:gd name="connsiteX148" fmla="*/ 250888 w 285750"/>
              <a:gd name="connsiteY148" fmla="*/ 89059 h 204120"/>
              <a:gd name="connsiteX149" fmla="*/ 250888 w 285750"/>
              <a:gd name="connsiteY149" fmla="*/ 102965 h 204120"/>
              <a:gd name="connsiteX150" fmla="*/ 254413 w 285750"/>
              <a:gd name="connsiteY150" fmla="*/ 106489 h 204120"/>
              <a:gd name="connsiteX151" fmla="*/ 258128 w 285750"/>
              <a:gd name="connsiteY151" fmla="*/ 92678 h 204120"/>
              <a:gd name="connsiteX152" fmla="*/ 264795 w 285750"/>
              <a:gd name="connsiteY152" fmla="*/ 92678 h 204120"/>
              <a:gd name="connsiteX153" fmla="*/ 264795 w 285750"/>
              <a:gd name="connsiteY153" fmla="*/ 99346 h 204120"/>
              <a:gd name="connsiteX154" fmla="*/ 258128 w 285750"/>
              <a:gd name="connsiteY154" fmla="*/ 99346 h 204120"/>
              <a:gd name="connsiteX155" fmla="*/ 258128 w 285750"/>
              <a:gd name="connsiteY155" fmla="*/ 92678 h 204120"/>
              <a:gd name="connsiteX156" fmla="*/ 17431 w 285750"/>
              <a:gd name="connsiteY156" fmla="*/ 134302 h 204120"/>
              <a:gd name="connsiteX157" fmla="*/ 31337 w 285750"/>
              <a:gd name="connsiteY157" fmla="*/ 134302 h 204120"/>
              <a:gd name="connsiteX158" fmla="*/ 34862 w 285750"/>
              <a:gd name="connsiteY158" fmla="*/ 130778 h 204120"/>
              <a:gd name="connsiteX159" fmla="*/ 34862 w 285750"/>
              <a:gd name="connsiteY159" fmla="*/ 116872 h 204120"/>
              <a:gd name="connsiteX160" fmla="*/ 31337 w 285750"/>
              <a:gd name="connsiteY160" fmla="*/ 113347 h 204120"/>
              <a:gd name="connsiteX161" fmla="*/ 17431 w 285750"/>
              <a:gd name="connsiteY161" fmla="*/ 113347 h 204120"/>
              <a:gd name="connsiteX162" fmla="*/ 13906 w 285750"/>
              <a:gd name="connsiteY162" fmla="*/ 116872 h 204120"/>
              <a:gd name="connsiteX163" fmla="*/ 13906 w 285750"/>
              <a:gd name="connsiteY163" fmla="*/ 130778 h 204120"/>
              <a:gd name="connsiteX164" fmla="*/ 17431 w 285750"/>
              <a:gd name="connsiteY164" fmla="*/ 134302 h 204120"/>
              <a:gd name="connsiteX165" fmla="*/ 21146 w 285750"/>
              <a:gd name="connsiteY165" fmla="*/ 120586 h 204120"/>
              <a:gd name="connsiteX166" fmla="*/ 27813 w 285750"/>
              <a:gd name="connsiteY166" fmla="*/ 120586 h 204120"/>
              <a:gd name="connsiteX167" fmla="*/ 27813 w 285750"/>
              <a:gd name="connsiteY167" fmla="*/ 127254 h 204120"/>
              <a:gd name="connsiteX168" fmla="*/ 21146 w 285750"/>
              <a:gd name="connsiteY168" fmla="*/ 127254 h 204120"/>
              <a:gd name="connsiteX169" fmla="*/ 21146 w 285750"/>
              <a:gd name="connsiteY169" fmla="*/ 120586 h 204120"/>
              <a:gd name="connsiteX170" fmla="*/ 45339 w 285750"/>
              <a:gd name="connsiteY170" fmla="*/ 134302 h 204120"/>
              <a:gd name="connsiteX171" fmla="*/ 59246 w 285750"/>
              <a:gd name="connsiteY171" fmla="*/ 134302 h 204120"/>
              <a:gd name="connsiteX172" fmla="*/ 62770 w 285750"/>
              <a:gd name="connsiteY172" fmla="*/ 130778 h 204120"/>
              <a:gd name="connsiteX173" fmla="*/ 62770 w 285750"/>
              <a:gd name="connsiteY173" fmla="*/ 116872 h 204120"/>
              <a:gd name="connsiteX174" fmla="*/ 59246 w 285750"/>
              <a:gd name="connsiteY174" fmla="*/ 113347 h 204120"/>
              <a:gd name="connsiteX175" fmla="*/ 45339 w 285750"/>
              <a:gd name="connsiteY175" fmla="*/ 113347 h 204120"/>
              <a:gd name="connsiteX176" fmla="*/ 41815 w 285750"/>
              <a:gd name="connsiteY176" fmla="*/ 116872 h 204120"/>
              <a:gd name="connsiteX177" fmla="*/ 41815 w 285750"/>
              <a:gd name="connsiteY177" fmla="*/ 130778 h 204120"/>
              <a:gd name="connsiteX178" fmla="*/ 45339 w 285750"/>
              <a:gd name="connsiteY178" fmla="*/ 134302 h 204120"/>
              <a:gd name="connsiteX179" fmla="*/ 49054 w 285750"/>
              <a:gd name="connsiteY179" fmla="*/ 120586 h 204120"/>
              <a:gd name="connsiteX180" fmla="*/ 55721 w 285750"/>
              <a:gd name="connsiteY180" fmla="*/ 120586 h 204120"/>
              <a:gd name="connsiteX181" fmla="*/ 55721 w 285750"/>
              <a:gd name="connsiteY181" fmla="*/ 127254 h 204120"/>
              <a:gd name="connsiteX182" fmla="*/ 49054 w 285750"/>
              <a:gd name="connsiteY182" fmla="*/ 127254 h 204120"/>
              <a:gd name="connsiteX183" fmla="*/ 49054 w 285750"/>
              <a:gd name="connsiteY183" fmla="*/ 120586 h 204120"/>
              <a:gd name="connsiteX184" fmla="*/ 73247 w 285750"/>
              <a:gd name="connsiteY184" fmla="*/ 134302 h 204120"/>
              <a:gd name="connsiteX185" fmla="*/ 87154 w 285750"/>
              <a:gd name="connsiteY185" fmla="*/ 134302 h 204120"/>
              <a:gd name="connsiteX186" fmla="*/ 90678 w 285750"/>
              <a:gd name="connsiteY186" fmla="*/ 130778 h 204120"/>
              <a:gd name="connsiteX187" fmla="*/ 90678 w 285750"/>
              <a:gd name="connsiteY187" fmla="*/ 116872 h 204120"/>
              <a:gd name="connsiteX188" fmla="*/ 87154 w 285750"/>
              <a:gd name="connsiteY188" fmla="*/ 113347 h 204120"/>
              <a:gd name="connsiteX189" fmla="*/ 73247 w 285750"/>
              <a:gd name="connsiteY189" fmla="*/ 113347 h 204120"/>
              <a:gd name="connsiteX190" fmla="*/ 69723 w 285750"/>
              <a:gd name="connsiteY190" fmla="*/ 116872 h 204120"/>
              <a:gd name="connsiteX191" fmla="*/ 69723 w 285750"/>
              <a:gd name="connsiteY191" fmla="*/ 130778 h 204120"/>
              <a:gd name="connsiteX192" fmla="*/ 73247 w 285750"/>
              <a:gd name="connsiteY192" fmla="*/ 134302 h 204120"/>
              <a:gd name="connsiteX193" fmla="*/ 76867 w 285750"/>
              <a:gd name="connsiteY193" fmla="*/ 120586 h 204120"/>
              <a:gd name="connsiteX194" fmla="*/ 83534 w 285750"/>
              <a:gd name="connsiteY194" fmla="*/ 120586 h 204120"/>
              <a:gd name="connsiteX195" fmla="*/ 83534 w 285750"/>
              <a:gd name="connsiteY195" fmla="*/ 127254 h 204120"/>
              <a:gd name="connsiteX196" fmla="*/ 76867 w 285750"/>
              <a:gd name="connsiteY196" fmla="*/ 127254 h 204120"/>
              <a:gd name="connsiteX197" fmla="*/ 76867 w 285750"/>
              <a:gd name="connsiteY197" fmla="*/ 120586 h 204120"/>
              <a:gd name="connsiteX198" fmla="*/ 101155 w 285750"/>
              <a:gd name="connsiteY198" fmla="*/ 134302 h 204120"/>
              <a:gd name="connsiteX199" fmla="*/ 115062 w 285750"/>
              <a:gd name="connsiteY199" fmla="*/ 134302 h 204120"/>
              <a:gd name="connsiteX200" fmla="*/ 118586 w 285750"/>
              <a:gd name="connsiteY200" fmla="*/ 130778 h 204120"/>
              <a:gd name="connsiteX201" fmla="*/ 118586 w 285750"/>
              <a:gd name="connsiteY201" fmla="*/ 116872 h 204120"/>
              <a:gd name="connsiteX202" fmla="*/ 115062 w 285750"/>
              <a:gd name="connsiteY202" fmla="*/ 113347 h 204120"/>
              <a:gd name="connsiteX203" fmla="*/ 101155 w 285750"/>
              <a:gd name="connsiteY203" fmla="*/ 113347 h 204120"/>
              <a:gd name="connsiteX204" fmla="*/ 97631 w 285750"/>
              <a:gd name="connsiteY204" fmla="*/ 116872 h 204120"/>
              <a:gd name="connsiteX205" fmla="*/ 97631 w 285750"/>
              <a:gd name="connsiteY205" fmla="*/ 130778 h 204120"/>
              <a:gd name="connsiteX206" fmla="*/ 101155 w 285750"/>
              <a:gd name="connsiteY206" fmla="*/ 134302 h 204120"/>
              <a:gd name="connsiteX207" fmla="*/ 104775 w 285750"/>
              <a:gd name="connsiteY207" fmla="*/ 120586 h 204120"/>
              <a:gd name="connsiteX208" fmla="*/ 111442 w 285750"/>
              <a:gd name="connsiteY208" fmla="*/ 120586 h 204120"/>
              <a:gd name="connsiteX209" fmla="*/ 111442 w 285750"/>
              <a:gd name="connsiteY209" fmla="*/ 127254 h 204120"/>
              <a:gd name="connsiteX210" fmla="*/ 104775 w 285750"/>
              <a:gd name="connsiteY210" fmla="*/ 127254 h 204120"/>
              <a:gd name="connsiteX211" fmla="*/ 104775 w 285750"/>
              <a:gd name="connsiteY211" fmla="*/ 120586 h 204120"/>
              <a:gd name="connsiteX212" fmla="*/ 128968 w 285750"/>
              <a:gd name="connsiteY212" fmla="*/ 134302 h 204120"/>
              <a:gd name="connsiteX213" fmla="*/ 170783 w 285750"/>
              <a:gd name="connsiteY213" fmla="*/ 134302 h 204120"/>
              <a:gd name="connsiteX214" fmla="*/ 174308 w 285750"/>
              <a:gd name="connsiteY214" fmla="*/ 130778 h 204120"/>
              <a:gd name="connsiteX215" fmla="*/ 174308 w 285750"/>
              <a:gd name="connsiteY215" fmla="*/ 116872 h 204120"/>
              <a:gd name="connsiteX216" fmla="*/ 170783 w 285750"/>
              <a:gd name="connsiteY216" fmla="*/ 113347 h 204120"/>
              <a:gd name="connsiteX217" fmla="*/ 128968 w 285750"/>
              <a:gd name="connsiteY217" fmla="*/ 113347 h 204120"/>
              <a:gd name="connsiteX218" fmla="*/ 125444 w 285750"/>
              <a:gd name="connsiteY218" fmla="*/ 116872 h 204120"/>
              <a:gd name="connsiteX219" fmla="*/ 125444 w 285750"/>
              <a:gd name="connsiteY219" fmla="*/ 130778 h 204120"/>
              <a:gd name="connsiteX220" fmla="*/ 128968 w 285750"/>
              <a:gd name="connsiteY220" fmla="*/ 134302 h 204120"/>
              <a:gd name="connsiteX221" fmla="*/ 132683 w 285750"/>
              <a:gd name="connsiteY221" fmla="*/ 120586 h 204120"/>
              <a:gd name="connsiteX222" fmla="*/ 167164 w 285750"/>
              <a:gd name="connsiteY222" fmla="*/ 120586 h 204120"/>
              <a:gd name="connsiteX223" fmla="*/ 167164 w 285750"/>
              <a:gd name="connsiteY223" fmla="*/ 127254 h 204120"/>
              <a:gd name="connsiteX224" fmla="*/ 132683 w 285750"/>
              <a:gd name="connsiteY224" fmla="*/ 127254 h 204120"/>
              <a:gd name="connsiteX225" fmla="*/ 132683 w 285750"/>
              <a:gd name="connsiteY225" fmla="*/ 120586 h 204120"/>
              <a:gd name="connsiteX226" fmla="*/ 198692 w 285750"/>
              <a:gd name="connsiteY226" fmla="*/ 134302 h 204120"/>
              <a:gd name="connsiteX227" fmla="*/ 212598 w 285750"/>
              <a:gd name="connsiteY227" fmla="*/ 134302 h 204120"/>
              <a:gd name="connsiteX228" fmla="*/ 216122 w 285750"/>
              <a:gd name="connsiteY228" fmla="*/ 130778 h 204120"/>
              <a:gd name="connsiteX229" fmla="*/ 216122 w 285750"/>
              <a:gd name="connsiteY229" fmla="*/ 116872 h 204120"/>
              <a:gd name="connsiteX230" fmla="*/ 212598 w 285750"/>
              <a:gd name="connsiteY230" fmla="*/ 113347 h 204120"/>
              <a:gd name="connsiteX231" fmla="*/ 198692 w 285750"/>
              <a:gd name="connsiteY231" fmla="*/ 113347 h 204120"/>
              <a:gd name="connsiteX232" fmla="*/ 195167 w 285750"/>
              <a:gd name="connsiteY232" fmla="*/ 116872 h 204120"/>
              <a:gd name="connsiteX233" fmla="*/ 195167 w 285750"/>
              <a:gd name="connsiteY233" fmla="*/ 130778 h 204120"/>
              <a:gd name="connsiteX234" fmla="*/ 198692 w 285750"/>
              <a:gd name="connsiteY234" fmla="*/ 134302 h 204120"/>
              <a:gd name="connsiteX235" fmla="*/ 202311 w 285750"/>
              <a:gd name="connsiteY235" fmla="*/ 120586 h 204120"/>
              <a:gd name="connsiteX236" fmla="*/ 208979 w 285750"/>
              <a:gd name="connsiteY236" fmla="*/ 120586 h 204120"/>
              <a:gd name="connsiteX237" fmla="*/ 208979 w 285750"/>
              <a:gd name="connsiteY237" fmla="*/ 127254 h 204120"/>
              <a:gd name="connsiteX238" fmla="*/ 202311 w 285750"/>
              <a:gd name="connsiteY238" fmla="*/ 127254 h 204120"/>
              <a:gd name="connsiteX239" fmla="*/ 202311 w 285750"/>
              <a:gd name="connsiteY239" fmla="*/ 120586 h 204120"/>
              <a:gd name="connsiteX240" fmla="*/ 226600 w 285750"/>
              <a:gd name="connsiteY240" fmla="*/ 134302 h 204120"/>
              <a:gd name="connsiteX241" fmla="*/ 240506 w 285750"/>
              <a:gd name="connsiteY241" fmla="*/ 134302 h 204120"/>
              <a:gd name="connsiteX242" fmla="*/ 244030 w 285750"/>
              <a:gd name="connsiteY242" fmla="*/ 130778 h 204120"/>
              <a:gd name="connsiteX243" fmla="*/ 244030 w 285750"/>
              <a:gd name="connsiteY243" fmla="*/ 116872 h 204120"/>
              <a:gd name="connsiteX244" fmla="*/ 240506 w 285750"/>
              <a:gd name="connsiteY244" fmla="*/ 113347 h 204120"/>
              <a:gd name="connsiteX245" fmla="*/ 226600 w 285750"/>
              <a:gd name="connsiteY245" fmla="*/ 113347 h 204120"/>
              <a:gd name="connsiteX246" fmla="*/ 223075 w 285750"/>
              <a:gd name="connsiteY246" fmla="*/ 116872 h 204120"/>
              <a:gd name="connsiteX247" fmla="*/ 223075 w 285750"/>
              <a:gd name="connsiteY247" fmla="*/ 130778 h 204120"/>
              <a:gd name="connsiteX248" fmla="*/ 226600 w 285750"/>
              <a:gd name="connsiteY248" fmla="*/ 134302 h 204120"/>
              <a:gd name="connsiteX249" fmla="*/ 230219 w 285750"/>
              <a:gd name="connsiteY249" fmla="*/ 120586 h 204120"/>
              <a:gd name="connsiteX250" fmla="*/ 236887 w 285750"/>
              <a:gd name="connsiteY250" fmla="*/ 120586 h 204120"/>
              <a:gd name="connsiteX251" fmla="*/ 236887 w 285750"/>
              <a:gd name="connsiteY251" fmla="*/ 127254 h 204120"/>
              <a:gd name="connsiteX252" fmla="*/ 230219 w 285750"/>
              <a:gd name="connsiteY252" fmla="*/ 127254 h 204120"/>
              <a:gd name="connsiteX253" fmla="*/ 230219 w 285750"/>
              <a:gd name="connsiteY253" fmla="*/ 120586 h 204120"/>
              <a:gd name="connsiteX254" fmla="*/ 254413 w 285750"/>
              <a:gd name="connsiteY254" fmla="*/ 148304 h 204120"/>
              <a:gd name="connsiteX255" fmla="*/ 268319 w 285750"/>
              <a:gd name="connsiteY255" fmla="*/ 148304 h 204120"/>
              <a:gd name="connsiteX256" fmla="*/ 271843 w 285750"/>
              <a:gd name="connsiteY256" fmla="*/ 144780 h 204120"/>
              <a:gd name="connsiteX257" fmla="*/ 271843 w 285750"/>
              <a:gd name="connsiteY257" fmla="*/ 116872 h 204120"/>
              <a:gd name="connsiteX258" fmla="*/ 268319 w 285750"/>
              <a:gd name="connsiteY258" fmla="*/ 113347 h 204120"/>
              <a:gd name="connsiteX259" fmla="*/ 254413 w 285750"/>
              <a:gd name="connsiteY259" fmla="*/ 113347 h 204120"/>
              <a:gd name="connsiteX260" fmla="*/ 250888 w 285750"/>
              <a:gd name="connsiteY260" fmla="*/ 116872 h 204120"/>
              <a:gd name="connsiteX261" fmla="*/ 250888 w 285750"/>
              <a:gd name="connsiteY261" fmla="*/ 144780 h 204120"/>
              <a:gd name="connsiteX262" fmla="*/ 254413 w 285750"/>
              <a:gd name="connsiteY262" fmla="*/ 148304 h 204120"/>
              <a:gd name="connsiteX263" fmla="*/ 258128 w 285750"/>
              <a:gd name="connsiteY263" fmla="*/ 120586 h 204120"/>
              <a:gd name="connsiteX264" fmla="*/ 264795 w 285750"/>
              <a:gd name="connsiteY264" fmla="*/ 120586 h 204120"/>
              <a:gd name="connsiteX265" fmla="*/ 264795 w 285750"/>
              <a:gd name="connsiteY265" fmla="*/ 141160 h 204120"/>
              <a:gd name="connsiteX266" fmla="*/ 258128 w 285750"/>
              <a:gd name="connsiteY266" fmla="*/ 141160 h 204120"/>
              <a:gd name="connsiteX267" fmla="*/ 258128 w 285750"/>
              <a:gd name="connsiteY267" fmla="*/ 120586 h 204120"/>
              <a:gd name="connsiteX268" fmla="*/ 17431 w 285750"/>
              <a:gd name="connsiteY268" fmla="*/ 162211 h 204120"/>
              <a:gd name="connsiteX269" fmla="*/ 59246 w 285750"/>
              <a:gd name="connsiteY269" fmla="*/ 162211 h 204120"/>
              <a:gd name="connsiteX270" fmla="*/ 62770 w 285750"/>
              <a:gd name="connsiteY270" fmla="*/ 158686 h 204120"/>
              <a:gd name="connsiteX271" fmla="*/ 62770 w 285750"/>
              <a:gd name="connsiteY271" fmla="*/ 144780 h 204120"/>
              <a:gd name="connsiteX272" fmla="*/ 59246 w 285750"/>
              <a:gd name="connsiteY272" fmla="*/ 141256 h 204120"/>
              <a:gd name="connsiteX273" fmla="*/ 17431 w 285750"/>
              <a:gd name="connsiteY273" fmla="*/ 141256 h 204120"/>
              <a:gd name="connsiteX274" fmla="*/ 13906 w 285750"/>
              <a:gd name="connsiteY274" fmla="*/ 144780 h 204120"/>
              <a:gd name="connsiteX275" fmla="*/ 13906 w 285750"/>
              <a:gd name="connsiteY275" fmla="*/ 158686 h 204120"/>
              <a:gd name="connsiteX276" fmla="*/ 17431 w 285750"/>
              <a:gd name="connsiteY276" fmla="*/ 162211 h 204120"/>
              <a:gd name="connsiteX277" fmla="*/ 21146 w 285750"/>
              <a:gd name="connsiteY277" fmla="*/ 148400 h 204120"/>
              <a:gd name="connsiteX278" fmla="*/ 55626 w 285750"/>
              <a:gd name="connsiteY278" fmla="*/ 148400 h 204120"/>
              <a:gd name="connsiteX279" fmla="*/ 55626 w 285750"/>
              <a:gd name="connsiteY279" fmla="*/ 155067 h 204120"/>
              <a:gd name="connsiteX280" fmla="*/ 21146 w 285750"/>
              <a:gd name="connsiteY280" fmla="*/ 155067 h 204120"/>
              <a:gd name="connsiteX281" fmla="*/ 21146 w 285750"/>
              <a:gd name="connsiteY281" fmla="*/ 148400 h 204120"/>
              <a:gd name="connsiteX282" fmla="*/ 73247 w 285750"/>
              <a:gd name="connsiteY282" fmla="*/ 162211 h 204120"/>
              <a:gd name="connsiteX283" fmla="*/ 87154 w 285750"/>
              <a:gd name="connsiteY283" fmla="*/ 162211 h 204120"/>
              <a:gd name="connsiteX284" fmla="*/ 90678 w 285750"/>
              <a:gd name="connsiteY284" fmla="*/ 158686 h 204120"/>
              <a:gd name="connsiteX285" fmla="*/ 90678 w 285750"/>
              <a:gd name="connsiteY285" fmla="*/ 144780 h 204120"/>
              <a:gd name="connsiteX286" fmla="*/ 87154 w 285750"/>
              <a:gd name="connsiteY286" fmla="*/ 141256 h 204120"/>
              <a:gd name="connsiteX287" fmla="*/ 73247 w 285750"/>
              <a:gd name="connsiteY287" fmla="*/ 141256 h 204120"/>
              <a:gd name="connsiteX288" fmla="*/ 69723 w 285750"/>
              <a:gd name="connsiteY288" fmla="*/ 144780 h 204120"/>
              <a:gd name="connsiteX289" fmla="*/ 69723 w 285750"/>
              <a:gd name="connsiteY289" fmla="*/ 158686 h 204120"/>
              <a:gd name="connsiteX290" fmla="*/ 73247 w 285750"/>
              <a:gd name="connsiteY290" fmla="*/ 162211 h 204120"/>
              <a:gd name="connsiteX291" fmla="*/ 76867 w 285750"/>
              <a:gd name="connsiteY291" fmla="*/ 148400 h 204120"/>
              <a:gd name="connsiteX292" fmla="*/ 83534 w 285750"/>
              <a:gd name="connsiteY292" fmla="*/ 148400 h 204120"/>
              <a:gd name="connsiteX293" fmla="*/ 83534 w 285750"/>
              <a:gd name="connsiteY293" fmla="*/ 155067 h 204120"/>
              <a:gd name="connsiteX294" fmla="*/ 76867 w 285750"/>
              <a:gd name="connsiteY294" fmla="*/ 155067 h 204120"/>
              <a:gd name="connsiteX295" fmla="*/ 76867 w 285750"/>
              <a:gd name="connsiteY295" fmla="*/ 148400 h 204120"/>
              <a:gd name="connsiteX296" fmla="*/ 101155 w 285750"/>
              <a:gd name="connsiteY296" fmla="*/ 162211 h 204120"/>
              <a:gd name="connsiteX297" fmla="*/ 115062 w 285750"/>
              <a:gd name="connsiteY297" fmla="*/ 162211 h 204120"/>
              <a:gd name="connsiteX298" fmla="*/ 118586 w 285750"/>
              <a:gd name="connsiteY298" fmla="*/ 158686 h 204120"/>
              <a:gd name="connsiteX299" fmla="*/ 118586 w 285750"/>
              <a:gd name="connsiteY299" fmla="*/ 144780 h 204120"/>
              <a:gd name="connsiteX300" fmla="*/ 115062 w 285750"/>
              <a:gd name="connsiteY300" fmla="*/ 141256 h 204120"/>
              <a:gd name="connsiteX301" fmla="*/ 101155 w 285750"/>
              <a:gd name="connsiteY301" fmla="*/ 141256 h 204120"/>
              <a:gd name="connsiteX302" fmla="*/ 97631 w 285750"/>
              <a:gd name="connsiteY302" fmla="*/ 144780 h 204120"/>
              <a:gd name="connsiteX303" fmla="*/ 97631 w 285750"/>
              <a:gd name="connsiteY303" fmla="*/ 158686 h 204120"/>
              <a:gd name="connsiteX304" fmla="*/ 101155 w 285750"/>
              <a:gd name="connsiteY304" fmla="*/ 162211 h 204120"/>
              <a:gd name="connsiteX305" fmla="*/ 104775 w 285750"/>
              <a:gd name="connsiteY305" fmla="*/ 148400 h 204120"/>
              <a:gd name="connsiteX306" fmla="*/ 111442 w 285750"/>
              <a:gd name="connsiteY306" fmla="*/ 148400 h 204120"/>
              <a:gd name="connsiteX307" fmla="*/ 111442 w 285750"/>
              <a:gd name="connsiteY307" fmla="*/ 155067 h 204120"/>
              <a:gd name="connsiteX308" fmla="*/ 104775 w 285750"/>
              <a:gd name="connsiteY308" fmla="*/ 155067 h 204120"/>
              <a:gd name="connsiteX309" fmla="*/ 104775 w 285750"/>
              <a:gd name="connsiteY309" fmla="*/ 148400 h 204120"/>
              <a:gd name="connsiteX310" fmla="*/ 128968 w 285750"/>
              <a:gd name="connsiteY310" fmla="*/ 162211 h 204120"/>
              <a:gd name="connsiteX311" fmla="*/ 142875 w 285750"/>
              <a:gd name="connsiteY311" fmla="*/ 162211 h 204120"/>
              <a:gd name="connsiteX312" fmla="*/ 146399 w 285750"/>
              <a:gd name="connsiteY312" fmla="*/ 158686 h 204120"/>
              <a:gd name="connsiteX313" fmla="*/ 146399 w 285750"/>
              <a:gd name="connsiteY313" fmla="*/ 144780 h 204120"/>
              <a:gd name="connsiteX314" fmla="*/ 142875 w 285750"/>
              <a:gd name="connsiteY314" fmla="*/ 141256 h 204120"/>
              <a:gd name="connsiteX315" fmla="*/ 128968 w 285750"/>
              <a:gd name="connsiteY315" fmla="*/ 141256 h 204120"/>
              <a:gd name="connsiteX316" fmla="*/ 125444 w 285750"/>
              <a:gd name="connsiteY316" fmla="*/ 144780 h 204120"/>
              <a:gd name="connsiteX317" fmla="*/ 125444 w 285750"/>
              <a:gd name="connsiteY317" fmla="*/ 158686 h 204120"/>
              <a:gd name="connsiteX318" fmla="*/ 128968 w 285750"/>
              <a:gd name="connsiteY318" fmla="*/ 162211 h 204120"/>
              <a:gd name="connsiteX319" fmla="*/ 132683 w 285750"/>
              <a:gd name="connsiteY319" fmla="*/ 148400 h 204120"/>
              <a:gd name="connsiteX320" fmla="*/ 139351 w 285750"/>
              <a:gd name="connsiteY320" fmla="*/ 148400 h 204120"/>
              <a:gd name="connsiteX321" fmla="*/ 139351 w 285750"/>
              <a:gd name="connsiteY321" fmla="*/ 155067 h 204120"/>
              <a:gd name="connsiteX322" fmla="*/ 132683 w 285750"/>
              <a:gd name="connsiteY322" fmla="*/ 155067 h 204120"/>
              <a:gd name="connsiteX323" fmla="*/ 132683 w 285750"/>
              <a:gd name="connsiteY323" fmla="*/ 148400 h 204120"/>
              <a:gd name="connsiteX324" fmla="*/ 170783 w 285750"/>
              <a:gd name="connsiteY324" fmla="*/ 141256 h 204120"/>
              <a:gd name="connsiteX325" fmla="*/ 156877 w 285750"/>
              <a:gd name="connsiteY325" fmla="*/ 141256 h 204120"/>
              <a:gd name="connsiteX326" fmla="*/ 153353 w 285750"/>
              <a:gd name="connsiteY326" fmla="*/ 144780 h 204120"/>
              <a:gd name="connsiteX327" fmla="*/ 153353 w 285750"/>
              <a:gd name="connsiteY327" fmla="*/ 158686 h 204120"/>
              <a:gd name="connsiteX328" fmla="*/ 156877 w 285750"/>
              <a:gd name="connsiteY328" fmla="*/ 162211 h 204120"/>
              <a:gd name="connsiteX329" fmla="*/ 170783 w 285750"/>
              <a:gd name="connsiteY329" fmla="*/ 162211 h 204120"/>
              <a:gd name="connsiteX330" fmla="*/ 174308 w 285750"/>
              <a:gd name="connsiteY330" fmla="*/ 158686 h 204120"/>
              <a:gd name="connsiteX331" fmla="*/ 174308 w 285750"/>
              <a:gd name="connsiteY331" fmla="*/ 144780 h 204120"/>
              <a:gd name="connsiteX332" fmla="*/ 170783 w 285750"/>
              <a:gd name="connsiteY332" fmla="*/ 141256 h 204120"/>
              <a:gd name="connsiteX333" fmla="*/ 167164 w 285750"/>
              <a:gd name="connsiteY333" fmla="*/ 155067 h 204120"/>
              <a:gd name="connsiteX334" fmla="*/ 160496 w 285750"/>
              <a:gd name="connsiteY334" fmla="*/ 155067 h 204120"/>
              <a:gd name="connsiteX335" fmla="*/ 160496 w 285750"/>
              <a:gd name="connsiteY335" fmla="*/ 148400 h 204120"/>
              <a:gd name="connsiteX336" fmla="*/ 167164 w 285750"/>
              <a:gd name="connsiteY336" fmla="*/ 148400 h 204120"/>
              <a:gd name="connsiteX337" fmla="*/ 167164 w 285750"/>
              <a:gd name="connsiteY337" fmla="*/ 155067 h 204120"/>
              <a:gd name="connsiteX338" fmla="*/ 198692 w 285750"/>
              <a:gd name="connsiteY338" fmla="*/ 162211 h 204120"/>
              <a:gd name="connsiteX339" fmla="*/ 212598 w 285750"/>
              <a:gd name="connsiteY339" fmla="*/ 162211 h 204120"/>
              <a:gd name="connsiteX340" fmla="*/ 216122 w 285750"/>
              <a:gd name="connsiteY340" fmla="*/ 158686 h 204120"/>
              <a:gd name="connsiteX341" fmla="*/ 216122 w 285750"/>
              <a:gd name="connsiteY341" fmla="*/ 144780 h 204120"/>
              <a:gd name="connsiteX342" fmla="*/ 212598 w 285750"/>
              <a:gd name="connsiteY342" fmla="*/ 141256 h 204120"/>
              <a:gd name="connsiteX343" fmla="*/ 198692 w 285750"/>
              <a:gd name="connsiteY343" fmla="*/ 141256 h 204120"/>
              <a:gd name="connsiteX344" fmla="*/ 195167 w 285750"/>
              <a:gd name="connsiteY344" fmla="*/ 144780 h 204120"/>
              <a:gd name="connsiteX345" fmla="*/ 195167 w 285750"/>
              <a:gd name="connsiteY345" fmla="*/ 158686 h 204120"/>
              <a:gd name="connsiteX346" fmla="*/ 198692 w 285750"/>
              <a:gd name="connsiteY346" fmla="*/ 162211 h 204120"/>
              <a:gd name="connsiteX347" fmla="*/ 202311 w 285750"/>
              <a:gd name="connsiteY347" fmla="*/ 148400 h 204120"/>
              <a:gd name="connsiteX348" fmla="*/ 208979 w 285750"/>
              <a:gd name="connsiteY348" fmla="*/ 148400 h 204120"/>
              <a:gd name="connsiteX349" fmla="*/ 208979 w 285750"/>
              <a:gd name="connsiteY349" fmla="*/ 155067 h 204120"/>
              <a:gd name="connsiteX350" fmla="*/ 202311 w 285750"/>
              <a:gd name="connsiteY350" fmla="*/ 155067 h 204120"/>
              <a:gd name="connsiteX351" fmla="*/ 202311 w 285750"/>
              <a:gd name="connsiteY351" fmla="*/ 148400 h 204120"/>
              <a:gd name="connsiteX352" fmla="*/ 226600 w 285750"/>
              <a:gd name="connsiteY352" fmla="*/ 162211 h 204120"/>
              <a:gd name="connsiteX353" fmla="*/ 240506 w 285750"/>
              <a:gd name="connsiteY353" fmla="*/ 162211 h 204120"/>
              <a:gd name="connsiteX354" fmla="*/ 244030 w 285750"/>
              <a:gd name="connsiteY354" fmla="*/ 158686 h 204120"/>
              <a:gd name="connsiteX355" fmla="*/ 244030 w 285750"/>
              <a:gd name="connsiteY355" fmla="*/ 144780 h 204120"/>
              <a:gd name="connsiteX356" fmla="*/ 240506 w 285750"/>
              <a:gd name="connsiteY356" fmla="*/ 141256 h 204120"/>
              <a:gd name="connsiteX357" fmla="*/ 226600 w 285750"/>
              <a:gd name="connsiteY357" fmla="*/ 141256 h 204120"/>
              <a:gd name="connsiteX358" fmla="*/ 223075 w 285750"/>
              <a:gd name="connsiteY358" fmla="*/ 144780 h 204120"/>
              <a:gd name="connsiteX359" fmla="*/ 223075 w 285750"/>
              <a:gd name="connsiteY359" fmla="*/ 158686 h 204120"/>
              <a:gd name="connsiteX360" fmla="*/ 226600 w 285750"/>
              <a:gd name="connsiteY360" fmla="*/ 162211 h 204120"/>
              <a:gd name="connsiteX361" fmla="*/ 230219 w 285750"/>
              <a:gd name="connsiteY361" fmla="*/ 148400 h 204120"/>
              <a:gd name="connsiteX362" fmla="*/ 236887 w 285750"/>
              <a:gd name="connsiteY362" fmla="*/ 148400 h 204120"/>
              <a:gd name="connsiteX363" fmla="*/ 236887 w 285750"/>
              <a:gd name="connsiteY363" fmla="*/ 155067 h 204120"/>
              <a:gd name="connsiteX364" fmla="*/ 230219 w 285750"/>
              <a:gd name="connsiteY364" fmla="*/ 155067 h 204120"/>
              <a:gd name="connsiteX365" fmla="*/ 230219 w 285750"/>
              <a:gd name="connsiteY365" fmla="*/ 148400 h 204120"/>
              <a:gd name="connsiteX366" fmla="*/ 17431 w 285750"/>
              <a:gd name="connsiteY366" fmla="*/ 190119 h 204120"/>
              <a:gd name="connsiteX367" fmla="*/ 31337 w 285750"/>
              <a:gd name="connsiteY367" fmla="*/ 190119 h 204120"/>
              <a:gd name="connsiteX368" fmla="*/ 34862 w 285750"/>
              <a:gd name="connsiteY368" fmla="*/ 186595 h 204120"/>
              <a:gd name="connsiteX369" fmla="*/ 34862 w 285750"/>
              <a:gd name="connsiteY369" fmla="*/ 172688 h 204120"/>
              <a:gd name="connsiteX370" fmla="*/ 31337 w 285750"/>
              <a:gd name="connsiteY370" fmla="*/ 169164 h 204120"/>
              <a:gd name="connsiteX371" fmla="*/ 17431 w 285750"/>
              <a:gd name="connsiteY371" fmla="*/ 169164 h 204120"/>
              <a:gd name="connsiteX372" fmla="*/ 13906 w 285750"/>
              <a:gd name="connsiteY372" fmla="*/ 172688 h 204120"/>
              <a:gd name="connsiteX373" fmla="*/ 13906 w 285750"/>
              <a:gd name="connsiteY373" fmla="*/ 186595 h 204120"/>
              <a:gd name="connsiteX374" fmla="*/ 17431 w 285750"/>
              <a:gd name="connsiteY374" fmla="*/ 190119 h 204120"/>
              <a:gd name="connsiteX375" fmla="*/ 21146 w 285750"/>
              <a:gd name="connsiteY375" fmla="*/ 176308 h 204120"/>
              <a:gd name="connsiteX376" fmla="*/ 27813 w 285750"/>
              <a:gd name="connsiteY376" fmla="*/ 176308 h 204120"/>
              <a:gd name="connsiteX377" fmla="*/ 27813 w 285750"/>
              <a:gd name="connsiteY377" fmla="*/ 182975 h 204120"/>
              <a:gd name="connsiteX378" fmla="*/ 21146 w 285750"/>
              <a:gd name="connsiteY378" fmla="*/ 182975 h 204120"/>
              <a:gd name="connsiteX379" fmla="*/ 21146 w 285750"/>
              <a:gd name="connsiteY379" fmla="*/ 176308 h 204120"/>
              <a:gd name="connsiteX380" fmla="*/ 59341 w 285750"/>
              <a:gd name="connsiteY380" fmla="*/ 169164 h 204120"/>
              <a:gd name="connsiteX381" fmla="*/ 45434 w 285750"/>
              <a:gd name="connsiteY381" fmla="*/ 169164 h 204120"/>
              <a:gd name="connsiteX382" fmla="*/ 41910 w 285750"/>
              <a:gd name="connsiteY382" fmla="*/ 172688 h 204120"/>
              <a:gd name="connsiteX383" fmla="*/ 41910 w 285750"/>
              <a:gd name="connsiteY383" fmla="*/ 186595 h 204120"/>
              <a:gd name="connsiteX384" fmla="*/ 45434 w 285750"/>
              <a:gd name="connsiteY384" fmla="*/ 190119 h 204120"/>
              <a:gd name="connsiteX385" fmla="*/ 59341 w 285750"/>
              <a:gd name="connsiteY385" fmla="*/ 190119 h 204120"/>
              <a:gd name="connsiteX386" fmla="*/ 62865 w 285750"/>
              <a:gd name="connsiteY386" fmla="*/ 186595 h 204120"/>
              <a:gd name="connsiteX387" fmla="*/ 62865 w 285750"/>
              <a:gd name="connsiteY387" fmla="*/ 172688 h 204120"/>
              <a:gd name="connsiteX388" fmla="*/ 59341 w 285750"/>
              <a:gd name="connsiteY388" fmla="*/ 169164 h 204120"/>
              <a:gd name="connsiteX389" fmla="*/ 55626 w 285750"/>
              <a:gd name="connsiteY389" fmla="*/ 182975 h 204120"/>
              <a:gd name="connsiteX390" fmla="*/ 48958 w 285750"/>
              <a:gd name="connsiteY390" fmla="*/ 182975 h 204120"/>
              <a:gd name="connsiteX391" fmla="*/ 48958 w 285750"/>
              <a:gd name="connsiteY391" fmla="*/ 176308 h 204120"/>
              <a:gd name="connsiteX392" fmla="*/ 55626 w 285750"/>
              <a:gd name="connsiteY392" fmla="*/ 176308 h 204120"/>
              <a:gd name="connsiteX393" fmla="*/ 55626 w 285750"/>
              <a:gd name="connsiteY393" fmla="*/ 182975 h 204120"/>
              <a:gd name="connsiteX394" fmla="*/ 73247 w 285750"/>
              <a:gd name="connsiteY394" fmla="*/ 190119 h 204120"/>
              <a:gd name="connsiteX395" fmla="*/ 142970 w 285750"/>
              <a:gd name="connsiteY395" fmla="*/ 190119 h 204120"/>
              <a:gd name="connsiteX396" fmla="*/ 146495 w 285750"/>
              <a:gd name="connsiteY396" fmla="*/ 186595 h 204120"/>
              <a:gd name="connsiteX397" fmla="*/ 146495 w 285750"/>
              <a:gd name="connsiteY397" fmla="*/ 172688 h 204120"/>
              <a:gd name="connsiteX398" fmla="*/ 142970 w 285750"/>
              <a:gd name="connsiteY398" fmla="*/ 169164 h 204120"/>
              <a:gd name="connsiteX399" fmla="*/ 73247 w 285750"/>
              <a:gd name="connsiteY399" fmla="*/ 169164 h 204120"/>
              <a:gd name="connsiteX400" fmla="*/ 69723 w 285750"/>
              <a:gd name="connsiteY400" fmla="*/ 172688 h 204120"/>
              <a:gd name="connsiteX401" fmla="*/ 69723 w 285750"/>
              <a:gd name="connsiteY401" fmla="*/ 186595 h 204120"/>
              <a:gd name="connsiteX402" fmla="*/ 73247 w 285750"/>
              <a:gd name="connsiteY402" fmla="*/ 190119 h 204120"/>
              <a:gd name="connsiteX403" fmla="*/ 76867 w 285750"/>
              <a:gd name="connsiteY403" fmla="*/ 176308 h 204120"/>
              <a:gd name="connsiteX404" fmla="*/ 139255 w 285750"/>
              <a:gd name="connsiteY404" fmla="*/ 176308 h 204120"/>
              <a:gd name="connsiteX405" fmla="*/ 139255 w 285750"/>
              <a:gd name="connsiteY405" fmla="*/ 182975 h 204120"/>
              <a:gd name="connsiteX406" fmla="*/ 76867 w 285750"/>
              <a:gd name="connsiteY406" fmla="*/ 182975 h 204120"/>
              <a:gd name="connsiteX407" fmla="*/ 76867 w 285750"/>
              <a:gd name="connsiteY407" fmla="*/ 176308 h 204120"/>
              <a:gd name="connsiteX408" fmla="*/ 170783 w 285750"/>
              <a:gd name="connsiteY408" fmla="*/ 169164 h 204120"/>
              <a:gd name="connsiteX409" fmla="*/ 156877 w 285750"/>
              <a:gd name="connsiteY409" fmla="*/ 169164 h 204120"/>
              <a:gd name="connsiteX410" fmla="*/ 153353 w 285750"/>
              <a:gd name="connsiteY410" fmla="*/ 172688 h 204120"/>
              <a:gd name="connsiteX411" fmla="*/ 153353 w 285750"/>
              <a:gd name="connsiteY411" fmla="*/ 186595 h 204120"/>
              <a:gd name="connsiteX412" fmla="*/ 156877 w 285750"/>
              <a:gd name="connsiteY412" fmla="*/ 190119 h 204120"/>
              <a:gd name="connsiteX413" fmla="*/ 170783 w 285750"/>
              <a:gd name="connsiteY413" fmla="*/ 190119 h 204120"/>
              <a:gd name="connsiteX414" fmla="*/ 174308 w 285750"/>
              <a:gd name="connsiteY414" fmla="*/ 186595 h 204120"/>
              <a:gd name="connsiteX415" fmla="*/ 174308 w 285750"/>
              <a:gd name="connsiteY415" fmla="*/ 172688 h 204120"/>
              <a:gd name="connsiteX416" fmla="*/ 170783 w 285750"/>
              <a:gd name="connsiteY416" fmla="*/ 169164 h 204120"/>
              <a:gd name="connsiteX417" fmla="*/ 167164 w 285750"/>
              <a:gd name="connsiteY417" fmla="*/ 182975 h 204120"/>
              <a:gd name="connsiteX418" fmla="*/ 160496 w 285750"/>
              <a:gd name="connsiteY418" fmla="*/ 182975 h 204120"/>
              <a:gd name="connsiteX419" fmla="*/ 160496 w 285750"/>
              <a:gd name="connsiteY419" fmla="*/ 176308 h 204120"/>
              <a:gd name="connsiteX420" fmla="*/ 167164 w 285750"/>
              <a:gd name="connsiteY420" fmla="*/ 176308 h 204120"/>
              <a:gd name="connsiteX421" fmla="*/ 167164 w 285750"/>
              <a:gd name="connsiteY421" fmla="*/ 182975 h 204120"/>
              <a:gd name="connsiteX422" fmla="*/ 198692 w 285750"/>
              <a:gd name="connsiteY422" fmla="*/ 190119 h 204120"/>
              <a:gd name="connsiteX423" fmla="*/ 212598 w 285750"/>
              <a:gd name="connsiteY423" fmla="*/ 190119 h 204120"/>
              <a:gd name="connsiteX424" fmla="*/ 216122 w 285750"/>
              <a:gd name="connsiteY424" fmla="*/ 186595 h 204120"/>
              <a:gd name="connsiteX425" fmla="*/ 216122 w 285750"/>
              <a:gd name="connsiteY425" fmla="*/ 172688 h 204120"/>
              <a:gd name="connsiteX426" fmla="*/ 212598 w 285750"/>
              <a:gd name="connsiteY426" fmla="*/ 169164 h 204120"/>
              <a:gd name="connsiteX427" fmla="*/ 198692 w 285750"/>
              <a:gd name="connsiteY427" fmla="*/ 169164 h 204120"/>
              <a:gd name="connsiteX428" fmla="*/ 195167 w 285750"/>
              <a:gd name="connsiteY428" fmla="*/ 172688 h 204120"/>
              <a:gd name="connsiteX429" fmla="*/ 195167 w 285750"/>
              <a:gd name="connsiteY429" fmla="*/ 186595 h 204120"/>
              <a:gd name="connsiteX430" fmla="*/ 198692 w 285750"/>
              <a:gd name="connsiteY430" fmla="*/ 190119 h 204120"/>
              <a:gd name="connsiteX431" fmla="*/ 202311 w 285750"/>
              <a:gd name="connsiteY431" fmla="*/ 176308 h 204120"/>
              <a:gd name="connsiteX432" fmla="*/ 208979 w 285750"/>
              <a:gd name="connsiteY432" fmla="*/ 176308 h 204120"/>
              <a:gd name="connsiteX433" fmla="*/ 208979 w 285750"/>
              <a:gd name="connsiteY433" fmla="*/ 182975 h 204120"/>
              <a:gd name="connsiteX434" fmla="*/ 202311 w 285750"/>
              <a:gd name="connsiteY434" fmla="*/ 182975 h 204120"/>
              <a:gd name="connsiteX435" fmla="*/ 202311 w 285750"/>
              <a:gd name="connsiteY435" fmla="*/ 176308 h 204120"/>
              <a:gd name="connsiteX436" fmla="*/ 226600 w 285750"/>
              <a:gd name="connsiteY436" fmla="*/ 190119 h 204120"/>
              <a:gd name="connsiteX437" fmla="*/ 240506 w 285750"/>
              <a:gd name="connsiteY437" fmla="*/ 190119 h 204120"/>
              <a:gd name="connsiteX438" fmla="*/ 244030 w 285750"/>
              <a:gd name="connsiteY438" fmla="*/ 186595 h 204120"/>
              <a:gd name="connsiteX439" fmla="*/ 244030 w 285750"/>
              <a:gd name="connsiteY439" fmla="*/ 172688 h 204120"/>
              <a:gd name="connsiteX440" fmla="*/ 240506 w 285750"/>
              <a:gd name="connsiteY440" fmla="*/ 169164 h 204120"/>
              <a:gd name="connsiteX441" fmla="*/ 226600 w 285750"/>
              <a:gd name="connsiteY441" fmla="*/ 169164 h 204120"/>
              <a:gd name="connsiteX442" fmla="*/ 223075 w 285750"/>
              <a:gd name="connsiteY442" fmla="*/ 172688 h 204120"/>
              <a:gd name="connsiteX443" fmla="*/ 223075 w 285750"/>
              <a:gd name="connsiteY443" fmla="*/ 186595 h 204120"/>
              <a:gd name="connsiteX444" fmla="*/ 226600 w 285750"/>
              <a:gd name="connsiteY444" fmla="*/ 190119 h 204120"/>
              <a:gd name="connsiteX445" fmla="*/ 230219 w 285750"/>
              <a:gd name="connsiteY445" fmla="*/ 176308 h 204120"/>
              <a:gd name="connsiteX446" fmla="*/ 236887 w 285750"/>
              <a:gd name="connsiteY446" fmla="*/ 176308 h 204120"/>
              <a:gd name="connsiteX447" fmla="*/ 236887 w 285750"/>
              <a:gd name="connsiteY447" fmla="*/ 182975 h 204120"/>
              <a:gd name="connsiteX448" fmla="*/ 230219 w 285750"/>
              <a:gd name="connsiteY448" fmla="*/ 182975 h 204120"/>
              <a:gd name="connsiteX449" fmla="*/ 230219 w 285750"/>
              <a:gd name="connsiteY449" fmla="*/ 176308 h 204120"/>
              <a:gd name="connsiteX450" fmla="*/ 254413 w 285750"/>
              <a:gd name="connsiteY450" fmla="*/ 190119 h 204120"/>
              <a:gd name="connsiteX451" fmla="*/ 268319 w 285750"/>
              <a:gd name="connsiteY451" fmla="*/ 190119 h 204120"/>
              <a:gd name="connsiteX452" fmla="*/ 271843 w 285750"/>
              <a:gd name="connsiteY452" fmla="*/ 186595 h 204120"/>
              <a:gd name="connsiteX453" fmla="*/ 271843 w 285750"/>
              <a:gd name="connsiteY453" fmla="*/ 158686 h 204120"/>
              <a:gd name="connsiteX454" fmla="*/ 268319 w 285750"/>
              <a:gd name="connsiteY454" fmla="*/ 155162 h 204120"/>
              <a:gd name="connsiteX455" fmla="*/ 254413 w 285750"/>
              <a:gd name="connsiteY455" fmla="*/ 155162 h 204120"/>
              <a:gd name="connsiteX456" fmla="*/ 250888 w 285750"/>
              <a:gd name="connsiteY456" fmla="*/ 158686 h 204120"/>
              <a:gd name="connsiteX457" fmla="*/ 250888 w 285750"/>
              <a:gd name="connsiteY457" fmla="*/ 186595 h 204120"/>
              <a:gd name="connsiteX458" fmla="*/ 254413 w 285750"/>
              <a:gd name="connsiteY458" fmla="*/ 190119 h 204120"/>
              <a:gd name="connsiteX459" fmla="*/ 258128 w 285750"/>
              <a:gd name="connsiteY459" fmla="*/ 162401 h 204120"/>
              <a:gd name="connsiteX460" fmla="*/ 264795 w 285750"/>
              <a:gd name="connsiteY460" fmla="*/ 162401 h 204120"/>
              <a:gd name="connsiteX461" fmla="*/ 264795 w 285750"/>
              <a:gd name="connsiteY461" fmla="*/ 182975 h 204120"/>
              <a:gd name="connsiteX462" fmla="*/ 258128 w 285750"/>
              <a:gd name="connsiteY462" fmla="*/ 182975 h 204120"/>
              <a:gd name="connsiteX463" fmla="*/ 258128 w 285750"/>
              <a:gd name="connsiteY463" fmla="*/ 162401 h 204120"/>
              <a:gd name="connsiteX464" fmla="*/ 254413 w 285750"/>
              <a:gd name="connsiteY464" fmla="*/ 78581 h 204120"/>
              <a:gd name="connsiteX465" fmla="*/ 268319 w 285750"/>
              <a:gd name="connsiteY465" fmla="*/ 78581 h 204120"/>
              <a:gd name="connsiteX466" fmla="*/ 271843 w 285750"/>
              <a:gd name="connsiteY466" fmla="*/ 75057 h 204120"/>
              <a:gd name="connsiteX467" fmla="*/ 268319 w 285750"/>
              <a:gd name="connsiteY467" fmla="*/ 71533 h 204120"/>
              <a:gd name="connsiteX468" fmla="*/ 254413 w 285750"/>
              <a:gd name="connsiteY468" fmla="*/ 71533 h 204120"/>
              <a:gd name="connsiteX469" fmla="*/ 250888 w 285750"/>
              <a:gd name="connsiteY469" fmla="*/ 75057 h 204120"/>
              <a:gd name="connsiteX470" fmla="*/ 254413 w 285750"/>
              <a:gd name="connsiteY470" fmla="*/ 78581 h 204120"/>
              <a:gd name="connsiteX471" fmla="*/ 226600 w 285750"/>
              <a:gd name="connsiteY471" fmla="*/ 78581 h 204120"/>
              <a:gd name="connsiteX472" fmla="*/ 240506 w 285750"/>
              <a:gd name="connsiteY472" fmla="*/ 78581 h 204120"/>
              <a:gd name="connsiteX473" fmla="*/ 244030 w 285750"/>
              <a:gd name="connsiteY473" fmla="*/ 75057 h 204120"/>
              <a:gd name="connsiteX474" fmla="*/ 240506 w 285750"/>
              <a:gd name="connsiteY474" fmla="*/ 71533 h 204120"/>
              <a:gd name="connsiteX475" fmla="*/ 226600 w 285750"/>
              <a:gd name="connsiteY475" fmla="*/ 71533 h 204120"/>
              <a:gd name="connsiteX476" fmla="*/ 223075 w 285750"/>
              <a:gd name="connsiteY476" fmla="*/ 75057 h 204120"/>
              <a:gd name="connsiteX477" fmla="*/ 226600 w 285750"/>
              <a:gd name="connsiteY477" fmla="*/ 78581 h 204120"/>
              <a:gd name="connsiteX478" fmla="*/ 198692 w 285750"/>
              <a:gd name="connsiteY478" fmla="*/ 78581 h 204120"/>
              <a:gd name="connsiteX479" fmla="*/ 212598 w 285750"/>
              <a:gd name="connsiteY479" fmla="*/ 78581 h 204120"/>
              <a:gd name="connsiteX480" fmla="*/ 216122 w 285750"/>
              <a:gd name="connsiteY480" fmla="*/ 75057 h 204120"/>
              <a:gd name="connsiteX481" fmla="*/ 212598 w 285750"/>
              <a:gd name="connsiteY481" fmla="*/ 71533 h 204120"/>
              <a:gd name="connsiteX482" fmla="*/ 198692 w 285750"/>
              <a:gd name="connsiteY482" fmla="*/ 71533 h 204120"/>
              <a:gd name="connsiteX483" fmla="*/ 195167 w 285750"/>
              <a:gd name="connsiteY483" fmla="*/ 75057 h 204120"/>
              <a:gd name="connsiteX484" fmla="*/ 198692 w 285750"/>
              <a:gd name="connsiteY484" fmla="*/ 78581 h 204120"/>
              <a:gd name="connsiteX485" fmla="*/ 17431 w 285750"/>
              <a:gd name="connsiteY485" fmla="*/ 78581 h 204120"/>
              <a:gd name="connsiteX486" fmla="*/ 31337 w 285750"/>
              <a:gd name="connsiteY486" fmla="*/ 78581 h 204120"/>
              <a:gd name="connsiteX487" fmla="*/ 34862 w 285750"/>
              <a:gd name="connsiteY487" fmla="*/ 75057 h 204120"/>
              <a:gd name="connsiteX488" fmla="*/ 31337 w 285750"/>
              <a:gd name="connsiteY488" fmla="*/ 71533 h 204120"/>
              <a:gd name="connsiteX489" fmla="*/ 17431 w 285750"/>
              <a:gd name="connsiteY489" fmla="*/ 71533 h 204120"/>
              <a:gd name="connsiteX490" fmla="*/ 13906 w 285750"/>
              <a:gd name="connsiteY490" fmla="*/ 75057 h 204120"/>
              <a:gd name="connsiteX491" fmla="*/ 17431 w 285750"/>
              <a:gd name="connsiteY491" fmla="*/ 78581 h 204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</a:cxnLst>
            <a:rect l="l" t="t" r="r" b="b"/>
            <a:pathLst>
              <a:path w="285750" h="204120">
                <a:moveTo>
                  <a:pt x="153353" y="57626"/>
                </a:moveTo>
                <a:lnTo>
                  <a:pt x="153353" y="57626"/>
                </a:lnTo>
                <a:lnTo>
                  <a:pt x="133541" y="57626"/>
                </a:lnTo>
                <a:lnTo>
                  <a:pt x="133541" y="51911"/>
                </a:lnTo>
                <a:lnTo>
                  <a:pt x="134207" y="51244"/>
                </a:lnTo>
                <a:lnTo>
                  <a:pt x="147447" y="51244"/>
                </a:lnTo>
                <a:lnTo>
                  <a:pt x="147447" y="29623"/>
                </a:lnTo>
                <a:lnTo>
                  <a:pt x="167640" y="9430"/>
                </a:lnTo>
                <a:lnTo>
                  <a:pt x="252984" y="9430"/>
                </a:lnTo>
                <a:lnTo>
                  <a:pt x="270320" y="29432"/>
                </a:lnTo>
                <a:lnTo>
                  <a:pt x="270320" y="50006"/>
                </a:lnTo>
                <a:lnTo>
                  <a:pt x="279845" y="50006"/>
                </a:lnTo>
                <a:lnTo>
                  <a:pt x="279845" y="25908"/>
                </a:lnTo>
                <a:lnTo>
                  <a:pt x="257270" y="0"/>
                </a:lnTo>
                <a:lnTo>
                  <a:pt x="163639" y="0"/>
                </a:lnTo>
                <a:lnTo>
                  <a:pt x="137922" y="25717"/>
                </a:lnTo>
                <a:lnTo>
                  <a:pt x="137922" y="41815"/>
                </a:lnTo>
                <a:lnTo>
                  <a:pt x="130302" y="41815"/>
                </a:lnTo>
                <a:lnTo>
                  <a:pt x="124016" y="48101"/>
                </a:lnTo>
                <a:lnTo>
                  <a:pt x="124016" y="57721"/>
                </a:lnTo>
                <a:lnTo>
                  <a:pt x="0" y="57721"/>
                </a:lnTo>
                <a:lnTo>
                  <a:pt x="0" y="204121"/>
                </a:lnTo>
                <a:lnTo>
                  <a:pt x="285750" y="204121"/>
                </a:lnTo>
                <a:lnTo>
                  <a:pt x="285750" y="57721"/>
                </a:lnTo>
                <a:lnTo>
                  <a:pt x="153353" y="57721"/>
                </a:lnTo>
                <a:close/>
                <a:moveTo>
                  <a:pt x="276320" y="194500"/>
                </a:moveTo>
                <a:lnTo>
                  <a:pt x="9620" y="194500"/>
                </a:lnTo>
                <a:lnTo>
                  <a:pt x="9620" y="67151"/>
                </a:lnTo>
                <a:lnTo>
                  <a:pt x="276320" y="67151"/>
                </a:lnTo>
                <a:lnTo>
                  <a:pt x="276320" y="194500"/>
                </a:lnTo>
                <a:close/>
                <a:moveTo>
                  <a:pt x="17431" y="106489"/>
                </a:moveTo>
                <a:lnTo>
                  <a:pt x="31337" y="106489"/>
                </a:lnTo>
                <a:cubicBezTo>
                  <a:pt x="33242" y="106489"/>
                  <a:pt x="34862" y="104965"/>
                  <a:pt x="34862" y="102965"/>
                </a:cubicBezTo>
                <a:lnTo>
                  <a:pt x="34862" y="89059"/>
                </a:lnTo>
                <a:cubicBezTo>
                  <a:pt x="34862" y="87154"/>
                  <a:pt x="33338" y="85534"/>
                  <a:pt x="31337" y="85534"/>
                </a:cubicBezTo>
                <a:lnTo>
                  <a:pt x="17431" y="85534"/>
                </a:lnTo>
                <a:cubicBezTo>
                  <a:pt x="15526" y="85534"/>
                  <a:pt x="13906" y="87058"/>
                  <a:pt x="13906" y="89059"/>
                </a:cubicBezTo>
                <a:lnTo>
                  <a:pt x="13906" y="102965"/>
                </a:lnTo>
                <a:cubicBezTo>
                  <a:pt x="14002" y="104870"/>
                  <a:pt x="15526" y="106489"/>
                  <a:pt x="17431" y="106489"/>
                </a:cubicBezTo>
                <a:close/>
                <a:moveTo>
                  <a:pt x="21146" y="92678"/>
                </a:moveTo>
                <a:lnTo>
                  <a:pt x="27813" y="92678"/>
                </a:lnTo>
                <a:lnTo>
                  <a:pt x="27813" y="99346"/>
                </a:lnTo>
                <a:lnTo>
                  <a:pt x="21146" y="99346"/>
                </a:lnTo>
                <a:lnTo>
                  <a:pt x="21146" y="92678"/>
                </a:lnTo>
                <a:close/>
                <a:moveTo>
                  <a:pt x="45339" y="106489"/>
                </a:moveTo>
                <a:lnTo>
                  <a:pt x="59246" y="106489"/>
                </a:lnTo>
                <a:cubicBezTo>
                  <a:pt x="61150" y="106489"/>
                  <a:pt x="62770" y="104965"/>
                  <a:pt x="62770" y="102965"/>
                </a:cubicBezTo>
                <a:lnTo>
                  <a:pt x="62770" y="89059"/>
                </a:lnTo>
                <a:cubicBezTo>
                  <a:pt x="62770" y="87154"/>
                  <a:pt x="61246" y="85534"/>
                  <a:pt x="59246" y="85534"/>
                </a:cubicBezTo>
                <a:lnTo>
                  <a:pt x="45339" y="85534"/>
                </a:lnTo>
                <a:cubicBezTo>
                  <a:pt x="43434" y="85534"/>
                  <a:pt x="41815" y="87058"/>
                  <a:pt x="41815" y="89059"/>
                </a:cubicBezTo>
                <a:lnTo>
                  <a:pt x="41815" y="102965"/>
                </a:lnTo>
                <a:cubicBezTo>
                  <a:pt x="41910" y="104870"/>
                  <a:pt x="43434" y="106489"/>
                  <a:pt x="45339" y="106489"/>
                </a:cubicBezTo>
                <a:close/>
                <a:moveTo>
                  <a:pt x="49054" y="92678"/>
                </a:moveTo>
                <a:lnTo>
                  <a:pt x="55721" y="92678"/>
                </a:lnTo>
                <a:lnTo>
                  <a:pt x="55721" y="99346"/>
                </a:lnTo>
                <a:lnTo>
                  <a:pt x="49054" y="99346"/>
                </a:lnTo>
                <a:lnTo>
                  <a:pt x="49054" y="92678"/>
                </a:lnTo>
                <a:close/>
                <a:moveTo>
                  <a:pt x="73247" y="106489"/>
                </a:moveTo>
                <a:lnTo>
                  <a:pt x="87154" y="106489"/>
                </a:lnTo>
                <a:cubicBezTo>
                  <a:pt x="89059" y="106489"/>
                  <a:pt x="90678" y="104965"/>
                  <a:pt x="90678" y="102965"/>
                </a:cubicBezTo>
                <a:lnTo>
                  <a:pt x="90678" y="89059"/>
                </a:lnTo>
                <a:cubicBezTo>
                  <a:pt x="90678" y="87154"/>
                  <a:pt x="89154" y="85534"/>
                  <a:pt x="87154" y="85534"/>
                </a:cubicBezTo>
                <a:lnTo>
                  <a:pt x="73247" y="85534"/>
                </a:lnTo>
                <a:cubicBezTo>
                  <a:pt x="71342" y="85534"/>
                  <a:pt x="69723" y="87058"/>
                  <a:pt x="69723" y="89059"/>
                </a:cubicBezTo>
                <a:lnTo>
                  <a:pt x="69723" y="102965"/>
                </a:lnTo>
                <a:cubicBezTo>
                  <a:pt x="69723" y="104870"/>
                  <a:pt x="71342" y="106489"/>
                  <a:pt x="73247" y="106489"/>
                </a:cubicBezTo>
                <a:close/>
                <a:moveTo>
                  <a:pt x="76867" y="92678"/>
                </a:moveTo>
                <a:lnTo>
                  <a:pt x="83534" y="92678"/>
                </a:lnTo>
                <a:lnTo>
                  <a:pt x="83534" y="99346"/>
                </a:lnTo>
                <a:lnTo>
                  <a:pt x="76867" y="99346"/>
                </a:lnTo>
                <a:lnTo>
                  <a:pt x="76867" y="92678"/>
                </a:lnTo>
                <a:close/>
                <a:moveTo>
                  <a:pt x="101155" y="106489"/>
                </a:moveTo>
                <a:lnTo>
                  <a:pt x="115062" y="106489"/>
                </a:lnTo>
                <a:cubicBezTo>
                  <a:pt x="116967" y="106489"/>
                  <a:pt x="118586" y="104965"/>
                  <a:pt x="118586" y="102965"/>
                </a:cubicBezTo>
                <a:lnTo>
                  <a:pt x="118586" y="89059"/>
                </a:lnTo>
                <a:cubicBezTo>
                  <a:pt x="118586" y="87154"/>
                  <a:pt x="117062" y="85534"/>
                  <a:pt x="115062" y="85534"/>
                </a:cubicBezTo>
                <a:lnTo>
                  <a:pt x="101155" y="85534"/>
                </a:lnTo>
                <a:cubicBezTo>
                  <a:pt x="99250" y="85534"/>
                  <a:pt x="97631" y="87058"/>
                  <a:pt x="97631" y="89059"/>
                </a:cubicBezTo>
                <a:lnTo>
                  <a:pt x="97631" y="102965"/>
                </a:lnTo>
                <a:cubicBezTo>
                  <a:pt x="97631" y="104870"/>
                  <a:pt x="99155" y="106489"/>
                  <a:pt x="101155" y="106489"/>
                </a:cubicBezTo>
                <a:close/>
                <a:moveTo>
                  <a:pt x="104775" y="92678"/>
                </a:moveTo>
                <a:lnTo>
                  <a:pt x="111442" y="92678"/>
                </a:lnTo>
                <a:lnTo>
                  <a:pt x="111442" y="99346"/>
                </a:lnTo>
                <a:lnTo>
                  <a:pt x="104775" y="99346"/>
                </a:lnTo>
                <a:lnTo>
                  <a:pt x="104775" y="92678"/>
                </a:lnTo>
                <a:close/>
                <a:moveTo>
                  <a:pt x="128968" y="106489"/>
                </a:moveTo>
                <a:lnTo>
                  <a:pt x="142875" y="106489"/>
                </a:lnTo>
                <a:cubicBezTo>
                  <a:pt x="144780" y="106489"/>
                  <a:pt x="146399" y="104965"/>
                  <a:pt x="146399" y="102965"/>
                </a:cubicBezTo>
                <a:lnTo>
                  <a:pt x="146399" y="89059"/>
                </a:lnTo>
                <a:cubicBezTo>
                  <a:pt x="146399" y="87154"/>
                  <a:pt x="144875" y="85534"/>
                  <a:pt x="142875" y="85534"/>
                </a:cubicBezTo>
                <a:lnTo>
                  <a:pt x="128968" y="85534"/>
                </a:lnTo>
                <a:cubicBezTo>
                  <a:pt x="127063" y="85534"/>
                  <a:pt x="125444" y="87058"/>
                  <a:pt x="125444" y="89059"/>
                </a:cubicBezTo>
                <a:lnTo>
                  <a:pt x="125444" y="102965"/>
                </a:lnTo>
                <a:cubicBezTo>
                  <a:pt x="125539" y="104870"/>
                  <a:pt x="127063" y="106489"/>
                  <a:pt x="128968" y="106489"/>
                </a:cubicBezTo>
                <a:close/>
                <a:moveTo>
                  <a:pt x="132683" y="92678"/>
                </a:moveTo>
                <a:lnTo>
                  <a:pt x="139351" y="92678"/>
                </a:lnTo>
                <a:lnTo>
                  <a:pt x="139351" y="99346"/>
                </a:lnTo>
                <a:lnTo>
                  <a:pt x="132683" y="99346"/>
                </a:lnTo>
                <a:lnTo>
                  <a:pt x="132683" y="92678"/>
                </a:lnTo>
                <a:close/>
                <a:moveTo>
                  <a:pt x="156877" y="106489"/>
                </a:moveTo>
                <a:lnTo>
                  <a:pt x="170783" y="106489"/>
                </a:lnTo>
                <a:cubicBezTo>
                  <a:pt x="172688" y="106489"/>
                  <a:pt x="174308" y="104965"/>
                  <a:pt x="174308" y="102965"/>
                </a:cubicBezTo>
                <a:lnTo>
                  <a:pt x="174308" y="89059"/>
                </a:lnTo>
                <a:cubicBezTo>
                  <a:pt x="174308" y="87154"/>
                  <a:pt x="172784" y="85534"/>
                  <a:pt x="170783" y="85534"/>
                </a:cubicBezTo>
                <a:lnTo>
                  <a:pt x="156877" y="85534"/>
                </a:lnTo>
                <a:cubicBezTo>
                  <a:pt x="154972" y="85534"/>
                  <a:pt x="153353" y="87058"/>
                  <a:pt x="153353" y="89059"/>
                </a:cubicBezTo>
                <a:lnTo>
                  <a:pt x="153353" y="102965"/>
                </a:lnTo>
                <a:cubicBezTo>
                  <a:pt x="153353" y="104870"/>
                  <a:pt x="154972" y="106489"/>
                  <a:pt x="156877" y="106489"/>
                </a:cubicBezTo>
                <a:close/>
                <a:moveTo>
                  <a:pt x="160496" y="92678"/>
                </a:moveTo>
                <a:lnTo>
                  <a:pt x="167164" y="92678"/>
                </a:lnTo>
                <a:lnTo>
                  <a:pt x="167164" y="99346"/>
                </a:lnTo>
                <a:lnTo>
                  <a:pt x="160496" y="99346"/>
                </a:lnTo>
                <a:lnTo>
                  <a:pt x="160496" y="92678"/>
                </a:lnTo>
                <a:close/>
                <a:moveTo>
                  <a:pt x="198692" y="106489"/>
                </a:moveTo>
                <a:lnTo>
                  <a:pt x="212598" y="106489"/>
                </a:lnTo>
                <a:cubicBezTo>
                  <a:pt x="214503" y="106489"/>
                  <a:pt x="216122" y="104965"/>
                  <a:pt x="216122" y="102965"/>
                </a:cubicBezTo>
                <a:lnTo>
                  <a:pt x="216122" y="89059"/>
                </a:lnTo>
                <a:cubicBezTo>
                  <a:pt x="216122" y="87154"/>
                  <a:pt x="214598" y="85534"/>
                  <a:pt x="212598" y="85534"/>
                </a:cubicBezTo>
                <a:lnTo>
                  <a:pt x="198692" y="85534"/>
                </a:lnTo>
                <a:cubicBezTo>
                  <a:pt x="196787" y="85534"/>
                  <a:pt x="195167" y="87058"/>
                  <a:pt x="195167" y="89059"/>
                </a:cubicBezTo>
                <a:lnTo>
                  <a:pt x="195167" y="102965"/>
                </a:lnTo>
                <a:cubicBezTo>
                  <a:pt x="195167" y="104870"/>
                  <a:pt x="196787" y="106489"/>
                  <a:pt x="198692" y="106489"/>
                </a:cubicBezTo>
                <a:close/>
                <a:moveTo>
                  <a:pt x="202311" y="92678"/>
                </a:moveTo>
                <a:lnTo>
                  <a:pt x="208979" y="92678"/>
                </a:lnTo>
                <a:lnTo>
                  <a:pt x="208979" y="99346"/>
                </a:lnTo>
                <a:lnTo>
                  <a:pt x="202311" y="99346"/>
                </a:lnTo>
                <a:lnTo>
                  <a:pt x="202311" y="92678"/>
                </a:lnTo>
                <a:close/>
                <a:moveTo>
                  <a:pt x="226600" y="106489"/>
                </a:moveTo>
                <a:lnTo>
                  <a:pt x="240506" y="106489"/>
                </a:lnTo>
                <a:cubicBezTo>
                  <a:pt x="242411" y="106489"/>
                  <a:pt x="244030" y="104965"/>
                  <a:pt x="244030" y="102965"/>
                </a:cubicBezTo>
                <a:lnTo>
                  <a:pt x="244030" y="89059"/>
                </a:lnTo>
                <a:cubicBezTo>
                  <a:pt x="244030" y="87154"/>
                  <a:pt x="242506" y="85534"/>
                  <a:pt x="240506" y="85534"/>
                </a:cubicBezTo>
                <a:lnTo>
                  <a:pt x="226600" y="85534"/>
                </a:lnTo>
                <a:cubicBezTo>
                  <a:pt x="224695" y="85534"/>
                  <a:pt x="223075" y="87058"/>
                  <a:pt x="223075" y="89059"/>
                </a:cubicBezTo>
                <a:lnTo>
                  <a:pt x="223075" y="102965"/>
                </a:lnTo>
                <a:cubicBezTo>
                  <a:pt x="223075" y="104870"/>
                  <a:pt x="224600" y="106489"/>
                  <a:pt x="226600" y="106489"/>
                </a:cubicBezTo>
                <a:close/>
                <a:moveTo>
                  <a:pt x="230219" y="92678"/>
                </a:moveTo>
                <a:lnTo>
                  <a:pt x="236887" y="92678"/>
                </a:lnTo>
                <a:lnTo>
                  <a:pt x="236887" y="99346"/>
                </a:lnTo>
                <a:lnTo>
                  <a:pt x="230219" y="99346"/>
                </a:lnTo>
                <a:lnTo>
                  <a:pt x="230219" y="92678"/>
                </a:lnTo>
                <a:close/>
                <a:moveTo>
                  <a:pt x="254413" y="106489"/>
                </a:moveTo>
                <a:lnTo>
                  <a:pt x="268319" y="106489"/>
                </a:lnTo>
                <a:cubicBezTo>
                  <a:pt x="270224" y="106489"/>
                  <a:pt x="271843" y="104965"/>
                  <a:pt x="271843" y="102965"/>
                </a:cubicBezTo>
                <a:lnTo>
                  <a:pt x="271843" y="89059"/>
                </a:lnTo>
                <a:cubicBezTo>
                  <a:pt x="271843" y="87154"/>
                  <a:pt x="270320" y="85534"/>
                  <a:pt x="268319" y="85534"/>
                </a:cubicBezTo>
                <a:lnTo>
                  <a:pt x="254413" y="85534"/>
                </a:lnTo>
                <a:cubicBezTo>
                  <a:pt x="252508" y="85534"/>
                  <a:pt x="250888" y="87058"/>
                  <a:pt x="250888" y="89059"/>
                </a:cubicBezTo>
                <a:lnTo>
                  <a:pt x="250888" y="102965"/>
                </a:lnTo>
                <a:cubicBezTo>
                  <a:pt x="250984" y="104870"/>
                  <a:pt x="252508" y="106489"/>
                  <a:pt x="254413" y="106489"/>
                </a:cubicBezTo>
                <a:close/>
                <a:moveTo>
                  <a:pt x="258128" y="92678"/>
                </a:moveTo>
                <a:lnTo>
                  <a:pt x="264795" y="92678"/>
                </a:lnTo>
                <a:lnTo>
                  <a:pt x="264795" y="99346"/>
                </a:lnTo>
                <a:lnTo>
                  <a:pt x="258128" y="99346"/>
                </a:lnTo>
                <a:lnTo>
                  <a:pt x="258128" y="92678"/>
                </a:lnTo>
                <a:close/>
                <a:moveTo>
                  <a:pt x="17431" y="134302"/>
                </a:moveTo>
                <a:lnTo>
                  <a:pt x="31337" y="134302"/>
                </a:lnTo>
                <a:cubicBezTo>
                  <a:pt x="33242" y="134302"/>
                  <a:pt x="34862" y="132778"/>
                  <a:pt x="34862" y="130778"/>
                </a:cubicBezTo>
                <a:lnTo>
                  <a:pt x="34862" y="116872"/>
                </a:lnTo>
                <a:cubicBezTo>
                  <a:pt x="34862" y="114967"/>
                  <a:pt x="33338" y="113347"/>
                  <a:pt x="31337" y="113347"/>
                </a:cubicBezTo>
                <a:lnTo>
                  <a:pt x="17431" y="113347"/>
                </a:lnTo>
                <a:cubicBezTo>
                  <a:pt x="15526" y="113347"/>
                  <a:pt x="13906" y="114871"/>
                  <a:pt x="13906" y="116872"/>
                </a:cubicBezTo>
                <a:lnTo>
                  <a:pt x="13906" y="130778"/>
                </a:lnTo>
                <a:cubicBezTo>
                  <a:pt x="14002" y="132778"/>
                  <a:pt x="15526" y="134302"/>
                  <a:pt x="17431" y="134302"/>
                </a:cubicBezTo>
                <a:close/>
                <a:moveTo>
                  <a:pt x="21146" y="120586"/>
                </a:moveTo>
                <a:lnTo>
                  <a:pt x="27813" y="120586"/>
                </a:lnTo>
                <a:lnTo>
                  <a:pt x="27813" y="127254"/>
                </a:lnTo>
                <a:lnTo>
                  <a:pt x="21146" y="127254"/>
                </a:lnTo>
                <a:lnTo>
                  <a:pt x="21146" y="120586"/>
                </a:lnTo>
                <a:close/>
                <a:moveTo>
                  <a:pt x="45339" y="134302"/>
                </a:moveTo>
                <a:lnTo>
                  <a:pt x="59246" y="134302"/>
                </a:lnTo>
                <a:cubicBezTo>
                  <a:pt x="61150" y="134302"/>
                  <a:pt x="62770" y="132778"/>
                  <a:pt x="62770" y="130778"/>
                </a:cubicBezTo>
                <a:lnTo>
                  <a:pt x="62770" y="116872"/>
                </a:lnTo>
                <a:cubicBezTo>
                  <a:pt x="62770" y="114967"/>
                  <a:pt x="61246" y="113347"/>
                  <a:pt x="59246" y="113347"/>
                </a:cubicBezTo>
                <a:lnTo>
                  <a:pt x="45339" y="113347"/>
                </a:lnTo>
                <a:cubicBezTo>
                  <a:pt x="43434" y="113347"/>
                  <a:pt x="41815" y="114871"/>
                  <a:pt x="41815" y="116872"/>
                </a:cubicBezTo>
                <a:lnTo>
                  <a:pt x="41815" y="130778"/>
                </a:lnTo>
                <a:cubicBezTo>
                  <a:pt x="41910" y="132778"/>
                  <a:pt x="43434" y="134302"/>
                  <a:pt x="45339" y="134302"/>
                </a:cubicBezTo>
                <a:close/>
                <a:moveTo>
                  <a:pt x="49054" y="120586"/>
                </a:moveTo>
                <a:lnTo>
                  <a:pt x="55721" y="120586"/>
                </a:lnTo>
                <a:lnTo>
                  <a:pt x="55721" y="127254"/>
                </a:lnTo>
                <a:lnTo>
                  <a:pt x="49054" y="127254"/>
                </a:lnTo>
                <a:lnTo>
                  <a:pt x="49054" y="120586"/>
                </a:lnTo>
                <a:close/>
                <a:moveTo>
                  <a:pt x="73247" y="134302"/>
                </a:moveTo>
                <a:lnTo>
                  <a:pt x="87154" y="134302"/>
                </a:lnTo>
                <a:cubicBezTo>
                  <a:pt x="89059" y="134302"/>
                  <a:pt x="90678" y="132778"/>
                  <a:pt x="90678" y="130778"/>
                </a:cubicBezTo>
                <a:lnTo>
                  <a:pt x="90678" y="116872"/>
                </a:lnTo>
                <a:cubicBezTo>
                  <a:pt x="90678" y="114967"/>
                  <a:pt x="89154" y="113347"/>
                  <a:pt x="87154" y="113347"/>
                </a:cubicBezTo>
                <a:lnTo>
                  <a:pt x="73247" y="113347"/>
                </a:lnTo>
                <a:cubicBezTo>
                  <a:pt x="71342" y="113347"/>
                  <a:pt x="69723" y="114871"/>
                  <a:pt x="69723" y="116872"/>
                </a:cubicBezTo>
                <a:lnTo>
                  <a:pt x="69723" y="130778"/>
                </a:lnTo>
                <a:cubicBezTo>
                  <a:pt x="69723" y="132778"/>
                  <a:pt x="71342" y="134302"/>
                  <a:pt x="73247" y="134302"/>
                </a:cubicBezTo>
                <a:close/>
                <a:moveTo>
                  <a:pt x="76867" y="120586"/>
                </a:moveTo>
                <a:lnTo>
                  <a:pt x="83534" y="120586"/>
                </a:lnTo>
                <a:lnTo>
                  <a:pt x="83534" y="127254"/>
                </a:lnTo>
                <a:lnTo>
                  <a:pt x="76867" y="127254"/>
                </a:lnTo>
                <a:lnTo>
                  <a:pt x="76867" y="120586"/>
                </a:lnTo>
                <a:close/>
                <a:moveTo>
                  <a:pt x="101155" y="134302"/>
                </a:moveTo>
                <a:lnTo>
                  <a:pt x="115062" y="134302"/>
                </a:lnTo>
                <a:cubicBezTo>
                  <a:pt x="116967" y="134302"/>
                  <a:pt x="118586" y="132778"/>
                  <a:pt x="118586" y="130778"/>
                </a:cubicBezTo>
                <a:lnTo>
                  <a:pt x="118586" y="116872"/>
                </a:lnTo>
                <a:cubicBezTo>
                  <a:pt x="118586" y="114967"/>
                  <a:pt x="117062" y="113347"/>
                  <a:pt x="115062" y="113347"/>
                </a:cubicBezTo>
                <a:lnTo>
                  <a:pt x="101155" y="113347"/>
                </a:lnTo>
                <a:cubicBezTo>
                  <a:pt x="99250" y="113347"/>
                  <a:pt x="97631" y="114871"/>
                  <a:pt x="97631" y="116872"/>
                </a:cubicBezTo>
                <a:lnTo>
                  <a:pt x="97631" y="130778"/>
                </a:lnTo>
                <a:cubicBezTo>
                  <a:pt x="97631" y="132778"/>
                  <a:pt x="99155" y="134302"/>
                  <a:pt x="101155" y="134302"/>
                </a:cubicBezTo>
                <a:close/>
                <a:moveTo>
                  <a:pt x="104775" y="120586"/>
                </a:moveTo>
                <a:lnTo>
                  <a:pt x="111442" y="120586"/>
                </a:lnTo>
                <a:lnTo>
                  <a:pt x="111442" y="127254"/>
                </a:lnTo>
                <a:lnTo>
                  <a:pt x="104775" y="127254"/>
                </a:lnTo>
                <a:lnTo>
                  <a:pt x="104775" y="120586"/>
                </a:lnTo>
                <a:close/>
                <a:moveTo>
                  <a:pt x="128968" y="134302"/>
                </a:moveTo>
                <a:lnTo>
                  <a:pt x="170783" y="134302"/>
                </a:lnTo>
                <a:cubicBezTo>
                  <a:pt x="172688" y="134302"/>
                  <a:pt x="174308" y="132778"/>
                  <a:pt x="174308" y="130778"/>
                </a:cubicBezTo>
                <a:lnTo>
                  <a:pt x="174308" y="116872"/>
                </a:lnTo>
                <a:cubicBezTo>
                  <a:pt x="174308" y="114967"/>
                  <a:pt x="172784" y="113347"/>
                  <a:pt x="170783" y="113347"/>
                </a:cubicBezTo>
                <a:lnTo>
                  <a:pt x="128968" y="113347"/>
                </a:lnTo>
                <a:cubicBezTo>
                  <a:pt x="127063" y="113347"/>
                  <a:pt x="125444" y="114871"/>
                  <a:pt x="125444" y="116872"/>
                </a:cubicBezTo>
                <a:lnTo>
                  <a:pt x="125444" y="130778"/>
                </a:lnTo>
                <a:cubicBezTo>
                  <a:pt x="125539" y="132778"/>
                  <a:pt x="127063" y="134302"/>
                  <a:pt x="128968" y="134302"/>
                </a:cubicBezTo>
                <a:close/>
                <a:moveTo>
                  <a:pt x="132683" y="120586"/>
                </a:moveTo>
                <a:lnTo>
                  <a:pt x="167164" y="120586"/>
                </a:lnTo>
                <a:lnTo>
                  <a:pt x="167164" y="127254"/>
                </a:lnTo>
                <a:lnTo>
                  <a:pt x="132683" y="127254"/>
                </a:lnTo>
                <a:lnTo>
                  <a:pt x="132683" y="120586"/>
                </a:lnTo>
                <a:close/>
                <a:moveTo>
                  <a:pt x="198692" y="134302"/>
                </a:moveTo>
                <a:lnTo>
                  <a:pt x="212598" y="134302"/>
                </a:lnTo>
                <a:cubicBezTo>
                  <a:pt x="214503" y="134302"/>
                  <a:pt x="216122" y="132778"/>
                  <a:pt x="216122" y="130778"/>
                </a:cubicBezTo>
                <a:lnTo>
                  <a:pt x="216122" y="116872"/>
                </a:lnTo>
                <a:cubicBezTo>
                  <a:pt x="216122" y="114967"/>
                  <a:pt x="214598" y="113347"/>
                  <a:pt x="212598" y="113347"/>
                </a:cubicBezTo>
                <a:lnTo>
                  <a:pt x="198692" y="113347"/>
                </a:lnTo>
                <a:cubicBezTo>
                  <a:pt x="196787" y="113347"/>
                  <a:pt x="195167" y="114871"/>
                  <a:pt x="195167" y="116872"/>
                </a:cubicBezTo>
                <a:lnTo>
                  <a:pt x="195167" y="130778"/>
                </a:lnTo>
                <a:cubicBezTo>
                  <a:pt x="195167" y="132778"/>
                  <a:pt x="196787" y="134302"/>
                  <a:pt x="198692" y="134302"/>
                </a:cubicBezTo>
                <a:close/>
                <a:moveTo>
                  <a:pt x="202311" y="120586"/>
                </a:moveTo>
                <a:lnTo>
                  <a:pt x="208979" y="120586"/>
                </a:lnTo>
                <a:lnTo>
                  <a:pt x="208979" y="127254"/>
                </a:lnTo>
                <a:lnTo>
                  <a:pt x="202311" y="127254"/>
                </a:lnTo>
                <a:lnTo>
                  <a:pt x="202311" y="120586"/>
                </a:lnTo>
                <a:close/>
                <a:moveTo>
                  <a:pt x="226600" y="134302"/>
                </a:moveTo>
                <a:lnTo>
                  <a:pt x="240506" y="134302"/>
                </a:lnTo>
                <a:cubicBezTo>
                  <a:pt x="242411" y="134302"/>
                  <a:pt x="244030" y="132778"/>
                  <a:pt x="244030" y="130778"/>
                </a:cubicBezTo>
                <a:lnTo>
                  <a:pt x="244030" y="116872"/>
                </a:lnTo>
                <a:cubicBezTo>
                  <a:pt x="244030" y="114967"/>
                  <a:pt x="242506" y="113347"/>
                  <a:pt x="240506" y="113347"/>
                </a:cubicBezTo>
                <a:lnTo>
                  <a:pt x="226600" y="113347"/>
                </a:lnTo>
                <a:cubicBezTo>
                  <a:pt x="224695" y="113347"/>
                  <a:pt x="223075" y="114871"/>
                  <a:pt x="223075" y="116872"/>
                </a:cubicBezTo>
                <a:lnTo>
                  <a:pt x="223075" y="130778"/>
                </a:lnTo>
                <a:cubicBezTo>
                  <a:pt x="223075" y="132778"/>
                  <a:pt x="224600" y="134302"/>
                  <a:pt x="226600" y="134302"/>
                </a:cubicBezTo>
                <a:close/>
                <a:moveTo>
                  <a:pt x="230219" y="120586"/>
                </a:moveTo>
                <a:lnTo>
                  <a:pt x="236887" y="120586"/>
                </a:lnTo>
                <a:lnTo>
                  <a:pt x="236887" y="127254"/>
                </a:lnTo>
                <a:lnTo>
                  <a:pt x="230219" y="127254"/>
                </a:lnTo>
                <a:lnTo>
                  <a:pt x="230219" y="120586"/>
                </a:lnTo>
                <a:close/>
                <a:moveTo>
                  <a:pt x="254413" y="148304"/>
                </a:moveTo>
                <a:lnTo>
                  <a:pt x="268319" y="148304"/>
                </a:lnTo>
                <a:cubicBezTo>
                  <a:pt x="270224" y="148304"/>
                  <a:pt x="271843" y="146780"/>
                  <a:pt x="271843" y="144780"/>
                </a:cubicBezTo>
                <a:lnTo>
                  <a:pt x="271843" y="116872"/>
                </a:lnTo>
                <a:cubicBezTo>
                  <a:pt x="271843" y="114967"/>
                  <a:pt x="270320" y="113347"/>
                  <a:pt x="268319" y="113347"/>
                </a:cubicBezTo>
                <a:lnTo>
                  <a:pt x="254413" y="113347"/>
                </a:lnTo>
                <a:cubicBezTo>
                  <a:pt x="252508" y="113347"/>
                  <a:pt x="250888" y="114871"/>
                  <a:pt x="250888" y="116872"/>
                </a:cubicBezTo>
                <a:lnTo>
                  <a:pt x="250888" y="144780"/>
                </a:lnTo>
                <a:cubicBezTo>
                  <a:pt x="250984" y="146685"/>
                  <a:pt x="252508" y="148304"/>
                  <a:pt x="254413" y="148304"/>
                </a:cubicBezTo>
                <a:close/>
                <a:moveTo>
                  <a:pt x="258128" y="120586"/>
                </a:moveTo>
                <a:lnTo>
                  <a:pt x="264795" y="120586"/>
                </a:lnTo>
                <a:lnTo>
                  <a:pt x="264795" y="141160"/>
                </a:lnTo>
                <a:lnTo>
                  <a:pt x="258128" y="141160"/>
                </a:lnTo>
                <a:lnTo>
                  <a:pt x="258128" y="120586"/>
                </a:lnTo>
                <a:close/>
                <a:moveTo>
                  <a:pt x="17431" y="162211"/>
                </a:moveTo>
                <a:lnTo>
                  <a:pt x="59246" y="162211"/>
                </a:lnTo>
                <a:cubicBezTo>
                  <a:pt x="61150" y="162211"/>
                  <a:pt x="62770" y="160687"/>
                  <a:pt x="62770" y="158686"/>
                </a:cubicBezTo>
                <a:lnTo>
                  <a:pt x="62770" y="144780"/>
                </a:lnTo>
                <a:cubicBezTo>
                  <a:pt x="62770" y="142875"/>
                  <a:pt x="61246" y="141256"/>
                  <a:pt x="59246" y="141256"/>
                </a:cubicBezTo>
                <a:lnTo>
                  <a:pt x="17431" y="141256"/>
                </a:lnTo>
                <a:cubicBezTo>
                  <a:pt x="15526" y="141256"/>
                  <a:pt x="13906" y="142780"/>
                  <a:pt x="13906" y="144780"/>
                </a:cubicBezTo>
                <a:lnTo>
                  <a:pt x="13906" y="158686"/>
                </a:lnTo>
                <a:cubicBezTo>
                  <a:pt x="14002" y="160687"/>
                  <a:pt x="15526" y="162211"/>
                  <a:pt x="17431" y="162211"/>
                </a:cubicBezTo>
                <a:close/>
                <a:moveTo>
                  <a:pt x="21146" y="148400"/>
                </a:moveTo>
                <a:lnTo>
                  <a:pt x="55626" y="148400"/>
                </a:lnTo>
                <a:lnTo>
                  <a:pt x="55626" y="155067"/>
                </a:lnTo>
                <a:lnTo>
                  <a:pt x="21146" y="155067"/>
                </a:lnTo>
                <a:lnTo>
                  <a:pt x="21146" y="148400"/>
                </a:lnTo>
                <a:close/>
                <a:moveTo>
                  <a:pt x="73247" y="162211"/>
                </a:moveTo>
                <a:lnTo>
                  <a:pt x="87154" y="162211"/>
                </a:lnTo>
                <a:cubicBezTo>
                  <a:pt x="89059" y="162211"/>
                  <a:pt x="90678" y="160687"/>
                  <a:pt x="90678" y="158686"/>
                </a:cubicBezTo>
                <a:lnTo>
                  <a:pt x="90678" y="144780"/>
                </a:lnTo>
                <a:cubicBezTo>
                  <a:pt x="90678" y="142875"/>
                  <a:pt x="89154" y="141256"/>
                  <a:pt x="87154" y="141256"/>
                </a:cubicBezTo>
                <a:lnTo>
                  <a:pt x="73247" y="141256"/>
                </a:lnTo>
                <a:cubicBezTo>
                  <a:pt x="71342" y="141256"/>
                  <a:pt x="69723" y="142780"/>
                  <a:pt x="69723" y="144780"/>
                </a:cubicBezTo>
                <a:lnTo>
                  <a:pt x="69723" y="158686"/>
                </a:lnTo>
                <a:cubicBezTo>
                  <a:pt x="69723" y="160687"/>
                  <a:pt x="71342" y="162211"/>
                  <a:pt x="73247" y="162211"/>
                </a:cubicBezTo>
                <a:close/>
                <a:moveTo>
                  <a:pt x="76867" y="148400"/>
                </a:moveTo>
                <a:lnTo>
                  <a:pt x="83534" y="148400"/>
                </a:lnTo>
                <a:lnTo>
                  <a:pt x="83534" y="155067"/>
                </a:lnTo>
                <a:lnTo>
                  <a:pt x="76867" y="155067"/>
                </a:lnTo>
                <a:lnTo>
                  <a:pt x="76867" y="148400"/>
                </a:lnTo>
                <a:close/>
                <a:moveTo>
                  <a:pt x="101155" y="162211"/>
                </a:moveTo>
                <a:lnTo>
                  <a:pt x="115062" y="162211"/>
                </a:lnTo>
                <a:cubicBezTo>
                  <a:pt x="116967" y="162211"/>
                  <a:pt x="118586" y="160687"/>
                  <a:pt x="118586" y="158686"/>
                </a:cubicBezTo>
                <a:lnTo>
                  <a:pt x="118586" y="144780"/>
                </a:lnTo>
                <a:cubicBezTo>
                  <a:pt x="118586" y="142875"/>
                  <a:pt x="117062" y="141256"/>
                  <a:pt x="115062" y="141256"/>
                </a:cubicBezTo>
                <a:lnTo>
                  <a:pt x="101155" y="141256"/>
                </a:lnTo>
                <a:cubicBezTo>
                  <a:pt x="99250" y="141256"/>
                  <a:pt x="97631" y="142780"/>
                  <a:pt x="97631" y="144780"/>
                </a:cubicBezTo>
                <a:lnTo>
                  <a:pt x="97631" y="158686"/>
                </a:lnTo>
                <a:cubicBezTo>
                  <a:pt x="97631" y="160687"/>
                  <a:pt x="99155" y="162211"/>
                  <a:pt x="101155" y="162211"/>
                </a:cubicBezTo>
                <a:close/>
                <a:moveTo>
                  <a:pt x="104775" y="148400"/>
                </a:moveTo>
                <a:lnTo>
                  <a:pt x="111442" y="148400"/>
                </a:lnTo>
                <a:lnTo>
                  <a:pt x="111442" y="155067"/>
                </a:lnTo>
                <a:lnTo>
                  <a:pt x="104775" y="155067"/>
                </a:lnTo>
                <a:lnTo>
                  <a:pt x="104775" y="148400"/>
                </a:lnTo>
                <a:close/>
                <a:moveTo>
                  <a:pt x="128968" y="162211"/>
                </a:moveTo>
                <a:lnTo>
                  <a:pt x="142875" y="162211"/>
                </a:lnTo>
                <a:cubicBezTo>
                  <a:pt x="144780" y="162211"/>
                  <a:pt x="146399" y="160687"/>
                  <a:pt x="146399" y="158686"/>
                </a:cubicBezTo>
                <a:lnTo>
                  <a:pt x="146399" y="144780"/>
                </a:lnTo>
                <a:cubicBezTo>
                  <a:pt x="146399" y="142875"/>
                  <a:pt x="144875" y="141256"/>
                  <a:pt x="142875" y="141256"/>
                </a:cubicBezTo>
                <a:lnTo>
                  <a:pt x="128968" y="141256"/>
                </a:lnTo>
                <a:cubicBezTo>
                  <a:pt x="127063" y="141256"/>
                  <a:pt x="125444" y="142780"/>
                  <a:pt x="125444" y="144780"/>
                </a:cubicBezTo>
                <a:lnTo>
                  <a:pt x="125444" y="158686"/>
                </a:lnTo>
                <a:cubicBezTo>
                  <a:pt x="125539" y="160687"/>
                  <a:pt x="127063" y="162211"/>
                  <a:pt x="128968" y="162211"/>
                </a:cubicBezTo>
                <a:close/>
                <a:moveTo>
                  <a:pt x="132683" y="148400"/>
                </a:moveTo>
                <a:lnTo>
                  <a:pt x="139351" y="148400"/>
                </a:lnTo>
                <a:lnTo>
                  <a:pt x="139351" y="155067"/>
                </a:lnTo>
                <a:lnTo>
                  <a:pt x="132683" y="155067"/>
                </a:lnTo>
                <a:lnTo>
                  <a:pt x="132683" y="148400"/>
                </a:lnTo>
                <a:close/>
                <a:moveTo>
                  <a:pt x="170783" y="141256"/>
                </a:moveTo>
                <a:lnTo>
                  <a:pt x="156877" y="141256"/>
                </a:lnTo>
                <a:cubicBezTo>
                  <a:pt x="154972" y="141256"/>
                  <a:pt x="153353" y="142780"/>
                  <a:pt x="153353" y="144780"/>
                </a:cubicBezTo>
                <a:lnTo>
                  <a:pt x="153353" y="158686"/>
                </a:lnTo>
                <a:cubicBezTo>
                  <a:pt x="153353" y="160592"/>
                  <a:pt x="154876" y="162211"/>
                  <a:pt x="156877" y="162211"/>
                </a:cubicBezTo>
                <a:lnTo>
                  <a:pt x="170783" y="162211"/>
                </a:lnTo>
                <a:cubicBezTo>
                  <a:pt x="172688" y="162211"/>
                  <a:pt x="174308" y="160687"/>
                  <a:pt x="174308" y="158686"/>
                </a:cubicBezTo>
                <a:lnTo>
                  <a:pt x="174308" y="144780"/>
                </a:lnTo>
                <a:cubicBezTo>
                  <a:pt x="174308" y="142875"/>
                  <a:pt x="172688" y="141256"/>
                  <a:pt x="170783" y="141256"/>
                </a:cubicBezTo>
                <a:close/>
                <a:moveTo>
                  <a:pt x="167164" y="155067"/>
                </a:moveTo>
                <a:lnTo>
                  <a:pt x="160496" y="155067"/>
                </a:lnTo>
                <a:lnTo>
                  <a:pt x="160496" y="148400"/>
                </a:lnTo>
                <a:lnTo>
                  <a:pt x="167164" y="148400"/>
                </a:lnTo>
                <a:lnTo>
                  <a:pt x="167164" y="155067"/>
                </a:lnTo>
                <a:close/>
                <a:moveTo>
                  <a:pt x="198692" y="162211"/>
                </a:moveTo>
                <a:lnTo>
                  <a:pt x="212598" y="162211"/>
                </a:lnTo>
                <a:cubicBezTo>
                  <a:pt x="214503" y="162211"/>
                  <a:pt x="216122" y="160687"/>
                  <a:pt x="216122" y="158686"/>
                </a:cubicBezTo>
                <a:lnTo>
                  <a:pt x="216122" y="144780"/>
                </a:lnTo>
                <a:cubicBezTo>
                  <a:pt x="216122" y="142875"/>
                  <a:pt x="214598" y="141256"/>
                  <a:pt x="212598" y="141256"/>
                </a:cubicBezTo>
                <a:lnTo>
                  <a:pt x="198692" y="141256"/>
                </a:lnTo>
                <a:cubicBezTo>
                  <a:pt x="196787" y="141256"/>
                  <a:pt x="195167" y="142780"/>
                  <a:pt x="195167" y="144780"/>
                </a:cubicBezTo>
                <a:lnTo>
                  <a:pt x="195167" y="158686"/>
                </a:lnTo>
                <a:cubicBezTo>
                  <a:pt x="195167" y="160687"/>
                  <a:pt x="196787" y="162211"/>
                  <a:pt x="198692" y="162211"/>
                </a:cubicBezTo>
                <a:close/>
                <a:moveTo>
                  <a:pt x="202311" y="148400"/>
                </a:moveTo>
                <a:lnTo>
                  <a:pt x="208979" y="148400"/>
                </a:lnTo>
                <a:lnTo>
                  <a:pt x="208979" y="155067"/>
                </a:lnTo>
                <a:lnTo>
                  <a:pt x="202311" y="155067"/>
                </a:lnTo>
                <a:lnTo>
                  <a:pt x="202311" y="148400"/>
                </a:lnTo>
                <a:close/>
                <a:moveTo>
                  <a:pt x="226600" y="162211"/>
                </a:moveTo>
                <a:lnTo>
                  <a:pt x="240506" y="162211"/>
                </a:lnTo>
                <a:cubicBezTo>
                  <a:pt x="242411" y="162211"/>
                  <a:pt x="244030" y="160687"/>
                  <a:pt x="244030" y="158686"/>
                </a:cubicBezTo>
                <a:lnTo>
                  <a:pt x="244030" y="144780"/>
                </a:lnTo>
                <a:cubicBezTo>
                  <a:pt x="244030" y="142875"/>
                  <a:pt x="242506" y="141256"/>
                  <a:pt x="240506" y="141256"/>
                </a:cubicBezTo>
                <a:lnTo>
                  <a:pt x="226600" y="141256"/>
                </a:lnTo>
                <a:cubicBezTo>
                  <a:pt x="224695" y="141256"/>
                  <a:pt x="223075" y="142780"/>
                  <a:pt x="223075" y="144780"/>
                </a:cubicBezTo>
                <a:lnTo>
                  <a:pt x="223075" y="158686"/>
                </a:lnTo>
                <a:cubicBezTo>
                  <a:pt x="223075" y="160687"/>
                  <a:pt x="224600" y="162211"/>
                  <a:pt x="226600" y="162211"/>
                </a:cubicBezTo>
                <a:close/>
                <a:moveTo>
                  <a:pt x="230219" y="148400"/>
                </a:moveTo>
                <a:lnTo>
                  <a:pt x="236887" y="148400"/>
                </a:lnTo>
                <a:lnTo>
                  <a:pt x="236887" y="155067"/>
                </a:lnTo>
                <a:lnTo>
                  <a:pt x="230219" y="155067"/>
                </a:lnTo>
                <a:lnTo>
                  <a:pt x="230219" y="148400"/>
                </a:lnTo>
                <a:close/>
                <a:moveTo>
                  <a:pt x="17431" y="190119"/>
                </a:moveTo>
                <a:lnTo>
                  <a:pt x="31337" y="190119"/>
                </a:lnTo>
                <a:cubicBezTo>
                  <a:pt x="33242" y="190119"/>
                  <a:pt x="34862" y="188595"/>
                  <a:pt x="34862" y="186595"/>
                </a:cubicBezTo>
                <a:lnTo>
                  <a:pt x="34862" y="172688"/>
                </a:lnTo>
                <a:cubicBezTo>
                  <a:pt x="34862" y="170783"/>
                  <a:pt x="33338" y="169164"/>
                  <a:pt x="31337" y="169164"/>
                </a:cubicBezTo>
                <a:lnTo>
                  <a:pt x="17431" y="169164"/>
                </a:lnTo>
                <a:cubicBezTo>
                  <a:pt x="15526" y="169164"/>
                  <a:pt x="13906" y="170688"/>
                  <a:pt x="13906" y="172688"/>
                </a:cubicBezTo>
                <a:lnTo>
                  <a:pt x="13906" y="186595"/>
                </a:lnTo>
                <a:cubicBezTo>
                  <a:pt x="14002" y="188500"/>
                  <a:pt x="15526" y="190119"/>
                  <a:pt x="17431" y="190119"/>
                </a:cubicBezTo>
                <a:close/>
                <a:moveTo>
                  <a:pt x="21146" y="176308"/>
                </a:moveTo>
                <a:lnTo>
                  <a:pt x="27813" y="176308"/>
                </a:lnTo>
                <a:lnTo>
                  <a:pt x="27813" y="182975"/>
                </a:lnTo>
                <a:lnTo>
                  <a:pt x="21146" y="182975"/>
                </a:lnTo>
                <a:lnTo>
                  <a:pt x="21146" y="176308"/>
                </a:lnTo>
                <a:close/>
                <a:moveTo>
                  <a:pt x="59341" y="169164"/>
                </a:moveTo>
                <a:lnTo>
                  <a:pt x="45434" y="169164"/>
                </a:lnTo>
                <a:cubicBezTo>
                  <a:pt x="43529" y="169164"/>
                  <a:pt x="41910" y="170688"/>
                  <a:pt x="41910" y="172688"/>
                </a:cubicBezTo>
                <a:lnTo>
                  <a:pt x="41910" y="186595"/>
                </a:lnTo>
                <a:cubicBezTo>
                  <a:pt x="41910" y="188500"/>
                  <a:pt x="43434" y="190119"/>
                  <a:pt x="45434" y="190119"/>
                </a:cubicBezTo>
                <a:lnTo>
                  <a:pt x="59341" y="190119"/>
                </a:lnTo>
                <a:cubicBezTo>
                  <a:pt x="61246" y="190119"/>
                  <a:pt x="62865" y="188595"/>
                  <a:pt x="62865" y="186595"/>
                </a:cubicBezTo>
                <a:lnTo>
                  <a:pt x="62865" y="172688"/>
                </a:lnTo>
                <a:cubicBezTo>
                  <a:pt x="62770" y="170688"/>
                  <a:pt x="61246" y="169164"/>
                  <a:pt x="59341" y="169164"/>
                </a:cubicBezTo>
                <a:close/>
                <a:moveTo>
                  <a:pt x="55626" y="182975"/>
                </a:moveTo>
                <a:lnTo>
                  <a:pt x="48958" y="182975"/>
                </a:lnTo>
                <a:lnTo>
                  <a:pt x="48958" y="176308"/>
                </a:lnTo>
                <a:lnTo>
                  <a:pt x="55626" y="176308"/>
                </a:lnTo>
                <a:lnTo>
                  <a:pt x="55626" y="182975"/>
                </a:lnTo>
                <a:close/>
                <a:moveTo>
                  <a:pt x="73247" y="190119"/>
                </a:moveTo>
                <a:lnTo>
                  <a:pt x="142970" y="190119"/>
                </a:lnTo>
                <a:cubicBezTo>
                  <a:pt x="144875" y="190119"/>
                  <a:pt x="146495" y="188595"/>
                  <a:pt x="146495" y="186595"/>
                </a:cubicBezTo>
                <a:lnTo>
                  <a:pt x="146495" y="172688"/>
                </a:lnTo>
                <a:cubicBezTo>
                  <a:pt x="146495" y="170783"/>
                  <a:pt x="144971" y="169164"/>
                  <a:pt x="142970" y="169164"/>
                </a:cubicBezTo>
                <a:lnTo>
                  <a:pt x="73247" y="169164"/>
                </a:lnTo>
                <a:cubicBezTo>
                  <a:pt x="71342" y="169164"/>
                  <a:pt x="69723" y="170688"/>
                  <a:pt x="69723" y="172688"/>
                </a:cubicBezTo>
                <a:lnTo>
                  <a:pt x="69723" y="186595"/>
                </a:lnTo>
                <a:cubicBezTo>
                  <a:pt x="69723" y="188500"/>
                  <a:pt x="71342" y="190119"/>
                  <a:pt x="73247" y="190119"/>
                </a:cubicBezTo>
                <a:close/>
                <a:moveTo>
                  <a:pt x="76867" y="176308"/>
                </a:moveTo>
                <a:lnTo>
                  <a:pt x="139255" y="176308"/>
                </a:lnTo>
                <a:lnTo>
                  <a:pt x="139255" y="182975"/>
                </a:lnTo>
                <a:lnTo>
                  <a:pt x="76867" y="182975"/>
                </a:lnTo>
                <a:lnTo>
                  <a:pt x="76867" y="176308"/>
                </a:lnTo>
                <a:close/>
                <a:moveTo>
                  <a:pt x="170783" y="169164"/>
                </a:moveTo>
                <a:lnTo>
                  <a:pt x="156877" y="169164"/>
                </a:lnTo>
                <a:cubicBezTo>
                  <a:pt x="154972" y="169164"/>
                  <a:pt x="153353" y="170688"/>
                  <a:pt x="153353" y="172688"/>
                </a:cubicBezTo>
                <a:lnTo>
                  <a:pt x="153353" y="186595"/>
                </a:lnTo>
                <a:cubicBezTo>
                  <a:pt x="153353" y="188500"/>
                  <a:pt x="154876" y="190119"/>
                  <a:pt x="156877" y="190119"/>
                </a:cubicBezTo>
                <a:lnTo>
                  <a:pt x="170783" y="190119"/>
                </a:lnTo>
                <a:cubicBezTo>
                  <a:pt x="172688" y="190119"/>
                  <a:pt x="174308" y="188595"/>
                  <a:pt x="174308" y="186595"/>
                </a:cubicBezTo>
                <a:lnTo>
                  <a:pt x="174308" y="172688"/>
                </a:lnTo>
                <a:cubicBezTo>
                  <a:pt x="174308" y="170688"/>
                  <a:pt x="172688" y="169164"/>
                  <a:pt x="170783" y="169164"/>
                </a:cubicBezTo>
                <a:close/>
                <a:moveTo>
                  <a:pt x="167164" y="182975"/>
                </a:moveTo>
                <a:lnTo>
                  <a:pt x="160496" y="182975"/>
                </a:lnTo>
                <a:lnTo>
                  <a:pt x="160496" y="176308"/>
                </a:lnTo>
                <a:lnTo>
                  <a:pt x="167164" y="176308"/>
                </a:lnTo>
                <a:lnTo>
                  <a:pt x="167164" y="182975"/>
                </a:lnTo>
                <a:close/>
                <a:moveTo>
                  <a:pt x="198692" y="190119"/>
                </a:moveTo>
                <a:lnTo>
                  <a:pt x="212598" y="190119"/>
                </a:lnTo>
                <a:cubicBezTo>
                  <a:pt x="214503" y="190119"/>
                  <a:pt x="216122" y="188595"/>
                  <a:pt x="216122" y="186595"/>
                </a:cubicBezTo>
                <a:lnTo>
                  <a:pt x="216122" y="172688"/>
                </a:lnTo>
                <a:cubicBezTo>
                  <a:pt x="216122" y="170783"/>
                  <a:pt x="214598" y="169164"/>
                  <a:pt x="212598" y="169164"/>
                </a:cubicBezTo>
                <a:lnTo>
                  <a:pt x="198692" y="169164"/>
                </a:lnTo>
                <a:cubicBezTo>
                  <a:pt x="196787" y="169164"/>
                  <a:pt x="195167" y="170688"/>
                  <a:pt x="195167" y="172688"/>
                </a:cubicBezTo>
                <a:lnTo>
                  <a:pt x="195167" y="186595"/>
                </a:lnTo>
                <a:cubicBezTo>
                  <a:pt x="195167" y="188500"/>
                  <a:pt x="196787" y="190119"/>
                  <a:pt x="198692" y="190119"/>
                </a:cubicBezTo>
                <a:close/>
                <a:moveTo>
                  <a:pt x="202311" y="176308"/>
                </a:moveTo>
                <a:lnTo>
                  <a:pt x="208979" y="176308"/>
                </a:lnTo>
                <a:lnTo>
                  <a:pt x="208979" y="182975"/>
                </a:lnTo>
                <a:lnTo>
                  <a:pt x="202311" y="182975"/>
                </a:lnTo>
                <a:lnTo>
                  <a:pt x="202311" y="176308"/>
                </a:lnTo>
                <a:close/>
                <a:moveTo>
                  <a:pt x="226600" y="190119"/>
                </a:moveTo>
                <a:lnTo>
                  <a:pt x="240506" y="190119"/>
                </a:lnTo>
                <a:cubicBezTo>
                  <a:pt x="242411" y="190119"/>
                  <a:pt x="244030" y="188595"/>
                  <a:pt x="244030" y="186595"/>
                </a:cubicBezTo>
                <a:lnTo>
                  <a:pt x="244030" y="172688"/>
                </a:lnTo>
                <a:cubicBezTo>
                  <a:pt x="244030" y="170783"/>
                  <a:pt x="242506" y="169164"/>
                  <a:pt x="240506" y="169164"/>
                </a:cubicBezTo>
                <a:lnTo>
                  <a:pt x="226600" y="169164"/>
                </a:lnTo>
                <a:cubicBezTo>
                  <a:pt x="224695" y="169164"/>
                  <a:pt x="223075" y="170688"/>
                  <a:pt x="223075" y="172688"/>
                </a:cubicBezTo>
                <a:lnTo>
                  <a:pt x="223075" y="186595"/>
                </a:lnTo>
                <a:cubicBezTo>
                  <a:pt x="223075" y="188500"/>
                  <a:pt x="224600" y="190119"/>
                  <a:pt x="226600" y="190119"/>
                </a:cubicBezTo>
                <a:close/>
                <a:moveTo>
                  <a:pt x="230219" y="176308"/>
                </a:moveTo>
                <a:lnTo>
                  <a:pt x="236887" y="176308"/>
                </a:lnTo>
                <a:lnTo>
                  <a:pt x="236887" y="182975"/>
                </a:lnTo>
                <a:lnTo>
                  <a:pt x="230219" y="182975"/>
                </a:lnTo>
                <a:lnTo>
                  <a:pt x="230219" y="176308"/>
                </a:lnTo>
                <a:close/>
                <a:moveTo>
                  <a:pt x="254413" y="190119"/>
                </a:moveTo>
                <a:lnTo>
                  <a:pt x="268319" y="190119"/>
                </a:lnTo>
                <a:cubicBezTo>
                  <a:pt x="270224" y="190119"/>
                  <a:pt x="271843" y="188595"/>
                  <a:pt x="271843" y="186595"/>
                </a:cubicBezTo>
                <a:lnTo>
                  <a:pt x="271843" y="158686"/>
                </a:lnTo>
                <a:cubicBezTo>
                  <a:pt x="271843" y="156781"/>
                  <a:pt x="270320" y="155162"/>
                  <a:pt x="268319" y="155162"/>
                </a:cubicBezTo>
                <a:lnTo>
                  <a:pt x="254413" y="155162"/>
                </a:lnTo>
                <a:cubicBezTo>
                  <a:pt x="252508" y="155162"/>
                  <a:pt x="250888" y="156686"/>
                  <a:pt x="250888" y="158686"/>
                </a:cubicBezTo>
                <a:lnTo>
                  <a:pt x="250888" y="186595"/>
                </a:lnTo>
                <a:cubicBezTo>
                  <a:pt x="250984" y="188500"/>
                  <a:pt x="252508" y="190119"/>
                  <a:pt x="254413" y="190119"/>
                </a:cubicBezTo>
                <a:close/>
                <a:moveTo>
                  <a:pt x="258128" y="162401"/>
                </a:moveTo>
                <a:lnTo>
                  <a:pt x="264795" y="162401"/>
                </a:lnTo>
                <a:lnTo>
                  <a:pt x="264795" y="182975"/>
                </a:lnTo>
                <a:lnTo>
                  <a:pt x="258128" y="182975"/>
                </a:lnTo>
                <a:lnTo>
                  <a:pt x="258128" y="162401"/>
                </a:lnTo>
                <a:close/>
                <a:moveTo>
                  <a:pt x="254413" y="78581"/>
                </a:moveTo>
                <a:lnTo>
                  <a:pt x="268319" y="78581"/>
                </a:lnTo>
                <a:cubicBezTo>
                  <a:pt x="270224" y="78581"/>
                  <a:pt x="271843" y="77057"/>
                  <a:pt x="271843" y="75057"/>
                </a:cubicBezTo>
                <a:cubicBezTo>
                  <a:pt x="271843" y="73152"/>
                  <a:pt x="270320" y="71533"/>
                  <a:pt x="268319" y="71533"/>
                </a:cubicBezTo>
                <a:lnTo>
                  <a:pt x="254413" y="71533"/>
                </a:lnTo>
                <a:cubicBezTo>
                  <a:pt x="252508" y="71533"/>
                  <a:pt x="250888" y="73057"/>
                  <a:pt x="250888" y="75057"/>
                </a:cubicBezTo>
                <a:cubicBezTo>
                  <a:pt x="250984" y="77057"/>
                  <a:pt x="252508" y="78581"/>
                  <a:pt x="254413" y="78581"/>
                </a:cubicBezTo>
                <a:close/>
                <a:moveTo>
                  <a:pt x="226600" y="78581"/>
                </a:moveTo>
                <a:lnTo>
                  <a:pt x="240506" y="78581"/>
                </a:lnTo>
                <a:cubicBezTo>
                  <a:pt x="242411" y="78581"/>
                  <a:pt x="244030" y="77057"/>
                  <a:pt x="244030" y="75057"/>
                </a:cubicBezTo>
                <a:cubicBezTo>
                  <a:pt x="244030" y="73152"/>
                  <a:pt x="242506" y="71533"/>
                  <a:pt x="240506" y="71533"/>
                </a:cubicBezTo>
                <a:lnTo>
                  <a:pt x="226600" y="71533"/>
                </a:lnTo>
                <a:cubicBezTo>
                  <a:pt x="224695" y="71533"/>
                  <a:pt x="223075" y="73057"/>
                  <a:pt x="223075" y="75057"/>
                </a:cubicBezTo>
                <a:cubicBezTo>
                  <a:pt x="223075" y="77057"/>
                  <a:pt x="224600" y="78581"/>
                  <a:pt x="226600" y="78581"/>
                </a:cubicBezTo>
                <a:close/>
                <a:moveTo>
                  <a:pt x="198692" y="78581"/>
                </a:moveTo>
                <a:lnTo>
                  <a:pt x="212598" y="78581"/>
                </a:lnTo>
                <a:cubicBezTo>
                  <a:pt x="214503" y="78581"/>
                  <a:pt x="216122" y="77057"/>
                  <a:pt x="216122" y="75057"/>
                </a:cubicBezTo>
                <a:cubicBezTo>
                  <a:pt x="216122" y="73152"/>
                  <a:pt x="214598" y="71533"/>
                  <a:pt x="212598" y="71533"/>
                </a:cubicBezTo>
                <a:lnTo>
                  <a:pt x="198692" y="71533"/>
                </a:lnTo>
                <a:cubicBezTo>
                  <a:pt x="196787" y="71533"/>
                  <a:pt x="195167" y="73057"/>
                  <a:pt x="195167" y="75057"/>
                </a:cubicBezTo>
                <a:cubicBezTo>
                  <a:pt x="195167" y="77057"/>
                  <a:pt x="196787" y="78581"/>
                  <a:pt x="198692" y="78581"/>
                </a:cubicBezTo>
                <a:close/>
                <a:moveTo>
                  <a:pt x="17431" y="78581"/>
                </a:moveTo>
                <a:lnTo>
                  <a:pt x="31337" y="78581"/>
                </a:lnTo>
                <a:cubicBezTo>
                  <a:pt x="33242" y="78581"/>
                  <a:pt x="34862" y="77057"/>
                  <a:pt x="34862" y="75057"/>
                </a:cubicBezTo>
                <a:cubicBezTo>
                  <a:pt x="34862" y="73152"/>
                  <a:pt x="33338" y="71533"/>
                  <a:pt x="31337" y="71533"/>
                </a:cubicBezTo>
                <a:lnTo>
                  <a:pt x="17431" y="71533"/>
                </a:lnTo>
                <a:cubicBezTo>
                  <a:pt x="15526" y="71533"/>
                  <a:pt x="13906" y="73057"/>
                  <a:pt x="13906" y="75057"/>
                </a:cubicBezTo>
                <a:cubicBezTo>
                  <a:pt x="14002" y="77057"/>
                  <a:pt x="15526" y="78581"/>
                  <a:pt x="17431" y="78581"/>
                </a:cubicBez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96" name="Freeform: Shape 795">
            <a:extLst>
              <a:ext uri="{FF2B5EF4-FFF2-40B4-BE49-F238E27FC236}">
                <a16:creationId xmlns:a16="http://schemas.microsoft.com/office/drawing/2014/main" id="{86C427F5-07C0-4390-8159-7FB8FD10512C}"/>
              </a:ext>
            </a:extLst>
          </p:cNvPr>
          <p:cNvSpPr/>
          <p:nvPr/>
        </p:nvSpPr>
        <p:spPr>
          <a:xfrm>
            <a:off x="623128" y="150447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/>
            </a:pathLst>
          </a:custGeom>
          <a:noFill/>
          <a:ln w="9525" cap="flat">
            <a:solidFill>
              <a:srgbClr val="00698D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797" name="Freeform: Shape 796">
            <a:extLst>
              <a:ext uri="{FF2B5EF4-FFF2-40B4-BE49-F238E27FC236}">
                <a16:creationId xmlns:a16="http://schemas.microsoft.com/office/drawing/2014/main" id="{3F012085-0D1D-45AF-BC9A-2EF5D1C28346}"/>
              </a:ext>
            </a:extLst>
          </p:cNvPr>
          <p:cNvSpPr/>
          <p:nvPr/>
        </p:nvSpPr>
        <p:spPr>
          <a:xfrm>
            <a:off x="623128" y="150447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/>
            </a:pathLst>
          </a:custGeom>
          <a:noFill/>
          <a:ln w="9525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798" name="Freeform: Shape 797">
            <a:extLst>
              <a:ext uri="{FF2B5EF4-FFF2-40B4-BE49-F238E27FC236}">
                <a16:creationId xmlns:a16="http://schemas.microsoft.com/office/drawing/2014/main" id="{49F26895-AB52-40C2-A597-F1B897EB9ABF}"/>
              </a:ext>
            </a:extLst>
          </p:cNvPr>
          <p:cNvSpPr/>
          <p:nvPr/>
        </p:nvSpPr>
        <p:spPr>
          <a:xfrm>
            <a:off x="4410897" y="3840739"/>
            <a:ext cx="228600" cy="178022"/>
          </a:xfrm>
          <a:custGeom>
            <a:avLst/>
            <a:gdLst>
              <a:gd name="connsiteX0" fmla="*/ 209360 w 228600"/>
              <a:gd name="connsiteY0" fmla="*/ 66104 h 178022"/>
              <a:gd name="connsiteX1" fmla="*/ 106299 w 228600"/>
              <a:gd name="connsiteY1" fmla="*/ 66104 h 178022"/>
              <a:gd name="connsiteX2" fmla="*/ 106299 w 228600"/>
              <a:gd name="connsiteY2" fmla="*/ 75629 h 178022"/>
              <a:gd name="connsiteX3" fmla="*/ 209360 w 228600"/>
              <a:gd name="connsiteY3" fmla="*/ 75629 h 178022"/>
              <a:gd name="connsiteX4" fmla="*/ 209360 w 228600"/>
              <a:gd name="connsiteY4" fmla="*/ 66104 h 178022"/>
              <a:gd name="connsiteX5" fmla="*/ 24765 w 228600"/>
              <a:gd name="connsiteY5" fmla="*/ 157829 h 178022"/>
              <a:gd name="connsiteX6" fmla="*/ 85916 w 228600"/>
              <a:gd name="connsiteY6" fmla="*/ 157829 h 178022"/>
              <a:gd name="connsiteX7" fmla="*/ 96203 w 228600"/>
              <a:gd name="connsiteY7" fmla="*/ 145256 h 178022"/>
              <a:gd name="connsiteX8" fmla="*/ 96203 w 228600"/>
              <a:gd name="connsiteY8" fmla="*/ 109061 h 178022"/>
              <a:gd name="connsiteX9" fmla="*/ 93536 w 228600"/>
              <a:gd name="connsiteY9" fmla="*/ 100584 h 178022"/>
              <a:gd name="connsiteX10" fmla="*/ 54769 w 228600"/>
              <a:gd name="connsiteY10" fmla="*/ 82391 h 178022"/>
              <a:gd name="connsiteX11" fmla="*/ 19145 w 228600"/>
              <a:gd name="connsiteY11" fmla="*/ 97822 h 178022"/>
              <a:gd name="connsiteX12" fmla="*/ 16764 w 228600"/>
              <a:gd name="connsiteY12" fmla="*/ 101060 h 178022"/>
              <a:gd name="connsiteX13" fmla="*/ 14478 w 228600"/>
              <a:gd name="connsiteY13" fmla="*/ 109061 h 178022"/>
              <a:gd name="connsiteX14" fmla="*/ 14478 w 228600"/>
              <a:gd name="connsiteY14" fmla="*/ 145256 h 178022"/>
              <a:gd name="connsiteX15" fmla="*/ 24765 w 228600"/>
              <a:gd name="connsiteY15" fmla="*/ 157829 h 178022"/>
              <a:gd name="connsiteX16" fmla="*/ 24003 w 228600"/>
              <a:gd name="connsiteY16" fmla="*/ 109157 h 178022"/>
              <a:gd name="connsiteX17" fmla="*/ 25241 w 228600"/>
              <a:gd name="connsiteY17" fmla="*/ 105728 h 178022"/>
              <a:gd name="connsiteX18" fmla="*/ 26099 w 228600"/>
              <a:gd name="connsiteY18" fmla="*/ 104489 h 178022"/>
              <a:gd name="connsiteX19" fmla="*/ 54864 w 228600"/>
              <a:gd name="connsiteY19" fmla="*/ 92012 h 178022"/>
              <a:gd name="connsiteX20" fmla="*/ 86106 w 228600"/>
              <a:gd name="connsiteY20" fmla="*/ 106490 h 178022"/>
              <a:gd name="connsiteX21" fmla="*/ 86773 w 228600"/>
              <a:gd name="connsiteY21" fmla="*/ 109157 h 178022"/>
              <a:gd name="connsiteX22" fmla="*/ 86773 w 228600"/>
              <a:gd name="connsiteY22" fmla="*/ 145351 h 178022"/>
              <a:gd name="connsiteX23" fmla="*/ 86011 w 228600"/>
              <a:gd name="connsiteY23" fmla="*/ 148400 h 178022"/>
              <a:gd name="connsiteX24" fmla="*/ 25146 w 228600"/>
              <a:gd name="connsiteY24" fmla="*/ 148495 h 178022"/>
              <a:gd name="connsiteX25" fmla="*/ 24098 w 228600"/>
              <a:gd name="connsiteY25" fmla="*/ 145447 h 178022"/>
              <a:gd name="connsiteX26" fmla="*/ 24098 w 228600"/>
              <a:gd name="connsiteY26" fmla="*/ 109157 h 178022"/>
              <a:gd name="connsiteX27" fmla="*/ 55340 w 228600"/>
              <a:gd name="connsiteY27" fmla="*/ 81534 h 178022"/>
              <a:gd name="connsiteX28" fmla="*/ 86011 w 228600"/>
              <a:gd name="connsiteY28" fmla="*/ 50863 h 178022"/>
              <a:gd name="connsiteX29" fmla="*/ 55340 w 228600"/>
              <a:gd name="connsiteY29" fmla="*/ 20193 h 178022"/>
              <a:gd name="connsiteX30" fmla="*/ 24670 w 228600"/>
              <a:gd name="connsiteY30" fmla="*/ 50863 h 178022"/>
              <a:gd name="connsiteX31" fmla="*/ 55340 w 228600"/>
              <a:gd name="connsiteY31" fmla="*/ 81534 h 178022"/>
              <a:gd name="connsiteX32" fmla="*/ 55340 w 228600"/>
              <a:gd name="connsiteY32" fmla="*/ 29623 h 178022"/>
              <a:gd name="connsiteX33" fmla="*/ 76486 w 228600"/>
              <a:gd name="connsiteY33" fmla="*/ 50768 h 178022"/>
              <a:gd name="connsiteX34" fmla="*/ 55340 w 228600"/>
              <a:gd name="connsiteY34" fmla="*/ 71914 h 178022"/>
              <a:gd name="connsiteX35" fmla="*/ 34195 w 228600"/>
              <a:gd name="connsiteY35" fmla="*/ 50768 h 178022"/>
              <a:gd name="connsiteX36" fmla="*/ 55340 w 228600"/>
              <a:gd name="connsiteY36" fmla="*/ 29623 h 178022"/>
              <a:gd name="connsiteX37" fmla="*/ 209360 w 228600"/>
              <a:gd name="connsiteY37" fmla="*/ 90868 h 178022"/>
              <a:gd name="connsiteX38" fmla="*/ 106299 w 228600"/>
              <a:gd name="connsiteY38" fmla="*/ 90868 h 178022"/>
              <a:gd name="connsiteX39" fmla="*/ 106299 w 228600"/>
              <a:gd name="connsiteY39" fmla="*/ 100393 h 178022"/>
              <a:gd name="connsiteX40" fmla="*/ 209360 w 228600"/>
              <a:gd name="connsiteY40" fmla="*/ 100393 h 178022"/>
              <a:gd name="connsiteX41" fmla="*/ 209360 w 228600"/>
              <a:gd name="connsiteY41" fmla="*/ 90868 h 178022"/>
              <a:gd name="connsiteX42" fmla="*/ 209360 w 228600"/>
              <a:gd name="connsiteY42" fmla="*/ 115729 h 178022"/>
              <a:gd name="connsiteX43" fmla="*/ 106299 w 228600"/>
              <a:gd name="connsiteY43" fmla="*/ 115729 h 178022"/>
              <a:gd name="connsiteX44" fmla="*/ 106299 w 228600"/>
              <a:gd name="connsiteY44" fmla="*/ 125254 h 178022"/>
              <a:gd name="connsiteX45" fmla="*/ 209360 w 228600"/>
              <a:gd name="connsiteY45" fmla="*/ 125254 h 178022"/>
              <a:gd name="connsiteX46" fmla="*/ 209360 w 228600"/>
              <a:gd name="connsiteY46" fmla="*/ 115729 h 178022"/>
              <a:gd name="connsiteX47" fmla="*/ 0 w 228600"/>
              <a:gd name="connsiteY47" fmla="*/ 0 h 178022"/>
              <a:gd name="connsiteX48" fmla="*/ 0 w 228600"/>
              <a:gd name="connsiteY48" fmla="*/ 178022 h 178022"/>
              <a:gd name="connsiteX49" fmla="*/ 228600 w 228600"/>
              <a:gd name="connsiteY49" fmla="*/ 178022 h 178022"/>
              <a:gd name="connsiteX50" fmla="*/ 228600 w 228600"/>
              <a:gd name="connsiteY50" fmla="*/ 0 h 178022"/>
              <a:gd name="connsiteX51" fmla="*/ 0 w 228600"/>
              <a:gd name="connsiteY51" fmla="*/ 0 h 178022"/>
              <a:gd name="connsiteX52" fmla="*/ 219075 w 228600"/>
              <a:gd name="connsiteY52" fmla="*/ 168497 h 178022"/>
              <a:gd name="connsiteX53" fmla="*/ 9525 w 228600"/>
              <a:gd name="connsiteY53" fmla="*/ 168497 h 178022"/>
              <a:gd name="connsiteX54" fmla="*/ 9525 w 228600"/>
              <a:gd name="connsiteY54" fmla="*/ 9525 h 178022"/>
              <a:gd name="connsiteX55" fmla="*/ 219075 w 228600"/>
              <a:gd name="connsiteY55" fmla="*/ 9525 h 178022"/>
              <a:gd name="connsiteX56" fmla="*/ 219075 w 228600"/>
              <a:gd name="connsiteY56" fmla="*/ 168497 h 178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228600" h="178022">
                <a:moveTo>
                  <a:pt x="209360" y="66104"/>
                </a:moveTo>
                <a:lnTo>
                  <a:pt x="106299" y="66104"/>
                </a:lnTo>
                <a:lnTo>
                  <a:pt x="106299" y="75629"/>
                </a:lnTo>
                <a:lnTo>
                  <a:pt x="209360" y="75629"/>
                </a:lnTo>
                <a:lnTo>
                  <a:pt x="209360" y="66104"/>
                </a:lnTo>
                <a:close/>
                <a:moveTo>
                  <a:pt x="24765" y="157829"/>
                </a:moveTo>
                <a:lnTo>
                  <a:pt x="85916" y="157829"/>
                </a:lnTo>
                <a:cubicBezTo>
                  <a:pt x="91726" y="157829"/>
                  <a:pt x="96203" y="152305"/>
                  <a:pt x="96203" y="145256"/>
                </a:cubicBezTo>
                <a:lnTo>
                  <a:pt x="96203" y="109061"/>
                </a:lnTo>
                <a:cubicBezTo>
                  <a:pt x="96203" y="106108"/>
                  <a:pt x="95441" y="103346"/>
                  <a:pt x="93536" y="100584"/>
                </a:cubicBezTo>
                <a:cubicBezTo>
                  <a:pt x="83249" y="88868"/>
                  <a:pt x="69533" y="82391"/>
                  <a:pt x="54769" y="82391"/>
                </a:cubicBezTo>
                <a:cubicBezTo>
                  <a:pt x="41339" y="82391"/>
                  <a:pt x="28670" y="87916"/>
                  <a:pt x="19145" y="97822"/>
                </a:cubicBezTo>
                <a:cubicBezTo>
                  <a:pt x="18383" y="98584"/>
                  <a:pt x="17812" y="99536"/>
                  <a:pt x="16764" y="101060"/>
                </a:cubicBezTo>
                <a:cubicBezTo>
                  <a:pt x="15240" y="103251"/>
                  <a:pt x="14478" y="106108"/>
                  <a:pt x="14478" y="109061"/>
                </a:cubicBezTo>
                <a:lnTo>
                  <a:pt x="14478" y="145256"/>
                </a:lnTo>
                <a:cubicBezTo>
                  <a:pt x="14478" y="152400"/>
                  <a:pt x="18955" y="157829"/>
                  <a:pt x="24765" y="157829"/>
                </a:cubicBezTo>
                <a:close/>
                <a:moveTo>
                  <a:pt x="24003" y="109157"/>
                </a:moveTo>
                <a:cubicBezTo>
                  <a:pt x="24003" y="108109"/>
                  <a:pt x="24289" y="107156"/>
                  <a:pt x="25241" y="105728"/>
                </a:cubicBezTo>
                <a:cubicBezTo>
                  <a:pt x="25527" y="105346"/>
                  <a:pt x="25718" y="104870"/>
                  <a:pt x="26099" y="104489"/>
                </a:cubicBezTo>
                <a:cubicBezTo>
                  <a:pt x="33814" y="96393"/>
                  <a:pt x="44101" y="92012"/>
                  <a:pt x="54864" y="92012"/>
                </a:cubicBezTo>
                <a:cubicBezTo>
                  <a:pt x="66866" y="92012"/>
                  <a:pt x="78010" y="97346"/>
                  <a:pt x="86106" y="106490"/>
                </a:cubicBezTo>
                <a:cubicBezTo>
                  <a:pt x="86487" y="107156"/>
                  <a:pt x="86773" y="108109"/>
                  <a:pt x="86773" y="109157"/>
                </a:cubicBezTo>
                <a:lnTo>
                  <a:pt x="86773" y="145351"/>
                </a:lnTo>
                <a:cubicBezTo>
                  <a:pt x="86773" y="147257"/>
                  <a:pt x="86011" y="148304"/>
                  <a:pt x="86011" y="148400"/>
                </a:cubicBezTo>
                <a:lnTo>
                  <a:pt x="25146" y="148495"/>
                </a:lnTo>
                <a:cubicBezTo>
                  <a:pt x="24860" y="148304"/>
                  <a:pt x="24098" y="147257"/>
                  <a:pt x="24098" y="145447"/>
                </a:cubicBezTo>
                <a:lnTo>
                  <a:pt x="24098" y="109157"/>
                </a:lnTo>
                <a:close/>
                <a:moveTo>
                  <a:pt x="55340" y="81534"/>
                </a:moveTo>
                <a:cubicBezTo>
                  <a:pt x="72295" y="81534"/>
                  <a:pt x="86011" y="67818"/>
                  <a:pt x="86011" y="50863"/>
                </a:cubicBezTo>
                <a:cubicBezTo>
                  <a:pt x="86011" y="33909"/>
                  <a:pt x="72295" y="20193"/>
                  <a:pt x="55340" y="20193"/>
                </a:cubicBezTo>
                <a:cubicBezTo>
                  <a:pt x="38386" y="20193"/>
                  <a:pt x="24670" y="34004"/>
                  <a:pt x="24670" y="50863"/>
                </a:cubicBezTo>
                <a:cubicBezTo>
                  <a:pt x="24670" y="67723"/>
                  <a:pt x="38386" y="81534"/>
                  <a:pt x="55340" y="81534"/>
                </a:cubicBezTo>
                <a:close/>
                <a:moveTo>
                  <a:pt x="55340" y="29623"/>
                </a:moveTo>
                <a:cubicBezTo>
                  <a:pt x="66961" y="29623"/>
                  <a:pt x="76486" y="39148"/>
                  <a:pt x="76486" y="50768"/>
                </a:cubicBezTo>
                <a:cubicBezTo>
                  <a:pt x="76486" y="62389"/>
                  <a:pt x="66961" y="71914"/>
                  <a:pt x="55340" y="71914"/>
                </a:cubicBezTo>
                <a:cubicBezTo>
                  <a:pt x="43720" y="71914"/>
                  <a:pt x="34195" y="62389"/>
                  <a:pt x="34195" y="50768"/>
                </a:cubicBezTo>
                <a:cubicBezTo>
                  <a:pt x="34195" y="39148"/>
                  <a:pt x="43720" y="29623"/>
                  <a:pt x="55340" y="29623"/>
                </a:cubicBezTo>
                <a:close/>
                <a:moveTo>
                  <a:pt x="209360" y="90868"/>
                </a:moveTo>
                <a:lnTo>
                  <a:pt x="106299" y="90868"/>
                </a:lnTo>
                <a:lnTo>
                  <a:pt x="106299" y="100393"/>
                </a:lnTo>
                <a:lnTo>
                  <a:pt x="209360" y="100393"/>
                </a:lnTo>
                <a:lnTo>
                  <a:pt x="209360" y="90868"/>
                </a:lnTo>
                <a:close/>
                <a:moveTo>
                  <a:pt x="209360" y="115729"/>
                </a:moveTo>
                <a:lnTo>
                  <a:pt x="106299" y="115729"/>
                </a:lnTo>
                <a:lnTo>
                  <a:pt x="106299" y="125254"/>
                </a:lnTo>
                <a:lnTo>
                  <a:pt x="209360" y="125254"/>
                </a:lnTo>
                <a:lnTo>
                  <a:pt x="209360" y="115729"/>
                </a:lnTo>
                <a:close/>
                <a:moveTo>
                  <a:pt x="0" y="0"/>
                </a:moveTo>
                <a:lnTo>
                  <a:pt x="0" y="178022"/>
                </a:lnTo>
                <a:lnTo>
                  <a:pt x="228600" y="178022"/>
                </a:lnTo>
                <a:lnTo>
                  <a:pt x="228600" y="0"/>
                </a:lnTo>
                <a:lnTo>
                  <a:pt x="0" y="0"/>
                </a:lnTo>
                <a:close/>
                <a:moveTo>
                  <a:pt x="219075" y="168497"/>
                </a:moveTo>
                <a:lnTo>
                  <a:pt x="9525" y="168497"/>
                </a:lnTo>
                <a:lnTo>
                  <a:pt x="9525" y="9525"/>
                </a:lnTo>
                <a:lnTo>
                  <a:pt x="219075" y="9525"/>
                </a:lnTo>
                <a:lnTo>
                  <a:pt x="219075" y="168497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99" name="Freeform: Shape 798">
            <a:extLst>
              <a:ext uri="{FF2B5EF4-FFF2-40B4-BE49-F238E27FC236}">
                <a16:creationId xmlns:a16="http://schemas.microsoft.com/office/drawing/2014/main" id="{CB6F734A-E5E7-4FE8-9CB4-F7232AE07C59}"/>
              </a:ext>
            </a:extLst>
          </p:cNvPr>
          <p:cNvSpPr/>
          <p:nvPr/>
        </p:nvSpPr>
        <p:spPr>
          <a:xfrm>
            <a:off x="3057394" y="3804639"/>
            <a:ext cx="194788" cy="228695"/>
          </a:xfrm>
          <a:custGeom>
            <a:avLst/>
            <a:gdLst>
              <a:gd name="connsiteX0" fmla="*/ 116397 w 194788"/>
              <a:gd name="connsiteY0" fmla="*/ 52483 h 228695"/>
              <a:gd name="connsiteX1" fmla="*/ 47341 w 194788"/>
              <a:gd name="connsiteY1" fmla="*/ 52483 h 228695"/>
              <a:gd name="connsiteX2" fmla="*/ 47341 w 194788"/>
              <a:gd name="connsiteY2" fmla="*/ 126301 h 228695"/>
              <a:gd name="connsiteX3" fmla="*/ 78297 w 194788"/>
              <a:gd name="connsiteY3" fmla="*/ 126301 h 228695"/>
              <a:gd name="connsiteX4" fmla="*/ 78297 w 194788"/>
              <a:gd name="connsiteY4" fmla="*/ 152495 h 228695"/>
              <a:gd name="connsiteX5" fmla="*/ 147354 w 194788"/>
              <a:gd name="connsiteY5" fmla="*/ 152495 h 228695"/>
              <a:gd name="connsiteX6" fmla="*/ 147354 w 194788"/>
              <a:gd name="connsiteY6" fmla="*/ 78676 h 228695"/>
              <a:gd name="connsiteX7" fmla="*/ 116397 w 194788"/>
              <a:gd name="connsiteY7" fmla="*/ 78676 h 228695"/>
              <a:gd name="connsiteX8" fmla="*/ 116397 w 194788"/>
              <a:gd name="connsiteY8" fmla="*/ 52483 h 228695"/>
              <a:gd name="connsiteX9" fmla="*/ 56866 w 194788"/>
              <a:gd name="connsiteY9" fmla="*/ 116776 h 228695"/>
              <a:gd name="connsiteX10" fmla="*/ 56866 w 194788"/>
              <a:gd name="connsiteY10" fmla="*/ 62008 h 228695"/>
              <a:gd name="connsiteX11" fmla="*/ 106872 w 194788"/>
              <a:gd name="connsiteY11" fmla="*/ 62008 h 228695"/>
              <a:gd name="connsiteX12" fmla="*/ 106872 w 194788"/>
              <a:gd name="connsiteY12" fmla="*/ 116776 h 228695"/>
              <a:gd name="connsiteX13" fmla="*/ 56866 w 194788"/>
              <a:gd name="connsiteY13" fmla="*/ 116776 h 228695"/>
              <a:gd name="connsiteX14" fmla="*/ 137829 w 194788"/>
              <a:gd name="connsiteY14" fmla="*/ 88201 h 228695"/>
              <a:gd name="connsiteX15" fmla="*/ 137829 w 194788"/>
              <a:gd name="connsiteY15" fmla="*/ 142970 h 228695"/>
              <a:gd name="connsiteX16" fmla="*/ 87822 w 194788"/>
              <a:gd name="connsiteY16" fmla="*/ 142970 h 228695"/>
              <a:gd name="connsiteX17" fmla="*/ 87822 w 194788"/>
              <a:gd name="connsiteY17" fmla="*/ 126301 h 228695"/>
              <a:gd name="connsiteX18" fmla="*/ 116397 w 194788"/>
              <a:gd name="connsiteY18" fmla="*/ 126301 h 228695"/>
              <a:gd name="connsiteX19" fmla="*/ 116397 w 194788"/>
              <a:gd name="connsiteY19" fmla="*/ 88201 h 228695"/>
              <a:gd name="connsiteX20" fmla="*/ 137829 w 194788"/>
              <a:gd name="connsiteY20" fmla="*/ 88201 h 228695"/>
              <a:gd name="connsiteX21" fmla="*/ 185549 w 194788"/>
              <a:gd name="connsiteY21" fmla="*/ 40196 h 228695"/>
              <a:gd name="connsiteX22" fmla="*/ 143258 w 194788"/>
              <a:gd name="connsiteY22" fmla="*/ 24955 h 228695"/>
              <a:gd name="connsiteX23" fmla="*/ 104491 w 194788"/>
              <a:gd name="connsiteY23" fmla="*/ 4191 h 228695"/>
              <a:gd name="connsiteX24" fmla="*/ 97728 w 194788"/>
              <a:gd name="connsiteY24" fmla="*/ 0 h 228695"/>
              <a:gd name="connsiteX25" fmla="*/ 91061 w 194788"/>
              <a:gd name="connsiteY25" fmla="*/ 4286 h 228695"/>
              <a:gd name="connsiteX26" fmla="*/ 52008 w 194788"/>
              <a:gd name="connsiteY26" fmla="*/ 24670 h 228695"/>
              <a:gd name="connsiteX27" fmla="*/ 9622 w 194788"/>
              <a:gd name="connsiteY27" fmla="*/ 39338 h 228695"/>
              <a:gd name="connsiteX28" fmla="*/ 288 w 194788"/>
              <a:gd name="connsiteY28" fmla="*/ 41624 h 228695"/>
              <a:gd name="connsiteX29" fmla="*/ 2 w 194788"/>
              <a:gd name="connsiteY29" fmla="*/ 100679 h 228695"/>
              <a:gd name="connsiteX30" fmla="*/ 92394 w 194788"/>
              <a:gd name="connsiteY30" fmla="*/ 227171 h 228695"/>
              <a:gd name="connsiteX31" fmla="*/ 96585 w 194788"/>
              <a:gd name="connsiteY31" fmla="*/ 228695 h 228695"/>
              <a:gd name="connsiteX32" fmla="*/ 100776 w 194788"/>
              <a:gd name="connsiteY32" fmla="*/ 227267 h 228695"/>
              <a:gd name="connsiteX33" fmla="*/ 100776 w 194788"/>
              <a:gd name="connsiteY33" fmla="*/ 227171 h 228695"/>
              <a:gd name="connsiteX34" fmla="*/ 194502 w 194788"/>
              <a:gd name="connsiteY34" fmla="*/ 101727 h 228695"/>
              <a:gd name="connsiteX35" fmla="*/ 194788 w 194788"/>
              <a:gd name="connsiteY35" fmla="*/ 42672 h 228695"/>
              <a:gd name="connsiteX36" fmla="*/ 185549 w 194788"/>
              <a:gd name="connsiteY36" fmla="*/ 40196 h 228695"/>
              <a:gd name="connsiteX37" fmla="*/ 184977 w 194788"/>
              <a:gd name="connsiteY37" fmla="*/ 101536 h 228695"/>
              <a:gd name="connsiteX38" fmla="*/ 98109 w 194788"/>
              <a:gd name="connsiteY38" fmla="*/ 217837 h 228695"/>
              <a:gd name="connsiteX39" fmla="*/ 96395 w 194788"/>
              <a:gd name="connsiteY39" fmla="*/ 218313 h 228695"/>
              <a:gd name="connsiteX40" fmla="*/ 95823 w 194788"/>
              <a:gd name="connsiteY40" fmla="*/ 218122 h 228695"/>
              <a:gd name="connsiteX41" fmla="*/ 9527 w 194788"/>
              <a:gd name="connsiteY41" fmla="*/ 100584 h 228695"/>
              <a:gd name="connsiteX42" fmla="*/ 9813 w 194788"/>
              <a:gd name="connsiteY42" fmla="*/ 48958 h 228695"/>
              <a:gd name="connsiteX43" fmla="*/ 12099 w 194788"/>
              <a:gd name="connsiteY43" fmla="*/ 48387 h 228695"/>
              <a:gd name="connsiteX44" fmla="*/ 55818 w 194788"/>
              <a:gd name="connsiteY44" fmla="*/ 33242 h 228695"/>
              <a:gd name="connsiteX45" fmla="*/ 96204 w 194788"/>
              <a:gd name="connsiteY45" fmla="*/ 12192 h 228695"/>
              <a:gd name="connsiteX46" fmla="*/ 97728 w 194788"/>
              <a:gd name="connsiteY46" fmla="*/ 11239 h 228695"/>
              <a:gd name="connsiteX47" fmla="*/ 99348 w 194788"/>
              <a:gd name="connsiteY47" fmla="*/ 12192 h 228695"/>
              <a:gd name="connsiteX48" fmla="*/ 139353 w 194788"/>
              <a:gd name="connsiteY48" fmla="*/ 33623 h 228695"/>
              <a:gd name="connsiteX49" fmla="*/ 183168 w 194788"/>
              <a:gd name="connsiteY49" fmla="*/ 49435 h 228695"/>
              <a:gd name="connsiteX50" fmla="*/ 185263 w 194788"/>
              <a:gd name="connsiteY50" fmla="*/ 50006 h 228695"/>
              <a:gd name="connsiteX51" fmla="*/ 184977 w 194788"/>
              <a:gd name="connsiteY51" fmla="*/ 101536 h 228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94788" h="228695">
                <a:moveTo>
                  <a:pt x="116397" y="52483"/>
                </a:moveTo>
                <a:lnTo>
                  <a:pt x="47341" y="52483"/>
                </a:lnTo>
                <a:lnTo>
                  <a:pt x="47341" y="126301"/>
                </a:lnTo>
                <a:lnTo>
                  <a:pt x="78297" y="126301"/>
                </a:lnTo>
                <a:lnTo>
                  <a:pt x="78297" y="152495"/>
                </a:lnTo>
                <a:lnTo>
                  <a:pt x="147354" y="152495"/>
                </a:lnTo>
                <a:lnTo>
                  <a:pt x="147354" y="78676"/>
                </a:lnTo>
                <a:lnTo>
                  <a:pt x="116397" y="78676"/>
                </a:lnTo>
                <a:lnTo>
                  <a:pt x="116397" y="52483"/>
                </a:lnTo>
                <a:close/>
                <a:moveTo>
                  <a:pt x="56866" y="116776"/>
                </a:moveTo>
                <a:lnTo>
                  <a:pt x="56866" y="62008"/>
                </a:lnTo>
                <a:lnTo>
                  <a:pt x="106872" y="62008"/>
                </a:lnTo>
                <a:lnTo>
                  <a:pt x="106872" y="116776"/>
                </a:lnTo>
                <a:lnTo>
                  <a:pt x="56866" y="116776"/>
                </a:lnTo>
                <a:close/>
                <a:moveTo>
                  <a:pt x="137829" y="88201"/>
                </a:moveTo>
                <a:lnTo>
                  <a:pt x="137829" y="142970"/>
                </a:lnTo>
                <a:lnTo>
                  <a:pt x="87822" y="142970"/>
                </a:lnTo>
                <a:lnTo>
                  <a:pt x="87822" y="126301"/>
                </a:lnTo>
                <a:lnTo>
                  <a:pt x="116397" y="126301"/>
                </a:lnTo>
                <a:lnTo>
                  <a:pt x="116397" y="88201"/>
                </a:lnTo>
                <a:lnTo>
                  <a:pt x="137829" y="88201"/>
                </a:lnTo>
                <a:close/>
                <a:moveTo>
                  <a:pt x="185549" y="40196"/>
                </a:moveTo>
                <a:cubicBezTo>
                  <a:pt x="171166" y="36290"/>
                  <a:pt x="156974" y="31147"/>
                  <a:pt x="143258" y="24955"/>
                </a:cubicBezTo>
                <a:cubicBezTo>
                  <a:pt x="129923" y="19050"/>
                  <a:pt x="116874" y="12097"/>
                  <a:pt x="104491" y="4191"/>
                </a:cubicBezTo>
                <a:lnTo>
                  <a:pt x="97728" y="0"/>
                </a:lnTo>
                <a:lnTo>
                  <a:pt x="91061" y="4286"/>
                </a:lnTo>
                <a:cubicBezTo>
                  <a:pt x="78678" y="12001"/>
                  <a:pt x="65534" y="18859"/>
                  <a:pt x="52008" y="24670"/>
                </a:cubicBezTo>
                <a:cubicBezTo>
                  <a:pt x="38292" y="30671"/>
                  <a:pt x="24005" y="35623"/>
                  <a:pt x="9622" y="39338"/>
                </a:cubicBezTo>
                <a:lnTo>
                  <a:pt x="288" y="41624"/>
                </a:lnTo>
                <a:lnTo>
                  <a:pt x="2" y="100679"/>
                </a:lnTo>
                <a:cubicBezTo>
                  <a:pt x="-474" y="190405"/>
                  <a:pt x="88489" y="225647"/>
                  <a:pt x="92394" y="227171"/>
                </a:cubicBezTo>
                <a:lnTo>
                  <a:pt x="96585" y="228695"/>
                </a:lnTo>
                <a:lnTo>
                  <a:pt x="100776" y="227267"/>
                </a:lnTo>
                <a:lnTo>
                  <a:pt x="100776" y="227171"/>
                </a:lnTo>
                <a:cubicBezTo>
                  <a:pt x="115350" y="223075"/>
                  <a:pt x="194121" y="185833"/>
                  <a:pt x="194502" y="101727"/>
                </a:cubicBezTo>
                <a:lnTo>
                  <a:pt x="194788" y="42672"/>
                </a:lnTo>
                <a:lnTo>
                  <a:pt x="185549" y="40196"/>
                </a:lnTo>
                <a:close/>
                <a:moveTo>
                  <a:pt x="184977" y="101536"/>
                </a:moveTo>
                <a:cubicBezTo>
                  <a:pt x="184501" y="186595"/>
                  <a:pt x="98967" y="217551"/>
                  <a:pt x="98109" y="217837"/>
                </a:cubicBezTo>
                <a:lnTo>
                  <a:pt x="96395" y="218313"/>
                </a:lnTo>
                <a:lnTo>
                  <a:pt x="95823" y="218122"/>
                </a:lnTo>
                <a:cubicBezTo>
                  <a:pt x="92299" y="216789"/>
                  <a:pt x="9051" y="183832"/>
                  <a:pt x="9527" y="100584"/>
                </a:cubicBezTo>
                <a:lnTo>
                  <a:pt x="9813" y="48958"/>
                </a:lnTo>
                <a:lnTo>
                  <a:pt x="12099" y="48387"/>
                </a:lnTo>
                <a:cubicBezTo>
                  <a:pt x="27053" y="44482"/>
                  <a:pt x="41817" y="39433"/>
                  <a:pt x="55818" y="33242"/>
                </a:cubicBezTo>
                <a:cubicBezTo>
                  <a:pt x="69725" y="27242"/>
                  <a:pt x="83346" y="20193"/>
                  <a:pt x="96204" y="12192"/>
                </a:cubicBezTo>
                <a:lnTo>
                  <a:pt x="97728" y="11239"/>
                </a:lnTo>
                <a:lnTo>
                  <a:pt x="99348" y="12192"/>
                </a:lnTo>
                <a:cubicBezTo>
                  <a:pt x="112111" y="20383"/>
                  <a:pt x="125637" y="27527"/>
                  <a:pt x="139353" y="33623"/>
                </a:cubicBezTo>
                <a:cubicBezTo>
                  <a:pt x="153450" y="40005"/>
                  <a:pt x="168118" y="45339"/>
                  <a:pt x="183168" y="49435"/>
                </a:cubicBezTo>
                <a:lnTo>
                  <a:pt x="185263" y="50006"/>
                </a:lnTo>
                <a:lnTo>
                  <a:pt x="184977" y="101536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00" name="Freeform: Shape 799">
            <a:extLst>
              <a:ext uri="{FF2B5EF4-FFF2-40B4-BE49-F238E27FC236}">
                <a16:creationId xmlns:a16="http://schemas.microsoft.com/office/drawing/2014/main" id="{47515FB9-C60D-4B52-BDD6-E2303AC2BA27}"/>
              </a:ext>
            </a:extLst>
          </p:cNvPr>
          <p:cNvSpPr/>
          <p:nvPr/>
        </p:nvSpPr>
        <p:spPr>
          <a:xfrm>
            <a:off x="1767497" y="3831499"/>
            <a:ext cx="228647" cy="188309"/>
          </a:xfrm>
          <a:custGeom>
            <a:avLst/>
            <a:gdLst>
              <a:gd name="connsiteX0" fmla="*/ 147804 w 228647"/>
              <a:gd name="connsiteY0" fmla="*/ 47149 h 188309"/>
              <a:gd name="connsiteX1" fmla="*/ 105227 w 228647"/>
              <a:gd name="connsiteY1" fmla="*/ 4572 h 188309"/>
              <a:gd name="connsiteX2" fmla="*/ 94083 w 228647"/>
              <a:gd name="connsiteY2" fmla="*/ 0 h 188309"/>
              <a:gd name="connsiteX3" fmla="*/ 82939 w 228647"/>
              <a:gd name="connsiteY3" fmla="*/ 4572 h 188309"/>
              <a:gd name="connsiteX4" fmla="*/ 47220 w 228647"/>
              <a:gd name="connsiteY4" fmla="*/ 40291 h 188309"/>
              <a:gd name="connsiteX5" fmla="*/ 47220 w 228647"/>
              <a:gd name="connsiteY5" fmla="*/ 40291 h 188309"/>
              <a:gd name="connsiteX6" fmla="*/ 4643 w 228647"/>
              <a:gd name="connsiteY6" fmla="*/ 82867 h 188309"/>
              <a:gd name="connsiteX7" fmla="*/ 4643 w 228647"/>
              <a:gd name="connsiteY7" fmla="*/ 105156 h 188309"/>
              <a:gd name="connsiteX8" fmla="*/ 47220 w 228647"/>
              <a:gd name="connsiteY8" fmla="*/ 147733 h 188309"/>
              <a:gd name="connsiteX9" fmla="*/ 47315 w 228647"/>
              <a:gd name="connsiteY9" fmla="*/ 147638 h 188309"/>
              <a:gd name="connsiteX10" fmla="*/ 83415 w 228647"/>
              <a:gd name="connsiteY10" fmla="*/ 183737 h 188309"/>
              <a:gd name="connsiteX11" fmla="*/ 94559 w 228647"/>
              <a:gd name="connsiteY11" fmla="*/ 188309 h 188309"/>
              <a:gd name="connsiteX12" fmla="*/ 105704 w 228647"/>
              <a:gd name="connsiteY12" fmla="*/ 183737 h 188309"/>
              <a:gd name="connsiteX13" fmla="*/ 148280 w 228647"/>
              <a:gd name="connsiteY13" fmla="*/ 141161 h 188309"/>
              <a:gd name="connsiteX14" fmla="*/ 101036 w 228647"/>
              <a:gd name="connsiteY14" fmla="*/ 93917 h 188309"/>
              <a:gd name="connsiteX15" fmla="*/ 147804 w 228647"/>
              <a:gd name="connsiteY15" fmla="*/ 47149 h 188309"/>
              <a:gd name="connsiteX16" fmla="*/ 89702 w 228647"/>
              <a:gd name="connsiteY16" fmla="*/ 11335 h 188309"/>
              <a:gd name="connsiteX17" fmla="*/ 94083 w 228647"/>
              <a:gd name="connsiteY17" fmla="*/ 9525 h 188309"/>
              <a:gd name="connsiteX18" fmla="*/ 98465 w 228647"/>
              <a:gd name="connsiteY18" fmla="*/ 11335 h 188309"/>
              <a:gd name="connsiteX19" fmla="*/ 134374 w 228647"/>
              <a:gd name="connsiteY19" fmla="*/ 47244 h 188309"/>
              <a:gd name="connsiteX20" fmla="*/ 94274 w 228647"/>
              <a:gd name="connsiteY20" fmla="*/ 87344 h 188309"/>
              <a:gd name="connsiteX21" fmla="*/ 53983 w 228647"/>
              <a:gd name="connsiteY21" fmla="*/ 47054 h 188309"/>
              <a:gd name="connsiteX22" fmla="*/ 89702 w 228647"/>
              <a:gd name="connsiteY22" fmla="*/ 11335 h 188309"/>
              <a:gd name="connsiteX23" fmla="*/ 47220 w 228647"/>
              <a:gd name="connsiteY23" fmla="*/ 134303 h 188309"/>
              <a:gd name="connsiteX24" fmla="*/ 11311 w 228647"/>
              <a:gd name="connsiteY24" fmla="*/ 98393 h 188309"/>
              <a:gd name="connsiteX25" fmla="*/ 9501 w 228647"/>
              <a:gd name="connsiteY25" fmla="*/ 94012 h 188309"/>
              <a:gd name="connsiteX26" fmla="*/ 11311 w 228647"/>
              <a:gd name="connsiteY26" fmla="*/ 89630 h 188309"/>
              <a:gd name="connsiteX27" fmla="*/ 47030 w 228647"/>
              <a:gd name="connsiteY27" fmla="*/ 53912 h 188309"/>
              <a:gd name="connsiteX28" fmla="*/ 87320 w 228647"/>
              <a:gd name="connsiteY28" fmla="*/ 94202 h 188309"/>
              <a:gd name="connsiteX29" fmla="*/ 47220 w 228647"/>
              <a:gd name="connsiteY29" fmla="*/ 134303 h 188309"/>
              <a:gd name="connsiteX30" fmla="*/ 134850 w 228647"/>
              <a:gd name="connsiteY30" fmla="*/ 141256 h 188309"/>
              <a:gd name="connsiteX31" fmla="*/ 98941 w 228647"/>
              <a:gd name="connsiteY31" fmla="*/ 177165 h 188309"/>
              <a:gd name="connsiteX32" fmla="*/ 94559 w 228647"/>
              <a:gd name="connsiteY32" fmla="*/ 178975 h 188309"/>
              <a:gd name="connsiteX33" fmla="*/ 90178 w 228647"/>
              <a:gd name="connsiteY33" fmla="*/ 177165 h 188309"/>
              <a:gd name="connsiteX34" fmla="*/ 54269 w 228647"/>
              <a:gd name="connsiteY34" fmla="*/ 141256 h 188309"/>
              <a:gd name="connsiteX35" fmla="*/ 94559 w 228647"/>
              <a:gd name="connsiteY35" fmla="*/ 100965 h 188309"/>
              <a:gd name="connsiteX36" fmla="*/ 134850 w 228647"/>
              <a:gd name="connsiteY36" fmla="*/ 141256 h 188309"/>
              <a:gd name="connsiteX37" fmla="*/ 224004 w 228647"/>
              <a:gd name="connsiteY37" fmla="*/ 82677 h 188309"/>
              <a:gd name="connsiteX38" fmla="*/ 181427 w 228647"/>
              <a:gd name="connsiteY38" fmla="*/ 40100 h 188309"/>
              <a:gd name="connsiteX39" fmla="*/ 127706 w 228647"/>
              <a:gd name="connsiteY39" fmla="*/ 93821 h 188309"/>
              <a:gd name="connsiteX40" fmla="*/ 181427 w 228647"/>
              <a:gd name="connsiteY40" fmla="*/ 147542 h 188309"/>
              <a:gd name="connsiteX41" fmla="*/ 224004 w 228647"/>
              <a:gd name="connsiteY41" fmla="*/ 104966 h 188309"/>
              <a:gd name="connsiteX42" fmla="*/ 224004 w 228647"/>
              <a:gd name="connsiteY42" fmla="*/ 82677 h 188309"/>
              <a:gd name="connsiteX43" fmla="*/ 217241 w 228647"/>
              <a:gd name="connsiteY43" fmla="*/ 98203 h 188309"/>
              <a:gd name="connsiteX44" fmla="*/ 181427 w 228647"/>
              <a:gd name="connsiteY44" fmla="*/ 134112 h 188309"/>
              <a:gd name="connsiteX45" fmla="*/ 141137 w 228647"/>
              <a:gd name="connsiteY45" fmla="*/ 93821 h 188309"/>
              <a:gd name="connsiteX46" fmla="*/ 181427 w 228647"/>
              <a:gd name="connsiteY46" fmla="*/ 53530 h 188309"/>
              <a:gd name="connsiteX47" fmla="*/ 217337 w 228647"/>
              <a:gd name="connsiteY47" fmla="*/ 89440 h 188309"/>
              <a:gd name="connsiteX48" fmla="*/ 219146 w 228647"/>
              <a:gd name="connsiteY48" fmla="*/ 93821 h 188309"/>
              <a:gd name="connsiteX49" fmla="*/ 217241 w 228647"/>
              <a:gd name="connsiteY49" fmla="*/ 98203 h 188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</a:cxnLst>
            <a:rect l="l" t="t" r="r" b="b"/>
            <a:pathLst>
              <a:path w="228647" h="188309">
                <a:moveTo>
                  <a:pt x="147804" y="47149"/>
                </a:moveTo>
                <a:lnTo>
                  <a:pt x="105227" y="4572"/>
                </a:lnTo>
                <a:cubicBezTo>
                  <a:pt x="102179" y="1524"/>
                  <a:pt x="98084" y="0"/>
                  <a:pt x="94083" y="0"/>
                </a:cubicBezTo>
                <a:cubicBezTo>
                  <a:pt x="90083" y="0"/>
                  <a:pt x="85987" y="1524"/>
                  <a:pt x="82939" y="4572"/>
                </a:cubicBezTo>
                <a:lnTo>
                  <a:pt x="47220" y="40291"/>
                </a:lnTo>
                <a:lnTo>
                  <a:pt x="47220" y="40291"/>
                </a:lnTo>
                <a:lnTo>
                  <a:pt x="4643" y="82867"/>
                </a:lnTo>
                <a:cubicBezTo>
                  <a:pt x="-1548" y="89059"/>
                  <a:pt x="-1548" y="98965"/>
                  <a:pt x="4643" y="105156"/>
                </a:cubicBezTo>
                <a:lnTo>
                  <a:pt x="47220" y="147733"/>
                </a:lnTo>
                <a:lnTo>
                  <a:pt x="47315" y="147638"/>
                </a:lnTo>
                <a:lnTo>
                  <a:pt x="83415" y="183737"/>
                </a:lnTo>
                <a:cubicBezTo>
                  <a:pt x="86463" y="186785"/>
                  <a:pt x="90559" y="188309"/>
                  <a:pt x="94559" y="188309"/>
                </a:cubicBezTo>
                <a:cubicBezTo>
                  <a:pt x="98560" y="188309"/>
                  <a:pt x="102656" y="186785"/>
                  <a:pt x="105704" y="183737"/>
                </a:cubicBezTo>
                <a:lnTo>
                  <a:pt x="148280" y="141161"/>
                </a:lnTo>
                <a:lnTo>
                  <a:pt x="101036" y="93917"/>
                </a:lnTo>
                <a:lnTo>
                  <a:pt x="147804" y="47149"/>
                </a:lnTo>
                <a:close/>
                <a:moveTo>
                  <a:pt x="89702" y="11335"/>
                </a:moveTo>
                <a:cubicBezTo>
                  <a:pt x="90845" y="10192"/>
                  <a:pt x="92464" y="9525"/>
                  <a:pt x="94083" y="9525"/>
                </a:cubicBezTo>
                <a:cubicBezTo>
                  <a:pt x="95702" y="9525"/>
                  <a:pt x="97322" y="10192"/>
                  <a:pt x="98465" y="11335"/>
                </a:cubicBezTo>
                <a:lnTo>
                  <a:pt x="134374" y="47244"/>
                </a:lnTo>
                <a:lnTo>
                  <a:pt x="94274" y="87344"/>
                </a:lnTo>
                <a:lnTo>
                  <a:pt x="53983" y="47054"/>
                </a:lnTo>
                <a:lnTo>
                  <a:pt x="89702" y="11335"/>
                </a:lnTo>
                <a:close/>
                <a:moveTo>
                  <a:pt x="47220" y="134303"/>
                </a:moveTo>
                <a:lnTo>
                  <a:pt x="11311" y="98393"/>
                </a:lnTo>
                <a:cubicBezTo>
                  <a:pt x="10168" y="97250"/>
                  <a:pt x="9501" y="95631"/>
                  <a:pt x="9501" y="94012"/>
                </a:cubicBezTo>
                <a:cubicBezTo>
                  <a:pt x="9501" y="92392"/>
                  <a:pt x="10168" y="90773"/>
                  <a:pt x="11311" y="89630"/>
                </a:cubicBezTo>
                <a:lnTo>
                  <a:pt x="47030" y="53912"/>
                </a:lnTo>
                <a:lnTo>
                  <a:pt x="87320" y="94202"/>
                </a:lnTo>
                <a:lnTo>
                  <a:pt x="47220" y="134303"/>
                </a:lnTo>
                <a:close/>
                <a:moveTo>
                  <a:pt x="134850" y="141256"/>
                </a:moveTo>
                <a:lnTo>
                  <a:pt x="98941" y="177165"/>
                </a:lnTo>
                <a:cubicBezTo>
                  <a:pt x="97798" y="178308"/>
                  <a:pt x="96179" y="178975"/>
                  <a:pt x="94559" y="178975"/>
                </a:cubicBezTo>
                <a:cubicBezTo>
                  <a:pt x="92940" y="178975"/>
                  <a:pt x="91321" y="178308"/>
                  <a:pt x="90178" y="177165"/>
                </a:cubicBezTo>
                <a:lnTo>
                  <a:pt x="54269" y="141256"/>
                </a:lnTo>
                <a:lnTo>
                  <a:pt x="94559" y="100965"/>
                </a:lnTo>
                <a:lnTo>
                  <a:pt x="134850" y="141256"/>
                </a:lnTo>
                <a:close/>
                <a:moveTo>
                  <a:pt x="224004" y="82677"/>
                </a:moveTo>
                <a:lnTo>
                  <a:pt x="181427" y="40100"/>
                </a:lnTo>
                <a:lnTo>
                  <a:pt x="127706" y="93821"/>
                </a:lnTo>
                <a:lnTo>
                  <a:pt x="181427" y="147542"/>
                </a:lnTo>
                <a:lnTo>
                  <a:pt x="224004" y="104966"/>
                </a:lnTo>
                <a:cubicBezTo>
                  <a:pt x="230195" y="98774"/>
                  <a:pt x="230195" y="88868"/>
                  <a:pt x="224004" y="82677"/>
                </a:cubicBezTo>
                <a:close/>
                <a:moveTo>
                  <a:pt x="217241" y="98203"/>
                </a:moveTo>
                <a:lnTo>
                  <a:pt x="181427" y="134112"/>
                </a:lnTo>
                <a:lnTo>
                  <a:pt x="141137" y="93821"/>
                </a:lnTo>
                <a:lnTo>
                  <a:pt x="181427" y="53530"/>
                </a:lnTo>
                <a:lnTo>
                  <a:pt x="217337" y="89440"/>
                </a:lnTo>
                <a:cubicBezTo>
                  <a:pt x="218480" y="90583"/>
                  <a:pt x="219146" y="92202"/>
                  <a:pt x="219146" y="93821"/>
                </a:cubicBezTo>
                <a:cubicBezTo>
                  <a:pt x="219051" y="95536"/>
                  <a:pt x="218480" y="97060"/>
                  <a:pt x="217241" y="98203"/>
                </a:cubicBez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01" name="Freeform: Shape 800">
            <a:extLst>
              <a:ext uri="{FF2B5EF4-FFF2-40B4-BE49-F238E27FC236}">
                <a16:creationId xmlns:a16="http://schemas.microsoft.com/office/drawing/2014/main" id="{076ED1FE-A064-4701-94C5-54373706C540}"/>
              </a:ext>
            </a:extLst>
          </p:cNvPr>
          <p:cNvSpPr/>
          <p:nvPr/>
        </p:nvSpPr>
        <p:spPr>
          <a:xfrm>
            <a:off x="514025" y="3806258"/>
            <a:ext cx="227730" cy="228409"/>
          </a:xfrm>
          <a:custGeom>
            <a:avLst/>
            <a:gdLst>
              <a:gd name="connsiteX0" fmla="*/ 221659 w 227730"/>
              <a:gd name="connsiteY0" fmla="*/ 99631 h 228409"/>
              <a:gd name="connsiteX1" fmla="*/ 127742 w 227730"/>
              <a:gd name="connsiteY1" fmla="*/ 6001 h 228409"/>
              <a:gd name="connsiteX2" fmla="*/ 113169 w 227730"/>
              <a:gd name="connsiteY2" fmla="*/ 0 h 228409"/>
              <a:gd name="connsiteX3" fmla="*/ 98596 w 227730"/>
              <a:gd name="connsiteY3" fmla="*/ 6001 h 228409"/>
              <a:gd name="connsiteX4" fmla="*/ 83927 w 227730"/>
              <a:gd name="connsiteY4" fmla="*/ 20574 h 228409"/>
              <a:gd name="connsiteX5" fmla="*/ 177748 w 227730"/>
              <a:gd name="connsiteY5" fmla="*/ 114205 h 228409"/>
              <a:gd name="connsiteX6" fmla="*/ 83832 w 227730"/>
              <a:gd name="connsiteY6" fmla="*/ 207835 h 228409"/>
              <a:gd name="connsiteX7" fmla="*/ 98500 w 227730"/>
              <a:gd name="connsiteY7" fmla="*/ 222409 h 228409"/>
              <a:gd name="connsiteX8" fmla="*/ 113074 w 227730"/>
              <a:gd name="connsiteY8" fmla="*/ 228409 h 228409"/>
              <a:gd name="connsiteX9" fmla="*/ 113169 w 227730"/>
              <a:gd name="connsiteY9" fmla="*/ 228409 h 228409"/>
              <a:gd name="connsiteX10" fmla="*/ 127742 w 227730"/>
              <a:gd name="connsiteY10" fmla="*/ 222409 h 228409"/>
              <a:gd name="connsiteX11" fmla="*/ 221659 w 227730"/>
              <a:gd name="connsiteY11" fmla="*/ 128683 h 228409"/>
              <a:gd name="connsiteX12" fmla="*/ 221659 w 227730"/>
              <a:gd name="connsiteY12" fmla="*/ 99631 h 228409"/>
              <a:gd name="connsiteX13" fmla="*/ 214991 w 227730"/>
              <a:gd name="connsiteY13" fmla="*/ 122015 h 228409"/>
              <a:gd name="connsiteX14" fmla="*/ 121075 w 227730"/>
              <a:gd name="connsiteY14" fmla="*/ 215741 h 228409"/>
              <a:gd name="connsiteX15" fmla="*/ 113169 w 227730"/>
              <a:gd name="connsiteY15" fmla="*/ 218980 h 228409"/>
              <a:gd name="connsiteX16" fmla="*/ 105358 w 227730"/>
              <a:gd name="connsiteY16" fmla="*/ 215741 h 228409"/>
              <a:gd name="connsiteX17" fmla="*/ 97453 w 227730"/>
              <a:gd name="connsiteY17" fmla="*/ 207835 h 228409"/>
              <a:gd name="connsiteX18" fmla="*/ 184606 w 227730"/>
              <a:gd name="connsiteY18" fmla="*/ 120872 h 228409"/>
              <a:gd name="connsiteX19" fmla="*/ 191369 w 227730"/>
              <a:gd name="connsiteY19" fmla="*/ 114109 h 228409"/>
              <a:gd name="connsiteX20" fmla="*/ 184606 w 227730"/>
              <a:gd name="connsiteY20" fmla="*/ 107347 h 228409"/>
              <a:gd name="connsiteX21" fmla="*/ 97548 w 227730"/>
              <a:gd name="connsiteY21" fmla="*/ 20383 h 228409"/>
              <a:gd name="connsiteX22" fmla="*/ 105454 w 227730"/>
              <a:gd name="connsiteY22" fmla="*/ 12573 h 228409"/>
              <a:gd name="connsiteX23" fmla="*/ 113359 w 227730"/>
              <a:gd name="connsiteY23" fmla="*/ 9334 h 228409"/>
              <a:gd name="connsiteX24" fmla="*/ 121265 w 227730"/>
              <a:gd name="connsiteY24" fmla="*/ 12573 h 228409"/>
              <a:gd name="connsiteX25" fmla="*/ 215086 w 227730"/>
              <a:gd name="connsiteY25" fmla="*/ 106204 h 228409"/>
              <a:gd name="connsiteX26" fmla="*/ 214991 w 227730"/>
              <a:gd name="connsiteY26" fmla="*/ 122015 h 228409"/>
              <a:gd name="connsiteX27" fmla="*/ 164128 w 227730"/>
              <a:gd name="connsiteY27" fmla="*/ 114205 h 228409"/>
              <a:gd name="connsiteX28" fmla="*/ 91738 w 227730"/>
              <a:gd name="connsiteY28" fmla="*/ 42005 h 228409"/>
              <a:gd name="connsiteX29" fmla="*/ 77164 w 227730"/>
              <a:gd name="connsiteY29" fmla="*/ 36004 h 228409"/>
              <a:gd name="connsiteX30" fmla="*/ 62591 w 227730"/>
              <a:gd name="connsiteY30" fmla="*/ 42005 h 228409"/>
              <a:gd name="connsiteX31" fmla="*/ 47923 w 227730"/>
              <a:gd name="connsiteY31" fmla="*/ 56674 h 228409"/>
              <a:gd name="connsiteX32" fmla="*/ 105644 w 227730"/>
              <a:gd name="connsiteY32" fmla="*/ 114205 h 228409"/>
              <a:gd name="connsiteX33" fmla="*/ 47923 w 227730"/>
              <a:gd name="connsiteY33" fmla="*/ 171736 h 228409"/>
              <a:gd name="connsiteX34" fmla="*/ 62591 w 227730"/>
              <a:gd name="connsiteY34" fmla="*/ 186309 h 228409"/>
              <a:gd name="connsiteX35" fmla="*/ 77164 w 227730"/>
              <a:gd name="connsiteY35" fmla="*/ 192310 h 228409"/>
              <a:gd name="connsiteX36" fmla="*/ 77260 w 227730"/>
              <a:gd name="connsiteY36" fmla="*/ 192310 h 228409"/>
              <a:gd name="connsiteX37" fmla="*/ 91833 w 227730"/>
              <a:gd name="connsiteY37" fmla="*/ 186309 h 228409"/>
              <a:gd name="connsiteX38" fmla="*/ 164128 w 227730"/>
              <a:gd name="connsiteY38" fmla="*/ 114205 h 228409"/>
              <a:gd name="connsiteX39" fmla="*/ 77164 w 227730"/>
              <a:gd name="connsiteY39" fmla="*/ 182975 h 228409"/>
              <a:gd name="connsiteX40" fmla="*/ 69354 w 227730"/>
              <a:gd name="connsiteY40" fmla="*/ 179737 h 228409"/>
              <a:gd name="connsiteX41" fmla="*/ 61448 w 227730"/>
              <a:gd name="connsiteY41" fmla="*/ 171831 h 228409"/>
              <a:gd name="connsiteX42" fmla="*/ 112407 w 227730"/>
              <a:gd name="connsiteY42" fmla="*/ 120967 h 228409"/>
              <a:gd name="connsiteX43" fmla="*/ 119170 w 227730"/>
              <a:gd name="connsiteY43" fmla="*/ 114205 h 228409"/>
              <a:gd name="connsiteX44" fmla="*/ 112407 w 227730"/>
              <a:gd name="connsiteY44" fmla="*/ 107442 h 228409"/>
              <a:gd name="connsiteX45" fmla="*/ 61448 w 227730"/>
              <a:gd name="connsiteY45" fmla="*/ 56579 h 228409"/>
              <a:gd name="connsiteX46" fmla="*/ 69354 w 227730"/>
              <a:gd name="connsiteY46" fmla="*/ 48673 h 228409"/>
              <a:gd name="connsiteX47" fmla="*/ 77260 w 227730"/>
              <a:gd name="connsiteY47" fmla="*/ 45434 h 228409"/>
              <a:gd name="connsiteX48" fmla="*/ 85070 w 227730"/>
              <a:gd name="connsiteY48" fmla="*/ 48673 h 228409"/>
              <a:gd name="connsiteX49" fmla="*/ 150697 w 227730"/>
              <a:gd name="connsiteY49" fmla="*/ 114109 h 228409"/>
              <a:gd name="connsiteX50" fmla="*/ 85070 w 227730"/>
              <a:gd name="connsiteY50" fmla="*/ 179546 h 228409"/>
              <a:gd name="connsiteX51" fmla="*/ 77164 w 227730"/>
              <a:gd name="connsiteY51" fmla="*/ 182975 h 228409"/>
              <a:gd name="connsiteX52" fmla="*/ 41731 w 227730"/>
              <a:gd name="connsiteY52" fmla="*/ 64103 h 228409"/>
              <a:gd name="connsiteX53" fmla="*/ 5822 w 227730"/>
              <a:gd name="connsiteY53" fmla="*/ 100013 h 228409"/>
              <a:gd name="connsiteX54" fmla="*/ 5822 w 227730"/>
              <a:gd name="connsiteY54" fmla="*/ 100013 h 228409"/>
              <a:gd name="connsiteX55" fmla="*/ 5822 w 227730"/>
              <a:gd name="connsiteY55" fmla="*/ 128206 h 228409"/>
              <a:gd name="connsiteX56" fmla="*/ 41922 w 227730"/>
              <a:gd name="connsiteY56" fmla="*/ 164211 h 228409"/>
              <a:gd name="connsiteX57" fmla="*/ 92023 w 227730"/>
              <a:gd name="connsiteY57" fmla="*/ 114205 h 228409"/>
              <a:gd name="connsiteX58" fmla="*/ 41731 w 227730"/>
              <a:gd name="connsiteY58" fmla="*/ 64103 h 228409"/>
              <a:gd name="connsiteX59" fmla="*/ 12490 w 227730"/>
              <a:gd name="connsiteY59" fmla="*/ 121444 h 228409"/>
              <a:gd name="connsiteX60" fmla="*/ 12490 w 227730"/>
              <a:gd name="connsiteY60" fmla="*/ 106680 h 228409"/>
              <a:gd name="connsiteX61" fmla="*/ 41731 w 227730"/>
              <a:gd name="connsiteY61" fmla="*/ 77533 h 228409"/>
              <a:gd name="connsiteX62" fmla="*/ 78403 w 227730"/>
              <a:gd name="connsiteY62" fmla="*/ 114205 h 228409"/>
              <a:gd name="connsiteX63" fmla="*/ 41827 w 227730"/>
              <a:gd name="connsiteY63" fmla="*/ 150685 h 228409"/>
              <a:gd name="connsiteX64" fmla="*/ 12490 w 227730"/>
              <a:gd name="connsiteY64" fmla="*/ 121444 h 2284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227730" h="228409">
                <a:moveTo>
                  <a:pt x="221659" y="99631"/>
                </a:moveTo>
                <a:lnTo>
                  <a:pt x="127742" y="6001"/>
                </a:lnTo>
                <a:cubicBezTo>
                  <a:pt x="123742" y="2000"/>
                  <a:pt x="118408" y="0"/>
                  <a:pt x="113169" y="0"/>
                </a:cubicBezTo>
                <a:cubicBezTo>
                  <a:pt x="107930" y="0"/>
                  <a:pt x="102596" y="2000"/>
                  <a:pt x="98596" y="6001"/>
                </a:cubicBezTo>
                <a:lnTo>
                  <a:pt x="83927" y="20574"/>
                </a:lnTo>
                <a:lnTo>
                  <a:pt x="177748" y="114205"/>
                </a:lnTo>
                <a:lnTo>
                  <a:pt x="83832" y="207835"/>
                </a:lnTo>
                <a:lnTo>
                  <a:pt x="98500" y="222409"/>
                </a:lnTo>
                <a:cubicBezTo>
                  <a:pt x="102406" y="226314"/>
                  <a:pt x="107644" y="228409"/>
                  <a:pt x="113074" y="228409"/>
                </a:cubicBezTo>
                <a:lnTo>
                  <a:pt x="113169" y="228409"/>
                </a:lnTo>
                <a:cubicBezTo>
                  <a:pt x="118598" y="228409"/>
                  <a:pt x="123837" y="226219"/>
                  <a:pt x="127742" y="222409"/>
                </a:cubicBezTo>
                <a:lnTo>
                  <a:pt x="221659" y="128683"/>
                </a:lnTo>
                <a:cubicBezTo>
                  <a:pt x="229755" y="120682"/>
                  <a:pt x="229755" y="107633"/>
                  <a:pt x="221659" y="99631"/>
                </a:cubicBezTo>
                <a:close/>
                <a:moveTo>
                  <a:pt x="214991" y="122015"/>
                </a:moveTo>
                <a:lnTo>
                  <a:pt x="121075" y="215741"/>
                </a:lnTo>
                <a:cubicBezTo>
                  <a:pt x="118979" y="217837"/>
                  <a:pt x="116217" y="218980"/>
                  <a:pt x="113169" y="218980"/>
                </a:cubicBezTo>
                <a:cubicBezTo>
                  <a:pt x="110216" y="218980"/>
                  <a:pt x="107454" y="217837"/>
                  <a:pt x="105358" y="215741"/>
                </a:cubicBezTo>
                <a:lnTo>
                  <a:pt x="97453" y="207835"/>
                </a:lnTo>
                <a:lnTo>
                  <a:pt x="184606" y="120872"/>
                </a:lnTo>
                <a:lnTo>
                  <a:pt x="191369" y="114109"/>
                </a:lnTo>
                <a:lnTo>
                  <a:pt x="184606" y="107347"/>
                </a:lnTo>
                <a:lnTo>
                  <a:pt x="97548" y="20383"/>
                </a:lnTo>
                <a:lnTo>
                  <a:pt x="105454" y="12573"/>
                </a:lnTo>
                <a:cubicBezTo>
                  <a:pt x="107549" y="10477"/>
                  <a:pt x="110407" y="9334"/>
                  <a:pt x="113359" y="9334"/>
                </a:cubicBezTo>
                <a:cubicBezTo>
                  <a:pt x="116312" y="9334"/>
                  <a:pt x="119170" y="10477"/>
                  <a:pt x="121265" y="12573"/>
                </a:cubicBezTo>
                <a:lnTo>
                  <a:pt x="215086" y="106204"/>
                </a:lnTo>
                <a:cubicBezTo>
                  <a:pt x="219277" y="110680"/>
                  <a:pt x="219277" y="117729"/>
                  <a:pt x="214991" y="122015"/>
                </a:cubicBezTo>
                <a:close/>
                <a:moveTo>
                  <a:pt x="164128" y="114205"/>
                </a:moveTo>
                <a:lnTo>
                  <a:pt x="91738" y="42005"/>
                </a:lnTo>
                <a:cubicBezTo>
                  <a:pt x="87737" y="38005"/>
                  <a:pt x="82403" y="36004"/>
                  <a:pt x="77164" y="36004"/>
                </a:cubicBezTo>
                <a:cubicBezTo>
                  <a:pt x="71926" y="36004"/>
                  <a:pt x="66592" y="38005"/>
                  <a:pt x="62591" y="42005"/>
                </a:cubicBezTo>
                <a:lnTo>
                  <a:pt x="47923" y="56674"/>
                </a:lnTo>
                <a:lnTo>
                  <a:pt x="105644" y="114205"/>
                </a:lnTo>
                <a:lnTo>
                  <a:pt x="47923" y="171736"/>
                </a:lnTo>
                <a:lnTo>
                  <a:pt x="62591" y="186309"/>
                </a:lnTo>
                <a:cubicBezTo>
                  <a:pt x="66496" y="190214"/>
                  <a:pt x="71735" y="192310"/>
                  <a:pt x="77164" y="192310"/>
                </a:cubicBezTo>
                <a:lnTo>
                  <a:pt x="77260" y="192310"/>
                </a:lnTo>
                <a:cubicBezTo>
                  <a:pt x="82689" y="192310"/>
                  <a:pt x="87928" y="190119"/>
                  <a:pt x="91833" y="186309"/>
                </a:cubicBezTo>
                <a:lnTo>
                  <a:pt x="164128" y="114205"/>
                </a:lnTo>
                <a:close/>
                <a:moveTo>
                  <a:pt x="77164" y="182975"/>
                </a:moveTo>
                <a:cubicBezTo>
                  <a:pt x="74212" y="182975"/>
                  <a:pt x="71449" y="181832"/>
                  <a:pt x="69354" y="179737"/>
                </a:cubicBezTo>
                <a:lnTo>
                  <a:pt x="61448" y="171831"/>
                </a:lnTo>
                <a:lnTo>
                  <a:pt x="112407" y="120967"/>
                </a:lnTo>
                <a:lnTo>
                  <a:pt x="119170" y="114205"/>
                </a:lnTo>
                <a:lnTo>
                  <a:pt x="112407" y="107442"/>
                </a:lnTo>
                <a:lnTo>
                  <a:pt x="61448" y="56579"/>
                </a:lnTo>
                <a:lnTo>
                  <a:pt x="69354" y="48673"/>
                </a:lnTo>
                <a:cubicBezTo>
                  <a:pt x="71449" y="46577"/>
                  <a:pt x="74212" y="45434"/>
                  <a:pt x="77260" y="45434"/>
                </a:cubicBezTo>
                <a:cubicBezTo>
                  <a:pt x="80308" y="45434"/>
                  <a:pt x="83070" y="46577"/>
                  <a:pt x="85070" y="48673"/>
                </a:cubicBezTo>
                <a:lnTo>
                  <a:pt x="150697" y="114109"/>
                </a:lnTo>
                <a:lnTo>
                  <a:pt x="85070" y="179546"/>
                </a:lnTo>
                <a:cubicBezTo>
                  <a:pt x="82975" y="181737"/>
                  <a:pt x="80117" y="182975"/>
                  <a:pt x="77164" y="182975"/>
                </a:cubicBezTo>
                <a:close/>
                <a:moveTo>
                  <a:pt x="41731" y="64103"/>
                </a:moveTo>
                <a:lnTo>
                  <a:pt x="5822" y="100013"/>
                </a:lnTo>
                <a:cubicBezTo>
                  <a:pt x="5822" y="100013"/>
                  <a:pt x="5822" y="100013"/>
                  <a:pt x="5822" y="100013"/>
                </a:cubicBezTo>
                <a:cubicBezTo>
                  <a:pt x="-1988" y="107823"/>
                  <a:pt x="-1893" y="120396"/>
                  <a:pt x="5822" y="128206"/>
                </a:cubicBezTo>
                <a:lnTo>
                  <a:pt x="41922" y="164211"/>
                </a:lnTo>
                <a:lnTo>
                  <a:pt x="92023" y="114205"/>
                </a:lnTo>
                <a:lnTo>
                  <a:pt x="41731" y="64103"/>
                </a:lnTo>
                <a:close/>
                <a:moveTo>
                  <a:pt x="12490" y="121444"/>
                </a:moveTo>
                <a:cubicBezTo>
                  <a:pt x="8394" y="117348"/>
                  <a:pt x="8394" y="110776"/>
                  <a:pt x="12490" y="106680"/>
                </a:cubicBezTo>
                <a:lnTo>
                  <a:pt x="41731" y="77533"/>
                </a:lnTo>
                <a:lnTo>
                  <a:pt x="78403" y="114205"/>
                </a:lnTo>
                <a:lnTo>
                  <a:pt x="41827" y="150685"/>
                </a:lnTo>
                <a:lnTo>
                  <a:pt x="12490" y="121444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802" name="Freeform: Shape 801">
            <a:extLst>
              <a:ext uri="{FF2B5EF4-FFF2-40B4-BE49-F238E27FC236}">
                <a16:creationId xmlns:a16="http://schemas.microsoft.com/office/drawing/2014/main" id="{010F6629-0AE5-4E07-A978-648561F242D7}"/>
              </a:ext>
            </a:extLst>
          </p:cNvPr>
          <p:cNvSpPr/>
          <p:nvPr/>
        </p:nvSpPr>
        <p:spPr>
          <a:xfrm>
            <a:off x="529878" y="4729876"/>
            <a:ext cx="196024" cy="228504"/>
          </a:xfrm>
          <a:custGeom>
            <a:avLst/>
            <a:gdLst>
              <a:gd name="connsiteX0" fmla="*/ 0 w 196024"/>
              <a:gd name="connsiteY0" fmla="*/ 152019 h 228504"/>
              <a:gd name="connsiteX1" fmla="*/ 47911 w 196024"/>
              <a:gd name="connsiteY1" fmla="*/ 143351 h 228504"/>
              <a:gd name="connsiteX2" fmla="*/ 47911 w 196024"/>
              <a:gd name="connsiteY2" fmla="*/ 27432 h 228504"/>
              <a:gd name="connsiteX3" fmla="*/ 0 w 196024"/>
              <a:gd name="connsiteY3" fmla="*/ 36100 h 228504"/>
              <a:gd name="connsiteX4" fmla="*/ 0 w 196024"/>
              <a:gd name="connsiteY4" fmla="*/ 152019 h 228504"/>
              <a:gd name="connsiteX5" fmla="*/ 0 w 196024"/>
              <a:gd name="connsiteY5" fmla="*/ 228505 h 228504"/>
              <a:gd name="connsiteX6" fmla="*/ 47911 w 196024"/>
              <a:gd name="connsiteY6" fmla="*/ 219837 h 228504"/>
              <a:gd name="connsiteX7" fmla="*/ 47911 w 196024"/>
              <a:gd name="connsiteY7" fmla="*/ 158020 h 228504"/>
              <a:gd name="connsiteX8" fmla="*/ 0 w 196024"/>
              <a:gd name="connsiteY8" fmla="*/ 166688 h 228504"/>
              <a:gd name="connsiteX9" fmla="*/ 0 w 196024"/>
              <a:gd name="connsiteY9" fmla="*/ 228505 h 228504"/>
              <a:gd name="connsiteX10" fmla="*/ 74104 w 196024"/>
              <a:gd name="connsiteY10" fmla="*/ 138208 h 228504"/>
              <a:gd name="connsiteX11" fmla="*/ 122015 w 196024"/>
              <a:gd name="connsiteY11" fmla="*/ 129540 h 228504"/>
              <a:gd name="connsiteX12" fmla="*/ 122015 w 196024"/>
              <a:gd name="connsiteY12" fmla="*/ 30956 h 228504"/>
              <a:gd name="connsiteX13" fmla="*/ 74104 w 196024"/>
              <a:gd name="connsiteY13" fmla="*/ 39624 h 228504"/>
              <a:gd name="connsiteX14" fmla="*/ 74104 w 196024"/>
              <a:gd name="connsiteY14" fmla="*/ 138208 h 228504"/>
              <a:gd name="connsiteX15" fmla="*/ 74104 w 196024"/>
              <a:gd name="connsiteY15" fmla="*/ 226504 h 228504"/>
              <a:gd name="connsiteX16" fmla="*/ 122015 w 196024"/>
              <a:gd name="connsiteY16" fmla="*/ 217837 h 228504"/>
              <a:gd name="connsiteX17" fmla="*/ 122015 w 196024"/>
              <a:gd name="connsiteY17" fmla="*/ 145923 h 228504"/>
              <a:gd name="connsiteX18" fmla="*/ 74104 w 196024"/>
              <a:gd name="connsiteY18" fmla="*/ 154591 h 228504"/>
              <a:gd name="connsiteX19" fmla="*/ 74104 w 196024"/>
              <a:gd name="connsiteY19" fmla="*/ 226504 h 228504"/>
              <a:gd name="connsiteX20" fmla="*/ 148114 w 196024"/>
              <a:gd name="connsiteY20" fmla="*/ 8668 h 228504"/>
              <a:gd name="connsiteX21" fmla="*/ 148114 w 196024"/>
              <a:gd name="connsiteY21" fmla="*/ 124587 h 228504"/>
              <a:gd name="connsiteX22" fmla="*/ 196024 w 196024"/>
              <a:gd name="connsiteY22" fmla="*/ 115919 h 228504"/>
              <a:gd name="connsiteX23" fmla="*/ 196024 w 196024"/>
              <a:gd name="connsiteY23" fmla="*/ 0 h 228504"/>
              <a:gd name="connsiteX24" fmla="*/ 148114 w 196024"/>
              <a:gd name="connsiteY24" fmla="*/ 8668 h 228504"/>
              <a:gd name="connsiteX25" fmla="*/ 148114 w 196024"/>
              <a:gd name="connsiteY25" fmla="*/ 202882 h 228504"/>
              <a:gd name="connsiteX26" fmla="*/ 196024 w 196024"/>
              <a:gd name="connsiteY26" fmla="*/ 194215 h 228504"/>
              <a:gd name="connsiteX27" fmla="*/ 196024 w 196024"/>
              <a:gd name="connsiteY27" fmla="*/ 132397 h 228504"/>
              <a:gd name="connsiteX28" fmla="*/ 148114 w 196024"/>
              <a:gd name="connsiteY28" fmla="*/ 141065 h 228504"/>
              <a:gd name="connsiteX29" fmla="*/ 148114 w 196024"/>
              <a:gd name="connsiteY29" fmla="*/ 202882 h 228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96024" h="228504">
                <a:moveTo>
                  <a:pt x="0" y="152019"/>
                </a:moveTo>
                <a:lnTo>
                  <a:pt x="47911" y="143351"/>
                </a:lnTo>
                <a:lnTo>
                  <a:pt x="47911" y="27432"/>
                </a:lnTo>
                <a:lnTo>
                  <a:pt x="0" y="36100"/>
                </a:lnTo>
                <a:lnTo>
                  <a:pt x="0" y="152019"/>
                </a:lnTo>
                <a:close/>
                <a:moveTo>
                  <a:pt x="0" y="228505"/>
                </a:moveTo>
                <a:lnTo>
                  <a:pt x="47911" y="219837"/>
                </a:lnTo>
                <a:lnTo>
                  <a:pt x="47911" y="158020"/>
                </a:lnTo>
                <a:lnTo>
                  <a:pt x="0" y="166688"/>
                </a:lnTo>
                <a:lnTo>
                  <a:pt x="0" y="228505"/>
                </a:lnTo>
                <a:close/>
                <a:moveTo>
                  <a:pt x="74104" y="138208"/>
                </a:moveTo>
                <a:lnTo>
                  <a:pt x="122015" y="129540"/>
                </a:lnTo>
                <a:lnTo>
                  <a:pt x="122015" y="30956"/>
                </a:lnTo>
                <a:lnTo>
                  <a:pt x="74104" y="39624"/>
                </a:lnTo>
                <a:lnTo>
                  <a:pt x="74104" y="138208"/>
                </a:lnTo>
                <a:close/>
                <a:moveTo>
                  <a:pt x="74104" y="226504"/>
                </a:moveTo>
                <a:lnTo>
                  <a:pt x="122015" y="217837"/>
                </a:lnTo>
                <a:lnTo>
                  <a:pt x="122015" y="145923"/>
                </a:lnTo>
                <a:lnTo>
                  <a:pt x="74104" y="154591"/>
                </a:lnTo>
                <a:lnTo>
                  <a:pt x="74104" y="226504"/>
                </a:lnTo>
                <a:close/>
                <a:moveTo>
                  <a:pt x="148114" y="8668"/>
                </a:moveTo>
                <a:lnTo>
                  <a:pt x="148114" y="124587"/>
                </a:lnTo>
                <a:lnTo>
                  <a:pt x="196024" y="115919"/>
                </a:lnTo>
                <a:lnTo>
                  <a:pt x="196024" y="0"/>
                </a:lnTo>
                <a:lnTo>
                  <a:pt x="148114" y="8668"/>
                </a:lnTo>
                <a:close/>
                <a:moveTo>
                  <a:pt x="148114" y="202882"/>
                </a:moveTo>
                <a:lnTo>
                  <a:pt x="196024" y="194215"/>
                </a:lnTo>
                <a:lnTo>
                  <a:pt x="196024" y="132397"/>
                </a:lnTo>
                <a:lnTo>
                  <a:pt x="148114" y="141065"/>
                </a:lnTo>
                <a:lnTo>
                  <a:pt x="148114" y="202882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803" name="Freeform: Shape 802">
            <a:extLst>
              <a:ext uri="{FF2B5EF4-FFF2-40B4-BE49-F238E27FC236}">
                <a16:creationId xmlns:a16="http://schemas.microsoft.com/office/drawing/2014/main" id="{B52DC6B1-DB81-45F9-8424-B1935AECF1DE}"/>
              </a:ext>
            </a:extLst>
          </p:cNvPr>
          <p:cNvSpPr/>
          <p:nvPr/>
        </p:nvSpPr>
        <p:spPr>
          <a:xfrm>
            <a:off x="1767520" y="4729685"/>
            <a:ext cx="228600" cy="227266"/>
          </a:xfrm>
          <a:custGeom>
            <a:avLst/>
            <a:gdLst>
              <a:gd name="connsiteX0" fmla="*/ 124682 w 228600"/>
              <a:gd name="connsiteY0" fmla="*/ 107156 h 227266"/>
              <a:gd name="connsiteX1" fmla="*/ 181070 w 228600"/>
              <a:gd name="connsiteY1" fmla="*/ 54674 h 227266"/>
              <a:gd name="connsiteX2" fmla="*/ 228600 w 228600"/>
              <a:gd name="connsiteY2" fmla="*/ 54674 h 227266"/>
              <a:gd name="connsiteX3" fmla="*/ 228600 w 228600"/>
              <a:gd name="connsiteY3" fmla="*/ 0 h 227266"/>
              <a:gd name="connsiteX4" fmla="*/ 173926 w 228600"/>
              <a:gd name="connsiteY4" fmla="*/ 0 h 227266"/>
              <a:gd name="connsiteX5" fmla="*/ 173926 w 228600"/>
              <a:gd name="connsiteY5" fmla="*/ 48387 h 227266"/>
              <a:gd name="connsiteX6" fmla="*/ 115729 w 228600"/>
              <a:gd name="connsiteY6" fmla="*/ 102584 h 227266"/>
              <a:gd name="connsiteX7" fmla="*/ 67151 w 228600"/>
              <a:gd name="connsiteY7" fmla="*/ 102584 h 227266"/>
              <a:gd name="connsiteX8" fmla="*/ 67151 w 228600"/>
              <a:gd name="connsiteY8" fmla="*/ 54674 h 227266"/>
              <a:gd name="connsiteX9" fmla="*/ 91059 w 228600"/>
              <a:gd name="connsiteY9" fmla="*/ 54674 h 227266"/>
              <a:gd name="connsiteX10" fmla="*/ 91059 w 228600"/>
              <a:gd name="connsiteY10" fmla="*/ 0 h 227266"/>
              <a:gd name="connsiteX11" fmla="*/ 36385 w 228600"/>
              <a:gd name="connsiteY11" fmla="*/ 0 h 227266"/>
              <a:gd name="connsiteX12" fmla="*/ 36385 w 228600"/>
              <a:gd name="connsiteY12" fmla="*/ 54674 h 227266"/>
              <a:gd name="connsiteX13" fmla="*/ 57626 w 228600"/>
              <a:gd name="connsiteY13" fmla="*/ 54674 h 227266"/>
              <a:gd name="connsiteX14" fmla="*/ 57626 w 228600"/>
              <a:gd name="connsiteY14" fmla="*/ 102584 h 227266"/>
              <a:gd name="connsiteX15" fmla="*/ 0 w 228600"/>
              <a:gd name="connsiteY15" fmla="*/ 102584 h 227266"/>
              <a:gd name="connsiteX16" fmla="*/ 0 w 228600"/>
              <a:gd name="connsiteY16" fmla="*/ 227267 h 227266"/>
              <a:gd name="connsiteX17" fmla="*/ 124682 w 228600"/>
              <a:gd name="connsiteY17" fmla="*/ 227267 h 227266"/>
              <a:gd name="connsiteX18" fmla="*/ 124682 w 228600"/>
              <a:gd name="connsiteY18" fmla="*/ 166307 h 227266"/>
              <a:gd name="connsiteX19" fmla="*/ 173926 w 228600"/>
              <a:gd name="connsiteY19" fmla="*/ 166307 h 227266"/>
              <a:gd name="connsiteX20" fmla="*/ 173926 w 228600"/>
              <a:gd name="connsiteY20" fmla="*/ 187547 h 227266"/>
              <a:gd name="connsiteX21" fmla="*/ 228600 w 228600"/>
              <a:gd name="connsiteY21" fmla="*/ 187547 h 227266"/>
              <a:gd name="connsiteX22" fmla="*/ 228600 w 228600"/>
              <a:gd name="connsiteY22" fmla="*/ 132874 h 227266"/>
              <a:gd name="connsiteX23" fmla="*/ 173926 w 228600"/>
              <a:gd name="connsiteY23" fmla="*/ 132874 h 227266"/>
              <a:gd name="connsiteX24" fmla="*/ 173926 w 228600"/>
              <a:gd name="connsiteY24" fmla="*/ 156782 h 227266"/>
              <a:gd name="connsiteX25" fmla="*/ 124682 w 228600"/>
              <a:gd name="connsiteY25" fmla="*/ 156782 h 227266"/>
              <a:gd name="connsiteX26" fmla="*/ 124682 w 228600"/>
              <a:gd name="connsiteY26" fmla="*/ 107156 h 227266"/>
              <a:gd name="connsiteX27" fmla="*/ 115157 w 228600"/>
              <a:gd name="connsiteY27" fmla="*/ 156782 h 227266"/>
              <a:gd name="connsiteX28" fmla="*/ 89630 w 228600"/>
              <a:gd name="connsiteY28" fmla="*/ 156782 h 227266"/>
              <a:gd name="connsiteX29" fmla="*/ 89630 w 228600"/>
              <a:gd name="connsiteY29" fmla="*/ 139732 h 227266"/>
              <a:gd name="connsiteX30" fmla="*/ 115157 w 228600"/>
              <a:gd name="connsiteY30" fmla="*/ 116014 h 227266"/>
              <a:gd name="connsiteX31" fmla="*/ 115157 w 228600"/>
              <a:gd name="connsiteY31" fmla="*/ 156782 h 227266"/>
              <a:gd name="connsiteX32" fmla="*/ 105442 w 228600"/>
              <a:gd name="connsiteY32" fmla="*/ 112014 h 227266"/>
              <a:gd name="connsiteX33" fmla="*/ 81629 w 228600"/>
              <a:gd name="connsiteY33" fmla="*/ 134207 h 227266"/>
              <a:gd name="connsiteX34" fmla="*/ 67056 w 228600"/>
              <a:gd name="connsiteY34" fmla="*/ 134207 h 227266"/>
              <a:gd name="connsiteX35" fmla="*/ 67056 w 228600"/>
              <a:gd name="connsiteY35" fmla="*/ 112014 h 227266"/>
              <a:gd name="connsiteX36" fmla="*/ 105442 w 228600"/>
              <a:gd name="connsiteY36" fmla="*/ 112014 h 227266"/>
              <a:gd name="connsiteX37" fmla="*/ 115157 w 228600"/>
              <a:gd name="connsiteY37" fmla="*/ 217742 h 227266"/>
              <a:gd name="connsiteX38" fmla="*/ 9430 w 228600"/>
              <a:gd name="connsiteY38" fmla="*/ 217742 h 227266"/>
              <a:gd name="connsiteX39" fmla="*/ 9430 w 228600"/>
              <a:gd name="connsiteY39" fmla="*/ 112109 h 227266"/>
              <a:gd name="connsiteX40" fmla="*/ 57531 w 228600"/>
              <a:gd name="connsiteY40" fmla="*/ 112109 h 227266"/>
              <a:gd name="connsiteX41" fmla="*/ 57531 w 228600"/>
              <a:gd name="connsiteY41" fmla="*/ 134303 h 227266"/>
              <a:gd name="connsiteX42" fmla="*/ 34957 w 228600"/>
              <a:gd name="connsiteY42" fmla="*/ 134303 h 227266"/>
              <a:gd name="connsiteX43" fmla="*/ 34957 w 228600"/>
              <a:gd name="connsiteY43" fmla="*/ 188976 h 227266"/>
              <a:gd name="connsiteX44" fmla="*/ 89630 w 228600"/>
              <a:gd name="connsiteY44" fmla="*/ 188976 h 227266"/>
              <a:gd name="connsiteX45" fmla="*/ 89630 w 228600"/>
              <a:gd name="connsiteY45" fmla="*/ 166402 h 227266"/>
              <a:gd name="connsiteX46" fmla="*/ 115157 w 228600"/>
              <a:gd name="connsiteY46" fmla="*/ 166402 h 227266"/>
              <a:gd name="connsiteX47" fmla="*/ 115157 w 228600"/>
              <a:gd name="connsiteY47" fmla="*/ 217742 h 2272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228600" h="227266">
                <a:moveTo>
                  <a:pt x="124682" y="107156"/>
                </a:moveTo>
                <a:lnTo>
                  <a:pt x="181070" y="54674"/>
                </a:lnTo>
                <a:lnTo>
                  <a:pt x="228600" y="54674"/>
                </a:lnTo>
                <a:lnTo>
                  <a:pt x="228600" y="0"/>
                </a:lnTo>
                <a:lnTo>
                  <a:pt x="173926" y="0"/>
                </a:lnTo>
                <a:lnTo>
                  <a:pt x="173926" y="48387"/>
                </a:lnTo>
                <a:lnTo>
                  <a:pt x="115729" y="102584"/>
                </a:lnTo>
                <a:lnTo>
                  <a:pt x="67151" y="102584"/>
                </a:lnTo>
                <a:lnTo>
                  <a:pt x="67151" y="54674"/>
                </a:lnTo>
                <a:lnTo>
                  <a:pt x="91059" y="54674"/>
                </a:lnTo>
                <a:lnTo>
                  <a:pt x="91059" y="0"/>
                </a:lnTo>
                <a:lnTo>
                  <a:pt x="36385" y="0"/>
                </a:lnTo>
                <a:lnTo>
                  <a:pt x="36385" y="54674"/>
                </a:lnTo>
                <a:lnTo>
                  <a:pt x="57626" y="54674"/>
                </a:lnTo>
                <a:lnTo>
                  <a:pt x="57626" y="102584"/>
                </a:lnTo>
                <a:lnTo>
                  <a:pt x="0" y="102584"/>
                </a:lnTo>
                <a:lnTo>
                  <a:pt x="0" y="227267"/>
                </a:lnTo>
                <a:lnTo>
                  <a:pt x="124682" y="227267"/>
                </a:lnTo>
                <a:lnTo>
                  <a:pt x="124682" y="166307"/>
                </a:lnTo>
                <a:lnTo>
                  <a:pt x="173926" y="166307"/>
                </a:lnTo>
                <a:lnTo>
                  <a:pt x="173926" y="187547"/>
                </a:lnTo>
                <a:lnTo>
                  <a:pt x="228600" y="187547"/>
                </a:lnTo>
                <a:lnTo>
                  <a:pt x="228600" y="132874"/>
                </a:lnTo>
                <a:lnTo>
                  <a:pt x="173926" y="132874"/>
                </a:lnTo>
                <a:lnTo>
                  <a:pt x="173926" y="156782"/>
                </a:lnTo>
                <a:lnTo>
                  <a:pt x="124682" y="156782"/>
                </a:lnTo>
                <a:lnTo>
                  <a:pt x="124682" y="107156"/>
                </a:lnTo>
                <a:close/>
                <a:moveTo>
                  <a:pt x="115157" y="156782"/>
                </a:moveTo>
                <a:lnTo>
                  <a:pt x="89630" y="156782"/>
                </a:lnTo>
                <a:lnTo>
                  <a:pt x="89630" y="139732"/>
                </a:lnTo>
                <a:lnTo>
                  <a:pt x="115157" y="116014"/>
                </a:lnTo>
                <a:lnTo>
                  <a:pt x="115157" y="156782"/>
                </a:lnTo>
                <a:close/>
                <a:moveTo>
                  <a:pt x="105442" y="112014"/>
                </a:moveTo>
                <a:lnTo>
                  <a:pt x="81629" y="134207"/>
                </a:lnTo>
                <a:lnTo>
                  <a:pt x="67056" y="134207"/>
                </a:lnTo>
                <a:lnTo>
                  <a:pt x="67056" y="112014"/>
                </a:lnTo>
                <a:lnTo>
                  <a:pt x="105442" y="112014"/>
                </a:lnTo>
                <a:close/>
                <a:moveTo>
                  <a:pt x="115157" y="217742"/>
                </a:moveTo>
                <a:lnTo>
                  <a:pt x="9430" y="217742"/>
                </a:lnTo>
                <a:lnTo>
                  <a:pt x="9430" y="112109"/>
                </a:lnTo>
                <a:lnTo>
                  <a:pt x="57531" y="112109"/>
                </a:lnTo>
                <a:lnTo>
                  <a:pt x="57531" y="134303"/>
                </a:lnTo>
                <a:lnTo>
                  <a:pt x="34957" y="134303"/>
                </a:lnTo>
                <a:lnTo>
                  <a:pt x="34957" y="188976"/>
                </a:lnTo>
                <a:lnTo>
                  <a:pt x="89630" y="188976"/>
                </a:lnTo>
                <a:lnTo>
                  <a:pt x="89630" y="166402"/>
                </a:lnTo>
                <a:lnTo>
                  <a:pt x="115157" y="166402"/>
                </a:lnTo>
                <a:lnTo>
                  <a:pt x="115157" y="217742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04" name="Freeform: Shape 803">
            <a:extLst>
              <a:ext uri="{FF2B5EF4-FFF2-40B4-BE49-F238E27FC236}">
                <a16:creationId xmlns:a16="http://schemas.microsoft.com/office/drawing/2014/main" id="{3435F89F-DC5B-46A7-8F0A-2D3066CBF4E5}"/>
              </a:ext>
            </a:extLst>
          </p:cNvPr>
          <p:cNvSpPr/>
          <p:nvPr/>
        </p:nvSpPr>
        <p:spPr>
          <a:xfrm>
            <a:off x="4397372" y="4730447"/>
            <a:ext cx="255650" cy="257270"/>
          </a:xfrm>
          <a:custGeom>
            <a:avLst/>
            <a:gdLst>
              <a:gd name="connsiteX0" fmla="*/ 252317 w 255650"/>
              <a:gd name="connsiteY0" fmla="*/ 216884 h 257270"/>
              <a:gd name="connsiteX1" fmla="*/ 248793 w 255650"/>
              <a:gd name="connsiteY1" fmla="*/ 216122 h 257270"/>
              <a:gd name="connsiteX2" fmla="*/ 246126 w 255650"/>
              <a:gd name="connsiteY2" fmla="*/ 208883 h 257270"/>
              <a:gd name="connsiteX3" fmla="*/ 249745 w 255650"/>
              <a:gd name="connsiteY3" fmla="*/ 202597 h 257270"/>
              <a:gd name="connsiteX4" fmla="*/ 245840 w 255650"/>
              <a:gd name="connsiteY4" fmla="*/ 198882 h 257270"/>
              <a:gd name="connsiteX5" fmla="*/ 241840 w 255650"/>
              <a:gd name="connsiteY5" fmla="*/ 195358 h 257270"/>
              <a:gd name="connsiteX6" fmla="*/ 238792 w 255650"/>
              <a:gd name="connsiteY6" fmla="*/ 197072 h 257270"/>
              <a:gd name="connsiteX7" fmla="*/ 235648 w 255650"/>
              <a:gd name="connsiteY7" fmla="*/ 198692 h 257270"/>
              <a:gd name="connsiteX8" fmla="*/ 232410 w 255650"/>
              <a:gd name="connsiteY8" fmla="*/ 197072 h 257270"/>
              <a:gd name="connsiteX9" fmla="*/ 228981 w 255650"/>
              <a:gd name="connsiteY9" fmla="*/ 195739 h 257270"/>
              <a:gd name="connsiteX10" fmla="*/ 226981 w 255650"/>
              <a:gd name="connsiteY10" fmla="*/ 188785 h 257270"/>
              <a:gd name="connsiteX11" fmla="*/ 216503 w 255650"/>
              <a:gd name="connsiteY11" fmla="*/ 188785 h 257270"/>
              <a:gd name="connsiteX12" fmla="*/ 215551 w 255650"/>
              <a:gd name="connsiteY12" fmla="*/ 192405 h 257270"/>
              <a:gd name="connsiteX13" fmla="*/ 214598 w 255650"/>
              <a:gd name="connsiteY13" fmla="*/ 196120 h 257270"/>
              <a:gd name="connsiteX14" fmla="*/ 207740 w 255650"/>
              <a:gd name="connsiteY14" fmla="*/ 198692 h 257270"/>
              <a:gd name="connsiteX15" fmla="*/ 201454 w 255650"/>
              <a:gd name="connsiteY15" fmla="*/ 195072 h 257270"/>
              <a:gd name="connsiteX16" fmla="*/ 193834 w 255650"/>
              <a:gd name="connsiteY16" fmla="*/ 202978 h 257270"/>
              <a:gd name="connsiteX17" fmla="*/ 197453 w 255650"/>
              <a:gd name="connsiteY17" fmla="*/ 208979 h 257270"/>
              <a:gd name="connsiteX18" fmla="*/ 195739 w 255650"/>
              <a:gd name="connsiteY18" fmla="*/ 212408 h 257270"/>
              <a:gd name="connsiteX19" fmla="*/ 194119 w 255650"/>
              <a:gd name="connsiteY19" fmla="*/ 215837 h 257270"/>
              <a:gd name="connsiteX20" fmla="*/ 190786 w 255650"/>
              <a:gd name="connsiteY20" fmla="*/ 216598 h 257270"/>
              <a:gd name="connsiteX21" fmla="*/ 187547 w 255650"/>
              <a:gd name="connsiteY21" fmla="*/ 217456 h 257270"/>
              <a:gd name="connsiteX22" fmla="*/ 187547 w 255650"/>
              <a:gd name="connsiteY22" fmla="*/ 228314 h 257270"/>
              <a:gd name="connsiteX23" fmla="*/ 190881 w 255650"/>
              <a:gd name="connsiteY23" fmla="*/ 229171 h 257270"/>
              <a:gd name="connsiteX24" fmla="*/ 194405 w 255650"/>
              <a:gd name="connsiteY24" fmla="*/ 229934 h 257270"/>
              <a:gd name="connsiteX25" fmla="*/ 195548 w 255650"/>
              <a:gd name="connsiteY25" fmla="*/ 233743 h 257270"/>
              <a:gd name="connsiteX26" fmla="*/ 197072 w 255650"/>
              <a:gd name="connsiteY26" fmla="*/ 237172 h 257270"/>
              <a:gd name="connsiteX27" fmla="*/ 193738 w 255650"/>
              <a:gd name="connsiteY27" fmla="*/ 243459 h 257270"/>
              <a:gd name="connsiteX28" fmla="*/ 201359 w 255650"/>
              <a:gd name="connsiteY28" fmla="*/ 250698 h 257270"/>
              <a:gd name="connsiteX29" fmla="*/ 204406 w 255650"/>
              <a:gd name="connsiteY29" fmla="*/ 248984 h 257270"/>
              <a:gd name="connsiteX30" fmla="*/ 207645 w 255650"/>
              <a:gd name="connsiteY30" fmla="*/ 247364 h 257270"/>
              <a:gd name="connsiteX31" fmla="*/ 214217 w 255650"/>
              <a:gd name="connsiteY31" fmla="*/ 250317 h 257270"/>
              <a:gd name="connsiteX32" fmla="*/ 215170 w 255650"/>
              <a:gd name="connsiteY32" fmla="*/ 253841 h 257270"/>
              <a:gd name="connsiteX33" fmla="*/ 216217 w 255650"/>
              <a:gd name="connsiteY33" fmla="*/ 257270 h 257270"/>
              <a:gd name="connsiteX34" fmla="*/ 226695 w 255650"/>
              <a:gd name="connsiteY34" fmla="*/ 257270 h 257270"/>
              <a:gd name="connsiteX35" fmla="*/ 227838 w 255650"/>
              <a:gd name="connsiteY35" fmla="*/ 253555 h 257270"/>
              <a:gd name="connsiteX36" fmla="*/ 229076 w 255650"/>
              <a:gd name="connsiteY36" fmla="*/ 249936 h 257270"/>
              <a:gd name="connsiteX37" fmla="*/ 235648 w 255650"/>
              <a:gd name="connsiteY37" fmla="*/ 247269 h 257270"/>
              <a:gd name="connsiteX38" fmla="*/ 241935 w 255650"/>
              <a:gd name="connsiteY38" fmla="*/ 250888 h 257270"/>
              <a:gd name="connsiteX39" fmla="*/ 249460 w 255650"/>
              <a:gd name="connsiteY39" fmla="*/ 243078 h 257270"/>
              <a:gd name="connsiteX40" fmla="*/ 247555 w 255650"/>
              <a:gd name="connsiteY40" fmla="*/ 240125 h 257270"/>
              <a:gd name="connsiteX41" fmla="*/ 245840 w 255650"/>
              <a:gd name="connsiteY41" fmla="*/ 237077 h 257270"/>
              <a:gd name="connsiteX42" fmla="*/ 247555 w 255650"/>
              <a:gd name="connsiteY42" fmla="*/ 233743 h 257270"/>
              <a:gd name="connsiteX43" fmla="*/ 249079 w 255650"/>
              <a:gd name="connsiteY43" fmla="*/ 230219 h 257270"/>
              <a:gd name="connsiteX44" fmla="*/ 252413 w 255650"/>
              <a:gd name="connsiteY44" fmla="*/ 229457 h 257270"/>
              <a:gd name="connsiteX45" fmla="*/ 255651 w 255650"/>
              <a:gd name="connsiteY45" fmla="*/ 228505 h 257270"/>
              <a:gd name="connsiteX46" fmla="*/ 255651 w 255650"/>
              <a:gd name="connsiteY46" fmla="*/ 217646 h 257270"/>
              <a:gd name="connsiteX47" fmla="*/ 252317 w 255650"/>
              <a:gd name="connsiteY47" fmla="*/ 216884 h 257270"/>
              <a:gd name="connsiteX48" fmla="*/ 240601 w 255650"/>
              <a:gd name="connsiteY48" fmla="*/ 233172 h 257270"/>
              <a:gd name="connsiteX49" fmla="*/ 228219 w 255650"/>
              <a:gd name="connsiteY49" fmla="*/ 243173 h 257270"/>
              <a:gd name="connsiteX50" fmla="*/ 211360 w 255650"/>
              <a:gd name="connsiteY50" fmla="*/ 241745 h 257270"/>
              <a:gd name="connsiteX51" fmla="*/ 202597 w 255650"/>
              <a:gd name="connsiteY51" fmla="*/ 231934 h 257270"/>
              <a:gd name="connsiteX52" fmla="*/ 201168 w 255650"/>
              <a:gd name="connsiteY52" fmla="*/ 219075 h 257270"/>
              <a:gd name="connsiteX53" fmla="*/ 207073 w 255650"/>
              <a:gd name="connsiteY53" fmla="*/ 207645 h 257270"/>
              <a:gd name="connsiteX54" fmla="*/ 220313 w 255650"/>
              <a:gd name="connsiteY54" fmla="*/ 201930 h 257270"/>
              <a:gd name="connsiteX55" fmla="*/ 230981 w 255650"/>
              <a:gd name="connsiteY55" fmla="*/ 204025 h 257270"/>
              <a:gd name="connsiteX56" fmla="*/ 239363 w 255650"/>
              <a:gd name="connsiteY56" fmla="*/ 210884 h 257270"/>
              <a:gd name="connsiteX57" fmla="*/ 243268 w 255650"/>
              <a:gd name="connsiteY57" fmla="*/ 221075 h 257270"/>
              <a:gd name="connsiteX58" fmla="*/ 240601 w 255650"/>
              <a:gd name="connsiteY58" fmla="*/ 233172 h 257270"/>
              <a:gd name="connsiteX59" fmla="*/ 9620 w 255650"/>
              <a:gd name="connsiteY59" fmla="*/ 9620 h 257270"/>
              <a:gd name="connsiteX60" fmla="*/ 219075 w 255650"/>
              <a:gd name="connsiteY60" fmla="*/ 9620 h 257270"/>
              <a:gd name="connsiteX61" fmla="*/ 219075 w 255650"/>
              <a:gd name="connsiteY61" fmla="*/ 174308 h 257270"/>
              <a:gd name="connsiteX62" fmla="*/ 228600 w 255650"/>
              <a:gd name="connsiteY62" fmla="*/ 174308 h 257270"/>
              <a:gd name="connsiteX63" fmla="*/ 228600 w 255650"/>
              <a:gd name="connsiteY63" fmla="*/ 0 h 257270"/>
              <a:gd name="connsiteX64" fmla="*/ 0 w 255650"/>
              <a:gd name="connsiteY64" fmla="*/ 0 h 257270"/>
              <a:gd name="connsiteX65" fmla="*/ 0 w 255650"/>
              <a:gd name="connsiteY65" fmla="*/ 228314 h 257270"/>
              <a:gd name="connsiteX66" fmla="*/ 173355 w 255650"/>
              <a:gd name="connsiteY66" fmla="*/ 228314 h 257270"/>
              <a:gd name="connsiteX67" fmla="*/ 173355 w 255650"/>
              <a:gd name="connsiteY67" fmla="*/ 218694 h 257270"/>
              <a:gd name="connsiteX68" fmla="*/ 9620 w 255650"/>
              <a:gd name="connsiteY68" fmla="*/ 218694 h 257270"/>
              <a:gd name="connsiteX69" fmla="*/ 9620 w 255650"/>
              <a:gd name="connsiteY69" fmla="*/ 9620 h 257270"/>
              <a:gd name="connsiteX70" fmla="*/ 95155 w 255650"/>
              <a:gd name="connsiteY70" fmla="*/ 111728 h 257270"/>
              <a:gd name="connsiteX71" fmla="*/ 115252 w 255650"/>
              <a:gd name="connsiteY71" fmla="*/ 132017 h 257270"/>
              <a:gd name="connsiteX72" fmla="*/ 135255 w 255650"/>
              <a:gd name="connsiteY72" fmla="*/ 111728 h 257270"/>
              <a:gd name="connsiteX73" fmla="*/ 115252 w 255650"/>
              <a:gd name="connsiteY73" fmla="*/ 91440 h 257270"/>
              <a:gd name="connsiteX74" fmla="*/ 95155 w 255650"/>
              <a:gd name="connsiteY74" fmla="*/ 111728 h 257270"/>
              <a:gd name="connsiteX75" fmla="*/ 130778 w 255650"/>
              <a:gd name="connsiteY75" fmla="*/ 111728 h 257270"/>
              <a:gd name="connsiteX76" fmla="*/ 115252 w 255650"/>
              <a:gd name="connsiteY76" fmla="*/ 127921 h 257270"/>
              <a:gd name="connsiteX77" fmla="*/ 99631 w 255650"/>
              <a:gd name="connsiteY77" fmla="*/ 111728 h 257270"/>
              <a:gd name="connsiteX78" fmla="*/ 115252 w 255650"/>
              <a:gd name="connsiteY78" fmla="*/ 95536 h 257270"/>
              <a:gd name="connsiteX79" fmla="*/ 130778 w 255650"/>
              <a:gd name="connsiteY79" fmla="*/ 111728 h 257270"/>
              <a:gd name="connsiteX80" fmla="*/ 189547 w 255650"/>
              <a:gd name="connsiteY80" fmla="*/ 128302 h 257270"/>
              <a:gd name="connsiteX81" fmla="*/ 179546 w 255650"/>
              <a:gd name="connsiteY81" fmla="*/ 124587 h 257270"/>
              <a:gd name="connsiteX82" fmla="*/ 177355 w 255650"/>
              <a:gd name="connsiteY82" fmla="*/ 127730 h 257270"/>
              <a:gd name="connsiteX83" fmla="*/ 189547 w 255650"/>
              <a:gd name="connsiteY83" fmla="*/ 132112 h 257270"/>
              <a:gd name="connsiteX84" fmla="*/ 200311 w 255650"/>
              <a:gd name="connsiteY84" fmla="*/ 123158 h 257270"/>
              <a:gd name="connsiteX85" fmla="*/ 190690 w 255650"/>
              <a:gd name="connsiteY85" fmla="*/ 114491 h 257270"/>
              <a:gd name="connsiteX86" fmla="*/ 183070 w 255650"/>
              <a:gd name="connsiteY86" fmla="*/ 109347 h 257270"/>
              <a:gd name="connsiteX87" fmla="*/ 189166 w 255650"/>
              <a:gd name="connsiteY87" fmla="*/ 104966 h 257270"/>
              <a:gd name="connsiteX88" fmla="*/ 197644 w 255650"/>
              <a:gd name="connsiteY88" fmla="*/ 107728 h 257270"/>
              <a:gd name="connsiteX89" fmla="*/ 199739 w 255650"/>
              <a:gd name="connsiteY89" fmla="*/ 104394 h 257270"/>
              <a:gd name="connsiteX90" fmla="*/ 189166 w 255650"/>
              <a:gd name="connsiteY90" fmla="*/ 101060 h 257270"/>
              <a:gd name="connsiteX91" fmla="*/ 178879 w 255650"/>
              <a:gd name="connsiteY91" fmla="*/ 109728 h 257270"/>
              <a:gd name="connsiteX92" fmla="*/ 188785 w 255650"/>
              <a:gd name="connsiteY92" fmla="*/ 118110 h 257270"/>
              <a:gd name="connsiteX93" fmla="*/ 196215 w 255650"/>
              <a:gd name="connsiteY93" fmla="*/ 123444 h 257270"/>
              <a:gd name="connsiteX94" fmla="*/ 189547 w 255650"/>
              <a:gd name="connsiteY94" fmla="*/ 128302 h 257270"/>
              <a:gd name="connsiteX95" fmla="*/ 29242 w 255650"/>
              <a:gd name="connsiteY95" fmla="*/ 101917 h 257270"/>
              <a:gd name="connsiteX96" fmla="*/ 24479 w 255650"/>
              <a:gd name="connsiteY96" fmla="*/ 101917 h 257270"/>
              <a:gd name="connsiteX97" fmla="*/ 37052 w 255650"/>
              <a:gd name="connsiteY97" fmla="*/ 131445 h 257270"/>
              <a:gd name="connsiteX98" fmla="*/ 41148 w 255650"/>
              <a:gd name="connsiteY98" fmla="*/ 131445 h 257270"/>
              <a:gd name="connsiteX99" fmla="*/ 53530 w 255650"/>
              <a:gd name="connsiteY99" fmla="*/ 101917 h 257270"/>
              <a:gd name="connsiteX100" fmla="*/ 48768 w 255650"/>
              <a:gd name="connsiteY100" fmla="*/ 101917 h 257270"/>
              <a:gd name="connsiteX101" fmla="*/ 39148 w 255650"/>
              <a:gd name="connsiteY101" fmla="*/ 126397 h 257270"/>
              <a:gd name="connsiteX102" fmla="*/ 29242 w 255650"/>
              <a:gd name="connsiteY102" fmla="*/ 101917 h 257270"/>
              <a:gd name="connsiteX103" fmla="*/ 89916 w 255650"/>
              <a:gd name="connsiteY103" fmla="*/ 104775 h 257270"/>
              <a:gd name="connsiteX104" fmla="*/ 75438 w 255650"/>
              <a:gd name="connsiteY104" fmla="*/ 92202 h 257270"/>
              <a:gd name="connsiteX105" fmla="*/ 59531 w 255650"/>
              <a:gd name="connsiteY105" fmla="*/ 92202 h 257270"/>
              <a:gd name="connsiteX106" fmla="*/ 59531 w 255650"/>
              <a:gd name="connsiteY106" fmla="*/ 131445 h 257270"/>
              <a:gd name="connsiteX107" fmla="*/ 64008 w 255650"/>
              <a:gd name="connsiteY107" fmla="*/ 131445 h 257270"/>
              <a:gd name="connsiteX108" fmla="*/ 64008 w 255650"/>
              <a:gd name="connsiteY108" fmla="*/ 117348 h 257270"/>
              <a:gd name="connsiteX109" fmla="*/ 74390 w 255650"/>
              <a:gd name="connsiteY109" fmla="*/ 117348 h 257270"/>
              <a:gd name="connsiteX110" fmla="*/ 84296 w 255650"/>
              <a:gd name="connsiteY110" fmla="*/ 131445 h 257270"/>
              <a:gd name="connsiteX111" fmla="*/ 89344 w 255650"/>
              <a:gd name="connsiteY111" fmla="*/ 131445 h 257270"/>
              <a:gd name="connsiteX112" fmla="*/ 79153 w 255650"/>
              <a:gd name="connsiteY112" fmla="*/ 116967 h 257270"/>
              <a:gd name="connsiteX113" fmla="*/ 89916 w 255650"/>
              <a:gd name="connsiteY113" fmla="*/ 104775 h 257270"/>
              <a:gd name="connsiteX114" fmla="*/ 74676 w 255650"/>
              <a:gd name="connsiteY114" fmla="*/ 113062 h 257270"/>
              <a:gd name="connsiteX115" fmla="*/ 64008 w 255650"/>
              <a:gd name="connsiteY115" fmla="*/ 113062 h 257270"/>
              <a:gd name="connsiteX116" fmla="*/ 64008 w 255650"/>
              <a:gd name="connsiteY116" fmla="*/ 96393 h 257270"/>
              <a:gd name="connsiteX117" fmla="*/ 74676 w 255650"/>
              <a:gd name="connsiteY117" fmla="*/ 96393 h 257270"/>
              <a:gd name="connsiteX118" fmla="*/ 85439 w 255650"/>
              <a:gd name="connsiteY118" fmla="*/ 104775 h 257270"/>
              <a:gd name="connsiteX119" fmla="*/ 74676 w 255650"/>
              <a:gd name="connsiteY119" fmla="*/ 113062 h 257270"/>
              <a:gd name="connsiteX120" fmla="*/ 143065 w 255650"/>
              <a:gd name="connsiteY120" fmla="*/ 101917 h 257270"/>
              <a:gd name="connsiteX121" fmla="*/ 143065 w 255650"/>
              <a:gd name="connsiteY121" fmla="*/ 141256 h 257270"/>
              <a:gd name="connsiteX122" fmla="*/ 147352 w 255650"/>
              <a:gd name="connsiteY122" fmla="*/ 141256 h 257270"/>
              <a:gd name="connsiteX123" fmla="*/ 147352 w 255650"/>
              <a:gd name="connsiteY123" fmla="*/ 125921 h 257270"/>
              <a:gd name="connsiteX124" fmla="*/ 158115 w 255650"/>
              <a:gd name="connsiteY124" fmla="*/ 132112 h 257270"/>
              <a:gd name="connsiteX125" fmla="*/ 171736 w 255650"/>
              <a:gd name="connsiteY125" fmla="*/ 116586 h 257270"/>
              <a:gd name="connsiteX126" fmla="*/ 158115 w 255650"/>
              <a:gd name="connsiteY126" fmla="*/ 101155 h 257270"/>
              <a:gd name="connsiteX127" fmla="*/ 147352 w 255650"/>
              <a:gd name="connsiteY127" fmla="*/ 107347 h 257270"/>
              <a:gd name="connsiteX128" fmla="*/ 147352 w 255650"/>
              <a:gd name="connsiteY128" fmla="*/ 101822 h 257270"/>
              <a:gd name="connsiteX129" fmla="*/ 143065 w 255650"/>
              <a:gd name="connsiteY129" fmla="*/ 101822 h 257270"/>
              <a:gd name="connsiteX130" fmla="*/ 157258 w 255650"/>
              <a:gd name="connsiteY130" fmla="*/ 104966 h 257270"/>
              <a:gd name="connsiteX131" fmla="*/ 167164 w 255650"/>
              <a:gd name="connsiteY131" fmla="*/ 116586 h 257270"/>
              <a:gd name="connsiteX132" fmla="*/ 157258 w 255650"/>
              <a:gd name="connsiteY132" fmla="*/ 128206 h 257270"/>
              <a:gd name="connsiteX133" fmla="*/ 147352 w 255650"/>
              <a:gd name="connsiteY133" fmla="*/ 116586 h 257270"/>
              <a:gd name="connsiteX134" fmla="*/ 157258 w 255650"/>
              <a:gd name="connsiteY134" fmla="*/ 104966 h 257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</a:cxnLst>
            <a:rect l="l" t="t" r="r" b="b"/>
            <a:pathLst>
              <a:path w="255650" h="257270">
                <a:moveTo>
                  <a:pt x="252317" y="216884"/>
                </a:moveTo>
                <a:cubicBezTo>
                  <a:pt x="250984" y="216503"/>
                  <a:pt x="249745" y="216217"/>
                  <a:pt x="248793" y="216122"/>
                </a:cubicBezTo>
                <a:cubicBezTo>
                  <a:pt x="248888" y="216598"/>
                  <a:pt x="248031" y="214122"/>
                  <a:pt x="246126" y="208883"/>
                </a:cubicBezTo>
                <a:cubicBezTo>
                  <a:pt x="246983" y="207645"/>
                  <a:pt x="248221" y="205550"/>
                  <a:pt x="249745" y="202597"/>
                </a:cubicBezTo>
                <a:cubicBezTo>
                  <a:pt x="248984" y="201930"/>
                  <a:pt x="247650" y="200692"/>
                  <a:pt x="245840" y="198882"/>
                </a:cubicBezTo>
                <a:cubicBezTo>
                  <a:pt x="244316" y="197263"/>
                  <a:pt x="242983" y="196025"/>
                  <a:pt x="241840" y="195358"/>
                </a:cubicBezTo>
                <a:cubicBezTo>
                  <a:pt x="241268" y="195643"/>
                  <a:pt x="240220" y="196215"/>
                  <a:pt x="238792" y="197072"/>
                </a:cubicBezTo>
                <a:cubicBezTo>
                  <a:pt x="237553" y="197834"/>
                  <a:pt x="236506" y="198406"/>
                  <a:pt x="235648" y="198692"/>
                </a:cubicBezTo>
                <a:cubicBezTo>
                  <a:pt x="234982" y="198120"/>
                  <a:pt x="233839" y="197644"/>
                  <a:pt x="232410" y="197072"/>
                </a:cubicBezTo>
                <a:cubicBezTo>
                  <a:pt x="230600" y="196405"/>
                  <a:pt x="229457" y="195929"/>
                  <a:pt x="228981" y="195739"/>
                </a:cubicBezTo>
                <a:cubicBezTo>
                  <a:pt x="228028" y="192119"/>
                  <a:pt x="227362" y="189738"/>
                  <a:pt x="226981" y="188785"/>
                </a:cubicBezTo>
                <a:lnTo>
                  <a:pt x="216503" y="188785"/>
                </a:lnTo>
                <a:cubicBezTo>
                  <a:pt x="216217" y="189738"/>
                  <a:pt x="215932" y="190881"/>
                  <a:pt x="215551" y="192405"/>
                </a:cubicBezTo>
                <a:cubicBezTo>
                  <a:pt x="214979" y="194405"/>
                  <a:pt x="214693" y="195643"/>
                  <a:pt x="214598" y="196120"/>
                </a:cubicBezTo>
                <a:cubicBezTo>
                  <a:pt x="213931" y="196120"/>
                  <a:pt x="211645" y="196977"/>
                  <a:pt x="207740" y="198692"/>
                </a:cubicBezTo>
                <a:cubicBezTo>
                  <a:pt x="206311" y="197644"/>
                  <a:pt x="204216" y="196405"/>
                  <a:pt x="201454" y="195072"/>
                </a:cubicBezTo>
                <a:cubicBezTo>
                  <a:pt x="197072" y="199358"/>
                  <a:pt x="194500" y="202025"/>
                  <a:pt x="193834" y="202978"/>
                </a:cubicBezTo>
                <a:cubicBezTo>
                  <a:pt x="194596" y="203835"/>
                  <a:pt x="195834" y="205835"/>
                  <a:pt x="197453" y="208979"/>
                </a:cubicBezTo>
                <a:cubicBezTo>
                  <a:pt x="196977" y="209741"/>
                  <a:pt x="196405" y="210884"/>
                  <a:pt x="195739" y="212408"/>
                </a:cubicBezTo>
                <a:cubicBezTo>
                  <a:pt x="194977" y="214122"/>
                  <a:pt x="194500" y="215360"/>
                  <a:pt x="194119" y="215837"/>
                </a:cubicBezTo>
                <a:cubicBezTo>
                  <a:pt x="193167" y="215932"/>
                  <a:pt x="192119" y="216217"/>
                  <a:pt x="190786" y="216598"/>
                </a:cubicBezTo>
                <a:cubicBezTo>
                  <a:pt x="189166" y="217075"/>
                  <a:pt x="188119" y="217360"/>
                  <a:pt x="187547" y="217456"/>
                </a:cubicBezTo>
                <a:lnTo>
                  <a:pt x="187547" y="228314"/>
                </a:lnTo>
                <a:cubicBezTo>
                  <a:pt x="188214" y="228409"/>
                  <a:pt x="189357" y="228791"/>
                  <a:pt x="190881" y="229171"/>
                </a:cubicBezTo>
                <a:cubicBezTo>
                  <a:pt x="192310" y="229552"/>
                  <a:pt x="193453" y="229838"/>
                  <a:pt x="194405" y="229934"/>
                </a:cubicBezTo>
                <a:cubicBezTo>
                  <a:pt x="194596" y="231076"/>
                  <a:pt x="194977" y="232315"/>
                  <a:pt x="195548" y="233743"/>
                </a:cubicBezTo>
                <a:cubicBezTo>
                  <a:pt x="196405" y="235648"/>
                  <a:pt x="196882" y="236792"/>
                  <a:pt x="197072" y="237172"/>
                </a:cubicBezTo>
                <a:cubicBezTo>
                  <a:pt x="195072" y="240601"/>
                  <a:pt x="193929" y="242697"/>
                  <a:pt x="193738" y="243459"/>
                </a:cubicBezTo>
                <a:cubicBezTo>
                  <a:pt x="197834" y="247650"/>
                  <a:pt x="200406" y="250126"/>
                  <a:pt x="201359" y="250698"/>
                </a:cubicBezTo>
                <a:cubicBezTo>
                  <a:pt x="201930" y="250412"/>
                  <a:pt x="202978" y="249841"/>
                  <a:pt x="204406" y="248984"/>
                </a:cubicBezTo>
                <a:cubicBezTo>
                  <a:pt x="205645" y="248221"/>
                  <a:pt x="206692" y="247650"/>
                  <a:pt x="207645" y="247364"/>
                </a:cubicBezTo>
                <a:cubicBezTo>
                  <a:pt x="207835" y="247459"/>
                  <a:pt x="210026" y="248507"/>
                  <a:pt x="214217" y="250317"/>
                </a:cubicBezTo>
                <a:cubicBezTo>
                  <a:pt x="214503" y="250984"/>
                  <a:pt x="214789" y="252127"/>
                  <a:pt x="215170" y="253841"/>
                </a:cubicBezTo>
                <a:cubicBezTo>
                  <a:pt x="215551" y="255365"/>
                  <a:pt x="215836" y="256508"/>
                  <a:pt x="216217" y="257270"/>
                </a:cubicBezTo>
                <a:lnTo>
                  <a:pt x="226695" y="257270"/>
                </a:lnTo>
                <a:cubicBezTo>
                  <a:pt x="226981" y="256604"/>
                  <a:pt x="227362" y="255365"/>
                  <a:pt x="227838" y="253555"/>
                </a:cubicBezTo>
                <a:cubicBezTo>
                  <a:pt x="228219" y="251936"/>
                  <a:pt x="228600" y="250698"/>
                  <a:pt x="229076" y="249936"/>
                </a:cubicBezTo>
                <a:cubicBezTo>
                  <a:pt x="231172" y="249555"/>
                  <a:pt x="233363" y="248698"/>
                  <a:pt x="235648" y="247269"/>
                </a:cubicBezTo>
                <a:cubicBezTo>
                  <a:pt x="237649" y="248698"/>
                  <a:pt x="239744" y="249841"/>
                  <a:pt x="241935" y="250888"/>
                </a:cubicBezTo>
                <a:cubicBezTo>
                  <a:pt x="246316" y="246602"/>
                  <a:pt x="248793" y="243935"/>
                  <a:pt x="249460" y="243078"/>
                </a:cubicBezTo>
                <a:cubicBezTo>
                  <a:pt x="248888" y="242411"/>
                  <a:pt x="248317" y="241363"/>
                  <a:pt x="247555" y="240125"/>
                </a:cubicBezTo>
                <a:cubicBezTo>
                  <a:pt x="246602" y="238411"/>
                  <a:pt x="246031" y="237458"/>
                  <a:pt x="245840" y="237077"/>
                </a:cubicBezTo>
                <a:cubicBezTo>
                  <a:pt x="246412" y="236410"/>
                  <a:pt x="247078" y="235363"/>
                  <a:pt x="247555" y="233743"/>
                </a:cubicBezTo>
                <a:cubicBezTo>
                  <a:pt x="248221" y="231934"/>
                  <a:pt x="248698" y="230791"/>
                  <a:pt x="249079" y="230219"/>
                </a:cubicBezTo>
                <a:cubicBezTo>
                  <a:pt x="250031" y="230124"/>
                  <a:pt x="251079" y="229838"/>
                  <a:pt x="252413" y="229457"/>
                </a:cubicBezTo>
                <a:cubicBezTo>
                  <a:pt x="254032" y="228981"/>
                  <a:pt x="255079" y="228695"/>
                  <a:pt x="255651" y="228505"/>
                </a:cubicBezTo>
                <a:lnTo>
                  <a:pt x="255651" y="217646"/>
                </a:lnTo>
                <a:cubicBezTo>
                  <a:pt x="254984" y="217646"/>
                  <a:pt x="253936" y="217360"/>
                  <a:pt x="252317" y="216884"/>
                </a:cubicBezTo>
                <a:close/>
                <a:moveTo>
                  <a:pt x="240601" y="233172"/>
                </a:moveTo>
                <a:cubicBezTo>
                  <a:pt x="238030" y="238030"/>
                  <a:pt x="233934" y="241363"/>
                  <a:pt x="228219" y="243173"/>
                </a:cubicBezTo>
                <a:cubicBezTo>
                  <a:pt x="222218" y="245078"/>
                  <a:pt x="216598" y="244602"/>
                  <a:pt x="211360" y="241745"/>
                </a:cubicBezTo>
                <a:cubicBezTo>
                  <a:pt x="207359" y="239554"/>
                  <a:pt x="204406" y="236315"/>
                  <a:pt x="202597" y="231934"/>
                </a:cubicBezTo>
                <a:cubicBezTo>
                  <a:pt x="200882" y="227838"/>
                  <a:pt x="200406" y="223552"/>
                  <a:pt x="201168" y="219075"/>
                </a:cubicBezTo>
                <a:cubicBezTo>
                  <a:pt x="201930" y="214503"/>
                  <a:pt x="203930" y="210693"/>
                  <a:pt x="207073" y="207645"/>
                </a:cubicBezTo>
                <a:cubicBezTo>
                  <a:pt x="210502" y="204311"/>
                  <a:pt x="214979" y="202406"/>
                  <a:pt x="220313" y="201930"/>
                </a:cubicBezTo>
                <a:cubicBezTo>
                  <a:pt x="223933" y="201644"/>
                  <a:pt x="227552" y="202311"/>
                  <a:pt x="230981" y="204025"/>
                </a:cubicBezTo>
                <a:cubicBezTo>
                  <a:pt x="234410" y="205645"/>
                  <a:pt x="237172" y="207931"/>
                  <a:pt x="239363" y="210884"/>
                </a:cubicBezTo>
                <a:cubicBezTo>
                  <a:pt x="241649" y="213931"/>
                  <a:pt x="242888" y="217360"/>
                  <a:pt x="243268" y="221075"/>
                </a:cubicBezTo>
                <a:cubicBezTo>
                  <a:pt x="243554" y="225171"/>
                  <a:pt x="242697" y="229171"/>
                  <a:pt x="240601" y="233172"/>
                </a:cubicBezTo>
                <a:close/>
                <a:moveTo>
                  <a:pt x="9620" y="9620"/>
                </a:moveTo>
                <a:lnTo>
                  <a:pt x="219075" y="9620"/>
                </a:lnTo>
                <a:lnTo>
                  <a:pt x="219075" y="174308"/>
                </a:lnTo>
                <a:lnTo>
                  <a:pt x="228600" y="174308"/>
                </a:lnTo>
                <a:lnTo>
                  <a:pt x="228600" y="0"/>
                </a:lnTo>
                <a:lnTo>
                  <a:pt x="0" y="0"/>
                </a:lnTo>
                <a:lnTo>
                  <a:pt x="0" y="228314"/>
                </a:lnTo>
                <a:lnTo>
                  <a:pt x="173355" y="228314"/>
                </a:lnTo>
                <a:lnTo>
                  <a:pt x="173355" y="218694"/>
                </a:lnTo>
                <a:lnTo>
                  <a:pt x="9620" y="218694"/>
                </a:lnTo>
                <a:lnTo>
                  <a:pt x="9620" y="9620"/>
                </a:lnTo>
                <a:close/>
                <a:moveTo>
                  <a:pt x="95155" y="111728"/>
                </a:moveTo>
                <a:cubicBezTo>
                  <a:pt x="95155" y="122777"/>
                  <a:pt x="104394" y="132017"/>
                  <a:pt x="115252" y="132017"/>
                </a:cubicBezTo>
                <a:cubicBezTo>
                  <a:pt x="126206" y="132017"/>
                  <a:pt x="135255" y="122682"/>
                  <a:pt x="135255" y="111728"/>
                </a:cubicBezTo>
                <a:cubicBezTo>
                  <a:pt x="135255" y="100679"/>
                  <a:pt x="126111" y="91440"/>
                  <a:pt x="115252" y="91440"/>
                </a:cubicBezTo>
                <a:cubicBezTo>
                  <a:pt x="104394" y="91440"/>
                  <a:pt x="95155" y="100775"/>
                  <a:pt x="95155" y="111728"/>
                </a:cubicBezTo>
                <a:close/>
                <a:moveTo>
                  <a:pt x="130778" y="111728"/>
                </a:moveTo>
                <a:cubicBezTo>
                  <a:pt x="130778" y="120491"/>
                  <a:pt x="123730" y="127921"/>
                  <a:pt x="115252" y="127921"/>
                </a:cubicBezTo>
                <a:cubicBezTo>
                  <a:pt x="106775" y="127921"/>
                  <a:pt x="99631" y="120491"/>
                  <a:pt x="99631" y="111728"/>
                </a:cubicBezTo>
                <a:cubicBezTo>
                  <a:pt x="99631" y="102965"/>
                  <a:pt x="106775" y="95536"/>
                  <a:pt x="115252" y="95536"/>
                </a:cubicBezTo>
                <a:cubicBezTo>
                  <a:pt x="123730" y="95536"/>
                  <a:pt x="130778" y="103060"/>
                  <a:pt x="130778" y="111728"/>
                </a:cubicBezTo>
                <a:close/>
                <a:moveTo>
                  <a:pt x="189547" y="128302"/>
                </a:moveTo>
                <a:cubicBezTo>
                  <a:pt x="186309" y="128302"/>
                  <a:pt x="182880" y="127063"/>
                  <a:pt x="179546" y="124587"/>
                </a:cubicBezTo>
                <a:lnTo>
                  <a:pt x="177355" y="127730"/>
                </a:lnTo>
                <a:cubicBezTo>
                  <a:pt x="180880" y="130588"/>
                  <a:pt x="185452" y="132112"/>
                  <a:pt x="189547" y="132112"/>
                </a:cubicBezTo>
                <a:cubicBezTo>
                  <a:pt x="195643" y="132112"/>
                  <a:pt x="200311" y="128588"/>
                  <a:pt x="200311" y="123158"/>
                </a:cubicBezTo>
                <a:cubicBezTo>
                  <a:pt x="200311" y="117538"/>
                  <a:pt x="195358" y="115919"/>
                  <a:pt x="190690" y="114491"/>
                </a:cubicBezTo>
                <a:cubicBezTo>
                  <a:pt x="185166" y="112681"/>
                  <a:pt x="183070" y="111919"/>
                  <a:pt x="183070" y="109347"/>
                </a:cubicBezTo>
                <a:cubicBezTo>
                  <a:pt x="183070" y="106489"/>
                  <a:pt x="185833" y="104966"/>
                  <a:pt x="189166" y="104966"/>
                </a:cubicBezTo>
                <a:cubicBezTo>
                  <a:pt x="191834" y="104966"/>
                  <a:pt x="194691" y="105918"/>
                  <a:pt x="197644" y="107728"/>
                </a:cubicBezTo>
                <a:lnTo>
                  <a:pt x="199739" y="104394"/>
                </a:lnTo>
                <a:cubicBezTo>
                  <a:pt x="196596" y="102298"/>
                  <a:pt x="192786" y="101060"/>
                  <a:pt x="189166" y="101060"/>
                </a:cubicBezTo>
                <a:cubicBezTo>
                  <a:pt x="183261" y="101060"/>
                  <a:pt x="178879" y="104394"/>
                  <a:pt x="178879" y="109728"/>
                </a:cubicBezTo>
                <a:cubicBezTo>
                  <a:pt x="178879" y="113919"/>
                  <a:pt x="181642" y="116110"/>
                  <a:pt x="188785" y="118110"/>
                </a:cubicBezTo>
                <a:cubicBezTo>
                  <a:pt x="192786" y="119253"/>
                  <a:pt x="196215" y="120301"/>
                  <a:pt x="196215" y="123444"/>
                </a:cubicBezTo>
                <a:cubicBezTo>
                  <a:pt x="196120" y="126397"/>
                  <a:pt x="193453" y="128302"/>
                  <a:pt x="189547" y="128302"/>
                </a:cubicBezTo>
                <a:close/>
                <a:moveTo>
                  <a:pt x="29242" y="101917"/>
                </a:moveTo>
                <a:lnTo>
                  <a:pt x="24479" y="101917"/>
                </a:lnTo>
                <a:lnTo>
                  <a:pt x="37052" y="131445"/>
                </a:lnTo>
                <a:lnTo>
                  <a:pt x="41148" y="131445"/>
                </a:lnTo>
                <a:lnTo>
                  <a:pt x="53530" y="101917"/>
                </a:lnTo>
                <a:lnTo>
                  <a:pt x="48768" y="101917"/>
                </a:lnTo>
                <a:lnTo>
                  <a:pt x="39148" y="126397"/>
                </a:lnTo>
                <a:lnTo>
                  <a:pt x="29242" y="101917"/>
                </a:lnTo>
                <a:close/>
                <a:moveTo>
                  <a:pt x="89916" y="104775"/>
                </a:moveTo>
                <a:cubicBezTo>
                  <a:pt x="89916" y="97441"/>
                  <a:pt x="83534" y="92202"/>
                  <a:pt x="75438" y="92202"/>
                </a:cubicBezTo>
                <a:lnTo>
                  <a:pt x="59531" y="92202"/>
                </a:lnTo>
                <a:lnTo>
                  <a:pt x="59531" y="131445"/>
                </a:lnTo>
                <a:lnTo>
                  <a:pt x="64008" y="131445"/>
                </a:lnTo>
                <a:lnTo>
                  <a:pt x="64008" y="117348"/>
                </a:lnTo>
                <a:lnTo>
                  <a:pt x="74390" y="117348"/>
                </a:lnTo>
                <a:lnTo>
                  <a:pt x="84296" y="131445"/>
                </a:lnTo>
                <a:lnTo>
                  <a:pt x="89344" y="131445"/>
                </a:lnTo>
                <a:lnTo>
                  <a:pt x="79153" y="116967"/>
                </a:lnTo>
                <a:cubicBezTo>
                  <a:pt x="85439" y="115538"/>
                  <a:pt x="89916" y="110871"/>
                  <a:pt x="89916" y="104775"/>
                </a:cubicBezTo>
                <a:close/>
                <a:moveTo>
                  <a:pt x="74676" y="113062"/>
                </a:moveTo>
                <a:lnTo>
                  <a:pt x="64008" y="113062"/>
                </a:lnTo>
                <a:lnTo>
                  <a:pt x="64008" y="96393"/>
                </a:lnTo>
                <a:lnTo>
                  <a:pt x="74676" y="96393"/>
                </a:lnTo>
                <a:cubicBezTo>
                  <a:pt x="81058" y="96393"/>
                  <a:pt x="85439" y="99441"/>
                  <a:pt x="85439" y="104775"/>
                </a:cubicBezTo>
                <a:cubicBezTo>
                  <a:pt x="85439" y="110109"/>
                  <a:pt x="81058" y="113062"/>
                  <a:pt x="74676" y="113062"/>
                </a:cubicBezTo>
                <a:close/>
                <a:moveTo>
                  <a:pt x="143065" y="101917"/>
                </a:moveTo>
                <a:lnTo>
                  <a:pt x="143065" y="141256"/>
                </a:lnTo>
                <a:lnTo>
                  <a:pt x="147352" y="141256"/>
                </a:lnTo>
                <a:lnTo>
                  <a:pt x="147352" y="125921"/>
                </a:lnTo>
                <a:cubicBezTo>
                  <a:pt x="149542" y="129826"/>
                  <a:pt x="153352" y="132112"/>
                  <a:pt x="158115" y="132112"/>
                </a:cubicBezTo>
                <a:cubicBezTo>
                  <a:pt x="165925" y="132112"/>
                  <a:pt x="171736" y="125730"/>
                  <a:pt x="171736" y="116586"/>
                </a:cubicBezTo>
                <a:cubicBezTo>
                  <a:pt x="171736" y="107537"/>
                  <a:pt x="165925" y="101155"/>
                  <a:pt x="158115" y="101155"/>
                </a:cubicBezTo>
                <a:cubicBezTo>
                  <a:pt x="153352" y="101155"/>
                  <a:pt x="149638" y="103537"/>
                  <a:pt x="147352" y="107347"/>
                </a:cubicBezTo>
                <a:lnTo>
                  <a:pt x="147352" y="101822"/>
                </a:lnTo>
                <a:lnTo>
                  <a:pt x="143065" y="101822"/>
                </a:lnTo>
                <a:close/>
                <a:moveTo>
                  <a:pt x="157258" y="104966"/>
                </a:moveTo>
                <a:cubicBezTo>
                  <a:pt x="163068" y="104966"/>
                  <a:pt x="167164" y="109728"/>
                  <a:pt x="167164" y="116586"/>
                </a:cubicBezTo>
                <a:cubicBezTo>
                  <a:pt x="167164" y="123349"/>
                  <a:pt x="163068" y="128206"/>
                  <a:pt x="157258" y="128206"/>
                </a:cubicBezTo>
                <a:cubicBezTo>
                  <a:pt x="151447" y="128206"/>
                  <a:pt x="147352" y="123349"/>
                  <a:pt x="147352" y="116586"/>
                </a:cubicBezTo>
                <a:cubicBezTo>
                  <a:pt x="147352" y="109823"/>
                  <a:pt x="151447" y="104966"/>
                  <a:pt x="157258" y="104966"/>
                </a:cubicBez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05" name="Freeform: Shape 804">
            <a:extLst>
              <a:ext uri="{FF2B5EF4-FFF2-40B4-BE49-F238E27FC236}">
                <a16:creationId xmlns:a16="http://schemas.microsoft.com/office/drawing/2014/main" id="{950C8DCE-3363-4AFC-9D9F-4AA32D0B4468}"/>
              </a:ext>
            </a:extLst>
          </p:cNvPr>
          <p:cNvSpPr/>
          <p:nvPr/>
        </p:nvSpPr>
        <p:spPr>
          <a:xfrm>
            <a:off x="623128" y="150447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/>
            </a:pathLst>
          </a:custGeom>
          <a:noFill/>
          <a:ln w="9525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806" name="Freeform: Shape 805">
            <a:extLst>
              <a:ext uri="{FF2B5EF4-FFF2-40B4-BE49-F238E27FC236}">
                <a16:creationId xmlns:a16="http://schemas.microsoft.com/office/drawing/2014/main" id="{FAEBA4D6-3B5B-4BAA-9C92-CB8618672BF7}"/>
              </a:ext>
            </a:extLst>
          </p:cNvPr>
          <p:cNvSpPr/>
          <p:nvPr/>
        </p:nvSpPr>
        <p:spPr>
          <a:xfrm>
            <a:off x="623128" y="150447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/>
            </a:pathLst>
          </a:custGeom>
          <a:noFill/>
          <a:ln w="9525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807" name="Freeform: Shape 806">
            <a:extLst>
              <a:ext uri="{FF2B5EF4-FFF2-40B4-BE49-F238E27FC236}">
                <a16:creationId xmlns:a16="http://schemas.microsoft.com/office/drawing/2014/main" id="{23C743A9-062F-4265-951C-151B6DF25421}"/>
              </a:ext>
            </a:extLst>
          </p:cNvPr>
          <p:cNvSpPr/>
          <p:nvPr/>
        </p:nvSpPr>
        <p:spPr>
          <a:xfrm>
            <a:off x="623128" y="150447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/>
            </a:pathLst>
          </a:custGeom>
          <a:noFill/>
          <a:ln w="9525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808" name="Freeform: Shape 807">
            <a:extLst>
              <a:ext uri="{FF2B5EF4-FFF2-40B4-BE49-F238E27FC236}">
                <a16:creationId xmlns:a16="http://schemas.microsoft.com/office/drawing/2014/main" id="{D32F8AA3-7F8E-4531-B65F-5F59BB72E2ED}"/>
              </a:ext>
            </a:extLst>
          </p:cNvPr>
          <p:cNvSpPr/>
          <p:nvPr/>
        </p:nvSpPr>
        <p:spPr>
          <a:xfrm>
            <a:off x="5730206" y="4704253"/>
            <a:ext cx="285775" cy="285654"/>
          </a:xfrm>
          <a:custGeom>
            <a:avLst/>
            <a:gdLst>
              <a:gd name="connsiteX0" fmla="*/ 168702 w 285775"/>
              <a:gd name="connsiteY0" fmla="*/ 218408 h 285654"/>
              <a:gd name="connsiteX1" fmla="*/ 168702 w 285775"/>
              <a:gd name="connsiteY1" fmla="*/ 218408 h 285654"/>
              <a:gd name="connsiteX2" fmla="*/ 165273 w 285775"/>
              <a:gd name="connsiteY2" fmla="*/ 218599 h 285654"/>
              <a:gd name="connsiteX3" fmla="*/ 147747 w 285775"/>
              <a:gd name="connsiteY3" fmla="*/ 196882 h 285654"/>
              <a:gd name="connsiteX4" fmla="*/ 142794 w 285775"/>
              <a:gd name="connsiteY4" fmla="*/ 205073 h 285654"/>
              <a:gd name="connsiteX5" fmla="*/ 157177 w 285775"/>
              <a:gd name="connsiteY5" fmla="*/ 225076 h 285654"/>
              <a:gd name="connsiteX6" fmla="*/ 158224 w 285775"/>
              <a:gd name="connsiteY6" fmla="*/ 230029 h 285654"/>
              <a:gd name="connsiteX7" fmla="*/ 163177 w 285775"/>
              <a:gd name="connsiteY7" fmla="*/ 228695 h 285654"/>
              <a:gd name="connsiteX8" fmla="*/ 169559 w 285775"/>
              <a:gd name="connsiteY8" fmla="*/ 227838 h 285654"/>
              <a:gd name="connsiteX9" fmla="*/ 192990 w 285775"/>
              <a:gd name="connsiteY9" fmla="*/ 250698 h 285654"/>
              <a:gd name="connsiteX10" fmla="*/ 168130 w 285775"/>
              <a:gd name="connsiteY10" fmla="*/ 276034 h 285654"/>
              <a:gd name="connsiteX11" fmla="*/ 164892 w 285775"/>
              <a:gd name="connsiteY11" fmla="*/ 276034 h 285654"/>
              <a:gd name="connsiteX12" fmla="*/ 101265 w 285775"/>
              <a:gd name="connsiteY12" fmla="*/ 275844 h 285654"/>
              <a:gd name="connsiteX13" fmla="*/ 38114 w 285775"/>
              <a:gd name="connsiteY13" fmla="*/ 275654 h 285654"/>
              <a:gd name="connsiteX14" fmla="*/ 34209 w 285775"/>
              <a:gd name="connsiteY14" fmla="*/ 275654 h 285654"/>
              <a:gd name="connsiteX15" fmla="*/ 9539 w 285775"/>
              <a:gd name="connsiteY15" fmla="*/ 246983 h 285654"/>
              <a:gd name="connsiteX16" fmla="*/ 31923 w 285775"/>
              <a:gd name="connsiteY16" fmla="*/ 217170 h 285654"/>
              <a:gd name="connsiteX17" fmla="*/ 35923 w 285775"/>
              <a:gd name="connsiteY17" fmla="*/ 216789 h 285654"/>
              <a:gd name="connsiteX18" fmla="*/ 36304 w 285775"/>
              <a:gd name="connsiteY18" fmla="*/ 212884 h 285654"/>
              <a:gd name="connsiteX19" fmla="*/ 73166 w 285775"/>
              <a:gd name="connsiteY19" fmla="*/ 176213 h 285654"/>
              <a:gd name="connsiteX20" fmla="*/ 91168 w 285775"/>
              <a:gd name="connsiteY20" fmla="*/ 181451 h 285654"/>
              <a:gd name="connsiteX21" fmla="*/ 96312 w 285775"/>
              <a:gd name="connsiteY21" fmla="*/ 173355 h 285654"/>
              <a:gd name="connsiteX22" fmla="*/ 73166 w 285775"/>
              <a:gd name="connsiteY22" fmla="*/ 166688 h 285654"/>
              <a:gd name="connsiteX23" fmla="*/ 72023 w 285775"/>
              <a:gd name="connsiteY23" fmla="*/ 166688 h 285654"/>
              <a:gd name="connsiteX24" fmla="*/ 27256 w 285775"/>
              <a:gd name="connsiteY24" fmla="*/ 208312 h 285654"/>
              <a:gd name="connsiteX25" fmla="*/ 14 w 285775"/>
              <a:gd name="connsiteY25" fmla="*/ 247269 h 285654"/>
              <a:gd name="connsiteX26" fmla="*/ 35066 w 285775"/>
              <a:gd name="connsiteY26" fmla="*/ 285274 h 285654"/>
              <a:gd name="connsiteX27" fmla="*/ 35066 w 285775"/>
              <a:gd name="connsiteY27" fmla="*/ 285274 h 285654"/>
              <a:gd name="connsiteX28" fmla="*/ 38209 w 285775"/>
              <a:gd name="connsiteY28" fmla="*/ 285274 h 285654"/>
              <a:gd name="connsiteX29" fmla="*/ 101265 w 285775"/>
              <a:gd name="connsiteY29" fmla="*/ 285464 h 285654"/>
              <a:gd name="connsiteX30" fmla="*/ 164892 w 285775"/>
              <a:gd name="connsiteY30" fmla="*/ 285655 h 285654"/>
              <a:gd name="connsiteX31" fmla="*/ 168321 w 285775"/>
              <a:gd name="connsiteY31" fmla="*/ 285655 h 285654"/>
              <a:gd name="connsiteX32" fmla="*/ 202515 w 285775"/>
              <a:gd name="connsiteY32" fmla="*/ 250508 h 285654"/>
              <a:gd name="connsiteX33" fmla="*/ 168702 w 285775"/>
              <a:gd name="connsiteY33" fmla="*/ 218408 h 285654"/>
              <a:gd name="connsiteX34" fmla="*/ 108790 w 285775"/>
              <a:gd name="connsiteY34" fmla="*/ 215170 h 285654"/>
              <a:gd name="connsiteX35" fmla="*/ 115552 w 285775"/>
              <a:gd name="connsiteY35" fmla="*/ 221933 h 285654"/>
              <a:gd name="connsiteX36" fmla="*/ 183465 w 285775"/>
              <a:gd name="connsiteY36" fmla="*/ 154591 h 285654"/>
              <a:gd name="connsiteX37" fmla="*/ 183561 w 285775"/>
              <a:gd name="connsiteY37" fmla="*/ 124492 h 285654"/>
              <a:gd name="connsiteX38" fmla="*/ 153271 w 285775"/>
              <a:gd name="connsiteY38" fmla="*/ 124587 h 285654"/>
              <a:gd name="connsiteX39" fmla="*/ 85834 w 285775"/>
              <a:gd name="connsiteY39" fmla="*/ 191452 h 285654"/>
              <a:gd name="connsiteX40" fmla="*/ 92597 w 285775"/>
              <a:gd name="connsiteY40" fmla="*/ 198215 h 285654"/>
              <a:gd name="connsiteX41" fmla="*/ 157177 w 285775"/>
              <a:gd name="connsiteY41" fmla="*/ 134112 h 285654"/>
              <a:gd name="connsiteX42" fmla="*/ 173845 w 285775"/>
              <a:gd name="connsiteY42" fmla="*/ 134112 h 285654"/>
              <a:gd name="connsiteX43" fmla="*/ 173845 w 285775"/>
              <a:gd name="connsiteY43" fmla="*/ 150685 h 285654"/>
              <a:gd name="connsiteX44" fmla="*/ 108790 w 285775"/>
              <a:gd name="connsiteY44" fmla="*/ 215170 h 285654"/>
              <a:gd name="connsiteX45" fmla="*/ 250902 w 285775"/>
              <a:gd name="connsiteY45" fmla="*/ 53150 h 285654"/>
              <a:gd name="connsiteX46" fmla="*/ 194610 w 285775"/>
              <a:gd name="connsiteY46" fmla="*/ 0 h 285654"/>
              <a:gd name="connsiteX47" fmla="*/ 193181 w 285775"/>
              <a:gd name="connsiteY47" fmla="*/ 0 h 285654"/>
              <a:gd name="connsiteX48" fmla="*/ 141174 w 285775"/>
              <a:gd name="connsiteY48" fmla="*/ 34385 h 285654"/>
              <a:gd name="connsiteX49" fmla="*/ 125363 w 285775"/>
              <a:gd name="connsiteY49" fmla="*/ 31433 h 285654"/>
              <a:gd name="connsiteX50" fmla="*/ 124125 w 285775"/>
              <a:gd name="connsiteY50" fmla="*/ 31433 h 285654"/>
              <a:gd name="connsiteX51" fmla="*/ 76119 w 285775"/>
              <a:gd name="connsiteY51" fmla="*/ 66675 h 285654"/>
              <a:gd name="connsiteX52" fmla="*/ 70785 w 285775"/>
              <a:gd name="connsiteY52" fmla="*/ 66199 h 285654"/>
              <a:gd name="connsiteX53" fmla="*/ 69832 w 285775"/>
              <a:gd name="connsiteY53" fmla="*/ 66199 h 285654"/>
              <a:gd name="connsiteX54" fmla="*/ 28779 w 285775"/>
              <a:gd name="connsiteY54" fmla="*/ 106204 h 285654"/>
              <a:gd name="connsiteX55" fmla="*/ 71356 w 285775"/>
              <a:gd name="connsiteY55" fmla="*/ 149828 h 285654"/>
              <a:gd name="connsiteX56" fmla="*/ 75738 w 285775"/>
              <a:gd name="connsiteY56" fmla="*/ 149828 h 285654"/>
              <a:gd name="connsiteX57" fmla="*/ 109552 w 285775"/>
              <a:gd name="connsiteY57" fmla="*/ 149733 h 285654"/>
              <a:gd name="connsiteX58" fmla="*/ 119172 w 285775"/>
              <a:gd name="connsiteY58" fmla="*/ 140113 h 285654"/>
              <a:gd name="connsiteX59" fmla="*/ 75738 w 285775"/>
              <a:gd name="connsiteY59" fmla="*/ 140208 h 285654"/>
              <a:gd name="connsiteX60" fmla="*/ 71642 w 285775"/>
              <a:gd name="connsiteY60" fmla="*/ 140208 h 285654"/>
              <a:gd name="connsiteX61" fmla="*/ 38495 w 285775"/>
              <a:gd name="connsiteY61" fmla="*/ 106394 h 285654"/>
              <a:gd name="connsiteX62" fmla="*/ 70690 w 285775"/>
              <a:gd name="connsiteY62" fmla="*/ 75819 h 285654"/>
              <a:gd name="connsiteX63" fmla="*/ 70690 w 285775"/>
              <a:gd name="connsiteY63" fmla="*/ 75819 h 285654"/>
              <a:gd name="connsiteX64" fmla="*/ 78405 w 285775"/>
              <a:gd name="connsiteY64" fmla="*/ 76867 h 285654"/>
              <a:gd name="connsiteX65" fmla="*/ 83358 w 285775"/>
              <a:gd name="connsiteY65" fmla="*/ 78200 h 285654"/>
              <a:gd name="connsiteX66" fmla="*/ 84406 w 285775"/>
              <a:gd name="connsiteY66" fmla="*/ 73247 h 285654"/>
              <a:gd name="connsiteX67" fmla="*/ 124220 w 285775"/>
              <a:gd name="connsiteY67" fmla="*/ 40958 h 285654"/>
              <a:gd name="connsiteX68" fmla="*/ 125173 w 285775"/>
              <a:gd name="connsiteY68" fmla="*/ 40958 h 285654"/>
              <a:gd name="connsiteX69" fmla="*/ 141651 w 285775"/>
              <a:gd name="connsiteY69" fmla="*/ 44863 h 285654"/>
              <a:gd name="connsiteX70" fmla="*/ 146318 w 285775"/>
              <a:gd name="connsiteY70" fmla="*/ 47149 h 285654"/>
              <a:gd name="connsiteX71" fmla="*/ 148223 w 285775"/>
              <a:gd name="connsiteY71" fmla="*/ 42291 h 285654"/>
              <a:gd name="connsiteX72" fmla="*/ 193276 w 285775"/>
              <a:gd name="connsiteY72" fmla="*/ 9525 h 285654"/>
              <a:gd name="connsiteX73" fmla="*/ 194515 w 285775"/>
              <a:gd name="connsiteY73" fmla="*/ 9525 h 285654"/>
              <a:gd name="connsiteX74" fmla="*/ 241854 w 285775"/>
              <a:gd name="connsiteY74" fmla="*/ 57721 h 285654"/>
              <a:gd name="connsiteX75" fmla="*/ 242235 w 285775"/>
              <a:gd name="connsiteY75" fmla="*/ 61722 h 285654"/>
              <a:gd name="connsiteX76" fmla="*/ 246235 w 285775"/>
              <a:gd name="connsiteY76" fmla="*/ 62103 h 285654"/>
              <a:gd name="connsiteX77" fmla="*/ 276144 w 285775"/>
              <a:gd name="connsiteY77" fmla="*/ 101727 h 285654"/>
              <a:gd name="connsiteX78" fmla="*/ 242425 w 285775"/>
              <a:gd name="connsiteY78" fmla="*/ 139827 h 285654"/>
              <a:gd name="connsiteX79" fmla="*/ 242425 w 285775"/>
              <a:gd name="connsiteY79" fmla="*/ 139827 h 285654"/>
              <a:gd name="connsiteX80" fmla="*/ 238139 w 285775"/>
              <a:gd name="connsiteY80" fmla="*/ 139827 h 285654"/>
              <a:gd name="connsiteX81" fmla="*/ 194038 w 285775"/>
              <a:gd name="connsiteY81" fmla="*/ 141160 h 285654"/>
              <a:gd name="connsiteX82" fmla="*/ 194038 w 285775"/>
              <a:gd name="connsiteY82" fmla="*/ 150781 h 285654"/>
              <a:gd name="connsiteX83" fmla="*/ 238139 w 285775"/>
              <a:gd name="connsiteY83" fmla="*/ 149447 h 285654"/>
              <a:gd name="connsiteX84" fmla="*/ 243187 w 285775"/>
              <a:gd name="connsiteY84" fmla="*/ 149447 h 285654"/>
              <a:gd name="connsiteX85" fmla="*/ 285764 w 285775"/>
              <a:gd name="connsiteY85" fmla="*/ 102013 h 285654"/>
              <a:gd name="connsiteX86" fmla="*/ 250902 w 285775"/>
              <a:gd name="connsiteY86" fmla="*/ 53150 h 2856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285775" h="285654">
                <a:moveTo>
                  <a:pt x="168702" y="218408"/>
                </a:moveTo>
                <a:cubicBezTo>
                  <a:pt x="168702" y="218408"/>
                  <a:pt x="168606" y="218408"/>
                  <a:pt x="168702" y="218408"/>
                </a:cubicBezTo>
                <a:cubicBezTo>
                  <a:pt x="167559" y="218408"/>
                  <a:pt x="166320" y="218504"/>
                  <a:pt x="165273" y="218599"/>
                </a:cubicBezTo>
                <a:cubicBezTo>
                  <a:pt x="162225" y="209550"/>
                  <a:pt x="155938" y="201835"/>
                  <a:pt x="147747" y="196882"/>
                </a:cubicBezTo>
                <a:lnTo>
                  <a:pt x="142794" y="205073"/>
                </a:lnTo>
                <a:cubicBezTo>
                  <a:pt x="150128" y="209455"/>
                  <a:pt x="155367" y="216789"/>
                  <a:pt x="157177" y="225076"/>
                </a:cubicBezTo>
                <a:lnTo>
                  <a:pt x="158224" y="230029"/>
                </a:lnTo>
                <a:lnTo>
                  <a:pt x="163177" y="228695"/>
                </a:lnTo>
                <a:cubicBezTo>
                  <a:pt x="164987" y="228219"/>
                  <a:pt x="166987" y="227933"/>
                  <a:pt x="169559" y="227838"/>
                </a:cubicBezTo>
                <a:cubicBezTo>
                  <a:pt x="182227" y="227838"/>
                  <a:pt x="192705" y="238125"/>
                  <a:pt x="192990" y="250698"/>
                </a:cubicBezTo>
                <a:cubicBezTo>
                  <a:pt x="193276" y="263366"/>
                  <a:pt x="181179" y="275654"/>
                  <a:pt x="168130" y="276034"/>
                </a:cubicBezTo>
                <a:lnTo>
                  <a:pt x="164892" y="276034"/>
                </a:lnTo>
                <a:cubicBezTo>
                  <a:pt x="155462" y="276034"/>
                  <a:pt x="128316" y="275939"/>
                  <a:pt x="101265" y="275844"/>
                </a:cubicBezTo>
                <a:cubicBezTo>
                  <a:pt x="74309" y="275749"/>
                  <a:pt x="47448" y="275654"/>
                  <a:pt x="38114" y="275654"/>
                </a:cubicBezTo>
                <a:lnTo>
                  <a:pt x="34209" y="275654"/>
                </a:lnTo>
                <a:cubicBezTo>
                  <a:pt x="20969" y="275654"/>
                  <a:pt x="9920" y="262795"/>
                  <a:pt x="9539" y="246983"/>
                </a:cubicBezTo>
                <a:cubicBezTo>
                  <a:pt x="9158" y="231458"/>
                  <a:pt x="18969" y="218408"/>
                  <a:pt x="31923" y="217170"/>
                </a:cubicBezTo>
                <a:lnTo>
                  <a:pt x="35923" y="216789"/>
                </a:lnTo>
                <a:lnTo>
                  <a:pt x="36304" y="212884"/>
                </a:lnTo>
                <a:cubicBezTo>
                  <a:pt x="38209" y="192405"/>
                  <a:pt x="53640" y="176689"/>
                  <a:pt x="73166" y="176213"/>
                </a:cubicBezTo>
                <a:cubicBezTo>
                  <a:pt x="79452" y="176213"/>
                  <a:pt x="85739" y="178022"/>
                  <a:pt x="91168" y="181451"/>
                </a:cubicBezTo>
                <a:lnTo>
                  <a:pt x="96312" y="173355"/>
                </a:lnTo>
                <a:cubicBezTo>
                  <a:pt x="89263" y="168973"/>
                  <a:pt x="81262" y="166688"/>
                  <a:pt x="73166" y="166688"/>
                </a:cubicBezTo>
                <a:lnTo>
                  <a:pt x="72023" y="166688"/>
                </a:lnTo>
                <a:cubicBezTo>
                  <a:pt x="49735" y="167259"/>
                  <a:pt x="30970" y="184880"/>
                  <a:pt x="27256" y="208312"/>
                </a:cubicBezTo>
                <a:cubicBezTo>
                  <a:pt x="11253" y="211931"/>
                  <a:pt x="-462" y="228219"/>
                  <a:pt x="14" y="247269"/>
                </a:cubicBezTo>
                <a:cubicBezTo>
                  <a:pt x="490" y="268224"/>
                  <a:pt x="15825" y="285274"/>
                  <a:pt x="35066" y="285274"/>
                </a:cubicBezTo>
                <a:cubicBezTo>
                  <a:pt x="35066" y="285274"/>
                  <a:pt x="35066" y="285274"/>
                  <a:pt x="35066" y="285274"/>
                </a:cubicBezTo>
                <a:lnTo>
                  <a:pt x="38209" y="285274"/>
                </a:lnTo>
                <a:cubicBezTo>
                  <a:pt x="47448" y="285274"/>
                  <a:pt x="74309" y="285369"/>
                  <a:pt x="101265" y="285464"/>
                </a:cubicBezTo>
                <a:cubicBezTo>
                  <a:pt x="128316" y="285559"/>
                  <a:pt x="155462" y="285655"/>
                  <a:pt x="164892" y="285655"/>
                </a:cubicBezTo>
                <a:lnTo>
                  <a:pt x="168321" y="285655"/>
                </a:lnTo>
                <a:cubicBezTo>
                  <a:pt x="186609" y="285179"/>
                  <a:pt x="202992" y="268414"/>
                  <a:pt x="202515" y="250508"/>
                </a:cubicBezTo>
                <a:cubicBezTo>
                  <a:pt x="202039" y="232886"/>
                  <a:pt x="187275" y="218408"/>
                  <a:pt x="168702" y="218408"/>
                </a:cubicBezTo>
                <a:close/>
                <a:moveTo>
                  <a:pt x="108790" y="215170"/>
                </a:moveTo>
                <a:lnTo>
                  <a:pt x="115552" y="221933"/>
                </a:lnTo>
                <a:lnTo>
                  <a:pt x="183465" y="154591"/>
                </a:lnTo>
                <a:lnTo>
                  <a:pt x="183561" y="124492"/>
                </a:lnTo>
                <a:lnTo>
                  <a:pt x="153271" y="124587"/>
                </a:lnTo>
                <a:lnTo>
                  <a:pt x="85834" y="191452"/>
                </a:lnTo>
                <a:lnTo>
                  <a:pt x="92597" y="198215"/>
                </a:lnTo>
                <a:lnTo>
                  <a:pt x="157177" y="134112"/>
                </a:lnTo>
                <a:lnTo>
                  <a:pt x="173845" y="134112"/>
                </a:lnTo>
                <a:lnTo>
                  <a:pt x="173845" y="150685"/>
                </a:lnTo>
                <a:lnTo>
                  <a:pt x="108790" y="215170"/>
                </a:lnTo>
                <a:close/>
                <a:moveTo>
                  <a:pt x="250902" y="53150"/>
                </a:moveTo>
                <a:cubicBezTo>
                  <a:pt x="246521" y="23241"/>
                  <a:pt x="222899" y="667"/>
                  <a:pt x="194610" y="0"/>
                </a:cubicBezTo>
                <a:lnTo>
                  <a:pt x="193181" y="0"/>
                </a:lnTo>
                <a:cubicBezTo>
                  <a:pt x="171178" y="0"/>
                  <a:pt x="151176" y="13335"/>
                  <a:pt x="141174" y="34385"/>
                </a:cubicBezTo>
                <a:cubicBezTo>
                  <a:pt x="136221" y="32575"/>
                  <a:pt x="130887" y="31623"/>
                  <a:pt x="125363" y="31433"/>
                </a:cubicBezTo>
                <a:lnTo>
                  <a:pt x="124125" y="31433"/>
                </a:lnTo>
                <a:cubicBezTo>
                  <a:pt x="102217" y="31433"/>
                  <a:pt x="82691" y="46006"/>
                  <a:pt x="76119" y="66675"/>
                </a:cubicBezTo>
                <a:cubicBezTo>
                  <a:pt x="74404" y="66389"/>
                  <a:pt x="72594" y="66294"/>
                  <a:pt x="70785" y="66199"/>
                </a:cubicBezTo>
                <a:lnTo>
                  <a:pt x="69832" y="66199"/>
                </a:lnTo>
                <a:cubicBezTo>
                  <a:pt x="47734" y="66199"/>
                  <a:pt x="29256" y="84106"/>
                  <a:pt x="28779" y="106204"/>
                </a:cubicBezTo>
                <a:cubicBezTo>
                  <a:pt x="28208" y="128397"/>
                  <a:pt x="48591" y="149257"/>
                  <a:pt x="71356" y="149828"/>
                </a:cubicBezTo>
                <a:lnTo>
                  <a:pt x="75738" y="149828"/>
                </a:lnTo>
                <a:cubicBezTo>
                  <a:pt x="83262" y="149828"/>
                  <a:pt x="89930" y="149828"/>
                  <a:pt x="109552" y="149733"/>
                </a:cubicBezTo>
                <a:lnTo>
                  <a:pt x="119172" y="140113"/>
                </a:lnTo>
                <a:cubicBezTo>
                  <a:pt x="99550" y="140208"/>
                  <a:pt x="83262" y="140208"/>
                  <a:pt x="75738" y="140208"/>
                </a:cubicBezTo>
                <a:lnTo>
                  <a:pt x="71642" y="140208"/>
                </a:lnTo>
                <a:cubicBezTo>
                  <a:pt x="54211" y="139732"/>
                  <a:pt x="38019" y="123254"/>
                  <a:pt x="38495" y="106394"/>
                </a:cubicBezTo>
                <a:cubicBezTo>
                  <a:pt x="38876" y="89535"/>
                  <a:pt x="52973" y="75819"/>
                  <a:pt x="70690" y="75819"/>
                </a:cubicBezTo>
                <a:cubicBezTo>
                  <a:pt x="70690" y="75819"/>
                  <a:pt x="70690" y="75819"/>
                  <a:pt x="70690" y="75819"/>
                </a:cubicBezTo>
                <a:cubicBezTo>
                  <a:pt x="73356" y="75914"/>
                  <a:pt x="76023" y="76200"/>
                  <a:pt x="78405" y="76867"/>
                </a:cubicBezTo>
                <a:lnTo>
                  <a:pt x="83358" y="78200"/>
                </a:lnTo>
                <a:lnTo>
                  <a:pt x="84406" y="73247"/>
                </a:lnTo>
                <a:cubicBezTo>
                  <a:pt x="88406" y="54578"/>
                  <a:pt x="105170" y="40958"/>
                  <a:pt x="124220" y="40958"/>
                </a:cubicBezTo>
                <a:lnTo>
                  <a:pt x="125173" y="40958"/>
                </a:lnTo>
                <a:cubicBezTo>
                  <a:pt x="131078" y="41148"/>
                  <a:pt x="136602" y="42481"/>
                  <a:pt x="141651" y="44863"/>
                </a:cubicBezTo>
                <a:lnTo>
                  <a:pt x="146318" y="47149"/>
                </a:lnTo>
                <a:lnTo>
                  <a:pt x="148223" y="42291"/>
                </a:lnTo>
                <a:cubicBezTo>
                  <a:pt x="156033" y="22384"/>
                  <a:pt x="173655" y="9525"/>
                  <a:pt x="193276" y="9525"/>
                </a:cubicBezTo>
                <a:lnTo>
                  <a:pt x="194515" y="9525"/>
                </a:lnTo>
                <a:cubicBezTo>
                  <a:pt x="219089" y="10096"/>
                  <a:pt x="239473" y="30861"/>
                  <a:pt x="241854" y="57721"/>
                </a:cubicBezTo>
                <a:lnTo>
                  <a:pt x="242235" y="61722"/>
                </a:lnTo>
                <a:lnTo>
                  <a:pt x="246235" y="62103"/>
                </a:lnTo>
                <a:cubicBezTo>
                  <a:pt x="263571" y="63722"/>
                  <a:pt x="276715" y="81153"/>
                  <a:pt x="276144" y="101727"/>
                </a:cubicBezTo>
                <a:cubicBezTo>
                  <a:pt x="275668" y="122682"/>
                  <a:pt x="260904" y="139827"/>
                  <a:pt x="242425" y="139827"/>
                </a:cubicBezTo>
                <a:cubicBezTo>
                  <a:pt x="242425" y="139827"/>
                  <a:pt x="242425" y="139827"/>
                  <a:pt x="242425" y="139827"/>
                </a:cubicBezTo>
                <a:lnTo>
                  <a:pt x="238139" y="139827"/>
                </a:lnTo>
                <a:cubicBezTo>
                  <a:pt x="229566" y="139827"/>
                  <a:pt x="217660" y="141065"/>
                  <a:pt x="194038" y="141160"/>
                </a:cubicBezTo>
                <a:lnTo>
                  <a:pt x="194038" y="150781"/>
                </a:lnTo>
                <a:cubicBezTo>
                  <a:pt x="217660" y="150685"/>
                  <a:pt x="229566" y="149447"/>
                  <a:pt x="238139" y="149447"/>
                </a:cubicBezTo>
                <a:lnTo>
                  <a:pt x="243187" y="149447"/>
                </a:lnTo>
                <a:cubicBezTo>
                  <a:pt x="266047" y="149447"/>
                  <a:pt x="285193" y="128206"/>
                  <a:pt x="285764" y="102013"/>
                </a:cubicBezTo>
                <a:cubicBezTo>
                  <a:pt x="286240" y="77914"/>
                  <a:pt x="271191" y="57245"/>
                  <a:pt x="250902" y="53150"/>
                </a:cubicBez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09" name="Freeform: Shape 808">
            <a:extLst>
              <a:ext uri="{FF2B5EF4-FFF2-40B4-BE49-F238E27FC236}">
                <a16:creationId xmlns:a16="http://schemas.microsoft.com/office/drawing/2014/main" id="{3C9376EB-6C9C-4D29-B9AC-5C8318DA4BBA}"/>
              </a:ext>
            </a:extLst>
          </p:cNvPr>
          <p:cNvSpPr/>
          <p:nvPr/>
        </p:nvSpPr>
        <p:spPr>
          <a:xfrm>
            <a:off x="623128" y="150447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/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810" name="Freeform: Shape 809">
            <a:extLst>
              <a:ext uri="{FF2B5EF4-FFF2-40B4-BE49-F238E27FC236}">
                <a16:creationId xmlns:a16="http://schemas.microsoft.com/office/drawing/2014/main" id="{686AE60C-3E3E-4B45-B447-F95408273790}"/>
              </a:ext>
            </a:extLst>
          </p:cNvPr>
          <p:cNvSpPr/>
          <p:nvPr/>
        </p:nvSpPr>
        <p:spPr>
          <a:xfrm>
            <a:off x="623128" y="150447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/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811" name="Freeform: Shape 810">
            <a:extLst>
              <a:ext uri="{FF2B5EF4-FFF2-40B4-BE49-F238E27FC236}">
                <a16:creationId xmlns:a16="http://schemas.microsoft.com/office/drawing/2014/main" id="{53D3F571-104C-4359-B0CD-078DEFEE54D2}"/>
              </a:ext>
            </a:extLst>
          </p:cNvPr>
          <p:cNvSpPr/>
          <p:nvPr/>
        </p:nvSpPr>
        <p:spPr>
          <a:xfrm>
            <a:off x="7042106" y="4730638"/>
            <a:ext cx="228504" cy="228695"/>
          </a:xfrm>
          <a:custGeom>
            <a:avLst/>
            <a:gdLst>
              <a:gd name="connsiteX0" fmla="*/ 184975 w 228504"/>
              <a:gd name="connsiteY0" fmla="*/ 117729 h 228695"/>
              <a:gd name="connsiteX1" fmla="*/ 184975 w 228504"/>
              <a:gd name="connsiteY1" fmla="*/ 228695 h 228695"/>
              <a:gd name="connsiteX2" fmla="*/ 212979 w 228504"/>
              <a:gd name="connsiteY2" fmla="*/ 228695 h 228695"/>
              <a:gd name="connsiteX3" fmla="*/ 228505 w 228504"/>
              <a:gd name="connsiteY3" fmla="*/ 213169 h 228695"/>
              <a:gd name="connsiteX4" fmla="*/ 228505 w 228504"/>
              <a:gd name="connsiteY4" fmla="*/ 111728 h 228695"/>
              <a:gd name="connsiteX5" fmla="*/ 191071 w 228504"/>
              <a:gd name="connsiteY5" fmla="*/ 111728 h 228695"/>
              <a:gd name="connsiteX6" fmla="*/ 184975 w 228504"/>
              <a:gd name="connsiteY6" fmla="*/ 117729 h 228695"/>
              <a:gd name="connsiteX7" fmla="*/ 195929 w 228504"/>
              <a:gd name="connsiteY7" fmla="*/ 122492 h 228695"/>
              <a:gd name="connsiteX8" fmla="*/ 217741 w 228504"/>
              <a:gd name="connsiteY8" fmla="*/ 122492 h 228695"/>
              <a:gd name="connsiteX9" fmla="*/ 217741 w 228504"/>
              <a:gd name="connsiteY9" fmla="*/ 213074 h 228695"/>
              <a:gd name="connsiteX10" fmla="*/ 213074 w 228504"/>
              <a:gd name="connsiteY10" fmla="*/ 217742 h 228695"/>
              <a:gd name="connsiteX11" fmla="*/ 196024 w 228504"/>
              <a:gd name="connsiteY11" fmla="*/ 217742 h 228695"/>
              <a:gd name="connsiteX12" fmla="*/ 196024 w 228504"/>
              <a:gd name="connsiteY12" fmla="*/ 122492 h 228695"/>
              <a:gd name="connsiteX13" fmla="*/ 37433 w 228504"/>
              <a:gd name="connsiteY13" fmla="*/ 141542 h 228695"/>
              <a:gd name="connsiteX14" fmla="*/ 0 w 228504"/>
              <a:gd name="connsiteY14" fmla="*/ 141542 h 228695"/>
              <a:gd name="connsiteX15" fmla="*/ 0 w 228504"/>
              <a:gd name="connsiteY15" fmla="*/ 213074 h 228695"/>
              <a:gd name="connsiteX16" fmla="*/ 15526 w 228504"/>
              <a:gd name="connsiteY16" fmla="*/ 228600 h 228695"/>
              <a:gd name="connsiteX17" fmla="*/ 43529 w 228504"/>
              <a:gd name="connsiteY17" fmla="*/ 228600 h 228695"/>
              <a:gd name="connsiteX18" fmla="*/ 43529 w 228504"/>
              <a:gd name="connsiteY18" fmla="*/ 147638 h 228695"/>
              <a:gd name="connsiteX19" fmla="*/ 37433 w 228504"/>
              <a:gd name="connsiteY19" fmla="*/ 141542 h 228695"/>
              <a:gd name="connsiteX20" fmla="*/ 32575 w 228504"/>
              <a:gd name="connsiteY20" fmla="*/ 217742 h 228695"/>
              <a:gd name="connsiteX21" fmla="*/ 15526 w 228504"/>
              <a:gd name="connsiteY21" fmla="*/ 217742 h 228695"/>
              <a:gd name="connsiteX22" fmla="*/ 10858 w 228504"/>
              <a:gd name="connsiteY22" fmla="*/ 213074 h 228695"/>
              <a:gd name="connsiteX23" fmla="*/ 10858 w 228504"/>
              <a:gd name="connsiteY23" fmla="*/ 152400 h 228695"/>
              <a:gd name="connsiteX24" fmla="*/ 32671 w 228504"/>
              <a:gd name="connsiteY24" fmla="*/ 152400 h 228695"/>
              <a:gd name="connsiteX25" fmla="*/ 32671 w 228504"/>
              <a:gd name="connsiteY25" fmla="*/ 217742 h 228695"/>
              <a:gd name="connsiteX26" fmla="*/ 162592 w 228504"/>
              <a:gd name="connsiteY26" fmla="*/ 63341 h 228695"/>
              <a:gd name="connsiteX27" fmla="*/ 131350 w 228504"/>
              <a:gd name="connsiteY27" fmla="*/ 63341 h 228695"/>
              <a:gd name="connsiteX28" fmla="*/ 125254 w 228504"/>
              <a:gd name="connsiteY28" fmla="*/ 69437 h 228695"/>
              <a:gd name="connsiteX29" fmla="*/ 125254 w 228504"/>
              <a:gd name="connsiteY29" fmla="*/ 228600 h 228695"/>
              <a:gd name="connsiteX30" fmla="*/ 168592 w 228504"/>
              <a:gd name="connsiteY30" fmla="*/ 228600 h 228695"/>
              <a:gd name="connsiteX31" fmla="*/ 168592 w 228504"/>
              <a:gd name="connsiteY31" fmla="*/ 69342 h 228695"/>
              <a:gd name="connsiteX32" fmla="*/ 162592 w 228504"/>
              <a:gd name="connsiteY32" fmla="*/ 63341 h 228695"/>
              <a:gd name="connsiteX33" fmla="*/ 157829 w 228504"/>
              <a:gd name="connsiteY33" fmla="*/ 217742 h 228695"/>
              <a:gd name="connsiteX34" fmla="*/ 136207 w 228504"/>
              <a:gd name="connsiteY34" fmla="*/ 217742 h 228695"/>
              <a:gd name="connsiteX35" fmla="*/ 136207 w 228504"/>
              <a:gd name="connsiteY35" fmla="*/ 74200 h 228695"/>
              <a:gd name="connsiteX36" fmla="*/ 157829 w 228504"/>
              <a:gd name="connsiteY36" fmla="*/ 74200 h 228695"/>
              <a:gd name="connsiteX37" fmla="*/ 157829 w 228504"/>
              <a:gd name="connsiteY37" fmla="*/ 217742 h 228695"/>
              <a:gd name="connsiteX38" fmla="*/ 100013 w 228504"/>
              <a:gd name="connsiteY38" fmla="*/ 99060 h 228695"/>
              <a:gd name="connsiteX39" fmla="*/ 68580 w 228504"/>
              <a:gd name="connsiteY39" fmla="*/ 99060 h 228695"/>
              <a:gd name="connsiteX40" fmla="*/ 62484 w 228504"/>
              <a:gd name="connsiteY40" fmla="*/ 105156 h 228695"/>
              <a:gd name="connsiteX41" fmla="*/ 62484 w 228504"/>
              <a:gd name="connsiteY41" fmla="*/ 228695 h 228695"/>
              <a:gd name="connsiteX42" fmla="*/ 106013 w 228504"/>
              <a:gd name="connsiteY42" fmla="*/ 228695 h 228695"/>
              <a:gd name="connsiteX43" fmla="*/ 106013 w 228504"/>
              <a:gd name="connsiteY43" fmla="*/ 105156 h 228695"/>
              <a:gd name="connsiteX44" fmla="*/ 100013 w 228504"/>
              <a:gd name="connsiteY44" fmla="*/ 99060 h 228695"/>
              <a:gd name="connsiteX45" fmla="*/ 95155 w 228504"/>
              <a:gd name="connsiteY45" fmla="*/ 217742 h 228695"/>
              <a:gd name="connsiteX46" fmla="*/ 73342 w 228504"/>
              <a:gd name="connsiteY46" fmla="*/ 217742 h 228695"/>
              <a:gd name="connsiteX47" fmla="*/ 73342 w 228504"/>
              <a:gd name="connsiteY47" fmla="*/ 109918 h 228695"/>
              <a:gd name="connsiteX48" fmla="*/ 95155 w 228504"/>
              <a:gd name="connsiteY48" fmla="*/ 109918 h 228695"/>
              <a:gd name="connsiteX49" fmla="*/ 95155 w 228504"/>
              <a:gd name="connsiteY49" fmla="*/ 217742 h 228695"/>
              <a:gd name="connsiteX50" fmla="*/ 198882 w 228504"/>
              <a:gd name="connsiteY50" fmla="*/ 38100 h 228695"/>
              <a:gd name="connsiteX51" fmla="*/ 193453 w 228504"/>
              <a:gd name="connsiteY51" fmla="*/ 32671 h 228695"/>
              <a:gd name="connsiteX52" fmla="*/ 41529 w 228504"/>
              <a:gd name="connsiteY52" fmla="*/ 32671 h 228695"/>
              <a:gd name="connsiteX53" fmla="*/ 32575 w 228504"/>
              <a:gd name="connsiteY53" fmla="*/ 40957 h 228695"/>
              <a:gd name="connsiteX54" fmla="*/ 32575 w 228504"/>
              <a:gd name="connsiteY54" fmla="*/ 130588 h 228695"/>
              <a:gd name="connsiteX55" fmla="*/ 43434 w 228504"/>
              <a:gd name="connsiteY55" fmla="*/ 130588 h 228695"/>
              <a:gd name="connsiteX56" fmla="*/ 43434 w 228504"/>
              <a:gd name="connsiteY56" fmla="*/ 43529 h 228695"/>
              <a:gd name="connsiteX57" fmla="*/ 193453 w 228504"/>
              <a:gd name="connsiteY57" fmla="*/ 43529 h 228695"/>
              <a:gd name="connsiteX58" fmla="*/ 198882 w 228504"/>
              <a:gd name="connsiteY58" fmla="*/ 38100 h 228695"/>
              <a:gd name="connsiteX59" fmla="*/ 212979 w 228504"/>
              <a:gd name="connsiteY59" fmla="*/ 0 h 228695"/>
              <a:gd name="connsiteX60" fmla="*/ 15526 w 228504"/>
              <a:gd name="connsiteY60" fmla="*/ 0 h 228695"/>
              <a:gd name="connsiteX61" fmla="*/ 0 w 228504"/>
              <a:gd name="connsiteY61" fmla="*/ 15526 h 228695"/>
              <a:gd name="connsiteX62" fmla="*/ 0 w 228504"/>
              <a:gd name="connsiteY62" fmla="*/ 130588 h 228695"/>
              <a:gd name="connsiteX63" fmla="*/ 10858 w 228504"/>
              <a:gd name="connsiteY63" fmla="*/ 130588 h 228695"/>
              <a:gd name="connsiteX64" fmla="*/ 10858 w 228504"/>
              <a:gd name="connsiteY64" fmla="*/ 15621 h 228695"/>
              <a:gd name="connsiteX65" fmla="*/ 15526 w 228504"/>
              <a:gd name="connsiteY65" fmla="*/ 10954 h 228695"/>
              <a:gd name="connsiteX66" fmla="*/ 212979 w 228504"/>
              <a:gd name="connsiteY66" fmla="*/ 10954 h 228695"/>
              <a:gd name="connsiteX67" fmla="*/ 217646 w 228504"/>
              <a:gd name="connsiteY67" fmla="*/ 15621 h 228695"/>
              <a:gd name="connsiteX68" fmla="*/ 217646 w 228504"/>
              <a:gd name="connsiteY68" fmla="*/ 100774 h 228695"/>
              <a:gd name="connsiteX69" fmla="*/ 228505 w 228504"/>
              <a:gd name="connsiteY69" fmla="*/ 100774 h 228695"/>
              <a:gd name="connsiteX70" fmla="*/ 228505 w 228504"/>
              <a:gd name="connsiteY70" fmla="*/ 15621 h 228695"/>
              <a:gd name="connsiteX71" fmla="*/ 212979 w 228504"/>
              <a:gd name="connsiteY71" fmla="*/ 0 h 228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</a:cxnLst>
            <a:rect l="l" t="t" r="r" b="b"/>
            <a:pathLst>
              <a:path w="228504" h="228695">
                <a:moveTo>
                  <a:pt x="184975" y="117729"/>
                </a:moveTo>
                <a:lnTo>
                  <a:pt x="184975" y="228695"/>
                </a:lnTo>
                <a:lnTo>
                  <a:pt x="212979" y="228695"/>
                </a:lnTo>
                <a:cubicBezTo>
                  <a:pt x="221551" y="228695"/>
                  <a:pt x="228505" y="221742"/>
                  <a:pt x="228505" y="213169"/>
                </a:cubicBezTo>
                <a:lnTo>
                  <a:pt x="228505" y="111728"/>
                </a:lnTo>
                <a:lnTo>
                  <a:pt x="191071" y="111728"/>
                </a:lnTo>
                <a:cubicBezTo>
                  <a:pt x="187738" y="111633"/>
                  <a:pt x="184975" y="114300"/>
                  <a:pt x="184975" y="117729"/>
                </a:cubicBezTo>
                <a:close/>
                <a:moveTo>
                  <a:pt x="195929" y="122492"/>
                </a:moveTo>
                <a:lnTo>
                  <a:pt x="217741" y="122492"/>
                </a:lnTo>
                <a:lnTo>
                  <a:pt x="217741" y="213074"/>
                </a:lnTo>
                <a:cubicBezTo>
                  <a:pt x="217741" y="215646"/>
                  <a:pt x="215646" y="217742"/>
                  <a:pt x="213074" y="217742"/>
                </a:cubicBezTo>
                <a:lnTo>
                  <a:pt x="196024" y="217742"/>
                </a:lnTo>
                <a:lnTo>
                  <a:pt x="196024" y="122492"/>
                </a:lnTo>
                <a:close/>
                <a:moveTo>
                  <a:pt x="37433" y="141542"/>
                </a:moveTo>
                <a:lnTo>
                  <a:pt x="0" y="141542"/>
                </a:lnTo>
                <a:lnTo>
                  <a:pt x="0" y="213074"/>
                </a:lnTo>
                <a:cubicBezTo>
                  <a:pt x="0" y="221647"/>
                  <a:pt x="6953" y="228600"/>
                  <a:pt x="15526" y="228600"/>
                </a:cubicBezTo>
                <a:lnTo>
                  <a:pt x="43529" y="228600"/>
                </a:lnTo>
                <a:lnTo>
                  <a:pt x="43529" y="147638"/>
                </a:lnTo>
                <a:cubicBezTo>
                  <a:pt x="43529" y="144304"/>
                  <a:pt x="40767" y="141542"/>
                  <a:pt x="37433" y="141542"/>
                </a:cubicBezTo>
                <a:close/>
                <a:moveTo>
                  <a:pt x="32575" y="217742"/>
                </a:moveTo>
                <a:lnTo>
                  <a:pt x="15526" y="217742"/>
                </a:lnTo>
                <a:cubicBezTo>
                  <a:pt x="12954" y="217742"/>
                  <a:pt x="10858" y="215646"/>
                  <a:pt x="10858" y="213074"/>
                </a:cubicBezTo>
                <a:lnTo>
                  <a:pt x="10858" y="152400"/>
                </a:lnTo>
                <a:lnTo>
                  <a:pt x="32671" y="152400"/>
                </a:lnTo>
                <a:lnTo>
                  <a:pt x="32671" y="217742"/>
                </a:lnTo>
                <a:close/>
                <a:moveTo>
                  <a:pt x="162592" y="63341"/>
                </a:moveTo>
                <a:lnTo>
                  <a:pt x="131350" y="63341"/>
                </a:lnTo>
                <a:cubicBezTo>
                  <a:pt x="128016" y="63341"/>
                  <a:pt x="125254" y="66103"/>
                  <a:pt x="125254" y="69437"/>
                </a:cubicBezTo>
                <a:lnTo>
                  <a:pt x="125254" y="228600"/>
                </a:lnTo>
                <a:lnTo>
                  <a:pt x="168592" y="228600"/>
                </a:lnTo>
                <a:lnTo>
                  <a:pt x="168592" y="69342"/>
                </a:lnTo>
                <a:cubicBezTo>
                  <a:pt x="168688" y="66008"/>
                  <a:pt x="165925" y="63341"/>
                  <a:pt x="162592" y="63341"/>
                </a:cubicBezTo>
                <a:close/>
                <a:moveTo>
                  <a:pt x="157829" y="217742"/>
                </a:moveTo>
                <a:lnTo>
                  <a:pt x="136207" y="217742"/>
                </a:lnTo>
                <a:lnTo>
                  <a:pt x="136207" y="74200"/>
                </a:lnTo>
                <a:lnTo>
                  <a:pt x="157829" y="74200"/>
                </a:lnTo>
                <a:lnTo>
                  <a:pt x="157829" y="217742"/>
                </a:lnTo>
                <a:close/>
                <a:moveTo>
                  <a:pt x="100013" y="99060"/>
                </a:moveTo>
                <a:lnTo>
                  <a:pt x="68580" y="99060"/>
                </a:lnTo>
                <a:cubicBezTo>
                  <a:pt x="65246" y="99060"/>
                  <a:pt x="62484" y="101822"/>
                  <a:pt x="62484" y="105156"/>
                </a:cubicBezTo>
                <a:lnTo>
                  <a:pt x="62484" y="228695"/>
                </a:lnTo>
                <a:lnTo>
                  <a:pt x="106013" y="228695"/>
                </a:lnTo>
                <a:lnTo>
                  <a:pt x="106013" y="105156"/>
                </a:lnTo>
                <a:cubicBezTo>
                  <a:pt x="106108" y="101727"/>
                  <a:pt x="103346" y="99060"/>
                  <a:pt x="100013" y="99060"/>
                </a:cubicBezTo>
                <a:close/>
                <a:moveTo>
                  <a:pt x="95155" y="217742"/>
                </a:moveTo>
                <a:lnTo>
                  <a:pt x="73342" y="217742"/>
                </a:lnTo>
                <a:lnTo>
                  <a:pt x="73342" y="109918"/>
                </a:lnTo>
                <a:lnTo>
                  <a:pt x="95155" y="109918"/>
                </a:lnTo>
                <a:lnTo>
                  <a:pt x="95155" y="217742"/>
                </a:lnTo>
                <a:close/>
                <a:moveTo>
                  <a:pt x="198882" y="38100"/>
                </a:moveTo>
                <a:cubicBezTo>
                  <a:pt x="198882" y="35052"/>
                  <a:pt x="196405" y="32671"/>
                  <a:pt x="193453" y="32671"/>
                </a:cubicBezTo>
                <a:lnTo>
                  <a:pt x="41529" y="32671"/>
                </a:lnTo>
                <a:cubicBezTo>
                  <a:pt x="36576" y="32671"/>
                  <a:pt x="32575" y="36671"/>
                  <a:pt x="32575" y="40957"/>
                </a:cubicBezTo>
                <a:lnTo>
                  <a:pt x="32575" y="130588"/>
                </a:lnTo>
                <a:lnTo>
                  <a:pt x="43434" y="130588"/>
                </a:lnTo>
                <a:lnTo>
                  <a:pt x="43434" y="43529"/>
                </a:lnTo>
                <a:lnTo>
                  <a:pt x="193453" y="43529"/>
                </a:lnTo>
                <a:cubicBezTo>
                  <a:pt x="196501" y="43624"/>
                  <a:pt x="198882" y="41148"/>
                  <a:pt x="198882" y="38100"/>
                </a:cubicBezTo>
                <a:close/>
                <a:moveTo>
                  <a:pt x="212979" y="0"/>
                </a:moveTo>
                <a:lnTo>
                  <a:pt x="15526" y="0"/>
                </a:lnTo>
                <a:cubicBezTo>
                  <a:pt x="6953" y="0"/>
                  <a:pt x="0" y="6953"/>
                  <a:pt x="0" y="15526"/>
                </a:cubicBezTo>
                <a:lnTo>
                  <a:pt x="0" y="130588"/>
                </a:lnTo>
                <a:lnTo>
                  <a:pt x="10858" y="130588"/>
                </a:lnTo>
                <a:lnTo>
                  <a:pt x="10858" y="15621"/>
                </a:lnTo>
                <a:cubicBezTo>
                  <a:pt x="10858" y="13049"/>
                  <a:pt x="12954" y="10954"/>
                  <a:pt x="15526" y="10954"/>
                </a:cubicBezTo>
                <a:lnTo>
                  <a:pt x="212979" y="10954"/>
                </a:lnTo>
                <a:cubicBezTo>
                  <a:pt x="215551" y="10954"/>
                  <a:pt x="217646" y="13049"/>
                  <a:pt x="217646" y="15621"/>
                </a:cubicBezTo>
                <a:lnTo>
                  <a:pt x="217646" y="100774"/>
                </a:lnTo>
                <a:lnTo>
                  <a:pt x="228505" y="100774"/>
                </a:lnTo>
                <a:lnTo>
                  <a:pt x="228505" y="15621"/>
                </a:lnTo>
                <a:cubicBezTo>
                  <a:pt x="228505" y="7048"/>
                  <a:pt x="221551" y="95"/>
                  <a:pt x="212979" y="0"/>
                </a:cubicBez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12" name="Freeform: Shape 811">
            <a:extLst>
              <a:ext uri="{FF2B5EF4-FFF2-40B4-BE49-F238E27FC236}">
                <a16:creationId xmlns:a16="http://schemas.microsoft.com/office/drawing/2014/main" id="{0403BAF3-1DB5-45D6-B3D7-10F5A1884A9A}"/>
              </a:ext>
            </a:extLst>
          </p:cNvPr>
          <p:cNvSpPr/>
          <p:nvPr/>
        </p:nvSpPr>
        <p:spPr>
          <a:xfrm>
            <a:off x="8315038" y="4767404"/>
            <a:ext cx="228600" cy="190976"/>
          </a:xfrm>
          <a:custGeom>
            <a:avLst/>
            <a:gdLst>
              <a:gd name="connsiteX0" fmla="*/ 103061 w 228600"/>
              <a:gd name="connsiteY0" fmla="*/ 36576 h 190976"/>
              <a:gd name="connsiteX1" fmla="*/ 131921 w 228600"/>
              <a:gd name="connsiteY1" fmla="*/ 36576 h 190976"/>
              <a:gd name="connsiteX2" fmla="*/ 131921 w 228600"/>
              <a:gd name="connsiteY2" fmla="*/ 50578 h 190976"/>
              <a:gd name="connsiteX3" fmla="*/ 141446 w 228600"/>
              <a:gd name="connsiteY3" fmla="*/ 53340 h 190976"/>
              <a:gd name="connsiteX4" fmla="*/ 141446 w 228600"/>
              <a:gd name="connsiteY4" fmla="*/ 31813 h 190976"/>
              <a:gd name="connsiteX5" fmla="*/ 136684 w 228600"/>
              <a:gd name="connsiteY5" fmla="*/ 27051 h 190976"/>
              <a:gd name="connsiteX6" fmla="*/ 98298 w 228600"/>
              <a:gd name="connsiteY6" fmla="*/ 27051 h 190976"/>
              <a:gd name="connsiteX7" fmla="*/ 93536 w 228600"/>
              <a:gd name="connsiteY7" fmla="*/ 31813 h 190976"/>
              <a:gd name="connsiteX8" fmla="*/ 93536 w 228600"/>
              <a:gd name="connsiteY8" fmla="*/ 53911 h 190976"/>
              <a:gd name="connsiteX9" fmla="*/ 103061 w 228600"/>
              <a:gd name="connsiteY9" fmla="*/ 50959 h 190976"/>
              <a:gd name="connsiteX10" fmla="*/ 103061 w 228600"/>
              <a:gd name="connsiteY10" fmla="*/ 36576 h 190976"/>
              <a:gd name="connsiteX11" fmla="*/ 118301 w 228600"/>
              <a:gd name="connsiteY11" fmla="*/ 171831 h 190976"/>
              <a:gd name="connsiteX12" fmla="*/ 175260 w 228600"/>
              <a:gd name="connsiteY12" fmla="*/ 115252 h 190976"/>
              <a:gd name="connsiteX13" fmla="*/ 118301 w 228600"/>
              <a:gd name="connsiteY13" fmla="*/ 58674 h 190976"/>
              <a:gd name="connsiteX14" fmla="*/ 61341 w 228600"/>
              <a:gd name="connsiteY14" fmla="*/ 115252 h 190976"/>
              <a:gd name="connsiteX15" fmla="*/ 118301 w 228600"/>
              <a:gd name="connsiteY15" fmla="*/ 171831 h 190976"/>
              <a:gd name="connsiteX16" fmla="*/ 118301 w 228600"/>
              <a:gd name="connsiteY16" fmla="*/ 68199 h 190976"/>
              <a:gd name="connsiteX17" fmla="*/ 165735 w 228600"/>
              <a:gd name="connsiteY17" fmla="*/ 115252 h 190976"/>
              <a:gd name="connsiteX18" fmla="*/ 118301 w 228600"/>
              <a:gd name="connsiteY18" fmla="*/ 162306 h 190976"/>
              <a:gd name="connsiteX19" fmla="*/ 70866 w 228600"/>
              <a:gd name="connsiteY19" fmla="*/ 115252 h 190976"/>
              <a:gd name="connsiteX20" fmla="*/ 118301 w 228600"/>
              <a:gd name="connsiteY20" fmla="*/ 68199 h 190976"/>
              <a:gd name="connsiteX21" fmla="*/ 115919 w 228600"/>
              <a:gd name="connsiteY21" fmla="*/ 119634 h 190976"/>
              <a:gd name="connsiteX22" fmla="*/ 130112 w 228600"/>
              <a:gd name="connsiteY22" fmla="*/ 129540 h 190976"/>
              <a:gd name="connsiteX23" fmla="*/ 117443 w 228600"/>
              <a:gd name="connsiteY23" fmla="*/ 137255 h 190976"/>
              <a:gd name="connsiteX24" fmla="*/ 105823 w 228600"/>
              <a:gd name="connsiteY24" fmla="*/ 132493 h 190976"/>
              <a:gd name="connsiteX25" fmla="*/ 99251 w 228600"/>
              <a:gd name="connsiteY25" fmla="*/ 131254 h 190976"/>
              <a:gd name="connsiteX26" fmla="*/ 98012 w 228600"/>
              <a:gd name="connsiteY26" fmla="*/ 137827 h 190976"/>
              <a:gd name="connsiteX27" fmla="*/ 98108 w 228600"/>
              <a:gd name="connsiteY27" fmla="*/ 137922 h 190976"/>
              <a:gd name="connsiteX28" fmla="*/ 115157 w 228600"/>
              <a:gd name="connsiteY28" fmla="*/ 146494 h 190976"/>
              <a:gd name="connsiteX29" fmla="*/ 115157 w 228600"/>
              <a:gd name="connsiteY29" fmla="*/ 151828 h 190976"/>
              <a:gd name="connsiteX30" fmla="*/ 119920 w 228600"/>
              <a:gd name="connsiteY30" fmla="*/ 156591 h 190976"/>
              <a:gd name="connsiteX31" fmla="*/ 124682 w 228600"/>
              <a:gd name="connsiteY31" fmla="*/ 151828 h 190976"/>
              <a:gd name="connsiteX32" fmla="*/ 124682 w 228600"/>
              <a:gd name="connsiteY32" fmla="*/ 145732 h 190976"/>
              <a:gd name="connsiteX33" fmla="*/ 139541 w 228600"/>
              <a:gd name="connsiteY33" fmla="*/ 129445 h 190976"/>
              <a:gd name="connsiteX34" fmla="*/ 118967 w 228600"/>
              <a:gd name="connsiteY34" fmla="*/ 110585 h 190976"/>
              <a:gd name="connsiteX35" fmla="*/ 106489 w 228600"/>
              <a:gd name="connsiteY35" fmla="*/ 101917 h 190976"/>
              <a:gd name="connsiteX36" fmla="*/ 117348 w 228600"/>
              <a:gd name="connsiteY36" fmla="*/ 95440 h 190976"/>
              <a:gd name="connsiteX37" fmla="*/ 127540 w 228600"/>
              <a:gd name="connsiteY37" fmla="*/ 99822 h 190976"/>
              <a:gd name="connsiteX38" fmla="*/ 134112 w 228600"/>
              <a:gd name="connsiteY38" fmla="*/ 101346 h 190976"/>
              <a:gd name="connsiteX39" fmla="*/ 135636 w 228600"/>
              <a:gd name="connsiteY39" fmla="*/ 94774 h 190976"/>
              <a:gd name="connsiteX40" fmla="*/ 135541 w 228600"/>
              <a:gd name="connsiteY40" fmla="*/ 94678 h 190976"/>
              <a:gd name="connsiteX41" fmla="*/ 124682 w 228600"/>
              <a:gd name="connsiteY41" fmla="*/ 87058 h 190976"/>
              <a:gd name="connsiteX42" fmla="*/ 124682 w 228600"/>
              <a:gd name="connsiteY42" fmla="*/ 78391 h 190976"/>
              <a:gd name="connsiteX43" fmla="*/ 119920 w 228600"/>
              <a:gd name="connsiteY43" fmla="*/ 73628 h 190976"/>
              <a:gd name="connsiteX44" fmla="*/ 115157 w 228600"/>
              <a:gd name="connsiteY44" fmla="*/ 78391 h 190976"/>
              <a:gd name="connsiteX45" fmla="*/ 115157 w 228600"/>
              <a:gd name="connsiteY45" fmla="*/ 86106 h 190976"/>
              <a:gd name="connsiteX46" fmla="*/ 96964 w 228600"/>
              <a:gd name="connsiteY46" fmla="*/ 102013 h 190976"/>
              <a:gd name="connsiteX47" fmla="*/ 115919 w 228600"/>
              <a:gd name="connsiteY47" fmla="*/ 119634 h 190976"/>
              <a:gd name="connsiteX48" fmla="*/ 223838 w 228600"/>
              <a:gd name="connsiteY48" fmla="*/ 181451 h 190976"/>
              <a:gd name="connsiteX49" fmla="*/ 4763 w 228600"/>
              <a:gd name="connsiteY49" fmla="*/ 181451 h 190976"/>
              <a:gd name="connsiteX50" fmla="*/ 0 w 228600"/>
              <a:gd name="connsiteY50" fmla="*/ 186214 h 190976"/>
              <a:gd name="connsiteX51" fmla="*/ 4763 w 228600"/>
              <a:gd name="connsiteY51" fmla="*/ 190976 h 190976"/>
              <a:gd name="connsiteX52" fmla="*/ 223838 w 228600"/>
              <a:gd name="connsiteY52" fmla="*/ 190976 h 190976"/>
              <a:gd name="connsiteX53" fmla="*/ 228600 w 228600"/>
              <a:gd name="connsiteY53" fmla="*/ 186214 h 190976"/>
              <a:gd name="connsiteX54" fmla="*/ 223838 w 228600"/>
              <a:gd name="connsiteY54" fmla="*/ 181451 h 190976"/>
              <a:gd name="connsiteX55" fmla="*/ 30956 w 228600"/>
              <a:gd name="connsiteY55" fmla="*/ 9525 h 190976"/>
              <a:gd name="connsiteX56" fmla="*/ 59817 w 228600"/>
              <a:gd name="connsiteY56" fmla="*/ 9525 h 190976"/>
              <a:gd name="connsiteX57" fmla="*/ 59817 w 228600"/>
              <a:gd name="connsiteY57" fmla="*/ 83820 h 190976"/>
              <a:gd name="connsiteX58" fmla="*/ 69342 w 228600"/>
              <a:gd name="connsiteY58" fmla="*/ 70580 h 190976"/>
              <a:gd name="connsiteX59" fmla="*/ 69342 w 228600"/>
              <a:gd name="connsiteY59" fmla="*/ 4763 h 190976"/>
              <a:gd name="connsiteX60" fmla="*/ 64579 w 228600"/>
              <a:gd name="connsiteY60" fmla="*/ 0 h 190976"/>
              <a:gd name="connsiteX61" fmla="*/ 26194 w 228600"/>
              <a:gd name="connsiteY61" fmla="*/ 0 h 190976"/>
              <a:gd name="connsiteX62" fmla="*/ 21431 w 228600"/>
              <a:gd name="connsiteY62" fmla="*/ 4763 h 190976"/>
              <a:gd name="connsiteX63" fmla="*/ 21431 w 228600"/>
              <a:gd name="connsiteY63" fmla="*/ 171926 h 190976"/>
              <a:gd name="connsiteX64" fmla="*/ 30956 w 228600"/>
              <a:gd name="connsiteY64" fmla="*/ 171926 h 190976"/>
              <a:gd name="connsiteX65" fmla="*/ 30956 w 228600"/>
              <a:gd name="connsiteY65" fmla="*/ 9525 h 190976"/>
              <a:gd name="connsiteX66" fmla="*/ 59817 w 228600"/>
              <a:gd name="connsiteY66" fmla="*/ 171926 h 190976"/>
              <a:gd name="connsiteX67" fmla="*/ 69342 w 228600"/>
              <a:gd name="connsiteY67" fmla="*/ 171926 h 190976"/>
              <a:gd name="connsiteX68" fmla="*/ 69342 w 228600"/>
              <a:gd name="connsiteY68" fmla="*/ 159829 h 190976"/>
              <a:gd name="connsiteX69" fmla="*/ 59817 w 228600"/>
              <a:gd name="connsiteY69" fmla="*/ 146590 h 190976"/>
              <a:gd name="connsiteX70" fmla="*/ 59817 w 228600"/>
              <a:gd name="connsiteY70" fmla="*/ 171926 h 190976"/>
              <a:gd name="connsiteX71" fmla="*/ 173641 w 228600"/>
              <a:gd name="connsiteY71" fmla="*/ 171926 h 190976"/>
              <a:gd name="connsiteX72" fmla="*/ 173641 w 228600"/>
              <a:gd name="connsiteY72" fmla="*/ 151828 h 190976"/>
              <a:gd name="connsiteX73" fmla="*/ 164116 w 228600"/>
              <a:gd name="connsiteY73" fmla="*/ 162973 h 190976"/>
              <a:gd name="connsiteX74" fmla="*/ 164116 w 228600"/>
              <a:gd name="connsiteY74" fmla="*/ 171831 h 190976"/>
              <a:gd name="connsiteX75" fmla="*/ 173641 w 228600"/>
              <a:gd name="connsiteY75" fmla="*/ 171831 h 190976"/>
              <a:gd name="connsiteX76" fmla="*/ 173641 w 228600"/>
              <a:gd name="connsiteY76" fmla="*/ 58388 h 190976"/>
              <a:gd name="connsiteX77" fmla="*/ 202502 w 228600"/>
              <a:gd name="connsiteY77" fmla="*/ 58388 h 190976"/>
              <a:gd name="connsiteX78" fmla="*/ 202502 w 228600"/>
              <a:gd name="connsiteY78" fmla="*/ 171926 h 190976"/>
              <a:gd name="connsiteX79" fmla="*/ 212027 w 228600"/>
              <a:gd name="connsiteY79" fmla="*/ 171926 h 190976"/>
              <a:gd name="connsiteX80" fmla="*/ 212027 w 228600"/>
              <a:gd name="connsiteY80" fmla="*/ 53626 h 190976"/>
              <a:gd name="connsiteX81" fmla="*/ 207264 w 228600"/>
              <a:gd name="connsiteY81" fmla="*/ 48863 h 190976"/>
              <a:gd name="connsiteX82" fmla="*/ 168878 w 228600"/>
              <a:gd name="connsiteY82" fmla="*/ 48863 h 190976"/>
              <a:gd name="connsiteX83" fmla="*/ 164116 w 228600"/>
              <a:gd name="connsiteY83" fmla="*/ 53626 h 190976"/>
              <a:gd name="connsiteX84" fmla="*/ 164116 w 228600"/>
              <a:gd name="connsiteY84" fmla="*/ 67342 h 190976"/>
              <a:gd name="connsiteX85" fmla="*/ 173641 w 228600"/>
              <a:gd name="connsiteY85" fmla="*/ 78581 h 190976"/>
              <a:gd name="connsiteX86" fmla="*/ 173641 w 228600"/>
              <a:gd name="connsiteY86" fmla="*/ 58388 h 190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228600" h="190976">
                <a:moveTo>
                  <a:pt x="103061" y="36576"/>
                </a:moveTo>
                <a:lnTo>
                  <a:pt x="131921" y="36576"/>
                </a:lnTo>
                <a:lnTo>
                  <a:pt x="131921" y="50578"/>
                </a:lnTo>
                <a:cubicBezTo>
                  <a:pt x="135160" y="51244"/>
                  <a:pt x="138303" y="52197"/>
                  <a:pt x="141446" y="53340"/>
                </a:cubicBezTo>
                <a:lnTo>
                  <a:pt x="141446" y="31813"/>
                </a:lnTo>
                <a:cubicBezTo>
                  <a:pt x="141446" y="29242"/>
                  <a:pt x="139255" y="27051"/>
                  <a:pt x="136684" y="27051"/>
                </a:cubicBezTo>
                <a:lnTo>
                  <a:pt x="98298" y="27051"/>
                </a:lnTo>
                <a:cubicBezTo>
                  <a:pt x="95631" y="27051"/>
                  <a:pt x="93536" y="29242"/>
                  <a:pt x="93536" y="31813"/>
                </a:cubicBezTo>
                <a:lnTo>
                  <a:pt x="93536" y="53911"/>
                </a:lnTo>
                <a:cubicBezTo>
                  <a:pt x="96584" y="52673"/>
                  <a:pt x="99822" y="51721"/>
                  <a:pt x="103061" y="50959"/>
                </a:cubicBezTo>
                <a:lnTo>
                  <a:pt x="103061" y="36576"/>
                </a:lnTo>
                <a:close/>
                <a:moveTo>
                  <a:pt x="118301" y="171831"/>
                </a:moveTo>
                <a:cubicBezTo>
                  <a:pt x="149733" y="171831"/>
                  <a:pt x="175260" y="146494"/>
                  <a:pt x="175260" y="115252"/>
                </a:cubicBezTo>
                <a:cubicBezTo>
                  <a:pt x="175260" y="84010"/>
                  <a:pt x="149733" y="58674"/>
                  <a:pt x="118301" y="58674"/>
                </a:cubicBezTo>
                <a:cubicBezTo>
                  <a:pt x="86868" y="58674"/>
                  <a:pt x="61341" y="84010"/>
                  <a:pt x="61341" y="115252"/>
                </a:cubicBezTo>
                <a:cubicBezTo>
                  <a:pt x="61341" y="146494"/>
                  <a:pt x="86868" y="171831"/>
                  <a:pt x="118301" y="171831"/>
                </a:cubicBezTo>
                <a:close/>
                <a:moveTo>
                  <a:pt x="118301" y="68199"/>
                </a:moveTo>
                <a:cubicBezTo>
                  <a:pt x="144494" y="68104"/>
                  <a:pt x="165735" y="89249"/>
                  <a:pt x="165735" y="115252"/>
                </a:cubicBezTo>
                <a:cubicBezTo>
                  <a:pt x="165735" y="141256"/>
                  <a:pt x="144399" y="162306"/>
                  <a:pt x="118301" y="162306"/>
                </a:cubicBezTo>
                <a:cubicBezTo>
                  <a:pt x="92202" y="162306"/>
                  <a:pt x="70866" y="141256"/>
                  <a:pt x="70866" y="115252"/>
                </a:cubicBezTo>
                <a:cubicBezTo>
                  <a:pt x="70866" y="89249"/>
                  <a:pt x="92107" y="68199"/>
                  <a:pt x="118301" y="68199"/>
                </a:cubicBezTo>
                <a:close/>
                <a:moveTo>
                  <a:pt x="115919" y="119634"/>
                </a:moveTo>
                <a:cubicBezTo>
                  <a:pt x="125539" y="123063"/>
                  <a:pt x="130112" y="126206"/>
                  <a:pt x="130112" y="129540"/>
                </a:cubicBezTo>
                <a:cubicBezTo>
                  <a:pt x="130112" y="133255"/>
                  <a:pt x="124873" y="137255"/>
                  <a:pt x="117443" y="137255"/>
                </a:cubicBezTo>
                <a:cubicBezTo>
                  <a:pt x="112490" y="137255"/>
                  <a:pt x="107918" y="135445"/>
                  <a:pt x="105823" y="132493"/>
                </a:cubicBezTo>
                <a:cubicBezTo>
                  <a:pt x="104299" y="130397"/>
                  <a:pt x="101346" y="129826"/>
                  <a:pt x="99251" y="131254"/>
                </a:cubicBezTo>
                <a:cubicBezTo>
                  <a:pt x="97060" y="132778"/>
                  <a:pt x="96584" y="135731"/>
                  <a:pt x="98012" y="137827"/>
                </a:cubicBezTo>
                <a:cubicBezTo>
                  <a:pt x="98108" y="137922"/>
                  <a:pt x="98108" y="137922"/>
                  <a:pt x="98108" y="137922"/>
                </a:cubicBezTo>
                <a:cubicBezTo>
                  <a:pt x="101727" y="142780"/>
                  <a:pt x="108013" y="145923"/>
                  <a:pt x="115157" y="146494"/>
                </a:cubicBezTo>
                <a:lnTo>
                  <a:pt x="115157" y="151828"/>
                </a:lnTo>
                <a:cubicBezTo>
                  <a:pt x="115157" y="154495"/>
                  <a:pt x="117348" y="156591"/>
                  <a:pt x="119920" y="156591"/>
                </a:cubicBezTo>
                <a:cubicBezTo>
                  <a:pt x="122587" y="156591"/>
                  <a:pt x="124682" y="154495"/>
                  <a:pt x="124682" y="151828"/>
                </a:cubicBezTo>
                <a:lnTo>
                  <a:pt x="124682" y="145732"/>
                </a:lnTo>
                <a:cubicBezTo>
                  <a:pt x="133445" y="143446"/>
                  <a:pt x="139541" y="137065"/>
                  <a:pt x="139541" y="129445"/>
                </a:cubicBezTo>
                <a:cubicBezTo>
                  <a:pt x="139541" y="117824"/>
                  <a:pt x="125063" y="112681"/>
                  <a:pt x="118967" y="110585"/>
                </a:cubicBezTo>
                <a:cubicBezTo>
                  <a:pt x="107918" y="106680"/>
                  <a:pt x="106489" y="103918"/>
                  <a:pt x="106489" y="101917"/>
                </a:cubicBezTo>
                <a:cubicBezTo>
                  <a:pt x="106489" y="98774"/>
                  <a:pt x="110966" y="95440"/>
                  <a:pt x="117348" y="95440"/>
                </a:cubicBezTo>
                <a:cubicBezTo>
                  <a:pt x="122492" y="95440"/>
                  <a:pt x="126206" y="97631"/>
                  <a:pt x="127540" y="99822"/>
                </a:cubicBezTo>
                <a:cubicBezTo>
                  <a:pt x="128969" y="102013"/>
                  <a:pt x="131921" y="102679"/>
                  <a:pt x="134112" y="101346"/>
                </a:cubicBezTo>
                <a:cubicBezTo>
                  <a:pt x="136303" y="100013"/>
                  <a:pt x="136970" y="96964"/>
                  <a:pt x="135636" y="94774"/>
                </a:cubicBezTo>
                <a:cubicBezTo>
                  <a:pt x="135636" y="94678"/>
                  <a:pt x="135541" y="94678"/>
                  <a:pt x="135541" y="94678"/>
                </a:cubicBezTo>
                <a:cubicBezTo>
                  <a:pt x="133255" y="91059"/>
                  <a:pt x="129254" y="88392"/>
                  <a:pt x="124682" y="87058"/>
                </a:cubicBezTo>
                <a:lnTo>
                  <a:pt x="124682" y="78391"/>
                </a:lnTo>
                <a:cubicBezTo>
                  <a:pt x="124682" y="75724"/>
                  <a:pt x="122587" y="73628"/>
                  <a:pt x="119920" y="73628"/>
                </a:cubicBezTo>
                <a:cubicBezTo>
                  <a:pt x="117348" y="73628"/>
                  <a:pt x="115157" y="75724"/>
                  <a:pt x="115157" y="78391"/>
                </a:cubicBezTo>
                <a:lnTo>
                  <a:pt x="115157" y="86106"/>
                </a:lnTo>
                <a:cubicBezTo>
                  <a:pt x="104775" y="86963"/>
                  <a:pt x="96964" y="93631"/>
                  <a:pt x="96964" y="102013"/>
                </a:cubicBezTo>
                <a:cubicBezTo>
                  <a:pt x="96964" y="112966"/>
                  <a:pt x="109728" y="117538"/>
                  <a:pt x="115919" y="119634"/>
                </a:cubicBezTo>
                <a:close/>
                <a:moveTo>
                  <a:pt x="223838" y="181451"/>
                </a:moveTo>
                <a:lnTo>
                  <a:pt x="4763" y="181451"/>
                </a:lnTo>
                <a:cubicBezTo>
                  <a:pt x="2096" y="181451"/>
                  <a:pt x="0" y="183547"/>
                  <a:pt x="0" y="186214"/>
                </a:cubicBezTo>
                <a:cubicBezTo>
                  <a:pt x="0" y="188785"/>
                  <a:pt x="2096" y="190976"/>
                  <a:pt x="4763" y="190976"/>
                </a:cubicBezTo>
                <a:lnTo>
                  <a:pt x="223838" y="190976"/>
                </a:lnTo>
                <a:cubicBezTo>
                  <a:pt x="226504" y="190976"/>
                  <a:pt x="228600" y="188785"/>
                  <a:pt x="228600" y="186214"/>
                </a:cubicBezTo>
                <a:cubicBezTo>
                  <a:pt x="228600" y="183547"/>
                  <a:pt x="226409" y="181451"/>
                  <a:pt x="223838" y="181451"/>
                </a:cubicBezTo>
                <a:close/>
                <a:moveTo>
                  <a:pt x="30956" y="9525"/>
                </a:moveTo>
                <a:lnTo>
                  <a:pt x="59817" y="9525"/>
                </a:lnTo>
                <a:lnTo>
                  <a:pt x="59817" y="83820"/>
                </a:lnTo>
                <a:cubicBezTo>
                  <a:pt x="62484" y="79057"/>
                  <a:pt x="65627" y="74581"/>
                  <a:pt x="69342" y="70580"/>
                </a:cubicBezTo>
                <a:lnTo>
                  <a:pt x="69342" y="4763"/>
                </a:lnTo>
                <a:cubicBezTo>
                  <a:pt x="69342" y="2095"/>
                  <a:pt x="67246" y="0"/>
                  <a:pt x="64579" y="0"/>
                </a:cubicBezTo>
                <a:lnTo>
                  <a:pt x="26194" y="0"/>
                </a:lnTo>
                <a:cubicBezTo>
                  <a:pt x="23527" y="0"/>
                  <a:pt x="21431" y="2095"/>
                  <a:pt x="21431" y="4763"/>
                </a:cubicBezTo>
                <a:lnTo>
                  <a:pt x="21431" y="171926"/>
                </a:lnTo>
                <a:lnTo>
                  <a:pt x="30956" y="171926"/>
                </a:lnTo>
                <a:lnTo>
                  <a:pt x="30956" y="9525"/>
                </a:lnTo>
                <a:close/>
                <a:moveTo>
                  <a:pt x="59817" y="171926"/>
                </a:moveTo>
                <a:lnTo>
                  <a:pt x="69342" y="171926"/>
                </a:lnTo>
                <a:lnTo>
                  <a:pt x="69342" y="159829"/>
                </a:lnTo>
                <a:cubicBezTo>
                  <a:pt x="65627" y="155829"/>
                  <a:pt x="62484" y="151352"/>
                  <a:pt x="59817" y="146590"/>
                </a:cubicBezTo>
                <a:lnTo>
                  <a:pt x="59817" y="171926"/>
                </a:lnTo>
                <a:close/>
                <a:moveTo>
                  <a:pt x="173641" y="171926"/>
                </a:moveTo>
                <a:lnTo>
                  <a:pt x="173641" y="151828"/>
                </a:lnTo>
                <a:cubicBezTo>
                  <a:pt x="170879" y="155924"/>
                  <a:pt x="167640" y="159734"/>
                  <a:pt x="164116" y="162973"/>
                </a:cubicBezTo>
                <a:lnTo>
                  <a:pt x="164116" y="171831"/>
                </a:lnTo>
                <a:lnTo>
                  <a:pt x="173641" y="171831"/>
                </a:lnTo>
                <a:close/>
                <a:moveTo>
                  <a:pt x="173641" y="58388"/>
                </a:moveTo>
                <a:lnTo>
                  <a:pt x="202502" y="58388"/>
                </a:lnTo>
                <a:lnTo>
                  <a:pt x="202502" y="171926"/>
                </a:lnTo>
                <a:lnTo>
                  <a:pt x="212027" y="171926"/>
                </a:lnTo>
                <a:lnTo>
                  <a:pt x="212027" y="53626"/>
                </a:lnTo>
                <a:cubicBezTo>
                  <a:pt x="212027" y="50959"/>
                  <a:pt x="209836" y="48863"/>
                  <a:pt x="207264" y="48863"/>
                </a:cubicBezTo>
                <a:lnTo>
                  <a:pt x="168878" y="48863"/>
                </a:lnTo>
                <a:cubicBezTo>
                  <a:pt x="166211" y="48863"/>
                  <a:pt x="164116" y="50959"/>
                  <a:pt x="164116" y="53626"/>
                </a:cubicBezTo>
                <a:lnTo>
                  <a:pt x="164116" y="67342"/>
                </a:lnTo>
                <a:cubicBezTo>
                  <a:pt x="167735" y="70675"/>
                  <a:pt x="170879" y="74485"/>
                  <a:pt x="173641" y="78581"/>
                </a:cubicBezTo>
                <a:lnTo>
                  <a:pt x="173641" y="58388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13" name="Freeform: Shape 812">
            <a:extLst>
              <a:ext uri="{FF2B5EF4-FFF2-40B4-BE49-F238E27FC236}">
                <a16:creationId xmlns:a16="http://schemas.microsoft.com/office/drawing/2014/main" id="{218F1594-678C-4956-B796-82D80FD1EEC7}"/>
              </a:ext>
            </a:extLst>
          </p:cNvPr>
          <p:cNvSpPr/>
          <p:nvPr/>
        </p:nvSpPr>
        <p:spPr>
          <a:xfrm>
            <a:off x="9670207" y="4785535"/>
            <a:ext cx="228504" cy="174369"/>
          </a:xfrm>
          <a:custGeom>
            <a:avLst/>
            <a:gdLst>
              <a:gd name="connsiteX0" fmla="*/ 170593 w 228504"/>
              <a:gd name="connsiteY0" fmla="*/ 55212 h 174369"/>
              <a:gd name="connsiteX1" fmla="*/ 147256 w 228504"/>
              <a:gd name="connsiteY1" fmla="*/ 13969 h 174369"/>
              <a:gd name="connsiteX2" fmla="*/ 57436 w 228504"/>
              <a:gd name="connsiteY2" fmla="*/ 23970 h 174369"/>
              <a:gd name="connsiteX3" fmla="*/ 44005 w 228504"/>
              <a:gd name="connsiteY3" fmla="*/ 55498 h 174369"/>
              <a:gd name="connsiteX4" fmla="*/ 48387 w 228504"/>
              <a:gd name="connsiteY4" fmla="*/ 60641 h 174369"/>
              <a:gd name="connsiteX5" fmla="*/ 53435 w 228504"/>
              <a:gd name="connsiteY5" fmla="*/ 56736 h 174369"/>
              <a:gd name="connsiteX6" fmla="*/ 114490 w 228504"/>
              <a:gd name="connsiteY6" fmla="*/ 9873 h 174369"/>
              <a:gd name="connsiteX7" fmla="*/ 161354 w 228504"/>
              <a:gd name="connsiteY7" fmla="*/ 70928 h 174369"/>
              <a:gd name="connsiteX8" fmla="*/ 100298 w 228504"/>
              <a:gd name="connsiteY8" fmla="*/ 117791 h 174369"/>
              <a:gd name="connsiteX9" fmla="*/ 63722 w 228504"/>
              <a:gd name="connsiteY9" fmla="*/ 96360 h 174369"/>
              <a:gd name="connsiteX10" fmla="*/ 89821 w 228504"/>
              <a:gd name="connsiteY10" fmla="*/ 96360 h 174369"/>
              <a:gd name="connsiteX11" fmla="*/ 94583 w 228504"/>
              <a:gd name="connsiteY11" fmla="*/ 91597 h 174369"/>
              <a:gd name="connsiteX12" fmla="*/ 89821 w 228504"/>
              <a:gd name="connsiteY12" fmla="*/ 86835 h 174369"/>
              <a:gd name="connsiteX13" fmla="*/ 49816 w 228504"/>
              <a:gd name="connsiteY13" fmla="*/ 86835 h 174369"/>
              <a:gd name="connsiteX14" fmla="*/ 49816 w 228504"/>
              <a:gd name="connsiteY14" fmla="*/ 126744 h 174369"/>
              <a:gd name="connsiteX15" fmla="*/ 54578 w 228504"/>
              <a:gd name="connsiteY15" fmla="*/ 131507 h 174369"/>
              <a:gd name="connsiteX16" fmla="*/ 59341 w 228504"/>
              <a:gd name="connsiteY16" fmla="*/ 126744 h 174369"/>
              <a:gd name="connsiteX17" fmla="*/ 59341 w 228504"/>
              <a:gd name="connsiteY17" fmla="*/ 105980 h 174369"/>
              <a:gd name="connsiteX18" fmla="*/ 149257 w 228504"/>
              <a:gd name="connsiteY18" fmla="*/ 112076 h 174369"/>
              <a:gd name="connsiteX19" fmla="*/ 150781 w 228504"/>
              <a:gd name="connsiteY19" fmla="*/ 110743 h 174369"/>
              <a:gd name="connsiteX20" fmla="*/ 183261 w 228504"/>
              <a:gd name="connsiteY20" fmla="*/ 142937 h 174369"/>
              <a:gd name="connsiteX21" fmla="*/ 190024 w 228504"/>
              <a:gd name="connsiteY21" fmla="*/ 142937 h 174369"/>
              <a:gd name="connsiteX22" fmla="*/ 189929 w 228504"/>
              <a:gd name="connsiteY22" fmla="*/ 136174 h 174369"/>
              <a:gd name="connsiteX23" fmla="*/ 157258 w 228504"/>
              <a:gd name="connsiteY23" fmla="*/ 103885 h 174369"/>
              <a:gd name="connsiteX24" fmla="*/ 171164 w 228504"/>
              <a:gd name="connsiteY24" fmla="*/ 64927 h 174369"/>
              <a:gd name="connsiteX25" fmla="*/ 218980 w 228504"/>
              <a:gd name="connsiteY25" fmla="*/ 114933 h 174369"/>
              <a:gd name="connsiteX26" fmla="*/ 170497 w 228504"/>
              <a:gd name="connsiteY26" fmla="*/ 164940 h 174369"/>
              <a:gd name="connsiteX27" fmla="*/ 45911 w 228504"/>
              <a:gd name="connsiteY27" fmla="*/ 164940 h 174369"/>
              <a:gd name="connsiteX28" fmla="*/ 9430 w 228504"/>
              <a:gd name="connsiteY28" fmla="*/ 127126 h 174369"/>
              <a:gd name="connsiteX29" fmla="*/ 31718 w 228504"/>
              <a:gd name="connsiteY29" fmla="*/ 92264 h 174369"/>
              <a:gd name="connsiteX30" fmla="*/ 32004 w 228504"/>
              <a:gd name="connsiteY30" fmla="*/ 92169 h 174369"/>
              <a:gd name="connsiteX31" fmla="*/ 34290 w 228504"/>
              <a:gd name="connsiteY31" fmla="*/ 85787 h 174369"/>
              <a:gd name="connsiteX32" fmla="*/ 27908 w 228504"/>
              <a:gd name="connsiteY32" fmla="*/ 83501 h 174369"/>
              <a:gd name="connsiteX33" fmla="*/ 0 w 228504"/>
              <a:gd name="connsiteY33" fmla="*/ 127126 h 174369"/>
              <a:gd name="connsiteX34" fmla="*/ 46006 w 228504"/>
              <a:gd name="connsiteY34" fmla="*/ 174369 h 174369"/>
              <a:gd name="connsiteX35" fmla="*/ 170593 w 228504"/>
              <a:gd name="connsiteY35" fmla="*/ 174369 h 174369"/>
              <a:gd name="connsiteX36" fmla="*/ 228505 w 228504"/>
              <a:gd name="connsiteY36" fmla="*/ 114933 h 174369"/>
              <a:gd name="connsiteX37" fmla="*/ 170593 w 228504"/>
              <a:gd name="connsiteY37" fmla="*/ 55212 h 1743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228504" h="174369">
                <a:moveTo>
                  <a:pt x="170593" y="55212"/>
                </a:moveTo>
                <a:cubicBezTo>
                  <a:pt x="168497" y="39495"/>
                  <a:pt x="160591" y="24636"/>
                  <a:pt x="147256" y="13969"/>
                </a:cubicBezTo>
                <a:cubicBezTo>
                  <a:pt x="119729" y="-8034"/>
                  <a:pt x="79534" y="-3557"/>
                  <a:pt x="57436" y="23970"/>
                </a:cubicBezTo>
                <a:cubicBezTo>
                  <a:pt x="50197" y="33114"/>
                  <a:pt x="45529" y="43972"/>
                  <a:pt x="44005" y="55498"/>
                </a:cubicBezTo>
                <a:cubicBezTo>
                  <a:pt x="43720" y="58165"/>
                  <a:pt x="45720" y="60451"/>
                  <a:pt x="48387" y="60641"/>
                </a:cubicBezTo>
                <a:cubicBezTo>
                  <a:pt x="50863" y="60832"/>
                  <a:pt x="53054" y="59117"/>
                  <a:pt x="53435" y="56736"/>
                </a:cubicBezTo>
                <a:cubicBezTo>
                  <a:pt x="57340" y="26923"/>
                  <a:pt x="84677" y="5968"/>
                  <a:pt x="114490" y="9873"/>
                </a:cubicBezTo>
                <a:cubicBezTo>
                  <a:pt x="144304" y="13778"/>
                  <a:pt x="165259" y="41115"/>
                  <a:pt x="161354" y="70928"/>
                </a:cubicBezTo>
                <a:cubicBezTo>
                  <a:pt x="157448" y="100741"/>
                  <a:pt x="130112" y="121696"/>
                  <a:pt x="100298" y="117791"/>
                </a:cubicBezTo>
                <a:cubicBezTo>
                  <a:pt x="85725" y="115886"/>
                  <a:pt x="72580" y="108171"/>
                  <a:pt x="63722" y="96360"/>
                </a:cubicBezTo>
                <a:lnTo>
                  <a:pt x="89821" y="96360"/>
                </a:lnTo>
                <a:cubicBezTo>
                  <a:pt x="92488" y="96360"/>
                  <a:pt x="94583" y="94169"/>
                  <a:pt x="94583" y="91597"/>
                </a:cubicBezTo>
                <a:cubicBezTo>
                  <a:pt x="94583" y="88930"/>
                  <a:pt x="92393" y="86835"/>
                  <a:pt x="89821" y="86835"/>
                </a:cubicBezTo>
                <a:lnTo>
                  <a:pt x="49816" y="86835"/>
                </a:lnTo>
                <a:lnTo>
                  <a:pt x="49816" y="126744"/>
                </a:lnTo>
                <a:cubicBezTo>
                  <a:pt x="49816" y="129411"/>
                  <a:pt x="52006" y="131507"/>
                  <a:pt x="54578" y="131507"/>
                </a:cubicBezTo>
                <a:cubicBezTo>
                  <a:pt x="57150" y="131507"/>
                  <a:pt x="59341" y="129316"/>
                  <a:pt x="59341" y="126744"/>
                </a:cubicBezTo>
                <a:lnTo>
                  <a:pt x="59341" y="105980"/>
                </a:lnTo>
                <a:cubicBezTo>
                  <a:pt x="82487" y="132460"/>
                  <a:pt x="122682" y="135317"/>
                  <a:pt x="149257" y="112076"/>
                </a:cubicBezTo>
                <a:cubicBezTo>
                  <a:pt x="149828" y="111600"/>
                  <a:pt x="150304" y="111219"/>
                  <a:pt x="150781" y="110743"/>
                </a:cubicBezTo>
                <a:lnTo>
                  <a:pt x="183261" y="142937"/>
                </a:lnTo>
                <a:cubicBezTo>
                  <a:pt x="185071" y="144747"/>
                  <a:pt x="188119" y="144747"/>
                  <a:pt x="190024" y="142937"/>
                </a:cubicBezTo>
                <a:cubicBezTo>
                  <a:pt x="191834" y="141032"/>
                  <a:pt x="191834" y="138079"/>
                  <a:pt x="189929" y="136174"/>
                </a:cubicBezTo>
                <a:lnTo>
                  <a:pt x="157258" y="103885"/>
                </a:lnTo>
                <a:cubicBezTo>
                  <a:pt x="166497" y="92359"/>
                  <a:pt x="170974" y="78643"/>
                  <a:pt x="171164" y="64927"/>
                </a:cubicBezTo>
                <a:cubicBezTo>
                  <a:pt x="197548" y="65213"/>
                  <a:pt x="218980" y="87502"/>
                  <a:pt x="218980" y="114933"/>
                </a:cubicBezTo>
                <a:cubicBezTo>
                  <a:pt x="218980" y="142461"/>
                  <a:pt x="197263" y="164940"/>
                  <a:pt x="170497" y="164940"/>
                </a:cubicBezTo>
                <a:lnTo>
                  <a:pt x="45911" y="164940"/>
                </a:lnTo>
                <a:cubicBezTo>
                  <a:pt x="25813" y="164940"/>
                  <a:pt x="9430" y="147985"/>
                  <a:pt x="9430" y="127126"/>
                </a:cubicBezTo>
                <a:cubicBezTo>
                  <a:pt x="9430" y="111981"/>
                  <a:pt x="18193" y="98265"/>
                  <a:pt x="31718" y="92264"/>
                </a:cubicBezTo>
                <a:cubicBezTo>
                  <a:pt x="31813" y="92169"/>
                  <a:pt x="31909" y="92169"/>
                  <a:pt x="32004" y="92169"/>
                </a:cubicBezTo>
                <a:cubicBezTo>
                  <a:pt x="34385" y="91026"/>
                  <a:pt x="35433" y="88168"/>
                  <a:pt x="34290" y="85787"/>
                </a:cubicBezTo>
                <a:cubicBezTo>
                  <a:pt x="33147" y="83406"/>
                  <a:pt x="30289" y="82358"/>
                  <a:pt x="27908" y="83501"/>
                </a:cubicBezTo>
                <a:cubicBezTo>
                  <a:pt x="10954" y="91026"/>
                  <a:pt x="0" y="108076"/>
                  <a:pt x="0" y="127126"/>
                </a:cubicBezTo>
                <a:cubicBezTo>
                  <a:pt x="0" y="153224"/>
                  <a:pt x="20669" y="174369"/>
                  <a:pt x="46006" y="174369"/>
                </a:cubicBezTo>
                <a:lnTo>
                  <a:pt x="170593" y="174369"/>
                </a:lnTo>
                <a:cubicBezTo>
                  <a:pt x="202597" y="174369"/>
                  <a:pt x="228505" y="147795"/>
                  <a:pt x="228505" y="114933"/>
                </a:cubicBezTo>
                <a:cubicBezTo>
                  <a:pt x="228505" y="81977"/>
                  <a:pt x="202502" y="55212"/>
                  <a:pt x="170593" y="55212"/>
                </a:cubicBez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14" name="Freeform: Shape 813">
            <a:extLst>
              <a:ext uri="{FF2B5EF4-FFF2-40B4-BE49-F238E27FC236}">
                <a16:creationId xmlns:a16="http://schemas.microsoft.com/office/drawing/2014/main" id="{B7E2D848-8B8B-44AE-B883-0EA14D27572A}"/>
              </a:ext>
            </a:extLst>
          </p:cNvPr>
          <p:cNvSpPr/>
          <p:nvPr/>
        </p:nvSpPr>
        <p:spPr>
          <a:xfrm>
            <a:off x="11203414" y="4701467"/>
            <a:ext cx="248417" cy="285964"/>
          </a:xfrm>
          <a:custGeom>
            <a:avLst/>
            <a:gdLst>
              <a:gd name="connsiteX0" fmla="*/ 146399 w 248417"/>
              <a:gd name="connsiteY0" fmla="*/ 76414 h 285964"/>
              <a:gd name="connsiteX1" fmla="*/ 187833 w 248417"/>
              <a:gd name="connsiteY1" fmla="*/ 76414 h 285964"/>
              <a:gd name="connsiteX2" fmla="*/ 190786 w 248417"/>
              <a:gd name="connsiteY2" fmla="*/ 79367 h 285964"/>
              <a:gd name="connsiteX3" fmla="*/ 190786 w 248417"/>
              <a:gd name="connsiteY3" fmla="*/ 206526 h 285964"/>
              <a:gd name="connsiteX4" fmla="*/ 187833 w 248417"/>
              <a:gd name="connsiteY4" fmla="*/ 209479 h 285964"/>
              <a:gd name="connsiteX5" fmla="*/ 146590 w 248417"/>
              <a:gd name="connsiteY5" fmla="*/ 209479 h 285964"/>
              <a:gd name="connsiteX6" fmla="*/ 146590 w 248417"/>
              <a:gd name="connsiteY6" fmla="*/ 193191 h 285964"/>
              <a:gd name="connsiteX7" fmla="*/ 134779 w 248417"/>
              <a:gd name="connsiteY7" fmla="*/ 193191 h 285964"/>
              <a:gd name="connsiteX8" fmla="*/ 134874 w 248417"/>
              <a:gd name="connsiteY8" fmla="*/ 221290 h 285964"/>
              <a:gd name="connsiteX9" fmla="*/ 187928 w 248417"/>
              <a:gd name="connsiteY9" fmla="*/ 221290 h 285964"/>
              <a:gd name="connsiteX10" fmla="*/ 202692 w 248417"/>
              <a:gd name="connsiteY10" fmla="*/ 206526 h 285964"/>
              <a:gd name="connsiteX11" fmla="*/ 202692 w 248417"/>
              <a:gd name="connsiteY11" fmla="*/ 79367 h 285964"/>
              <a:gd name="connsiteX12" fmla="*/ 187928 w 248417"/>
              <a:gd name="connsiteY12" fmla="*/ 64603 h 285964"/>
              <a:gd name="connsiteX13" fmla="*/ 134684 w 248417"/>
              <a:gd name="connsiteY13" fmla="*/ 64603 h 285964"/>
              <a:gd name="connsiteX14" fmla="*/ 134684 w 248417"/>
              <a:gd name="connsiteY14" fmla="*/ 92702 h 285964"/>
              <a:gd name="connsiteX15" fmla="*/ 146495 w 248417"/>
              <a:gd name="connsiteY15" fmla="*/ 92702 h 285964"/>
              <a:gd name="connsiteX16" fmla="*/ 146495 w 248417"/>
              <a:gd name="connsiteY16" fmla="*/ 76414 h 285964"/>
              <a:gd name="connsiteX17" fmla="*/ 165640 w 248417"/>
              <a:gd name="connsiteY17" fmla="*/ 175474 h 285964"/>
              <a:gd name="connsiteX18" fmla="*/ 165640 w 248417"/>
              <a:gd name="connsiteY18" fmla="*/ 110419 h 285964"/>
              <a:gd name="connsiteX19" fmla="*/ 159734 w 248417"/>
              <a:gd name="connsiteY19" fmla="*/ 104513 h 285964"/>
              <a:gd name="connsiteX20" fmla="*/ 122777 w 248417"/>
              <a:gd name="connsiteY20" fmla="*/ 104513 h 285964"/>
              <a:gd name="connsiteX21" fmla="*/ 122777 w 248417"/>
              <a:gd name="connsiteY21" fmla="*/ 64603 h 285964"/>
              <a:gd name="connsiteX22" fmla="*/ 60674 w 248417"/>
              <a:gd name="connsiteY22" fmla="*/ 64603 h 285964"/>
              <a:gd name="connsiteX23" fmla="*/ 45911 w 248417"/>
              <a:gd name="connsiteY23" fmla="*/ 79367 h 285964"/>
              <a:gd name="connsiteX24" fmla="*/ 45911 w 248417"/>
              <a:gd name="connsiteY24" fmla="*/ 206526 h 285964"/>
              <a:gd name="connsiteX25" fmla="*/ 60674 w 248417"/>
              <a:gd name="connsiteY25" fmla="*/ 221290 h 285964"/>
              <a:gd name="connsiteX26" fmla="*/ 122777 w 248417"/>
              <a:gd name="connsiteY26" fmla="*/ 221290 h 285964"/>
              <a:gd name="connsiteX27" fmla="*/ 122777 w 248417"/>
              <a:gd name="connsiteY27" fmla="*/ 181380 h 285964"/>
              <a:gd name="connsiteX28" fmla="*/ 159734 w 248417"/>
              <a:gd name="connsiteY28" fmla="*/ 181380 h 285964"/>
              <a:gd name="connsiteX29" fmla="*/ 165640 w 248417"/>
              <a:gd name="connsiteY29" fmla="*/ 175474 h 285964"/>
              <a:gd name="connsiteX30" fmla="*/ 153829 w 248417"/>
              <a:gd name="connsiteY30" fmla="*/ 169569 h 285964"/>
              <a:gd name="connsiteX31" fmla="*/ 110966 w 248417"/>
              <a:gd name="connsiteY31" fmla="*/ 169569 h 285964"/>
              <a:gd name="connsiteX32" fmla="*/ 110966 w 248417"/>
              <a:gd name="connsiteY32" fmla="*/ 209479 h 285964"/>
              <a:gd name="connsiteX33" fmla="*/ 60674 w 248417"/>
              <a:gd name="connsiteY33" fmla="*/ 209479 h 285964"/>
              <a:gd name="connsiteX34" fmla="*/ 57721 w 248417"/>
              <a:gd name="connsiteY34" fmla="*/ 206526 h 285964"/>
              <a:gd name="connsiteX35" fmla="*/ 57721 w 248417"/>
              <a:gd name="connsiteY35" fmla="*/ 79367 h 285964"/>
              <a:gd name="connsiteX36" fmla="*/ 60674 w 248417"/>
              <a:gd name="connsiteY36" fmla="*/ 76414 h 285964"/>
              <a:gd name="connsiteX37" fmla="*/ 110966 w 248417"/>
              <a:gd name="connsiteY37" fmla="*/ 76414 h 285964"/>
              <a:gd name="connsiteX38" fmla="*/ 110966 w 248417"/>
              <a:gd name="connsiteY38" fmla="*/ 116324 h 285964"/>
              <a:gd name="connsiteX39" fmla="*/ 153829 w 248417"/>
              <a:gd name="connsiteY39" fmla="*/ 116324 h 285964"/>
              <a:gd name="connsiteX40" fmla="*/ 153829 w 248417"/>
              <a:gd name="connsiteY40" fmla="*/ 169569 h 285964"/>
              <a:gd name="connsiteX41" fmla="*/ 245459 w 248417"/>
              <a:gd name="connsiteY41" fmla="*/ 69271 h 285964"/>
              <a:gd name="connsiteX42" fmla="*/ 127159 w 248417"/>
              <a:gd name="connsiteY42" fmla="*/ 786 h 285964"/>
              <a:gd name="connsiteX43" fmla="*/ 121253 w 248417"/>
              <a:gd name="connsiteY43" fmla="*/ 786 h 285964"/>
              <a:gd name="connsiteX44" fmla="*/ 2953 w 248417"/>
              <a:gd name="connsiteY44" fmla="*/ 69366 h 285964"/>
              <a:gd name="connsiteX45" fmla="*/ 0 w 248417"/>
              <a:gd name="connsiteY45" fmla="*/ 74509 h 285964"/>
              <a:gd name="connsiteX46" fmla="*/ 0 w 248417"/>
              <a:gd name="connsiteY46" fmla="*/ 211479 h 285964"/>
              <a:gd name="connsiteX47" fmla="*/ 2953 w 248417"/>
              <a:gd name="connsiteY47" fmla="*/ 216622 h 285964"/>
              <a:gd name="connsiteX48" fmla="*/ 121253 w 248417"/>
              <a:gd name="connsiteY48" fmla="*/ 285107 h 285964"/>
              <a:gd name="connsiteX49" fmla="*/ 124206 w 248417"/>
              <a:gd name="connsiteY49" fmla="*/ 285964 h 285964"/>
              <a:gd name="connsiteX50" fmla="*/ 127159 w 248417"/>
              <a:gd name="connsiteY50" fmla="*/ 285107 h 285964"/>
              <a:gd name="connsiteX51" fmla="*/ 245459 w 248417"/>
              <a:gd name="connsiteY51" fmla="*/ 216622 h 285964"/>
              <a:gd name="connsiteX52" fmla="*/ 248412 w 248417"/>
              <a:gd name="connsiteY52" fmla="*/ 211479 h 285964"/>
              <a:gd name="connsiteX53" fmla="*/ 248412 w 248417"/>
              <a:gd name="connsiteY53" fmla="*/ 74509 h 285964"/>
              <a:gd name="connsiteX54" fmla="*/ 245459 w 248417"/>
              <a:gd name="connsiteY54" fmla="*/ 69271 h 285964"/>
              <a:gd name="connsiteX55" fmla="*/ 236601 w 248417"/>
              <a:gd name="connsiteY55" fmla="*/ 207955 h 285964"/>
              <a:gd name="connsiteX56" fmla="*/ 124206 w 248417"/>
              <a:gd name="connsiteY56" fmla="*/ 273010 h 285964"/>
              <a:gd name="connsiteX57" fmla="*/ 11811 w 248417"/>
              <a:gd name="connsiteY57" fmla="*/ 207955 h 285964"/>
              <a:gd name="connsiteX58" fmla="*/ 11811 w 248417"/>
              <a:gd name="connsiteY58" fmla="*/ 77843 h 285964"/>
              <a:gd name="connsiteX59" fmla="*/ 124206 w 248417"/>
              <a:gd name="connsiteY59" fmla="*/ 12787 h 285964"/>
              <a:gd name="connsiteX60" fmla="*/ 236601 w 248417"/>
              <a:gd name="connsiteY60" fmla="*/ 77843 h 285964"/>
              <a:gd name="connsiteX61" fmla="*/ 236601 w 248417"/>
              <a:gd name="connsiteY61" fmla="*/ 207955 h 285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248417" h="285964">
                <a:moveTo>
                  <a:pt x="146399" y="76414"/>
                </a:moveTo>
                <a:lnTo>
                  <a:pt x="187833" y="76414"/>
                </a:lnTo>
                <a:cubicBezTo>
                  <a:pt x="189452" y="76414"/>
                  <a:pt x="190786" y="77748"/>
                  <a:pt x="190786" y="79367"/>
                </a:cubicBezTo>
                <a:lnTo>
                  <a:pt x="190786" y="206526"/>
                </a:lnTo>
                <a:cubicBezTo>
                  <a:pt x="190786" y="208145"/>
                  <a:pt x="189452" y="209479"/>
                  <a:pt x="187833" y="209479"/>
                </a:cubicBezTo>
                <a:lnTo>
                  <a:pt x="146590" y="209479"/>
                </a:lnTo>
                <a:lnTo>
                  <a:pt x="146590" y="193191"/>
                </a:lnTo>
                <a:lnTo>
                  <a:pt x="134779" y="193191"/>
                </a:lnTo>
                <a:lnTo>
                  <a:pt x="134874" y="221290"/>
                </a:lnTo>
                <a:lnTo>
                  <a:pt x="187928" y="221290"/>
                </a:lnTo>
                <a:cubicBezTo>
                  <a:pt x="196024" y="221290"/>
                  <a:pt x="202692" y="214622"/>
                  <a:pt x="202692" y="206526"/>
                </a:cubicBezTo>
                <a:lnTo>
                  <a:pt x="202692" y="79367"/>
                </a:lnTo>
                <a:cubicBezTo>
                  <a:pt x="202692" y="71271"/>
                  <a:pt x="196024" y="64603"/>
                  <a:pt x="187928" y="64603"/>
                </a:cubicBezTo>
                <a:lnTo>
                  <a:pt x="134684" y="64603"/>
                </a:lnTo>
                <a:lnTo>
                  <a:pt x="134684" y="92702"/>
                </a:lnTo>
                <a:lnTo>
                  <a:pt x="146495" y="92702"/>
                </a:lnTo>
                <a:lnTo>
                  <a:pt x="146495" y="76414"/>
                </a:lnTo>
                <a:close/>
                <a:moveTo>
                  <a:pt x="165640" y="175474"/>
                </a:moveTo>
                <a:lnTo>
                  <a:pt x="165640" y="110419"/>
                </a:lnTo>
                <a:cubicBezTo>
                  <a:pt x="165640" y="107180"/>
                  <a:pt x="162973" y="104513"/>
                  <a:pt x="159734" y="104513"/>
                </a:cubicBezTo>
                <a:lnTo>
                  <a:pt x="122777" y="104513"/>
                </a:lnTo>
                <a:lnTo>
                  <a:pt x="122777" y="64603"/>
                </a:lnTo>
                <a:lnTo>
                  <a:pt x="60674" y="64603"/>
                </a:lnTo>
                <a:cubicBezTo>
                  <a:pt x="52578" y="64603"/>
                  <a:pt x="45911" y="71271"/>
                  <a:pt x="45911" y="79367"/>
                </a:cubicBezTo>
                <a:lnTo>
                  <a:pt x="45911" y="206526"/>
                </a:lnTo>
                <a:cubicBezTo>
                  <a:pt x="45911" y="214622"/>
                  <a:pt x="52578" y="221290"/>
                  <a:pt x="60674" y="221290"/>
                </a:cubicBezTo>
                <a:lnTo>
                  <a:pt x="122777" y="221290"/>
                </a:lnTo>
                <a:lnTo>
                  <a:pt x="122777" y="181380"/>
                </a:lnTo>
                <a:lnTo>
                  <a:pt x="159734" y="181380"/>
                </a:lnTo>
                <a:cubicBezTo>
                  <a:pt x="162973" y="181380"/>
                  <a:pt x="165640" y="178713"/>
                  <a:pt x="165640" y="175474"/>
                </a:cubicBezTo>
                <a:close/>
                <a:moveTo>
                  <a:pt x="153829" y="169569"/>
                </a:moveTo>
                <a:lnTo>
                  <a:pt x="110966" y="169569"/>
                </a:lnTo>
                <a:lnTo>
                  <a:pt x="110966" y="209479"/>
                </a:lnTo>
                <a:lnTo>
                  <a:pt x="60674" y="209479"/>
                </a:lnTo>
                <a:cubicBezTo>
                  <a:pt x="59055" y="209479"/>
                  <a:pt x="57721" y="208145"/>
                  <a:pt x="57721" y="206526"/>
                </a:cubicBezTo>
                <a:lnTo>
                  <a:pt x="57721" y="79367"/>
                </a:lnTo>
                <a:cubicBezTo>
                  <a:pt x="57721" y="77748"/>
                  <a:pt x="59055" y="76414"/>
                  <a:pt x="60674" y="76414"/>
                </a:cubicBezTo>
                <a:lnTo>
                  <a:pt x="110966" y="76414"/>
                </a:lnTo>
                <a:lnTo>
                  <a:pt x="110966" y="116324"/>
                </a:lnTo>
                <a:lnTo>
                  <a:pt x="153829" y="116324"/>
                </a:lnTo>
                <a:lnTo>
                  <a:pt x="153829" y="169569"/>
                </a:lnTo>
                <a:close/>
                <a:moveTo>
                  <a:pt x="245459" y="69271"/>
                </a:moveTo>
                <a:lnTo>
                  <a:pt x="127159" y="786"/>
                </a:lnTo>
                <a:cubicBezTo>
                  <a:pt x="125349" y="-262"/>
                  <a:pt x="123063" y="-262"/>
                  <a:pt x="121253" y="786"/>
                </a:cubicBezTo>
                <a:lnTo>
                  <a:pt x="2953" y="69366"/>
                </a:lnTo>
                <a:cubicBezTo>
                  <a:pt x="1143" y="70414"/>
                  <a:pt x="0" y="72319"/>
                  <a:pt x="0" y="74509"/>
                </a:cubicBezTo>
                <a:lnTo>
                  <a:pt x="0" y="211479"/>
                </a:lnTo>
                <a:cubicBezTo>
                  <a:pt x="0" y="213574"/>
                  <a:pt x="1143" y="215575"/>
                  <a:pt x="2953" y="216622"/>
                </a:cubicBezTo>
                <a:lnTo>
                  <a:pt x="121253" y="285107"/>
                </a:lnTo>
                <a:cubicBezTo>
                  <a:pt x="122111" y="285583"/>
                  <a:pt x="123158" y="285964"/>
                  <a:pt x="124206" y="285964"/>
                </a:cubicBezTo>
                <a:cubicBezTo>
                  <a:pt x="125254" y="285964"/>
                  <a:pt x="126302" y="285774"/>
                  <a:pt x="127159" y="285107"/>
                </a:cubicBezTo>
                <a:lnTo>
                  <a:pt x="245459" y="216622"/>
                </a:lnTo>
                <a:cubicBezTo>
                  <a:pt x="247269" y="215575"/>
                  <a:pt x="248412" y="213670"/>
                  <a:pt x="248412" y="211479"/>
                </a:cubicBezTo>
                <a:lnTo>
                  <a:pt x="248412" y="74509"/>
                </a:lnTo>
                <a:cubicBezTo>
                  <a:pt x="248507" y="72319"/>
                  <a:pt x="247364" y="70318"/>
                  <a:pt x="245459" y="69271"/>
                </a:cubicBezTo>
                <a:close/>
                <a:moveTo>
                  <a:pt x="236601" y="207955"/>
                </a:moveTo>
                <a:lnTo>
                  <a:pt x="124206" y="273010"/>
                </a:lnTo>
                <a:lnTo>
                  <a:pt x="11811" y="207955"/>
                </a:lnTo>
                <a:lnTo>
                  <a:pt x="11811" y="77843"/>
                </a:lnTo>
                <a:lnTo>
                  <a:pt x="124206" y="12787"/>
                </a:lnTo>
                <a:lnTo>
                  <a:pt x="236601" y="77843"/>
                </a:lnTo>
                <a:lnTo>
                  <a:pt x="236601" y="207955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15" name="Freeform: Shape 814">
            <a:extLst>
              <a:ext uri="{FF2B5EF4-FFF2-40B4-BE49-F238E27FC236}">
                <a16:creationId xmlns:a16="http://schemas.microsoft.com/office/drawing/2014/main" id="{75B822E3-BA2F-4605-AF71-01A22FA356D8}"/>
              </a:ext>
            </a:extLst>
          </p:cNvPr>
          <p:cNvSpPr/>
          <p:nvPr/>
        </p:nvSpPr>
        <p:spPr>
          <a:xfrm>
            <a:off x="513590" y="5571398"/>
            <a:ext cx="228600" cy="228599"/>
          </a:xfrm>
          <a:custGeom>
            <a:avLst/>
            <a:gdLst>
              <a:gd name="connsiteX0" fmla="*/ 128588 w 228600"/>
              <a:gd name="connsiteY0" fmla="*/ 100012 h 228599"/>
              <a:gd name="connsiteX1" fmla="*/ 128588 w 228600"/>
              <a:gd name="connsiteY1" fmla="*/ 0 h 228599"/>
              <a:gd name="connsiteX2" fmla="*/ 14288 w 228600"/>
              <a:gd name="connsiteY2" fmla="*/ 0 h 228599"/>
              <a:gd name="connsiteX3" fmla="*/ 0 w 228600"/>
              <a:gd name="connsiteY3" fmla="*/ 14288 h 228599"/>
              <a:gd name="connsiteX4" fmla="*/ 0 w 228600"/>
              <a:gd name="connsiteY4" fmla="*/ 171450 h 228599"/>
              <a:gd name="connsiteX5" fmla="*/ 28575 w 228600"/>
              <a:gd name="connsiteY5" fmla="*/ 200025 h 228599"/>
              <a:gd name="connsiteX6" fmla="*/ 28575 w 228600"/>
              <a:gd name="connsiteY6" fmla="*/ 128587 h 228599"/>
              <a:gd name="connsiteX7" fmla="*/ 100013 w 228600"/>
              <a:gd name="connsiteY7" fmla="*/ 128587 h 228599"/>
              <a:gd name="connsiteX8" fmla="*/ 100013 w 228600"/>
              <a:gd name="connsiteY8" fmla="*/ 171450 h 228599"/>
              <a:gd name="connsiteX9" fmla="*/ 128588 w 228600"/>
              <a:gd name="connsiteY9" fmla="*/ 200025 h 228599"/>
              <a:gd name="connsiteX10" fmla="*/ 128588 w 228600"/>
              <a:gd name="connsiteY10" fmla="*/ 128587 h 228599"/>
              <a:gd name="connsiteX11" fmla="*/ 200025 w 228600"/>
              <a:gd name="connsiteY11" fmla="*/ 128587 h 228599"/>
              <a:gd name="connsiteX12" fmla="*/ 200025 w 228600"/>
              <a:gd name="connsiteY12" fmla="*/ 200025 h 228599"/>
              <a:gd name="connsiteX13" fmla="*/ 28575 w 228600"/>
              <a:gd name="connsiteY13" fmla="*/ 200025 h 228599"/>
              <a:gd name="connsiteX14" fmla="*/ 57150 w 228600"/>
              <a:gd name="connsiteY14" fmla="*/ 228600 h 228599"/>
              <a:gd name="connsiteX15" fmla="*/ 214313 w 228600"/>
              <a:gd name="connsiteY15" fmla="*/ 228600 h 228599"/>
              <a:gd name="connsiteX16" fmla="*/ 228600 w 228600"/>
              <a:gd name="connsiteY16" fmla="*/ 214312 h 228599"/>
              <a:gd name="connsiteX17" fmla="*/ 228600 w 228600"/>
              <a:gd name="connsiteY17" fmla="*/ 100012 h 228599"/>
              <a:gd name="connsiteX18" fmla="*/ 128588 w 228600"/>
              <a:gd name="connsiteY18" fmla="*/ 100012 h 228599"/>
              <a:gd name="connsiteX19" fmla="*/ 28575 w 228600"/>
              <a:gd name="connsiteY19" fmla="*/ 28575 h 228599"/>
              <a:gd name="connsiteX20" fmla="*/ 100013 w 228600"/>
              <a:gd name="connsiteY20" fmla="*/ 28575 h 228599"/>
              <a:gd name="connsiteX21" fmla="*/ 100013 w 228600"/>
              <a:gd name="connsiteY21" fmla="*/ 72200 h 228599"/>
              <a:gd name="connsiteX22" fmla="*/ 127826 w 228600"/>
              <a:gd name="connsiteY22" fmla="*/ 100012 h 228599"/>
              <a:gd name="connsiteX23" fmla="*/ 28575 w 228600"/>
              <a:gd name="connsiteY23" fmla="*/ 100012 h 228599"/>
              <a:gd name="connsiteX24" fmla="*/ 28575 w 228600"/>
              <a:gd name="connsiteY24" fmla="*/ 28575 h 228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228600" h="228599">
                <a:moveTo>
                  <a:pt x="128588" y="100012"/>
                </a:moveTo>
                <a:lnTo>
                  <a:pt x="128588" y="0"/>
                </a:lnTo>
                <a:lnTo>
                  <a:pt x="14288" y="0"/>
                </a:lnTo>
                <a:cubicBezTo>
                  <a:pt x="6382" y="0"/>
                  <a:pt x="0" y="6382"/>
                  <a:pt x="0" y="14288"/>
                </a:cubicBezTo>
                <a:lnTo>
                  <a:pt x="0" y="171450"/>
                </a:lnTo>
                <a:lnTo>
                  <a:pt x="28575" y="200025"/>
                </a:lnTo>
                <a:lnTo>
                  <a:pt x="28575" y="128587"/>
                </a:lnTo>
                <a:lnTo>
                  <a:pt x="100013" y="128587"/>
                </a:lnTo>
                <a:lnTo>
                  <a:pt x="100013" y="171450"/>
                </a:lnTo>
                <a:lnTo>
                  <a:pt x="128588" y="200025"/>
                </a:lnTo>
                <a:lnTo>
                  <a:pt x="128588" y="128587"/>
                </a:lnTo>
                <a:lnTo>
                  <a:pt x="200025" y="128587"/>
                </a:lnTo>
                <a:lnTo>
                  <a:pt x="200025" y="200025"/>
                </a:lnTo>
                <a:lnTo>
                  <a:pt x="28575" y="200025"/>
                </a:lnTo>
                <a:lnTo>
                  <a:pt x="57150" y="228600"/>
                </a:lnTo>
                <a:lnTo>
                  <a:pt x="214313" y="228600"/>
                </a:lnTo>
                <a:cubicBezTo>
                  <a:pt x="222123" y="228600"/>
                  <a:pt x="228600" y="222218"/>
                  <a:pt x="228600" y="214312"/>
                </a:cubicBezTo>
                <a:lnTo>
                  <a:pt x="228600" y="100012"/>
                </a:lnTo>
                <a:lnTo>
                  <a:pt x="128588" y="100012"/>
                </a:lnTo>
                <a:close/>
                <a:moveTo>
                  <a:pt x="28575" y="28575"/>
                </a:moveTo>
                <a:lnTo>
                  <a:pt x="100013" y="28575"/>
                </a:lnTo>
                <a:lnTo>
                  <a:pt x="100013" y="72200"/>
                </a:lnTo>
                <a:lnTo>
                  <a:pt x="127826" y="100012"/>
                </a:lnTo>
                <a:lnTo>
                  <a:pt x="28575" y="100012"/>
                </a:lnTo>
                <a:lnTo>
                  <a:pt x="28575" y="28575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816" name="Freeform: Shape 815">
            <a:extLst>
              <a:ext uri="{FF2B5EF4-FFF2-40B4-BE49-F238E27FC236}">
                <a16:creationId xmlns:a16="http://schemas.microsoft.com/office/drawing/2014/main" id="{175B9388-46EC-4F44-938C-4CB1255D749D}"/>
              </a:ext>
            </a:extLst>
          </p:cNvPr>
          <p:cNvSpPr/>
          <p:nvPr/>
        </p:nvSpPr>
        <p:spPr>
          <a:xfrm>
            <a:off x="1767517" y="5565016"/>
            <a:ext cx="228607" cy="246221"/>
          </a:xfrm>
          <a:custGeom>
            <a:avLst/>
            <a:gdLst>
              <a:gd name="connsiteX0" fmla="*/ 38005 w 228607"/>
              <a:gd name="connsiteY0" fmla="*/ 190786 h 246221"/>
              <a:gd name="connsiteX1" fmla="*/ 13525 w 228607"/>
              <a:gd name="connsiteY1" fmla="*/ 152686 h 246221"/>
              <a:gd name="connsiteX2" fmla="*/ 0 w 228607"/>
              <a:gd name="connsiteY2" fmla="*/ 144875 h 246221"/>
              <a:gd name="connsiteX3" fmla="*/ 85916 w 228607"/>
              <a:gd name="connsiteY3" fmla="*/ 229267 h 246221"/>
              <a:gd name="connsiteX4" fmla="*/ 86487 w 228607"/>
              <a:gd name="connsiteY4" fmla="*/ 218504 h 246221"/>
              <a:gd name="connsiteX5" fmla="*/ 38005 w 228607"/>
              <a:gd name="connsiteY5" fmla="*/ 190786 h 246221"/>
              <a:gd name="connsiteX6" fmla="*/ 38005 w 228607"/>
              <a:gd name="connsiteY6" fmla="*/ 41529 h 246221"/>
              <a:gd name="connsiteX7" fmla="*/ 152400 w 228607"/>
              <a:gd name="connsiteY7" fmla="*/ 18383 h 246221"/>
              <a:gd name="connsiteX8" fmla="*/ 156400 w 228607"/>
              <a:gd name="connsiteY8" fmla="*/ 13906 h 246221"/>
              <a:gd name="connsiteX9" fmla="*/ 160401 w 228607"/>
              <a:gd name="connsiteY9" fmla="*/ 10287 h 246221"/>
              <a:gd name="connsiteX10" fmla="*/ 112586 w 228607"/>
              <a:gd name="connsiteY10" fmla="*/ 0 h 246221"/>
              <a:gd name="connsiteX11" fmla="*/ 7239 w 228607"/>
              <a:gd name="connsiteY11" fmla="*/ 67246 h 246221"/>
              <a:gd name="connsiteX12" fmla="*/ 21908 w 228607"/>
              <a:gd name="connsiteY12" fmla="*/ 62103 h 246221"/>
              <a:gd name="connsiteX13" fmla="*/ 38005 w 228607"/>
              <a:gd name="connsiteY13" fmla="*/ 41529 h 246221"/>
              <a:gd name="connsiteX14" fmla="*/ 51816 w 228607"/>
              <a:gd name="connsiteY14" fmla="*/ 66770 h 246221"/>
              <a:gd name="connsiteX15" fmla="*/ 60579 w 228607"/>
              <a:gd name="connsiteY15" fmla="*/ 72771 h 246221"/>
              <a:gd name="connsiteX16" fmla="*/ 64675 w 228607"/>
              <a:gd name="connsiteY16" fmla="*/ 68294 h 246221"/>
              <a:gd name="connsiteX17" fmla="*/ 140875 w 228607"/>
              <a:gd name="connsiteY17" fmla="*/ 54673 h 246221"/>
              <a:gd name="connsiteX18" fmla="*/ 140779 w 228607"/>
              <a:gd name="connsiteY18" fmla="*/ 51530 h 246221"/>
              <a:gd name="connsiteX19" fmla="*/ 141351 w 228607"/>
              <a:gd name="connsiteY19" fmla="*/ 43434 h 246221"/>
              <a:gd name="connsiteX20" fmla="*/ 51816 w 228607"/>
              <a:gd name="connsiteY20" fmla="*/ 66770 h 246221"/>
              <a:gd name="connsiteX21" fmla="*/ 190024 w 228607"/>
              <a:gd name="connsiteY21" fmla="*/ 104394 h 246221"/>
              <a:gd name="connsiteX22" fmla="*/ 178879 w 228607"/>
              <a:gd name="connsiteY22" fmla="*/ 102394 h 246221"/>
              <a:gd name="connsiteX23" fmla="*/ 126206 w 228607"/>
              <a:gd name="connsiteY23" fmla="*/ 182499 h 246221"/>
              <a:gd name="connsiteX24" fmla="*/ 53531 w 228607"/>
              <a:gd name="connsiteY24" fmla="*/ 149352 h 246221"/>
              <a:gd name="connsiteX25" fmla="*/ 43815 w 228607"/>
              <a:gd name="connsiteY25" fmla="*/ 153638 h 246221"/>
              <a:gd name="connsiteX26" fmla="*/ 149923 w 228607"/>
              <a:gd name="connsiteY26" fmla="*/ 185166 h 246221"/>
              <a:gd name="connsiteX27" fmla="*/ 190024 w 228607"/>
              <a:gd name="connsiteY27" fmla="*/ 104394 h 246221"/>
              <a:gd name="connsiteX28" fmla="*/ 226409 w 228607"/>
              <a:gd name="connsiteY28" fmla="*/ 93250 h 246221"/>
              <a:gd name="connsiteX29" fmla="*/ 216694 w 228607"/>
              <a:gd name="connsiteY29" fmla="*/ 99250 h 246221"/>
              <a:gd name="connsiteX30" fmla="*/ 218027 w 228607"/>
              <a:gd name="connsiteY30" fmla="*/ 116110 h 246221"/>
              <a:gd name="connsiteX31" fmla="*/ 151733 w 228607"/>
              <a:gd name="connsiteY31" fmla="*/ 214122 h 246221"/>
              <a:gd name="connsiteX32" fmla="*/ 153734 w 228607"/>
              <a:gd name="connsiteY32" fmla="*/ 224695 h 246221"/>
              <a:gd name="connsiteX33" fmla="*/ 228600 w 228607"/>
              <a:gd name="connsiteY33" fmla="*/ 116110 h 246221"/>
              <a:gd name="connsiteX34" fmla="*/ 226409 w 228607"/>
              <a:gd name="connsiteY34" fmla="*/ 93250 h 246221"/>
              <a:gd name="connsiteX35" fmla="*/ 193834 w 228607"/>
              <a:gd name="connsiteY35" fmla="*/ 82010 h 246221"/>
              <a:gd name="connsiteX36" fmla="*/ 215456 w 228607"/>
              <a:gd name="connsiteY36" fmla="*/ 73057 h 246221"/>
              <a:gd name="connsiteX37" fmla="*/ 224409 w 228607"/>
              <a:gd name="connsiteY37" fmla="*/ 51435 h 246221"/>
              <a:gd name="connsiteX38" fmla="*/ 193834 w 228607"/>
              <a:gd name="connsiteY38" fmla="*/ 20860 h 246221"/>
              <a:gd name="connsiteX39" fmla="*/ 163259 w 228607"/>
              <a:gd name="connsiteY39" fmla="*/ 51435 h 246221"/>
              <a:gd name="connsiteX40" fmla="*/ 193834 w 228607"/>
              <a:gd name="connsiteY40" fmla="*/ 82010 h 246221"/>
              <a:gd name="connsiteX41" fmla="*/ 193834 w 228607"/>
              <a:gd name="connsiteY41" fmla="*/ 31528 h 246221"/>
              <a:gd name="connsiteX42" fmla="*/ 207931 w 228607"/>
              <a:gd name="connsiteY42" fmla="*/ 37338 h 246221"/>
              <a:gd name="connsiteX43" fmla="*/ 213741 w 228607"/>
              <a:gd name="connsiteY43" fmla="*/ 51435 h 246221"/>
              <a:gd name="connsiteX44" fmla="*/ 193834 w 228607"/>
              <a:gd name="connsiteY44" fmla="*/ 71342 h 246221"/>
              <a:gd name="connsiteX45" fmla="*/ 173927 w 228607"/>
              <a:gd name="connsiteY45" fmla="*/ 51435 h 246221"/>
              <a:gd name="connsiteX46" fmla="*/ 193834 w 228607"/>
              <a:gd name="connsiteY46" fmla="*/ 31528 h 246221"/>
              <a:gd name="connsiteX47" fmla="*/ 30004 w 228607"/>
              <a:gd name="connsiteY47" fmla="*/ 134398 h 246221"/>
              <a:gd name="connsiteX48" fmla="*/ 48292 w 228607"/>
              <a:gd name="connsiteY48" fmla="*/ 126778 h 246221"/>
              <a:gd name="connsiteX49" fmla="*/ 55817 w 228607"/>
              <a:gd name="connsiteY49" fmla="*/ 108585 h 246221"/>
              <a:gd name="connsiteX50" fmla="*/ 30004 w 228607"/>
              <a:gd name="connsiteY50" fmla="*/ 82772 h 246221"/>
              <a:gd name="connsiteX51" fmla="*/ 4191 w 228607"/>
              <a:gd name="connsiteY51" fmla="*/ 108585 h 246221"/>
              <a:gd name="connsiteX52" fmla="*/ 30004 w 228607"/>
              <a:gd name="connsiteY52" fmla="*/ 134398 h 246221"/>
              <a:gd name="connsiteX53" fmla="*/ 30004 w 228607"/>
              <a:gd name="connsiteY53" fmla="*/ 93250 h 246221"/>
              <a:gd name="connsiteX54" fmla="*/ 40767 w 228607"/>
              <a:gd name="connsiteY54" fmla="*/ 97726 h 246221"/>
              <a:gd name="connsiteX55" fmla="*/ 45244 w 228607"/>
              <a:gd name="connsiteY55" fmla="*/ 108490 h 246221"/>
              <a:gd name="connsiteX56" fmla="*/ 30004 w 228607"/>
              <a:gd name="connsiteY56" fmla="*/ 123730 h 246221"/>
              <a:gd name="connsiteX57" fmla="*/ 14764 w 228607"/>
              <a:gd name="connsiteY57" fmla="*/ 108490 h 246221"/>
              <a:gd name="connsiteX58" fmla="*/ 30004 w 228607"/>
              <a:gd name="connsiteY58" fmla="*/ 93250 h 246221"/>
              <a:gd name="connsiteX59" fmla="*/ 133731 w 228607"/>
              <a:gd name="connsiteY59" fmla="*/ 211169 h 246221"/>
              <a:gd name="connsiteX60" fmla="*/ 105537 w 228607"/>
              <a:gd name="connsiteY60" fmla="*/ 211455 h 246221"/>
              <a:gd name="connsiteX61" fmla="*/ 105537 w 228607"/>
              <a:gd name="connsiteY61" fmla="*/ 240221 h 246221"/>
              <a:gd name="connsiteX62" fmla="*/ 119729 w 228607"/>
              <a:gd name="connsiteY62" fmla="*/ 246221 h 246221"/>
              <a:gd name="connsiteX63" fmla="*/ 133922 w 228607"/>
              <a:gd name="connsiteY63" fmla="*/ 240221 h 246221"/>
              <a:gd name="connsiteX64" fmla="*/ 133922 w 228607"/>
              <a:gd name="connsiteY64" fmla="*/ 211455 h 246221"/>
              <a:gd name="connsiteX65" fmla="*/ 133731 w 228607"/>
              <a:gd name="connsiteY65" fmla="*/ 211169 h 246221"/>
              <a:gd name="connsiteX66" fmla="*/ 127445 w 228607"/>
              <a:gd name="connsiteY66" fmla="*/ 233648 h 246221"/>
              <a:gd name="connsiteX67" fmla="*/ 127349 w 228607"/>
              <a:gd name="connsiteY67" fmla="*/ 233744 h 246221"/>
              <a:gd name="connsiteX68" fmla="*/ 112204 w 228607"/>
              <a:gd name="connsiteY68" fmla="*/ 233648 h 246221"/>
              <a:gd name="connsiteX69" fmla="*/ 112204 w 228607"/>
              <a:gd name="connsiteY69" fmla="*/ 217932 h 246221"/>
              <a:gd name="connsiteX70" fmla="*/ 119920 w 228607"/>
              <a:gd name="connsiteY70" fmla="*/ 214694 h 246221"/>
              <a:gd name="connsiteX71" fmla="*/ 127540 w 228607"/>
              <a:gd name="connsiteY71" fmla="*/ 217932 h 246221"/>
              <a:gd name="connsiteX72" fmla="*/ 127445 w 228607"/>
              <a:gd name="connsiteY72" fmla="*/ 233648 h 246221"/>
              <a:gd name="connsiteX73" fmla="*/ 111157 w 228607"/>
              <a:gd name="connsiteY73" fmla="*/ 156972 h 246221"/>
              <a:gd name="connsiteX74" fmla="*/ 138970 w 228607"/>
              <a:gd name="connsiteY74" fmla="*/ 145447 h 246221"/>
              <a:gd name="connsiteX75" fmla="*/ 150495 w 228607"/>
              <a:gd name="connsiteY75" fmla="*/ 117538 h 246221"/>
              <a:gd name="connsiteX76" fmla="*/ 111062 w 228607"/>
              <a:gd name="connsiteY76" fmla="*/ 78200 h 246221"/>
              <a:gd name="connsiteX77" fmla="*/ 71723 w 228607"/>
              <a:gd name="connsiteY77" fmla="*/ 117634 h 246221"/>
              <a:gd name="connsiteX78" fmla="*/ 111157 w 228607"/>
              <a:gd name="connsiteY78" fmla="*/ 156972 h 246221"/>
              <a:gd name="connsiteX79" fmla="*/ 111157 w 228607"/>
              <a:gd name="connsiteY79" fmla="*/ 88773 h 246221"/>
              <a:gd name="connsiteX80" fmla="*/ 131445 w 228607"/>
              <a:gd name="connsiteY80" fmla="*/ 97155 h 246221"/>
              <a:gd name="connsiteX81" fmla="*/ 131445 w 228607"/>
              <a:gd name="connsiteY81" fmla="*/ 137827 h 246221"/>
              <a:gd name="connsiteX82" fmla="*/ 111157 w 228607"/>
              <a:gd name="connsiteY82" fmla="*/ 146209 h 246221"/>
              <a:gd name="connsiteX83" fmla="*/ 82391 w 228607"/>
              <a:gd name="connsiteY83" fmla="*/ 117443 h 246221"/>
              <a:gd name="connsiteX84" fmla="*/ 111157 w 228607"/>
              <a:gd name="connsiteY84" fmla="*/ 88773 h 246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228607" h="246221">
                <a:moveTo>
                  <a:pt x="38005" y="190786"/>
                </a:moveTo>
                <a:cubicBezTo>
                  <a:pt x="27146" y="180022"/>
                  <a:pt x="18764" y="166973"/>
                  <a:pt x="13525" y="152686"/>
                </a:cubicBezTo>
                <a:cubicBezTo>
                  <a:pt x="8668" y="150876"/>
                  <a:pt x="4096" y="148209"/>
                  <a:pt x="0" y="144875"/>
                </a:cubicBezTo>
                <a:cubicBezTo>
                  <a:pt x="10763" y="186785"/>
                  <a:pt x="43815" y="219265"/>
                  <a:pt x="85916" y="229267"/>
                </a:cubicBezTo>
                <a:cubicBezTo>
                  <a:pt x="85630" y="225647"/>
                  <a:pt x="85820" y="222028"/>
                  <a:pt x="86487" y="218504"/>
                </a:cubicBezTo>
                <a:cubicBezTo>
                  <a:pt x="68199" y="213836"/>
                  <a:pt x="51340" y="204216"/>
                  <a:pt x="38005" y="190786"/>
                </a:cubicBezTo>
                <a:close/>
                <a:moveTo>
                  <a:pt x="38005" y="41529"/>
                </a:moveTo>
                <a:cubicBezTo>
                  <a:pt x="68008" y="11621"/>
                  <a:pt x="113062" y="2476"/>
                  <a:pt x="152400" y="18383"/>
                </a:cubicBezTo>
                <a:cubicBezTo>
                  <a:pt x="153638" y="16764"/>
                  <a:pt x="154972" y="15335"/>
                  <a:pt x="156400" y="13906"/>
                </a:cubicBezTo>
                <a:cubicBezTo>
                  <a:pt x="157639" y="12668"/>
                  <a:pt x="159068" y="11430"/>
                  <a:pt x="160401" y="10287"/>
                </a:cubicBezTo>
                <a:cubicBezTo>
                  <a:pt x="145352" y="3524"/>
                  <a:pt x="129064" y="0"/>
                  <a:pt x="112586" y="0"/>
                </a:cubicBezTo>
                <a:cubicBezTo>
                  <a:pt x="67437" y="95"/>
                  <a:pt x="26289" y="26289"/>
                  <a:pt x="7239" y="67246"/>
                </a:cubicBezTo>
                <a:cubicBezTo>
                  <a:pt x="11811" y="64770"/>
                  <a:pt x="16764" y="62960"/>
                  <a:pt x="21908" y="62103"/>
                </a:cubicBezTo>
                <a:cubicBezTo>
                  <a:pt x="26384" y="54673"/>
                  <a:pt x="31814" y="47720"/>
                  <a:pt x="38005" y="41529"/>
                </a:cubicBezTo>
                <a:close/>
                <a:moveTo>
                  <a:pt x="51816" y="66770"/>
                </a:moveTo>
                <a:cubicBezTo>
                  <a:pt x="54959" y="68389"/>
                  <a:pt x="57912" y="70390"/>
                  <a:pt x="60579" y="72771"/>
                </a:cubicBezTo>
                <a:cubicBezTo>
                  <a:pt x="61913" y="71247"/>
                  <a:pt x="63246" y="69723"/>
                  <a:pt x="64675" y="68294"/>
                </a:cubicBezTo>
                <a:cubicBezTo>
                  <a:pt x="84773" y="48292"/>
                  <a:pt x="115062" y="42863"/>
                  <a:pt x="140875" y="54673"/>
                </a:cubicBezTo>
                <a:cubicBezTo>
                  <a:pt x="140779" y="53626"/>
                  <a:pt x="140779" y="52578"/>
                  <a:pt x="140779" y="51530"/>
                </a:cubicBezTo>
                <a:cubicBezTo>
                  <a:pt x="140779" y="48768"/>
                  <a:pt x="140970" y="46101"/>
                  <a:pt x="141351" y="43434"/>
                </a:cubicBezTo>
                <a:cubicBezTo>
                  <a:pt x="109633" y="30766"/>
                  <a:pt x="73343" y="40291"/>
                  <a:pt x="51816" y="66770"/>
                </a:cubicBezTo>
                <a:close/>
                <a:moveTo>
                  <a:pt x="190024" y="104394"/>
                </a:moveTo>
                <a:cubicBezTo>
                  <a:pt x="186214" y="104108"/>
                  <a:pt x="182499" y="103441"/>
                  <a:pt x="178879" y="102394"/>
                </a:cubicBezTo>
                <a:cubicBezTo>
                  <a:pt x="186404" y="138970"/>
                  <a:pt x="162877" y="174879"/>
                  <a:pt x="126206" y="182499"/>
                </a:cubicBezTo>
                <a:cubicBezTo>
                  <a:pt x="97346" y="188500"/>
                  <a:pt x="67913" y="175070"/>
                  <a:pt x="53531" y="149352"/>
                </a:cubicBezTo>
                <a:cubicBezTo>
                  <a:pt x="50483" y="151162"/>
                  <a:pt x="47149" y="152590"/>
                  <a:pt x="43815" y="153638"/>
                </a:cubicBezTo>
                <a:cubicBezTo>
                  <a:pt x="64389" y="191643"/>
                  <a:pt x="111919" y="205740"/>
                  <a:pt x="149923" y="185166"/>
                </a:cubicBezTo>
                <a:cubicBezTo>
                  <a:pt x="178879" y="169354"/>
                  <a:pt x="194977" y="137065"/>
                  <a:pt x="190024" y="104394"/>
                </a:cubicBezTo>
                <a:close/>
                <a:moveTo>
                  <a:pt x="226409" y="93250"/>
                </a:moveTo>
                <a:cubicBezTo>
                  <a:pt x="223456" y="95536"/>
                  <a:pt x="220218" y="97631"/>
                  <a:pt x="216694" y="99250"/>
                </a:cubicBezTo>
                <a:cubicBezTo>
                  <a:pt x="217551" y="104775"/>
                  <a:pt x="218027" y="110395"/>
                  <a:pt x="218027" y="116110"/>
                </a:cubicBezTo>
                <a:cubicBezTo>
                  <a:pt x="218027" y="159258"/>
                  <a:pt x="191834" y="198025"/>
                  <a:pt x="151733" y="214122"/>
                </a:cubicBezTo>
                <a:cubicBezTo>
                  <a:pt x="152972" y="217456"/>
                  <a:pt x="153543" y="221075"/>
                  <a:pt x="153734" y="224695"/>
                </a:cubicBezTo>
                <a:cubicBezTo>
                  <a:pt x="198787" y="207550"/>
                  <a:pt x="228600" y="164306"/>
                  <a:pt x="228600" y="116110"/>
                </a:cubicBezTo>
                <a:cubicBezTo>
                  <a:pt x="228695" y="108490"/>
                  <a:pt x="227933" y="100870"/>
                  <a:pt x="226409" y="93250"/>
                </a:cubicBezTo>
                <a:close/>
                <a:moveTo>
                  <a:pt x="193834" y="82010"/>
                </a:moveTo>
                <a:cubicBezTo>
                  <a:pt x="201930" y="82010"/>
                  <a:pt x="209741" y="78867"/>
                  <a:pt x="215456" y="73057"/>
                </a:cubicBezTo>
                <a:cubicBezTo>
                  <a:pt x="221171" y="67342"/>
                  <a:pt x="224409" y="59531"/>
                  <a:pt x="224409" y="51435"/>
                </a:cubicBezTo>
                <a:cubicBezTo>
                  <a:pt x="224409" y="34576"/>
                  <a:pt x="210788" y="20860"/>
                  <a:pt x="193834" y="20860"/>
                </a:cubicBezTo>
                <a:cubicBezTo>
                  <a:pt x="176975" y="20860"/>
                  <a:pt x="163259" y="34480"/>
                  <a:pt x="163259" y="51435"/>
                </a:cubicBezTo>
                <a:cubicBezTo>
                  <a:pt x="163259" y="68294"/>
                  <a:pt x="176975" y="82010"/>
                  <a:pt x="193834" y="82010"/>
                </a:cubicBezTo>
                <a:close/>
                <a:moveTo>
                  <a:pt x="193834" y="31528"/>
                </a:moveTo>
                <a:cubicBezTo>
                  <a:pt x="199168" y="31528"/>
                  <a:pt x="204216" y="33623"/>
                  <a:pt x="207931" y="37338"/>
                </a:cubicBezTo>
                <a:cubicBezTo>
                  <a:pt x="211646" y="41148"/>
                  <a:pt x="213741" y="46101"/>
                  <a:pt x="213741" y="51435"/>
                </a:cubicBezTo>
                <a:cubicBezTo>
                  <a:pt x="213741" y="62389"/>
                  <a:pt x="204788" y="71342"/>
                  <a:pt x="193834" y="71342"/>
                </a:cubicBezTo>
                <a:cubicBezTo>
                  <a:pt x="182880" y="71342"/>
                  <a:pt x="173927" y="62389"/>
                  <a:pt x="173927" y="51435"/>
                </a:cubicBezTo>
                <a:cubicBezTo>
                  <a:pt x="173927" y="40481"/>
                  <a:pt x="182785" y="31528"/>
                  <a:pt x="193834" y="31528"/>
                </a:cubicBezTo>
                <a:close/>
                <a:moveTo>
                  <a:pt x="30004" y="134398"/>
                </a:moveTo>
                <a:cubicBezTo>
                  <a:pt x="36862" y="134398"/>
                  <a:pt x="43434" y="131636"/>
                  <a:pt x="48292" y="126778"/>
                </a:cubicBezTo>
                <a:cubicBezTo>
                  <a:pt x="53150" y="121920"/>
                  <a:pt x="55817" y="115348"/>
                  <a:pt x="55817" y="108585"/>
                </a:cubicBezTo>
                <a:cubicBezTo>
                  <a:pt x="55817" y="94393"/>
                  <a:pt x="44196" y="82772"/>
                  <a:pt x="30004" y="82772"/>
                </a:cubicBezTo>
                <a:cubicBezTo>
                  <a:pt x="15812" y="82772"/>
                  <a:pt x="4191" y="94393"/>
                  <a:pt x="4191" y="108585"/>
                </a:cubicBezTo>
                <a:cubicBezTo>
                  <a:pt x="4191" y="122777"/>
                  <a:pt x="15716" y="134398"/>
                  <a:pt x="30004" y="134398"/>
                </a:cubicBezTo>
                <a:close/>
                <a:moveTo>
                  <a:pt x="30004" y="93250"/>
                </a:moveTo>
                <a:cubicBezTo>
                  <a:pt x="34004" y="93250"/>
                  <a:pt x="37910" y="94869"/>
                  <a:pt x="40767" y="97726"/>
                </a:cubicBezTo>
                <a:cubicBezTo>
                  <a:pt x="43625" y="100584"/>
                  <a:pt x="45244" y="104394"/>
                  <a:pt x="45244" y="108490"/>
                </a:cubicBezTo>
                <a:cubicBezTo>
                  <a:pt x="45244" y="116872"/>
                  <a:pt x="38386" y="123730"/>
                  <a:pt x="30004" y="123730"/>
                </a:cubicBezTo>
                <a:cubicBezTo>
                  <a:pt x="21622" y="123730"/>
                  <a:pt x="14764" y="116872"/>
                  <a:pt x="14764" y="108490"/>
                </a:cubicBezTo>
                <a:cubicBezTo>
                  <a:pt x="14764" y="100013"/>
                  <a:pt x="21622" y="93250"/>
                  <a:pt x="30004" y="93250"/>
                </a:cubicBezTo>
                <a:close/>
                <a:moveTo>
                  <a:pt x="133731" y="211169"/>
                </a:moveTo>
                <a:cubicBezTo>
                  <a:pt x="125825" y="203454"/>
                  <a:pt x="113252" y="203549"/>
                  <a:pt x="105537" y="211455"/>
                </a:cubicBezTo>
                <a:cubicBezTo>
                  <a:pt x="97727" y="219456"/>
                  <a:pt x="97727" y="232220"/>
                  <a:pt x="105537" y="240221"/>
                </a:cubicBezTo>
                <a:cubicBezTo>
                  <a:pt x="109252" y="244030"/>
                  <a:pt x="114395" y="246221"/>
                  <a:pt x="119729" y="246221"/>
                </a:cubicBezTo>
                <a:cubicBezTo>
                  <a:pt x="125063" y="246221"/>
                  <a:pt x="130302" y="244030"/>
                  <a:pt x="133922" y="240221"/>
                </a:cubicBezTo>
                <a:cubicBezTo>
                  <a:pt x="141732" y="232220"/>
                  <a:pt x="141732" y="219456"/>
                  <a:pt x="133922" y="211455"/>
                </a:cubicBezTo>
                <a:lnTo>
                  <a:pt x="133731" y="211169"/>
                </a:lnTo>
                <a:close/>
                <a:moveTo>
                  <a:pt x="127445" y="233648"/>
                </a:moveTo>
                <a:cubicBezTo>
                  <a:pt x="127445" y="233648"/>
                  <a:pt x="127349" y="233744"/>
                  <a:pt x="127349" y="233744"/>
                </a:cubicBezTo>
                <a:cubicBezTo>
                  <a:pt x="123158" y="237934"/>
                  <a:pt x="116300" y="237839"/>
                  <a:pt x="112204" y="233648"/>
                </a:cubicBezTo>
                <a:cubicBezTo>
                  <a:pt x="107918" y="229267"/>
                  <a:pt x="107918" y="222313"/>
                  <a:pt x="112204" y="217932"/>
                </a:cubicBezTo>
                <a:cubicBezTo>
                  <a:pt x="114300" y="215837"/>
                  <a:pt x="116967" y="214694"/>
                  <a:pt x="119920" y="214694"/>
                </a:cubicBezTo>
                <a:cubicBezTo>
                  <a:pt x="122873" y="214694"/>
                  <a:pt x="125540" y="215837"/>
                  <a:pt x="127540" y="217932"/>
                </a:cubicBezTo>
                <a:cubicBezTo>
                  <a:pt x="131636" y="222313"/>
                  <a:pt x="131636" y="229267"/>
                  <a:pt x="127445" y="233648"/>
                </a:cubicBezTo>
                <a:close/>
                <a:moveTo>
                  <a:pt x="111157" y="156972"/>
                </a:moveTo>
                <a:cubicBezTo>
                  <a:pt x="121634" y="157067"/>
                  <a:pt x="131636" y="152876"/>
                  <a:pt x="138970" y="145447"/>
                </a:cubicBezTo>
                <a:cubicBezTo>
                  <a:pt x="146304" y="138017"/>
                  <a:pt x="150495" y="128016"/>
                  <a:pt x="150495" y="117538"/>
                </a:cubicBezTo>
                <a:cubicBezTo>
                  <a:pt x="150495" y="95821"/>
                  <a:pt x="132779" y="78200"/>
                  <a:pt x="111062" y="78200"/>
                </a:cubicBezTo>
                <a:cubicBezTo>
                  <a:pt x="89345" y="78200"/>
                  <a:pt x="71723" y="95917"/>
                  <a:pt x="71723" y="117634"/>
                </a:cubicBezTo>
                <a:cubicBezTo>
                  <a:pt x="71723" y="139351"/>
                  <a:pt x="89345" y="156972"/>
                  <a:pt x="111157" y="156972"/>
                </a:cubicBezTo>
                <a:close/>
                <a:moveTo>
                  <a:pt x="111157" y="88773"/>
                </a:moveTo>
                <a:cubicBezTo>
                  <a:pt x="118777" y="88773"/>
                  <a:pt x="126111" y="91821"/>
                  <a:pt x="131445" y="97155"/>
                </a:cubicBezTo>
                <a:cubicBezTo>
                  <a:pt x="142685" y="108299"/>
                  <a:pt x="142685" y="126587"/>
                  <a:pt x="131445" y="137827"/>
                </a:cubicBezTo>
                <a:cubicBezTo>
                  <a:pt x="126111" y="143161"/>
                  <a:pt x="118777" y="146209"/>
                  <a:pt x="111157" y="146209"/>
                </a:cubicBezTo>
                <a:cubicBezTo>
                  <a:pt x="95250" y="146209"/>
                  <a:pt x="82391" y="133350"/>
                  <a:pt x="82391" y="117443"/>
                </a:cubicBezTo>
                <a:cubicBezTo>
                  <a:pt x="82391" y="101537"/>
                  <a:pt x="95250" y="88773"/>
                  <a:pt x="111157" y="88773"/>
                </a:cubicBez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17" name="Freeform: Shape 816">
            <a:extLst>
              <a:ext uri="{FF2B5EF4-FFF2-40B4-BE49-F238E27FC236}">
                <a16:creationId xmlns:a16="http://schemas.microsoft.com/office/drawing/2014/main" id="{FC96A92C-277C-46CF-8E71-FEE1F72FDEC1}"/>
              </a:ext>
            </a:extLst>
          </p:cNvPr>
          <p:cNvSpPr/>
          <p:nvPr/>
        </p:nvSpPr>
        <p:spPr>
          <a:xfrm>
            <a:off x="3043298" y="5570707"/>
            <a:ext cx="222980" cy="228569"/>
          </a:xfrm>
          <a:custGeom>
            <a:avLst/>
            <a:gdLst>
              <a:gd name="connsiteX0" fmla="*/ 222980 w 222980"/>
              <a:gd name="connsiteY0" fmla="*/ 44887 h 228569"/>
              <a:gd name="connsiteX1" fmla="*/ 220313 w 222980"/>
              <a:gd name="connsiteY1" fmla="*/ 40505 h 228569"/>
              <a:gd name="connsiteX2" fmla="*/ 142875 w 222980"/>
              <a:gd name="connsiteY2" fmla="*/ 405 h 228569"/>
              <a:gd name="connsiteX3" fmla="*/ 138875 w 222980"/>
              <a:gd name="connsiteY3" fmla="*/ 310 h 228569"/>
              <a:gd name="connsiteX4" fmla="*/ 138017 w 222980"/>
              <a:gd name="connsiteY4" fmla="*/ 500 h 228569"/>
              <a:gd name="connsiteX5" fmla="*/ 137731 w 222980"/>
              <a:gd name="connsiteY5" fmla="*/ 595 h 228569"/>
              <a:gd name="connsiteX6" fmla="*/ 117443 w 222980"/>
              <a:gd name="connsiteY6" fmla="*/ 13454 h 228569"/>
              <a:gd name="connsiteX7" fmla="*/ 114871 w 222980"/>
              <a:gd name="connsiteY7" fmla="*/ 18026 h 228569"/>
              <a:gd name="connsiteX8" fmla="*/ 114871 w 222980"/>
              <a:gd name="connsiteY8" fmla="*/ 18979 h 228569"/>
              <a:gd name="connsiteX9" fmla="*/ 114967 w 222980"/>
              <a:gd name="connsiteY9" fmla="*/ 18788 h 228569"/>
              <a:gd name="connsiteX10" fmla="*/ 114967 w 222980"/>
              <a:gd name="connsiteY10" fmla="*/ 52221 h 228569"/>
              <a:gd name="connsiteX11" fmla="*/ 85439 w 222980"/>
              <a:gd name="connsiteY11" fmla="*/ 36886 h 228569"/>
              <a:gd name="connsiteX12" fmla="*/ 81439 w 222980"/>
              <a:gd name="connsiteY12" fmla="*/ 36790 h 228569"/>
              <a:gd name="connsiteX13" fmla="*/ 80486 w 222980"/>
              <a:gd name="connsiteY13" fmla="*/ 37076 h 228569"/>
              <a:gd name="connsiteX14" fmla="*/ 80200 w 222980"/>
              <a:gd name="connsiteY14" fmla="*/ 37171 h 228569"/>
              <a:gd name="connsiteX15" fmla="*/ 60007 w 222980"/>
              <a:gd name="connsiteY15" fmla="*/ 50030 h 228569"/>
              <a:gd name="connsiteX16" fmla="*/ 57436 w 222980"/>
              <a:gd name="connsiteY16" fmla="*/ 54602 h 228569"/>
              <a:gd name="connsiteX17" fmla="*/ 57436 w 222980"/>
              <a:gd name="connsiteY17" fmla="*/ 88702 h 228569"/>
              <a:gd name="connsiteX18" fmla="*/ 28003 w 222980"/>
              <a:gd name="connsiteY18" fmla="*/ 73462 h 228569"/>
              <a:gd name="connsiteX19" fmla="*/ 23908 w 222980"/>
              <a:gd name="connsiteY19" fmla="*/ 73366 h 228569"/>
              <a:gd name="connsiteX20" fmla="*/ 23431 w 222980"/>
              <a:gd name="connsiteY20" fmla="*/ 73462 h 228569"/>
              <a:gd name="connsiteX21" fmla="*/ 22860 w 222980"/>
              <a:gd name="connsiteY21" fmla="*/ 73652 h 228569"/>
              <a:gd name="connsiteX22" fmla="*/ 2572 w 222980"/>
              <a:gd name="connsiteY22" fmla="*/ 86606 h 228569"/>
              <a:gd name="connsiteX23" fmla="*/ 0 w 222980"/>
              <a:gd name="connsiteY23" fmla="*/ 91178 h 228569"/>
              <a:gd name="connsiteX24" fmla="*/ 0 w 222980"/>
              <a:gd name="connsiteY24" fmla="*/ 92131 h 228569"/>
              <a:gd name="connsiteX25" fmla="*/ 95 w 222980"/>
              <a:gd name="connsiteY25" fmla="*/ 91940 h 228569"/>
              <a:gd name="connsiteX26" fmla="*/ 95 w 222980"/>
              <a:gd name="connsiteY26" fmla="*/ 183475 h 228569"/>
              <a:gd name="connsiteX27" fmla="*/ 2762 w 222980"/>
              <a:gd name="connsiteY27" fmla="*/ 187857 h 228569"/>
              <a:gd name="connsiteX28" fmla="*/ 79248 w 222980"/>
              <a:gd name="connsiteY28" fmla="*/ 227576 h 228569"/>
              <a:gd name="connsiteX29" fmla="*/ 79153 w 222980"/>
              <a:gd name="connsiteY29" fmla="*/ 227576 h 228569"/>
              <a:gd name="connsiteX30" fmla="*/ 80010 w 222980"/>
              <a:gd name="connsiteY30" fmla="*/ 228052 h 228569"/>
              <a:gd name="connsiteX31" fmla="*/ 85249 w 222980"/>
              <a:gd name="connsiteY31" fmla="*/ 227862 h 228569"/>
              <a:gd name="connsiteX32" fmla="*/ 105537 w 222980"/>
              <a:gd name="connsiteY32" fmla="*/ 215003 h 228569"/>
              <a:gd name="connsiteX33" fmla="*/ 106299 w 222980"/>
              <a:gd name="connsiteY33" fmla="*/ 214051 h 228569"/>
              <a:gd name="connsiteX34" fmla="*/ 108013 w 222980"/>
              <a:gd name="connsiteY34" fmla="*/ 210336 h 228569"/>
              <a:gd name="connsiteX35" fmla="*/ 108013 w 222980"/>
              <a:gd name="connsiteY35" fmla="*/ 176236 h 228569"/>
              <a:gd name="connsiteX36" fmla="*/ 136779 w 222980"/>
              <a:gd name="connsiteY36" fmla="*/ 191095 h 228569"/>
              <a:gd name="connsiteX37" fmla="*/ 136398 w 222980"/>
              <a:gd name="connsiteY37" fmla="*/ 191000 h 228569"/>
              <a:gd name="connsiteX38" fmla="*/ 137350 w 222980"/>
              <a:gd name="connsiteY38" fmla="*/ 191476 h 228569"/>
              <a:gd name="connsiteX39" fmla="*/ 140017 w 222980"/>
              <a:gd name="connsiteY39" fmla="*/ 191953 h 228569"/>
              <a:gd name="connsiteX40" fmla="*/ 142684 w 222980"/>
              <a:gd name="connsiteY40" fmla="*/ 191190 h 228569"/>
              <a:gd name="connsiteX41" fmla="*/ 162973 w 222980"/>
              <a:gd name="connsiteY41" fmla="*/ 178332 h 228569"/>
              <a:gd name="connsiteX42" fmla="*/ 163830 w 222980"/>
              <a:gd name="connsiteY42" fmla="*/ 177284 h 228569"/>
              <a:gd name="connsiteX43" fmla="*/ 165449 w 222980"/>
              <a:gd name="connsiteY43" fmla="*/ 173760 h 228569"/>
              <a:gd name="connsiteX44" fmla="*/ 165449 w 222980"/>
              <a:gd name="connsiteY44" fmla="*/ 139660 h 228569"/>
              <a:gd name="connsiteX45" fmla="*/ 194024 w 222980"/>
              <a:gd name="connsiteY45" fmla="*/ 154424 h 228569"/>
              <a:gd name="connsiteX46" fmla="*/ 193929 w 222980"/>
              <a:gd name="connsiteY46" fmla="*/ 154424 h 228569"/>
              <a:gd name="connsiteX47" fmla="*/ 194215 w 222980"/>
              <a:gd name="connsiteY47" fmla="*/ 154519 h 228569"/>
              <a:gd name="connsiteX48" fmla="*/ 194977 w 222980"/>
              <a:gd name="connsiteY48" fmla="*/ 154900 h 228569"/>
              <a:gd name="connsiteX49" fmla="*/ 200216 w 222980"/>
              <a:gd name="connsiteY49" fmla="*/ 154710 h 228569"/>
              <a:gd name="connsiteX50" fmla="*/ 220504 w 222980"/>
              <a:gd name="connsiteY50" fmla="*/ 141851 h 228569"/>
              <a:gd name="connsiteX51" fmla="*/ 221361 w 222980"/>
              <a:gd name="connsiteY51" fmla="*/ 140613 h 228569"/>
              <a:gd name="connsiteX52" fmla="*/ 222885 w 222980"/>
              <a:gd name="connsiteY52" fmla="*/ 137089 h 228569"/>
              <a:gd name="connsiteX53" fmla="*/ 222885 w 222980"/>
              <a:gd name="connsiteY53" fmla="*/ 44887 h 228569"/>
              <a:gd name="connsiteX54" fmla="*/ 82867 w 222980"/>
              <a:gd name="connsiteY54" fmla="*/ 200239 h 228569"/>
              <a:gd name="connsiteX55" fmla="*/ 28003 w 222980"/>
              <a:gd name="connsiteY55" fmla="*/ 171760 h 228569"/>
              <a:gd name="connsiteX56" fmla="*/ 25336 w 222980"/>
              <a:gd name="connsiteY56" fmla="*/ 167378 h 228569"/>
              <a:gd name="connsiteX57" fmla="*/ 25336 w 222980"/>
              <a:gd name="connsiteY57" fmla="*/ 101179 h 228569"/>
              <a:gd name="connsiteX58" fmla="*/ 57531 w 222980"/>
              <a:gd name="connsiteY58" fmla="*/ 117848 h 228569"/>
              <a:gd name="connsiteX59" fmla="*/ 57531 w 222980"/>
              <a:gd name="connsiteY59" fmla="*/ 146899 h 228569"/>
              <a:gd name="connsiteX60" fmla="*/ 60198 w 222980"/>
              <a:gd name="connsiteY60" fmla="*/ 151281 h 228569"/>
              <a:gd name="connsiteX61" fmla="*/ 82867 w 222980"/>
              <a:gd name="connsiteY61" fmla="*/ 162997 h 228569"/>
              <a:gd name="connsiteX62" fmla="*/ 82867 w 222980"/>
              <a:gd name="connsiteY62" fmla="*/ 200239 h 228569"/>
              <a:gd name="connsiteX63" fmla="*/ 140113 w 222980"/>
              <a:gd name="connsiteY63" fmla="*/ 163568 h 228569"/>
              <a:gd name="connsiteX64" fmla="*/ 108109 w 222980"/>
              <a:gd name="connsiteY64" fmla="*/ 146995 h 228569"/>
              <a:gd name="connsiteX65" fmla="*/ 108109 w 222980"/>
              <a:gd name="connsiteY65" fmla="*/ 117943 h 228569"/>
              <a:gd name="connsiteX66" fmla="*/ 105442 w 222980"/>
              <a:gd name="connsiteY66" fmla="*/ 113562 h 228569"/>
              <a:gd name="connsiteX67" fmla="*/ 82772 w 222980"/>
              <a:gd name="connsiteY67" fmla="*/ 101846 h 228569"/>
              <a:gd name="connsiteX68" fmla="*/ 82772 w 222980"/>
              <a:gd name="connsiteY68" fmla="*/ 64794 h 228569"/>
              <a:gd name="connsiteX69" fmla="*/ 114967 w 222980"/>
              <a:gd name="connsiteY69" fmla="*/ 81463 h 228569"/>
              <a:gd name="connsiteX70" fmla="*/ 114967 w 222980"/>
              <a:gd name="connsiteY70" fmla="*/ 110514 h 228569"/>
              <a:gd name="connsiteX71" fmla="*/ 117634 w 222980"/>
              <a:gd name="connsiteY71" fmla="*/ 114895 h 228569"/>
              <a:gd name="connsiteX72" fmla="*/ 140113 w 222980"/>
              <a:gd name="connsiteY72" fmla="*/ 126516 h 228569"/>
              <a:gd name="connsiteX73" fmla="*/ 140113 w 222980"/>
              <a:gd name="connsiteY73" fmla="*/ 163568 h 228569"/>
              <a:gd name="connsiteX74" fmla="*/ 162782 w 222980"/>
              <a:gd name="connsiteY74" fmla="*/ 76986 h 228569"/>
              <a:gd name="connsiteX75" fmla="*/ 140208 w 222980"/>
              <a:gd name="connsiteY75" fmla="*/ 65270 h 228569"/>
              <a:gd name="connsiteX76" fmla="*/ 140208 w 222980"/>
              <a:gd name="connsiteY76" fmla="*/ 28123 h 228569"/>
              <a:gd name="connsiteX77" fmla="*/ 194881 w 222980"/>
              <a:gd name="connsiteY77" fmla="*/ 56507 h 228569"/>
              <a:gd name="connsiteX78" fmla="*/ 197548 w 222980"/>
              <a:gd name="connsiteY78" fmla="*/ 60889 h 228569"/>
              <a:gd name="connsiteX79" fmla="*/ 197548 w 222980"/>
              <a:gd name="connsiteY79" fmla="*/ 127087 h 228569"/>
              <a:gd name="connsiteX80" fmla="*/ 165449 w 222980"/>
              <a:gd name="connsiteY80" fmla="*/ 110514 h 228569"/>
              <a:gd name="connsiteX81" fmla="*/ 165449 w 222980"/>
              <a:gd name="connsiteY81" fmla="*/ 81463 h 228569"/>
              <a:gd name="connsiteX82" fmla="*/ 162782 w 222980"/>
              <a:gd name="connsiteY82" fmla="*/ 76986 h 2285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22980" h="228569">
                <a:moveTo>
                  <a:pt x="222980" y="44887"/>
                </a:moveTo>
                <a:cubicBezTo>
                  <a:pt x="222790" y="43077"/>
                  <a:pt x="221837" y="41362"/>
                  <a:pt x="220313" y="40505"/>
                </a:cubicBezTo>
                <a:lnTo>
                  <a:pt x="142875" y="405"/>
                </a:lnTo>
                <a:cubicBezTo>
                  <a:pt x="141542" y="-167"/>
                  <a:pt x="140208" y="-71"/>
                  <a:pt x="138875" y="310"/>
                </a:cubicBezTo>
                <a:cubicBezTo>
                  <a:pt x="138589" y="310"/>
                  <a:pt x="138303" y="405"/>
                  <a:pt x="138017" y="500"/>
                </a:cubicBezTo>
                <a:cubicBezTo>
                  <a:pt x="137922" y="500"/>
                  <a:pt x="137827" y="500"/>
                  <a:pt x="137731" y="595"/>
                </a:cubicBezTo>
                <a:lnTo>
                  <a:pt x="117443" y="13454"/>
                </a:lnTo>
                <a:cubicBezTo>
                  <a:pt x="115919" y="14502"/>
                  <a:pt x="114967" y="16216"/>
                  <a:pt x="114871" y="18026"/>
                </a:cubicBezTo>
                <a:lnTo>
                  <a:pt x="114871" y="18979"/>
                </a:lnTo>
                <a:cubicBezTo>
                  <a:pt x="114871" y="18883"/>
                  <a:pt x="114967" y="18883"/>
                  <a:pt x="114967" y="18788"/>
                </a:cubicBezTo>
                <a:lnTo>
                  <a:pt x="114967" y="52221"/>
                </a:lnTo>
                <a:lnTo>
                  <a:pt x="85439" y="36886"/>
                </a:lnTo>
                <a:cubicBezTo>
                  <a:pt x="84106" y="36314"/>
                  <a:pt x="82772" y="36409"/>
                  <a:pt x="81439" y="36790"/>
                </a:cubicBezTo>
                <a:cubicBezTo>
                  <a:pt x="81153" y="36790"/>
                  <a:pt x="80867" y="36886"/>
                  <a:pt x="80486" y="37076"/>
                </a:cubicBezTo>
                <a:cubicBezTo>
                  <a:pt x="80391" y="37076"/>
                  <a:pt x="80296" y="37076"/>
                  <a:pt x="80200" y="37171"/>
                </a:cubicBezTo>
                <a:lnTo>
                  <a:pt x="60007" y="50030"/>
                </a:lnTo>
                <a:cubicBezTo>
                  <a:pt x="58483" y="51078"/>
                  <a:pt x="57531" y="52792"/>
                  <a:pt x="57436" y="54602"/>
                </a:cubicBezTo>
                <a:lnTo>
                  <a:pt x="57436" y="88702"/>
                </a:lnTo>
                <a:lnTo>
                  <a:pt x="28003" y="73462"/>
                </a:lnTo>
                <a:cubicBezTo>
                  <a:pt x="26670" y="72890"/>
                  <a:pt x="25241" y="72985"/>
                  <a:pt x="23908" y="73366"/>
                </a:cubicBezTo>
                <a:cubicBezTo>
                  <a:pt x="23717" y="73366"/>
                  <a:pt x="23527" y="73462"/>
                  <a:pt x="23431" y="73462"/>
                </a:cubicBezTo>
                <a:cubicBezTo>
                  <a:pt x="23241" y="73557"/>
                  <a:pt x="23050" y="73557"/>
                  <a:pt x="22860" y="73652"/>
                </a:cubicBezTo>
                <a:lnTo>
                  <a:pt x="2572" y="86606"/>
                </a:lnTo>
                <a:cubicBezTo>
                  <a:pt x="1048" y="87654"/>
                  <a:pt x="95" y="89368"/>
                  <a:pt x="0" y="91178"/>
                </a:cubicBezTo>
                <a:lnTo>
                  <a:pt x="0" y="92131"/>
                </a:lnTo>
                <a:cubicBezTo>
                  <a:pt x="0" y="92035"/>
                  <a:pt x="95" y="92035"/>
                  <a:pt x="95" y="91940"/>
                </a:cubicBezTo>
                <a:lnTo>
                  <a:pt x="95" y="183475"/>
                </a:lnTo>
                <a:cubicBezTo>
                  <a:pt x="190" y="185285"/>
                  <a:pt x="1143" y="186999"/>
                  <a:pt x="2762" y="187857"/>
                </a:cubicBezTo>
                <a:lnTo>
                  <a:pt x="79248" y="227576"/>
                </a:lnTo>
                <a:cubicBezTo>
                  <a:pt x="79248" y="227576"/>
                  <a:pt x="79248" y="227576"/>
                  <a:pt x="79153" y="227576"/>
                </a:cubicBezTo>
                <a:lnTo>
                  <a:pt x="80010" y="228052"/>
                </a:lnTo>
                <a:cubicBezTo>
                  <a:pt x="81724" y="228814"/>
                  <a:pt x="83629" y="228719"/>
                  <a:pt x="85249" y="227862"/>
                </a:cubicBezTo>
                <a:lnTo>
                  <a:pt x="105537" y="215003"/>
                </a:lnTo>
                <a:cubicBezTo>
                  <a:pt x="105918" y="214717"/>
                  <a:pt x="106204" y="214432"/>
                  <a:pt x="106299" y="214051"/>
                </a:cubicBezTo>
                <a:cubicBezTo>
                  <a:pt x="107251" y="213003"/>
                  <a:pt x="107918" y="211765"/>
                  <a:pt x="108013" y="210336"/>
                </a:cubicBezTo>
                <a:lnTo>
                  <a:pt x="108013" y="176236"/>
                </a:lnTo>
                <a:lnTo>
                  <a:pt x="136779" y="191095"/>
                </a:lnTo>
                <a:cubicBezTo>
                  <a:pt x="136684" y="191095"/>
                  <a:pt x="136493" y="191095"/>
                  <a:pt x="136398" y="191000"/>
                </a:cubicBezTo>
                <a:lnTo>
                  <a:pt x="137350" y="191476"/>
                </a:lnTo>
                <a:cubicBezTo>
                  <a:pt x="138208" y="191857"/>
                  <a:pt x="139160" y="191953"/>
                  <a:pt x="140017" y="191953"/>
                </a:cubicBezTo>
                <a:cubicBezTo>
                  <a:pt x="140970" y="191953"/>
                  <a:pt x="141827" y="191667"/>
                  <a:pt x="142684" y="191190"/>
                </a:cubicBezTo>
                <a:lnTo>
                  <a:pt x="162973" y="178332"/>
                </a:lnTo>
                <a:cubicBezTo>
                  <a:pt x="163449" y="178046"/>
                  <a:pt x="163735" y="177665"/>
                  <a:pt x="163830" y="177284"/>
                </a:cubicBezTo>
                <a:cubicBezTo>
                  <a:pt x="164687" y="176236"/>
                  <a:pt x="165354" y="175093"/>
                  <a:pt x="165449" y="173760"/>
                </a:cubicBezTo>
                <a:lnTo>
                  <a:pt x="165449" y="139660"/>
                </a:lnTo>
                <a:lnTo>
                  <a:pt x="194024" y="154424"/>
                </a:lnTo>
                <a:cubicBezTo>
                  <a:pt x="194024" y="154424"/>
                  <a:pt x="194024" y="154424"/>
                  <a:pt x="193929" y="154424"/>
                </a:cubicBezTo>
                <a:lnTo>
                  <a:pt x="194215" y="154519"/>
                </a:lnTo>
                <a:lnTo>
                  <a:pt x="194977" y="154900"/>
                </a:lnTo>
                <a:cubicBezTo>
                  <a:pt x="196691" y="155662"/>
                  <a:pt x="198596" y="155567"/>
                  <a:pt x="200216" y="154710"/>
                </a:cubicBezTo>
                <a:lnTo>
                  <a:pt x="220504" y="141851"/>
                </a:lnTo>
                <a:cubicBezTo>
                  <a:pt x="221075" y="141470"/>
                  <a:pt x="221266" y="141089"/>
                  <a:pt x="221361" y="140613"/>
                </a:cubicBezTo>
                <a:cubicBezTo>
                  <a:pt x="222218" y="139565"/>
                  <a:pt x="222790" y="138422"/>
                  <a:pt x="222885" y="137089"/>
                </a:cubicBezTo>
                <a:lnTo>
                  <a:pt x="222885" y="44887"/>
                </a:lnTo>
                <a:close/>
                <a:moveTo>
                  <a:pt x="82867" y="200239"/>
                </a:moveTo>
                <a:lnTo>
                  <a:pt x="28003" y="171760"/>
                </a:lnTo>
                <a:cubicBezTo>
                  <a:pt x="26384" y="170902"/>
                  <a:pt x="25336" y="169188"/>
                  <a:pt x="25336" y="167378"/>
                </a:cubicBezTo>
                <a:lnTo>
                  <a:pt x="25336" y="101179"/>
                </a:lnTo>
                <a:lnTo>
                  <a:pt x="57531" y="117848"/>
                </a:lnTo>
                <a:lnTo>
                  <a:pt x="57531" y="146899"/>
                </a:lnTo>
                <a:cubicBezTo>
                  <a:pt x="57626" y="148709"/>
                  <a:pt x="58579" y="150423"/>
                  <a:pt x="60198" y="151281"/>
                </a:cubicBezTo>
                <a:lnTo>
                  <a:pt x="82867" y="162997"/>
                </a:lnTo>
                <a:lnTo>
                  <a:pt x="82867" y="200239"/>
                </a:lnTo>
                <a:close/>
                <a:moveTo>
                  <a:pt x="140113" y="163568"/>
                </a:moveTo>
                <a:lnTo>
                  <a:pt x="108109" y="146995"/>
                </a:lnTo>
                <a:lnTo>
                  <a:pt x="108109" y="117943"/>
                </a:lnTo>
                <a:cubicBezTo>
                  <a:pt x="107918" y="116134"/>
                  <a:pt x="106966" y="114514"/>
                  <a:pt x="105442" y="113562"/>
                </a:cubicBezTo>
                <a:lnTo>
                  <a:pt x="82772" y="101846"/>
                </a:lnTo>
                <a:lnTo>
                  <a:pt x="82772" y="64794"/>
                </a:lnTo>
                <a:lnTo>
                  <a:pt x="114967" y="81463"/>
                </a:lnTo>
                <a:lnTo>
                  <a:pt x="114967" y="110514"/>
                </a:lnTo>
                <a:cubicBezTo>
                  <a:pt x="115062" y="112323"/>
                  <a:pt x="116014" y="114038"/>
                  <a:pt x="117634" y="114895"/>
                </a:cubicBezTo>
                <a:lnTo>
                  <a:pt x="140113" y="126516"/>
                </a:lnTo>
                <a:lnTo>
                  <a:pt x="140113" y="163568"/>
                </a:lnTo>
                <a:close/>
                <a:moveTo>
                  <a:pt x="162782" y="76986"/>
                </a:moveTo>
                <a:lnTo>
                  <a:pt x="140208" y="65270"/>
                </a:lnTo>
                <a:lnTo>
                  <a:pt x="140208" y="28123"/>
                </a:lnTo>
                <a:lnTo>
                  <a:pt x="194881" y="56507"/>
                </a:lnTo>
                <a:cubicBezTo>
                  <a:pt x="196501" y="57364"/>
                  <a:pt x="197548" y="59079"/>
                  <a:pt x="197548" y="60889"/>
                </a:cubicBezTo>
                <a:lnTo>
                  <a:pt x="197548" y="127087"/>
                </a:lnTo>
                <a:lnTo>
                  <a:pt x="165449" y="110514"/>
                </a:lnTo>
                <a:lnTo>
                  <a:pt x="165449" y="81463"/>
                </a:lnTo>
                <a:cubicBezTo>
                  <a:pt x="165449" y="79653"/>
                  <a:pt x="164401" y="77938"/>
                  <a:pt x="162782" y="76986"/>
                </a:cubicBez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18" name="Freeform: Shape 817">
            <a:extLst>
              <a:ext uri="{FF2B5EF4-FFF2-40B4-BE49-F238E27FC236}">
                <a16:creationId xmlns:a16="http://schemas.microsoft.com/office/drawing/2014/main" id="{1CC6B63D-259A-42A4-ACBC-C6C95ED82594}"/>
              </a:ext>
            </a:extLst>
          </p:cNvPr>
          <p:cNvSpPr/>
          <p:nvPr/>
        </p:nvSpPr>
        <p:spPr>
          <a:xfrm>
            <a:off x="4410897" y="5610854"/>
            <a:ext cx="228600" cy="186761"/>
          </a:xfrm>
          <a:custGeom>
            <a:avLst/>
            <a:gdLst>
              <a:gd name="connsiteX0" fmla="*/ 115919 w 228600"/>
              <a:gd name="connsiteY0" fmla="*/ 131993 h 186761"/>
              <a:gd name="connsiteX1" fmla="*/ 115729 w 228600"/>
              <a:gd name="connsiteY1" fmla="*/ 126088 h 186761"/>
              <a:gd name="connsiteX2" fmla="*/ 115729 w 228600"/>
              <a:gd name="connsiteY2" fmla="*/ 122468 h 186761"/>
              <a:gd name="connsiteX3" fmla="*/ 40386 w 228600"/>
              <a:gd name="connsiteY3" fmla="*/ 122468 h 186761"/>
              <a:gd name="connsiteX4" fmla="*/ 9525 w 228600"/>
              <a:gd name="connsiteY4" fmla="*/ 91607 h 186761"/>
              <a:gd name="connsiteX5" fmla="*/ 9525 w 228600"/>
              <a:gd name="connsiteY5" fmla="*/ 90750 h 186761"/>
              <a:gd name="connsiteX6" fmla="*/ 33147 w 228600"/>
              <a:gd name="connsiteY6" fmla="*/ 60841 h 186761"/>
              <a:gd name="connsiteX7" fmla="*/ 37148 w 228600"/>
              <a:gd name="connsiteY7" fmla="*/ 59889 h 186761"/>
              <a:gd name="connsiteX8" fmla="*/ 36767 w 228600"/>
              <a:gd name="connsiteY8" fmla="*/ 55889 h 186761"/>
              <a:gd name="connsiteX9" fmla="*/ 36576 w 228600"/>
              <a:gd name="connsiteY9" fmla="*/ 52364 h 186761"/>
              <a:gd name="connsiteX10" fmla="*/ 79534 w 228600"/>
              <a:gd name="connsiteY10" fmla="*/ 9406 h 186761"/>
              <a:gd name="connsiteX11" fmla="*/ 120205 w 228600"/>
              <a:gd name="connsiteY11" fmla="*/ 38648 h 186761"/>
              <a:gd name="connsiteX12" fmla="*/ 121253 w 228600"/>
              <a:gd name="connsiteY12" fmla="*/ 41887 h 186761"/>
              <a:gd name="connsiteX13" fmla="*/ 141923 w 228600"/>
              <a:gd name="connsiteY13" fmla="*/ 41887 h 186761"/>
              <a:gd name="connsiteX14" fmla="*/ 162020 w 228600"/>
              <a:gd name="connsiteY14" fmla="*/ 47316 h 186761"/>
              <a:gd name="connsiteX15" fmla="*/ 168402 w 228600"/>
              <a:gd name="connsiteY15" fmla="*/ 45316 h 186761"/>
              <a:gd name="connsiteX16" fmla="*/ 166783 w 228600"/>
              <a:gd name="connsiteY16" fmla="*/ 39125 h 186761"/>
              <a:gd name="connsiteX17" fmla="*/ 141923 w 228600"/>
              <a:gd name="connsiteY17" fmla="*/ 32457 h 186761"/>
              <a:gd name="connsiteX18" fmla="*/ 128016 w 228600"/>
              <a:gd name="connsiteY18" fmla="*/ 32457 h 186761"/>
              <a:gd name="connsiteX19" fmla="*/ 59531 w 228600"/>
              <a:gd name="connsiteY19" fmla="*/ 3977 h 186761"/>
              <a:gd name="connsiteX20" fmla="*/ 27051 w 228600"/>
              <a:gd name="connsiteY20" fmla="*/ 52555 h 186761"/>
              <a:gd name="connsiteX21" fmla="*/ 27051 w 228600"/>
              <a:gd name="connsiteY21" fmla="*/ 53031 h 186761"/>
              <a:gd name="connsiteX22" fmla="*/ 0 w 228600"/>
              <a:gd name="connsiteY22" fmla="*/ 91036 h 186761"/>
              <a:gd name="connsiteX23" fmla="*/ 0 w 228600"/>
              <a:gd name="connsiteY23" fmla="*/ 91893 h 186761"/>
              <a:gd name="connsiteX24" fmla="*/ 40291 w 228600"/>
              <a:gd name="connsiteY24" fmla="*/ 132184 h 186761"/>
              <a:gd name="connsiteX25" fmla="*/ 115919 w 228600"/>
              <a:gd name="connsiteY25" fmla="*/ 132184 h 186761"/>
              <a:gd name="connsiteX26" fmla="*/ 118777 w 228600"/>
              <a:gd name="connsiteY26" fmla="*/ 145138 h 186761"/>
              <a:gd name="connsiteX27" fmla="*/ 35338 w 228600"/>
              <a:gd name="connsiteY27" fmla="*/ 145138 h 186761"/>
              <a:gd name="connsiteX28" fmla="*/ 30575 w 228600"/>
              <a:gd name="connsiteY28" fmla="*/ 149900 h 186761"/>
              <a:gd name="connsiteX29" fmla="*/ 35338 w 228600"/>
              <a:gd name="connsiteY29" fmla="*/ 154663 h 186761"/>
              <a:gd name="connsiteX30" fmla="*/ 123158 w 228600"/>
              <a:gd name="connsiteY30" fmla="*/ 154663 h 186761"/>
              <a:gd name="connsiteX31" fmla="*/ 118777 w 228600"/>
              <a:gd name="connsiteY31" fmla="*/ 145138 h 186761"/>
              <a:gd name="connsiteX32" fmla="*/ 52959 w 228600"/>
              <a:gd name="connsiteY32" fmla="*/ 167903 h 186761"/>
              <a:gd name="connsiteX33" fmla="*/ 48196 w 228600"/>
              <a:gd name="connsiteY33" fmla="*/ 172665 h 186761"/>
              <a:gd name="connsiteX34" fmla="*/ 52959 w 228600"/>
              <a:gd name="connsiteY34" fmla="*/ 177428 h 186761"/>
              <a:gd name="connsiteX35" fmla="*/ 145256 w 228600"/>
              <a:gd name="connsiteY35" fmla="*/ 177428 h 186761"/>
              <a:gd name="connsiteX36" fmla="*/ 133636 w 228600"/>
              <a:gd name="connsiteY36" fmla="*/ 167903 h 186761"/>
              <a:gd name="connsiteX37" fmla="*/ 52959 w 228600"/>
              <a:gd name="connsiteY37" fmla="*/ 167903 h 186761"/>
              <a:gd name="connsiteX38" fmla="*/ 176308 w 228600"/>
              <a:gd name="connsiteY38" fmla="*/ 57984 h 186761"/>
              <a:gd name="connsiteX39" fmla="*/ 124016 w 228600"/>
              <a:gd name="connsiteY39" fmla="*/ 80844 h 186761"/>
              <a:gd name="connsiteX40" fmla="*/ 124016 w 228600"/>
              <a:gd name="connsiteY40" fmla="*/ 126088 h 186761"/>
              <a:gd name="connsiteX41" fmla="*/ 163544 w 228600"/>
              <a:gd name="connsiteY41" fmla="*/ 177618 h 186761"/>
              <a:gd name="connsiteX42" fmla="*/ 172974 w 228600"/>
              <a:gd name="connsiteY42" fmla="*/ 183523 h 186761"/>
              <a:gd name="connsiteX43" fmla="*/ 176308 w 228600"/>
              <a:gd name="connsiteY43" fmla="*/ 186762 h 186761"/>
              <a:gd name="connsiteX44" fmla="*/ 179642 w 228600"/>
              <a:gd name="connsiteY44" fmla="*/ 183523 h 186761"/>
              <a:gd name="connsiteX45" fmla="*/ 189071 w 228600"/>
              <a:gd name="connsiteY45" fmla="*/ 177618 h 186761"/>
              <a:gd name="connsiteX46" fmla="*/ 228600 w 228600"/>
              <a:gd name="connsiteY46" fmla="*/ 126088 h 186761"/>
              <a:gd name="connsiteX47" fmla="*/ 228600 w 228600"/>
              <a:gd name="connsiteY47" fmla="*/ 80844 h 186761"/>
              <a:gd name="connsiteX48" fmla="*/ 176308 w 228600"/>
              <a:gd name="connsiteY48" fmla="*/ 57984 h 186761"/>
              <a:gd name="connsiteX49" fmla="*/ 219075 w 228600"/>
              <a:gd name="connsiteY49" fmla="*/ 126088 h 186761"/>
              <a:gd name="connsiteX50" fmla="*/ 184499 w 228600"/>
              <a:gd name="connsiteY50" fmla="*/ 169331 h 186761"/>
              <a:gd name="connsiteX51" fmla="*/ 176403 w 228600"/>
              <a:gd name="connsiteY51" fmla="*/ 174094 h 186761"/>
              <a:gd name="connsiteX52" fmla="*/ 168307 w 228600"/>
              <a:gd name="connsiteY52" fmla="*/ 169331 h 186761"/>
              <a:gd name="connsiteX53" fmla="*/ 133731 w 228600"/>
              <a:gd name="connsiteY53" fmla="*/ 126088 h 186761"/>
              <a:gd name="connsiteX54" fmla="*/ 133731 w 228600"/>
              <a:gd name="connsiteY54" fmla="*/ 87035 h 186761"/>
              <a:gd name="connsiteX55" fmla="*/ 176498 w 228600"/>
              <a:gd name="connsiteY55" fmla="*/ 68366 h 186761"/>
              <a:gd name="connsiteX56" fmla="*/ 219266 w 228600"/>
              <a:gd name="connsiteY56" fmla="*/ 87035 h 186761"/>
              <a:gd name="connsiteX57" fmla="*/ 219266 w 228600"/>
              <a:gd name="connsiteY57" fmla="*/ 126088 h 1867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228600" h="186761">
                <a:moveTo>
                  <a:pt x="115919" y="131993"/>
                </a:moveTo>
                <a:cubicBezTo>
                  <a:pt x="115729" y="130088"/>
                  <a:pt x="115729" y="128088"/>
                  <a:pt x="115729" y="126088"/>
                </a:cubicBezTo>
                <a:lnTo>
                  <a:pt x="115729" y="122468"/>
                </a:lnTo>
                <a:lnTo>
                  <a:pt x="40386" y="122468"/>
                </a:lnTo>
                <a:cubicBezTo>
                  <a:pt x="23432" y="122373"/>
                  <a:pt x="9525" y="108657"/>
                  <a:pt x="9525" y="91607"/>
                </a:cubicBezTo>
                <a:lnTo>
                  <a:pt x="9525" y="90750"/>
                </a:lnTo>
                <a:cubicBezTo>
                  <a:pt x="9620" y="76558"/>
                  <a:pt x="19336" y="64175"/>
                  <a:pt x="33147" y="60841"/>
                </a:cubicBezTo>
                <a:lnTo>
                  <a:pt x="37148" y="59889"/>
                </a:lnTo>
                <a:lnTo>
                  <a:pt x="36767" y="55889"/>
                </a:lnTo>
                <a:cubicBezTo>
                  <a:pt x="36671" y="54555"/>
                  <a:pt x="36576" y="53412"/>
                  <a:pt x="36576" y="52364"/>
                </a:cubicBezTo>
                <a:cubicBezTo>
                  <a:pt x="36576" y="28647"/>
                  <a:pt x="55817" y="9406"/>
                  <a:pt x="79534" y="9406"/>
                </a:cubicBezTo>
                <a:cubicBezTo>
                  <a:pt x="97917" y="9406"/>
                  <a:pt x="114300" y="21122"/>
                  <a:pt x="120205" y="38648"/>
                </a:cubicBezTo>
                <a:lnTo>
                  <a:pt x="121253" y="41887"/>
                </a:lnTo>
                <a:lnTo>
                  <a:pt x="141923" y="41887"/>
                </a:lnTo>
                <a:cubicBezTo>
                  <a:pt x="148971" y="41887"/>
                  <a:pt x="155924" y="43792"/>
                  <a:pt x="162020" y="47316"/>
                </a:cubicBezTo>
                <a:cubicBezTo>
                  <a:pt x="164306" y="48459"/>
                  <a:pt x="167164" y="47602"/>
                  <a:pt x="168402" y="45316"/>
                </a:cubicBezTo>
                <a:cubicBezTo>
                  <a:pt x="169545" y="43125"/>
                  <a:pt x="168783" y="40458"/>
                  <a:pt x="166783" y="39125"/>
                </a:cubicBezTo>
                <a:cubicBezTo>
                  <a:pt x="159258" y="34743"/>
                  <a:pt x="150590" y="32457"/>
                  <a:pt x="141923" y="32457"/>
                </a:cubicBezTo>
                <a:lnTo>
                  <a:pt x="128016" y="32457"/>
                </a:lnTo>
                <a:cubicBezTo>
                  <a:pt x="117062" y="5692"/>
                  <a:pt x="86296" y="-7072"/>
                  <a:pt x="59531" y="3977"/>
                </a:cubicBezTo>
                <a:cubicBezTo>
                  <a:pt x="39910" y="12073"/>
                  <a:pt x="27051" y="31219"/>
                  <a:pt x="27051" y="52555"/>
                </a:cubicBezTo>
                <a:lnTo>
                  <a:pt x="27051" y="53031"/>
                </a:lnTo>
                <a:cubicBezTo>
                  <a:pt x="10858" y="58651"/>
                  <a:pt x="95" y="73891"/>
                  <a:pt x="0" y="91036"/>
                </a:cubicBezTo>
                <a:lnTo>
                  <a:pt x="0" y="91893"/>
                </a:lnTo>
                <a:cubicBezTo>
                  <a:pt x="0" y="114181"/>
                  <a:pt x="18098" y="132184"/>
                  <a:pt x="40291" y="132184"/>
                </a:cubicBezTo>
                <a:lnTo>
                  <a:pt x="115919" y="132184"/>
                </a:lnTo>
                <a:close/>
                <a:moveTo>
                  <a:pt x="118777" y="145138"/>
                </a:moveTo>
                <a:lnTo>
                  <a:pt x="35338" y="145138"/>
                </a:lnTo>
                <a:cubicBezTo>
                  <a:pt x="32766" y="145138"/>
                  <a:pt x="30575" y="147233"/>
                  <a:pt x="30575" y="149900"/>
                </a:cubicBezTo>
                <a:cubicBezTo>
                  <a:pt x="30575" y="152567"/>
                  <a:pt x="32671" y="154663"/>
                  <a:pt x="35338" y="154663"/>
                </a:cubicBezTo>
                <a:lnTo>
                  <a:pt x="123158" y="154663"/>
                </a:lnTo>
                <a:cubicBezTo>
                  <a:pt x="121349" y="151615"/>
                  <a:pt x="119920" y="148472"/>
                  <a:pt x="118777" y="145138"/>
                </a:cubicBezTo>
                <a:close/>
                <a:moveTo>
                  <a:pt x="52959" y="167903"/>
                </a:moveTo>
                <a:cubicBezTo>
                  <a:pt x="50387" y="167903"/>
                  <a:pt x="48196" y="169998"/>
                  <a:pt x="48196" y="172665"/>
                </a:cubicBezTo>
                <a:cubicBezTo>
                  <a:pt x="48196" y="175332"/>
                  <a:pt x="50292" y="177428"/>
                  <a:pt x="52959" y="177428"/>
                </a:cubicBezTo>
                <a:lnTo>
                  <a:pt x="145256" y="177428"/>
                </a:lnTo>
                <a:cubicBezTo>
                  <a:pt x="141161" y="174570"/>
                  <a:pt x="137255" y="171427"/>
                  <a:pt x="133636" y="167903"/>
                </a:cubicBezTo>
                <a:lnTo>
                  <a:pt x="52959" y="167903"/>
                </a:lnTo>
                <a:close/>
                <a:moveTo>
                  <a:pt x="176308" y="57984"/>
                </a:moveTo>
                <a:lnTo>
                  <a:pt x="124016" y="80844"/>
                </a:lnTo>
                <a:lnTo>
                  <a:pt x="124016" y="126088"/>
                </a:lnTo>
                <a:cubicBezTo>
                  <a:pt x="124016" y="155615"/>
                  <a:pt x="148685" y="169427"/>
                  <a:pt x="163544" y="177618"/>
                </a:cubicBezTo>
                <a:cubicBezTo>
                  <a:pt x="167545" y="179809"/>
                  <a:pt x="171355" y="181999"/>
                  <a:pt x="172974" y="183523"/>
                </a:cubicBezTo>
                <a:lnTo>
                  <a:pt x="176308" y="186762"/>
                </a:lnTo>
                <a:lnTo>
                  <a:pt x="179642" y="183523"/>
                </a:lnTo>
                <a:cubicBezTo>
                  <a:pt x="181261" y="181999"/>
                  <a:pt x="185071" y="179904"/>
                  <a:pt x="189071" y="177618"/>
                </a:cubicBezTo>
                <a:cubicBezTo>
                  <a:pt x="203835" y="169331"/>
                  <a:pt x="228600" y="155615"/>
                  <a:pt x="228600" y="126088"/>
                </a:cubicBezTo>
                <a:lnTo>
                  <a:pt x="228600" y="80844"/>
                </a:lnTo>
                <a:lnTo>
                  <a:pt x="176308" y="57984"/>
                </a:lnTo>
                <a:close/>
                <a:moveTo>
                  <a:pt x="219075" y="126088"/>
                </a:moveTo>
                <a:cubicBezTo>
                  <a:pt x="219075" y="150091"/>
                  <a:pt x="199073" y="161140"/>
                  <a:pt x="184499" y="169331"/>
                </a:cubicBezTo>
                <a:cubicBezTo>
                  <a:pt x="181356" y="171046"/>
                  <a:pt x="178594" y="172570"/>
                  <a:pt x="176403" y="174094"/>
                </a:cubicBezTo>
                <a:cubicBezTo>
                  <a:pt x="174212" y="172570"/>
                  <a:pt x="171450" y="171141"/>
                  <a:pt x="168307" y="169331"/>
                </a:cubicBezTo>
                <a:cubicBezTo>
                  <a:pt x="153734" y="161235"/>
                  <a:pt x="133731" y="150091"/>
                  <a:pt x="133731" y="126088"/>
                </a:cubicBezTo>
                <a:lnTo>
                  <a:pt x="133731" y="87035"/>
                </a:lnTo>
                <a:lnTo>
                  <a:pt x="176498" y="68366"/>
                </a:lnTo>
                <a:lnTo>
                  <a:pt x="219266" y="87035"/>
                </a:lnTo>
                <a:lnTo>
                  <a:pt x="219266" y="126088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19" name="Freeform: Shape 818">
            <a:extLst>
              <a:ext uri="{FF2B5EF4-FFF2-40B4-BE49-F238E27FC236}">
                <a16:creationId xmlns:a16="http://schemas.microsoft.com/office/drawing/2014/main" id="{3D492E1B-7828-47D5-84C9-9FC13BDE455D}"/>
              </a:ext>
            </a:extLst>
          </p:cNvPr>
          <p:cNvSpPr/>
          <p:nvPr/>
        </p:nvSpPr>
        <p:spPr>
          <a:xfrm>
            <a:off x="5759186" y="5571778"/>
            <a:ext cx="227814" cy="228671"/>
          </a:xfrm>
          <a:custGeom>
            <a:avLst/>
            <a:gdLst>
              <a:gd name="connsiteX0" fmla="*/ 56078 w 227814"/>
              <a:gd name="connsiteY0" fmla="*/ 30385 h 228671"/>
              <a:gd name="connsiteX1" fmla="*/ 55983 w 227814"/>
              <a:gd name="connsiteY1" fmla="*/ 30385 h 228671"/>
              <a:gd name="connsiteX2" fmla="*/ 50935 w 227814"/>
              <a:gd name="connsiteY2" fmla="*/ 30861 h 228671"/>
              <a:gd name="connsiteX3" fmla="*/ 30647 w 227814"/>
              <a:gd name="connsiteY3" fmla="*/ 61341 h 228671"/>
              <a:gd name="connsiteX4" fmla="*/ 61127 w 227814"/>
              <a:gd name="connsiteY4" fmla="*/ 81629 h 228671"/>
              <a:gd name="connsiteX5" fmla="*/ 81891 w 227814"/>
              <a:gd name="connsiteY5" fmla="*/ 56388 h 228671"/>
              <a:gd name="connsiteX6" fmla="*/ 56078 w 227814"/>
              <a:gd name="connsiteY6" fmla="*/ 30385 h 228671"/>
              <a:gd name="connsiteX7" fmla="*/ 55983 w 227814"/>
              <a:gd name="connsiteY7" fmla="*/ 71914 h 228671"/>
              <a:gd name="connsiteX8" fmla="*/ 40648 w 227814"/>
              <a:gd name="connsiteY8" fmla="*/ 56579 h 228671"/>
              <a:gd name="connsiteX9" fmla="*/ 55983 w 227814"/>
              <a:gd name="connsiteY9" fmla="*/ 40577 h 228671"/>
              <a:gd name="connsiteX10" fmla="*/ 56269 w 227814"/>
              <a:gd name="connsiteY10" fmla="*/ 40577 h 228671"/>
              <a:gd name="connsiteX11" fmla="*/ 69985 w 227814"/>
              <a:gd name="connsiteY11" fmla="*/ 49054 h 228671"/>
              <a:gd name="connsiteX12" fmla="*/ 71509 w 227814"/>
              <a:gd name="connsiteY12" fmla="*/ 58579 h 228671"/>
              <a:gd name="connsiteX13" fmla="*/ 55983 w 227814"/>
              <a:gd name="connsiteY13" fmla="*/ 71914 h 228671"/>
              <a:gd name="connsiteX14" fmla="*/ 102846 w 227814"/>
              <a:gd name="connsiteY14" fmla="*/ 79629 h 228671"/>
              <a:gd name="connsiteX15" fmla="*/ 137422 w 227814"/>
              <a:gd name="connsiteY15" fmla="*/ 67437 h 228671"/>
              <a:gd name="connsiteX16" fmla="*/ 139898 w 227814"/>
              <a:gd name="connsiteY16" fmla="*/ 56388 h 228671"/>
              <a:gd name="connsiteX17" fmla="*/ 114086 w 227814"/>
              <a:gd name="connsiteY17" fmla="*/ 30385 h 228671"/>
              <a:gd name="connsiteX18" fmla="*/ 113990 w 227814"/>
              <a:gd name="connsiteY18" fmla="*/ 30385 h 228671"/>
              <a:gd name="connsiteX19" fmla="*/ 90654 w 227814"/>
              <a:gd name="connsiteY19" fmla="*/ 45053 h 228671"/>
              <a:gd name="connsiteX20" fmla="*/ 102846 w 227814"/>
              <a:gd name="connsiteY20" fmla="*/ 79629 h 228671"/>
              <a:gd name="connsiteX21" fmla="*/ 113990 w 227814"/>
              <a:gd name="connsiteY21" fmla="*/ 40672 h 228671"/>
              <a:gd name="connsiteX22" fmla="*/ 114086 w 227814"/>
              <a:gd name="connsiteY22" fmla="*/ 40672 h 228671"/>
              <a:gd name="connsiteX23" fmla="*/ 116276 w 227814"/>
              <a:gd name="connsiteY23" fmla="*/ 40767 h 228671"/>
              <a:gd name="connsiteX24" fmla="*/ 129516 w 227814"/>
              <a:gd name="connsiteY24" fmla="*/ 58579 h 228671"/>
              <a:gd name="connsiteX25" fmla="*/ 113990 w 227814"/>
              <a:gd name="connsiteY25" fmla="*/ 71914 h 228671"/>
              <a:gd name="connsiteX26" fmla="*/ 98655 w 227814"/>
              <a:gd name="connsiteY26" fmla="*/ 56579 h 228671"/>
              <a:gd name="connsiteX27" fmla="*/ 113990 w 227814"/>
              <a:gd name="connsiteY27" fmla="*/ 40672 h 228671"/>
              <a:gd name="connsiteX28" fmla="*/ 171998 w 227814"/>
              <a:gd name="connsiteY28" fmla="*/ 30385 h 228671"/>
              <a:gd name="connsiteX29" fmla="*/ 171807 w 227814"/>
              <a:gd name="connsiteY29" fmla="*/ 30385 h 228671"/>
              <a:gd name="connsiteX30" fmla="*/ 166854 w 227814"/>
              <a:gd name="connsiteY30" fmla="*/ 30861 h 228671"/>
              <a:gd name="connsiteX31" fmla="*/ 146471 w 227814"/>
              <a:gd name="connsiteY31" fmla="*/ 61246 h 228671"/>
              <a:gd name="connsiteX32" fmla="*/ 176855 w 227814"/>
              <a:gd name="connsiteY32" fmla="*/ 81629 h 228671"/>
              <a:gd name="connsiteX33" fmla="*/ 197715 w 227814"/>
              <a:gd name="connsiteY33" fmla="*/ 56293 h 228671"/>
              <a:gd name="connsiteX34" fmla="*/ 171998 w 227814"/>
              <a:gd name="connsiteY34" fmla="*/ 30385 h 228671"/>
              <a:gd name="connsiteX35" fmla="*/ 171807 w 227814"/>
              <a:gd name="connsiteY35" fmla="*/ 71914 h 228671"/>
              <a:gd name="connsiteX36" fmla="*/ 156472 w 227814"/>
              <a:gd name="connsiteY36" fmla="*/ 56579 h 228671"/>
              <a:gd name="connsiteX37" fmla="*/ 171807 w 227814"/>
              <a:gd name="connsiteY37" fmla="*/ 40577 h 228671"/>
              <a:gd name="connsiteX38" fmla="*/ 172093 w 227814"/>
              <a:gd name="connsiteY38" fmla="*/ 40577 h 228671"/>
              <a:gd name="connsiteX39" fmla="*/ 185809 w 227814"/>
              <a:gd name="connsiteY39" fmla="*/ 49054 h 228671"/>
              <a:gd name="connsiteX40" fmla="*/ 187333 w 227814"/>
              <a:gd name="connsiteY40" fmla="*/ 58579 h 228671"/>
              <a:gd name="connsiteX41" fmla="*/ 171807 w 227814"/>
              <a:gd name="connsiteY41" fmla="*/ 71914 h 228671"/>
              <a:gd name="connsiteX42" fmla="*/ 56078 w 227814"/>
              <a:gd name="connsiteY42" fmla="*/ 88487 h 228671"/>
              <a:gd name="connsiteX43" fmla="*/ 55983 w 227814"/>
              <a:gd name="connsiteY43" fmla="*/ 88487 h 228671"/>
              <a:gd name="connsiteX44" fmla="*/ 30170 w 227814"/>
              <a:gd name="connsiteY44" fmla="*/ 114300 h 228671"/>
              <a:gd name="connsiteX45" fmla="*/ 55983 w 227814"/>
              <a:gd name="connsiteY45" fmla="*/ 140208 h 228671"/>
              <a:gd name="connsiteX46" fmla="*/ 81891 w 227814"/>
              <a:gd name="connsiteY46" fmla="*/ 114395 h 228671"/>
              <a:gd name="connsiteX47" fmla="*/ 56078 w 227814"/>
              <a:gd name="connsiteY47" fmla="*/ 88487 h 228671"/>
              <a:gd name="connsiteX48" fmla="*/ 56078 w 227814"/>
              <a:gd name="connsiteY48" fmla="*/ 130112 h 228671"/>
              <a:gd name="connsiteX49" fmla="*/ 40362 w 227814"/>
              <a:gd name="connsiteY49" fmla="*/ 114490 h 228671"/>
              <a:gd name="connsiteX50" fmla="*/ 55983 w 227814"/>
              <a:gd name="connsiteY50" fmla="*/ 98774 h 228671"/>
              <a:gd name="connsiteX51" fmla="*/ 56174 w 227814"/>
              <a:gd name="connsiteY51" fmla="*/ 98870 h 228671"/>
              <a:gd name="connsiteX52" fmla="*/ 66746 w 227814"/>
              <a:gd name="connsiteY52" fmla="*/ 103061 h 228671"/>
              <a:gd name="connsiteX53" fmla="*/ 71699 w 227814"/>
              <a:gd name="connsiteY53" fmla="*/ 114395 h 228671"/>
              <a:gd name="connsiteX54" fmla="*/ 56078 w 227814"/>
              <a:gd name="connsiteY54" fmla="*/ 130112 h 228671"/>
              <a:gd name="connsiteX55" fmla="*/ 114086 w 227814"/>
              <a:gd name="connsiteY55" fmla="*/ 88487 h 228671"/>
              <a:gd name="connsiteX56" fmla="*/ 113895 w 227814"/>
              <a:gd name="connsiteY56" fmla="*/ 88487 h 228671"/>
              <a:gd name="connsiteX57" fmla="*/ 88082 w 227814"/>
              <a:gd name="connsiteY57" fmla="*/ 114300 h 228671"/>
              <a:gd name="connsiteX58" fmla="*/ 113895 w 227814"/>
              <a:gd name="connsiteY58" fmla="*/ 140303 h 228671"/>
              <a:gd name="connsiteX59" fmla="*/ 139898 w 227814"/>
              <a:gd name="connsiteY59" fmla="*/ 114490 h 228671"/>
              <a:gd name="connsiteX60" fmla="*/ 114086 w 227814"/>
              <a:gd name="connsiteY60" fmla="*/ 88487 h 228671"/>
              <a:gd name="connsiteX61" fmla="*/ 113990 w 227814"/>
              <a:gd name="connsiteY61" fmla="*/ 130016 h 228671"/>
              <a:gd name="connsiteX62" fmla="*/ 98655 w 227814"/>
              <a:gd name="connsiteY62" fmla="*/ 114681 h 228671"/>
              <a:gd name="connsiteX63" fmla="*/ 113990 w 227814"/>
              <a:gd name="connsiteY63" fmla="*/ 98679 h 228671"/>
              <a:gd name="connsiteX64" fmla="*/ 114086 w 227814"/>
              <a:gd name="connsiteY64" fmla="*/ 98679 h 228671"/>
              <a:gd name="connsiteX65" fmla="*/ 127897 w 227814"/>
              <a:gd name="connsiteY65" fmla="*/ 107156 h 228671"/>
              <a:gd name="connsiteX66" fmla="*/ 129421 w 227814"/>
              <a:gd name="connsiteY66" fmla="*/ 116681 h 228671"/>
              <a:gd name="connsiteX67" fmla="*/ 113990 w 227814"/>
              <a:gd name="connsiteY67" fmla="*/ 130016 h 228671"/>
              <a:gd name="connsiteX68" fmla="*/ 171807 w 227814"/>
              <a:gd name="connsiteY68" fmla="*/ 88487 h 228671"/>
              <a:gd name="connsiteX69" fmla="*/ 145994 w 227814"/>
              <a:gd name="connsiteY69" fmla="*/ 114300 h 228671"/>
              <a:gd name="connsiteX70" fmla="*/ 171807 w 227814"/>
              <a:gd name="connsiteY70" fmla="*/ 140208 h 228671"/>
              <a:gd name="connsiteX71" fmla="*/ 197715 w 227814"/>
              <a:gd name="connsiteY71" fmla="*/ 114395 h 228671"/>
              <a:gd name="connsiteX72" fmla="*/ 171902 w 227814"/>
              <a:gd name="connsiteY72" fmla="*/ 88487 h 228671"/>
              <a:gd name="connsiteX73" fmla="*/ 171807 w 227814"/>
              <a:gd name="connsiteY73" fmla="*/ 88487 h 228671"/>
              <a:gd name="connsiteX74" fmla="*/ 185904 w 227814"/>
              <a:gd name="connsiteY74" fmla="*/ 107252 h 228671"/>
              <a:gd name="connsiteX75" fmla="*/ 187428 w 227814"/>
              <a:gd name="connsiteY75" fmla="*/ 116777 h 228671"/>
              <a:gd name="connsiteX76" fmla="*/ 171807 w 227814"/>
              <a:gd name="connsiteY76" fmla="*/ 130112 h 228671"/>
              <a:gd name="connsiteX77" fmla="*/ 156472 w 227814"/>
              <a:gd name="connsiteY77" fmla="*/ 114776 h 228671"/>
              <a:gd name="connsiteX78" fmla="*/ 171807 w 227814"/>
              <a:gd name="connsiteY78" fmla="*/ 98774 h 228671"/>
              <a:gd name="connsiteX79" fmla="*/ 171998 w 227814"/>
              <a:gd name="connsiteY79" fmla="*/ 98774 h 228671"/>
              <a:gd name="connsiteX80" fmla="*/ 185904 w 227814"/>
              <a:gd name="connsiteY80" fmla="*/ 107252 h 228671"/>
              <a:gd name="connsiteX81" fmla="*/ 171902 w 227814"/>
              <a:gd name="connsiteY81" fmla="*/ 198215 h 228671"/>
              <a:gd name="connsiteX82" fmla="*/ 176760 w 227814"/>
              <a:gd name="connsiteY82" fmla="*/ 197739 h 228671"/>
              <a:gd name="connsiteX83" fmla="*/ 197715 w 227814"/>
              <a:gd name="connsiteY83" fmla="*/ 172307 h 228671"/>
              <a:gd name="connsiteX84" fmla="*/ 171902 w 227814"/>
              <a:gd name="connsiteY84" fmla="*/ 146399 h 228671"/>
              <a:gd name="connsiteX85" fmla="*/ 170474 w 227814"/>
              <a:gd name="connsiteY85" fmla="*/ 146495 h 228671"/>
              <a:gd name="connsiteX86" fmla="*/ 145899 w 227814"/>
              <a:gd name="connsiteY86" fmla="*/ 172403 h 228671"/>
              <a:gd name="connsiteX87" fmla="*/ 171902 w 227814"/>
              <a:gd name="connsiteY87" fmla="*/ 198215 h 228671"/>
              <a:gd name="connsiteX88" fmla="*/ 171807 w 227814"/>
              <a:gd name="connsiteY88" fmla="*/ 156686 h 228671"/>
              <a:gd name="connsiteX89" fmla="*/ 171998 w 227814"/>
              <a:gd name="connsiteY89" fmla="*/ 156686 h 228671"/>
              <a:gd name="connsiteX90" fmla="*/ 185714 w 227814"/>
              <a:gd name="connsiteY90" fmla="*/ 164973 h 228671"/>
              <a:gd name="connsiteX91" fmla="*/ 187523 w 227814"/>
              <a:gd name="connsiteY91" fmla="*/ 172307 h 228671"/>
              <a:gd name="connsiteX92" fmla="*/ 171902 w 227814"/>
              <a:gd name="connsiteY92" fmla="*/ 188023 h 228671"/>
              <a:gd name="connsiteX93" fmla="*/ 156186 w 227814"/>
              <a:gd name="connsiteY93" fmla="*/ 172403 h 228671"/>
              <a:gd name="connsiteX94" fmla="*/ 171807 w 227814"/>
              <a:gd name="connsiteY94" fmla="*/ 156686 h 228671"/>
              <a:gd name="connsiteX95" fmla="*/ 112657 w 227814"/>
              <a:gd name="connsiteY95" fmla="*/ 146495 h 228671"/>
              <a:gd name="connsiteX96" fmla="*/ 88082 w 227814"/>
              <a:gd name="connsiteY96" fmla="*/ 172403 h 228671"/>
              <a:gd name="connsiteX97" fmla="*/ 113990 w 227814"/>
              <a:gd name="connsiteY97" fmla="*/ 198311 h 228671"/>
              <a:gd name="connsiteX98" fmla="*/ 118848 w 227814"/>
              <a:gd name="connsiteY98" fmla="*/ 197834 h 228671"/>
              <a:gd name="connsiteX99" fmla="*/ 139803 w 227814"/>
              <a:gd name="connsiteY99" fmla="*/ 172403 h 228671"/>
              <a:gd name="connsiteX100" fmla="*/ 113990 w 227814"/>
              <a:gd name="connsiteY100" fmla="*/ 146495 h 228671"/>
              <a:gd name="connsiteX101" fmla="*/ 112657 w 227814"/>
              <a:gd name="connsiteY101" fmla="*/ 146495 h 228671"/>
              <a:gd name="connsiteX102" fmla="*/ 128183 w 227814"/>
              <a:gd name="connsiteY102" fmla="*/ 165640 h 228671"/>
              <a:gd name="connsiteX103" fmla="*/ 120753 w 227814"/>
              <a:gd name="connsiteY103" fmla="*/ 186500 h 228671"/>
              <a:gd name="connsiteX104" fmla="*/ 99893 w 227814"/>
              <a:gd name="connsiteY104" fmla="*/ 179070 h 228671"/>
              <a:gd name="connsiteX105" fmla="*/ 98369 w 227814"/>
              <a:gd name="connsiteY105" fmla="*/ 172403 h 228671"/>
              <a:gd name="connsiteX106" fmla="*/ 113990 w 227814"/>
              <a:gd name="connsiteY106" fmla="*/ 156686 h 228671"/>
              <a:gd name="connsiteX107" fmla="*/ 120563 w 227814"/>
              <a:gd name="connsiteY107" fmla="*/ 158020 h 228671"/>
              <a:gd name="connsiteX108" fmla="*/ 128183 w 227814"/>
              <a:gd name="connsiteY108" fmla="*/ 165640 h 228671"/>
              <a:gd name="connsiteX109" fmla="*/ 55983 w 227814"/>
              <a:gd name="connsiteY109" fmla="*/ 146399 h 228671"/>
              <a:gd name="connsiteX110" fmla="*/ 30075 w 227814"/>
              <a:gd name="connsiteY110" fmla="*/ 172307 h 228671"/>
              <a:gd name="connsiteX111" fmla="*/ 55983 w 227814"/>
              <a:gd name="connsiteY111" fmla="*/ 198215 h 228671"/>
              <a:gd name="connsiteX112" fmla="*/ 60841 w 227814"/>
              <a:gd name="connsiteY112" fmla="*/ 197739 h 228671"/>
              <a:gd name="connsiteX113" fmla="*/ 81796 w 227814"/>
              <a:gd name="connsiteY113" fmla="*/ 172307 h 228671"/>
              <a:gd name="connsiteX114" fmla="*/ 55983 w 227814"/>
              <a:gd name="connsiteY114" fmla="*/ 146399 h 228671"/>
              <a:gd name="connsiteX115" fmla="*/ 55983 w 227814"/>
              <a:gd name="connsiteY115" fmla="*/ 146399 h 228671"/>
              <a:gd name="connsiteX116" fmla="*/ 69985 w 227814"/>
              <a:gd name="connsiteY116" fmla="*/ 165163 h 228671"/>
              <a:gd name="connsiteX117" fmla="*/ 71509 w 227814"/>
              <a:gd name="connsiteY117" fmla="*/ 174593 h 228671"/>
              <a:gd name="connsiteX118" fmla="*/ 62746 w 227814"/>
              <a:gd name="connsiteY118" fmla="*/ 186404 h 228671"/>
              <a:gd name="connsiteX119" fmla="*/ 41886 w 227814"/>
              <a:gd name="connsiteY119" fmla="*/ 178975 h 228671"/>
              <a:gd name="connsiteX120" fmla="*/ 40362 w 227814"/>
              <a:gd name="connsiteY120" fmla="*/ 172307 h 228671"/>
              <a:gd name="connsiteX121" fmla="*/ 55983 w 227814"/>
              <a:gd name="connsiteY121" fmla="*/ 156591 h 228671"/>
              <a:gd name="connsiteX122" fmla="*/ 55983 w 227814"/>
              <a:gd name="connsiteY122" fmla="*/ 156686 h 228671"/>
              <a:gd name="connsiteX123" fmla="*/ 56269 w 227814"/>
              <a:gd name="connsiteY123" fmla="*/ 156686 h 228671"/>
              <a:gd name="connsiteX124" fmla="*/ 69985 w 227814"/>
              <a:gd name="connsiteY124" fmla="*/ 165163 h 228671"/>
              <a:gd name="connsiteX125" fmla="*/ 195715 w 227814"/>
              <a:gd name="connsiteY125" fmla="*/ 0 h 228671"/>
              <a:gd name="connsiteX126" fmla="*/ 139613 w 227814"/>
              <a:gd name="connsiteY126" fmla="*/ 0 h 228671"/>
              <a:gd name="connsiteX127" fmla="*/ 138565 w 227814"/>
              <a:gd name="connsiteY127" fmla="*/ 95 h 228671"/>
              <a:gd name="connsiteX128" fmla="*/ 133231 w 227814"/>
              <a:gd name="connsiteY128" fmla="*/ 6953 h 228671"/>
              <a:gd name="connsiteX129" fmla="*/ 138565 w 227814"/>
              <a:gd name="connsiteY129" fmla="*/ 12763 h 228671"/>
              <a:gd name="connsiteX130" fmla="*/ 139613 w 227814"/>
              <a:gd name="connsiteY130" fmla="*/ 12859 h 228671"/>
              <a:gd name="connsiteX131" fmla="*/ 195715 w 227814"/>
              <a:gd name="connsiteY131" fmla="*/ 12859 h 228671"/>
              <a:gd name="connsiteX132" fmla="*/ 205907 w 227814"/>
              <a:gd name="connsiteY132" fmla="*/ 15812 h 228671"/>
              <a:gd name="connsiteX133" fmla="*/ 214955 w 227814"/>
              <a:gd name="connsiteY133" fmla="*/ 32099 h 228671"/>
              <a:gd name="connsiteX134" fmla="*/ 214955 w 227814"/>
              <a:gd name="connsiteY134" fmla="*/ 86487 h 228671"/>
              <a:gd name="connsiteX135" fmla="*/ 215051 w 227814"/>
              <a:gd name="connsiteY135" fmla="*/ 87535 h 228671"/>
              <a:gd name="connsiteX136" fmla="*/ 219337 w 227814"/>
              <a:gd name="connsiteY136" fmla="*/ 92583 h 228671"/>
              <a:gd name="connsiteX137" fmla="*/ 227433 w 227814"/>
              <a:gd name="connsiteY137" fmla="*/ 88583 h 228671"/>
              <a:gd name="connsiteX138" fmla="*/ 227719 w 227814"/>
              <a:gd name="connsiteY138" fmla="*/ 87535 h 228671"/>
              <a:gd name="connsiteX139" fmla="*/ 227814 w 227814"/>
              <a:gd name="connsiteY139" fmla="*/ 86487 h 228671"/>
              <a:gd name="connsiteX140" fmla="*/ 227814 w 227814"/>
              <a:gd name="connsiteY140" fmla="*/ 32099 h 228671"/>
              <a:gd name="connsiteX141" fmla="*/ 195715 w 227814"/>
              <a:gd name="connsiteY141" fmla="*/ 0 h 228671"/>
              <a:gd name="connsiteX142" fmla="*/ 223814 w 227814"/>
              <a:gd name="connsiteY142" fmla="*/ 127635 h 228671"/>
              <a:gd name="connsiteX143" fmla="*/ 222766 w 227814"/>
              <a:gd name="connsiteY143" fmla="*/ 127254 h 228671"/>
              <a:gd name="connsiteX144" fmla="*/ 220670 w 227814"/>
              <a:gd name="connsiteY144" fmla="*/ 127063 h 228671"/>
              <a:gd name="connsiteX145" fmla="*/ 215146 w 227814"/>
              <a:gd name="connsiteY145" fmla="*/ 131445 h 228671"/>
              <a:gd name="connsiteX146" fmla="*/ 214765 w 227814"/>
              <a:gd name="connsiteY146" fmla="*/ 133540 h 228671"/>
              <a:gd name="connsiteX147" fmla="*/ 214765 w 227814"/>
              <a:gd name="connsiteY147" fmla="*/ 196501 h 228671"/>
              <a:gd name="connsiteX148" fmla="*/ 211812 w 227814"/>
              <a:gd name="connsiteY148" fmla="*/ 206788 h 228671"/>
              <a:gd name="connsiteX149" fmla="*/ 195620 w 227814"/>
              <a:gd name="connsiteY149" fmla="*/ 215837 h 228671"/>
              <a:gd name="connsiteX150" fmla="*/ 32075 w 227814"/>
              <a:gd name="connsiteY150" fmla="*/ 215837 h 228671"/>
              <a:gd name="connsiteX151" fmla="*/ 21503 w 227814"/>
              <a:gd name="connsiteY151" fmla="*/ 212598 h 228671"/>
              <a:gd name="connsiteX152" fmla="*/ 12930 w 227814"/>
              <a:gd name="connsiteY152" fmla="*/ 196691 h 228671"/>
              <a:gd name="connsiteX153" fmla="*/ 12930 w 227814"/>
              <a:gd name="connsiteY153" fmla="*/ 32099 h 228671"/>
              <a:gd name="connsiteX154" fmla="*/ 15788 w 227814"/>
              <a:gd name="connsiteY154" fmla="*/ 22098 h 228671"/>
              <a:gd name="connsiteX155" fmla="*/ 32075 w 227814"/>
              <a:gd name="connsiteY155" fmla="*/ 12859 h 228671"/>
              <a:gd name="connsiteX156" fmla="*/ 84177 w 227814"/>
              <a:gd name="connsiteY156" fmla="*/ 12859 h 228671"/>
              <a:gd name="connsiteX157" fmla="*/ 85225 w 227814"/>
              <a:gd name="connsiteY157" fmla="*/ 12763 h 228671"/>
              <a:gd name="connsiteX158" fmla="*/ 90083 w 227814"/>
              <a:gd name="connsiteY158" fmla="*/ 9049 h 228671"/>
              <a:gd name="connsiteX159" fmla="*/ 87225 w 227814"/>
              <a:gd name="connsiteY159" fmla="*/ 762 h 228671"/>
              <a:gd name="connsiteX160" fmla="*/ 85225 w 227814"/>
              <a:gd name="connsiteY160" fmla="*/ 95 h 228671"/>
              <a:gd name="connsiteX161" fmla="*/ 84177 w 227814"/>
              <a:gd name="connsiteY161" fmla="*/ 0 h 228671"/>
              <a:gd name="connsiteX162" fmla="*/ 32075 w 227814"/>
              <a:gd name="connsiteY162" fmla="*/ 0 h 228671"/>
              <a:gd name="connsiteX163" fmla="*/ 71 w 227814"/>
              <a:gd name="connsiteY163" fmla="*/ 32004 h 228671"/>
              <a:gd name="connsiteX164" fmla="*/ 71 w 227814"/>
              <a:gd name="connsiteY164" fmla="*/ 196596 h 228671"/>
              <a:gd name="connsiteX165" fmla="*/ 32075 w 227814"/>
              <a:gd name="connsiteY165" fmla="*/ 228600 h 228671"/>
              <a:gd name="connsiteX166" fmla="*/ 195524 w 227814"/>
              <a:gd name="connsiteY166" fmla="*/ 228600 h 228671"/>
              <a:gd name="connsiteX167" fmla="*/ 227528 w 227814"/>
              <a:gd name="connsiteY167" fmla="*/ 196596 h 228671"/>
              <a:gd name="connsiteX168" fmla="*/ 227528 w 227814"/>
              <a:gd name="connsiteY168" fmla="*/ 133445 h 228671"/>
              <a:gd name="connsiteX169" fmla="*/ 227433 w 227814"/>
              <a:gd name="connsiteY169" fmla="*/ 132397 h 228671"/>
              <a:gd name="connsiteX170" fmla="*/ 223814 w 227814"/>
              <a:gd name="connsiteY170" fmla="*/ 127635 h 228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</a:cxnLst>
            <a:rect l="l" t="t" r="r" b="b"/>
            <a:pathLst>
              <a:path w="227814" h="228671">
                <a:moveTo>
                  <a:pt x="56078" y="30385"/>
                </a:moveTo>
                <a:lnTo>
                  <a:pt x="55983" y="30385"/>
                </a:lnTo>
                <a:cubicBezTo>
                  <a:pt x="54269" y="30385"/>
                  <a:pt x="52554" y="30480"/>
                  <a:pt x="50935" y="30861"/>
                </a:cubicBezTo>
                <a:cubicBezTo>
                  <a:pt x="36933" y="33719"/>
                  <a:pt x="27789" y="47339"/>
                  <a:pt x="30647" y="61341"/>
                </a:cubicBezTo>
                <a:cubicBezTo>
                  <a:pt x="33504" y="75343"/>
                  <a:pt x="47125" y="84392"/>
                  <a:pt x="61127" y="81629"/>
                </a:cubicBezTo>
                <a:cubicBezTo>
                  <a:pt x="73223" y="79248"/>
                  <a:pt x="81891" y="68675"/>
                  <a:pt x="81891" y="56388"/>
                </a:cubicBezTo>
                <a:cubicBezTo>
                  <a:pt x="81986" y="42100"/>
                  <a:pt x="70366" y="30480"/>
                  <a:pt x="56078" y="30385"/>
                </a:cubicBezTo>
                <a:close/>
                <a:moveTo>
                  <a:pt x="55983" y="71914"/>
                </a:moveTo>
                <a:cubicBezTo>
                  <a:pt x="47601" y="71819"/>
                  <a:pt x="40838" y="64961"/>
                  <a:pt x="40648" y="56579"/>
                </a:cubicBezTo>
                <a:cubicBezTo>
                  <a:pt x="40457" y="47911"/>
                  <a:pt x="47315" y="40767"/>
                  <a:pt x="55983" y="40577"/>
                </a:cubicBezTo>
                <a:lnTo>
                  <a:pt x="56269" y="40577"/>
                </a:lnTo>
                <a:cubicBezTo>
                  <a:pt x="61984" y="40672"/>
                  <a:pt x="67318" y="43910"/>
                  <a:pt x="69985" y="49054"/>
                </a:cubicBezTo>
                <a:cubicBezTo>
                  <a:pt x="71509" y="52007"/>
                  <a:pt x="71985" y="55245"/>
                  <a:pt x="71509" y="58579"/>
                </a:cubicBezTo>
                <a:cubicBezTo>
                  <a:pt x="70366" y="66294"/>
                  <a:pt x="63317" y="71914"/>
                  <a:pt x="55983" y="71914"/>
                </a:cubicBezTo>
                <a:close/>
                <a:moveTo>
                  <a:pt x="102846" y="79629"/>
                </a:moveTo>
                <a:cubicBezTo>
                  <a:pt x="115800" y="85820"/>
                  <a:pt x="131231" y="80296"/>
                  <a:pt x="137422" y="67437"/>
                </a:cubicBezTo>
                <a:cubicBezTo>
                  <a:pt x="139041" y="64008"/>
                  <a:pt x="139898" y="60293"/>
                  <a:pt x="139898" y="56388"/>
                </a:cubicBezTo>
                <a:cubicBezTo>
                  <a:pt x="139994" y="42100"/>
                  <a:pt x="128373" y="30480"/>
                  <a:pt x="114086" y="30385"/>
                </a:cubicBezTo>
                <a:lnTo>
                  <a:pt x="113990" y="30385"/>
                </a:lnTo>
                <a:cubicBezTo>
                  <a:pt x="103989" y="30385"/>
                  <a:pt x="94940" y="36100"/>
                  <a:pt x="90654" y="45053"/>
                </a:cubicBezTo>
                <a:cubicBezTo>
                  <a:pt x="84463" y="58103"/>
                  <a:pt x="89892" y="73533"/>
                  <a:pt x="102846" y="79629"/>
                </a:cubicBezTo>
                <a:close/>
                <a:moveTo>
                  <a:pt x="113990" y="40672"/>
                </a:moveTo>
                <a:lnTo>
                  <a:pt x="114086" y="40672"/>
                </a:lnTo>
                <a:cubicBezTo>
                  <a:pt x="114848" y="40672"/>
                  <a:pt x="115514" y="40672"/>
                  <a:pt x="116276" y="40767"/>
                </a:cubicBezTo>
                <a:cubicBezTo>
                  <a:pt x="124849" y="42100"/>
                  <a:pt x="130754" y="50006"/>
                  <a:pt x="129516" y="58579"/>
                </a:cubicBezTo>
                <a:cubicBezTo>
                  <a:pt x="128468" y="66199"/>
                  <a:pt x="121420" y="71914"/>
                  <a:pt x="113990" y="71914"/>
                </a:cubicBezTo>
                <a:cubicBezTo>
                  <a:pt x="105608" y="71819"/>
                  <a:pt x="98846" y="64961"/>
                  <a:pt x="98655" y="56579"/>
                </a:cubicBezTo>
                <a:cubicBezTo>
                  <a:pt x="98465" y="48006"/>
                  <a:pt x="105323" y="40862"/>
                  <a:pt x="113990" y="40672"/>
                </a:cubicBezTo>
                <a:close/>
                <a:moveTo>
                  <a:pt x="171998" y="30385"/>
                </a:moveTo>
                <a:lnTo>
                  <a:pt x="171807" y="30385"/>
                </a:lnTo>
                <a:cubicBezTo>
                  <a:pt x="170093" y="30385"/>
                  <a:pt x="168473" y="30480"/>
                  <a:pt x="166854" y="30861"/>
                </a:cubicBezTo>
                <a:cubicBezTo>
                  <a:pt x="152852" y="33623"/>
                  <a:pt x="143708" y="47244"/>
                  <a:pt x="146471" y="61246"/>
                </a:cubicBezTo>
                <a:cubicBezTo>
                  <a:pt x="149233" y="75248"/>
                  <a:pt x="162854" y="84392"/>
                  <a:pt x="176855" y="81629"/>
                </a:cubicBezTo>
                <a:cubicBezTo>
                  <a:pt x="188952" y="79248"/>
                  <a:pt x="197620" y="68580"/>
                  <a:pt x="197715" y="56293"/>
                </a:cubicBezTo>
                <a:cubicBezTo>
                  <a:pt x="197810" y="42100"/>
                  <a:pt x="186285" y="30480"/>
                  <a:pt x="171998" y="30385"/>
                </a:cubicBezTo>
                <a:close/>
                <a:moveTo>
                  <a:pt x="171807" y="71914"/>
                </a:moveTo>
                <a:cubicBezTo>
                  <a:pt x="163425" y="71819"/>
                  <a:pt x="156662" y="64961"/>
                  <a:pt x="156472" y="56579"/>
                </a:cubicBezTo>
                <a:cubicBezTo>
                  <a:pt x="156281" y="47911"/>
                  <a:pt x="163139" y="40767"/>
                  <a:pt x="171807" y="40577"/>
                </a:cubicBezTo>
                <a:lnTo>
                  <a:pt x="172093" y="40577"/>
                </a:lnTo>
                <a:cubicBezTo>
                  <a:pt x="177808" y="40672"/>
                  <a:pt x="183142" y="43910"/>
                  <a:pt x="185809" y="49054"/>
                </a:cubicBezTo>
                <a:cubicBezTo>
                  <a:pt x="187333" y="52007"/>
                  <a:pt x="187809" y="55245"/>
                  <a:pt x="187333" y="58579"/>
                </a:cubicBezTo>
                <a:cubicBezTo>
                  <a:pt x="186285" y="66294"/>
                  <a:pt x="179141" y="71914"/>
                  <a:pt x="171807" y="71914"/>
                </a:cubicBezTo>
                <a:close/>
                <a:moveTo>
                  <a:pt x="56078" y="88487"/>
                </a:moveTo>
                <a:lnTo>
                  <a:pt x="55983" y="88487"/>
                </a:lnTo>
                <a:cubicBezTo>
                  <a:pt x="41791" y="88583"/>
                  <a:pt x="30266" y="100108"/>
                  <a:pt x="30170" y="114300"/>
                </a:cubicBezTo>
                <a:cubicBezTo>
                  <a:pt x="30170" y="128588"/>
                  <a:pt x="41696" y="140208"/>
                  <a:pt x="55983" y="140208"/>
                </a:cubicBezTo>
                <a:cubicBezTo>
                  <a:pt x="70271" y="140208"/>
                  <a:pt x="81891" y="128683"/>
                  <a:pt x="81891" y="114395"/>
                </a:cubicBezTo>
                <a:cubicBezTo>
                  <a:pt x="81891" y="100108"/>
                  <a:pt x="70366" y="88583"/>
                  <a:pt x="56078" y="88487"/>
                </a:cubicBezTo>
                <a:close/>
                <a:moveTo>
                  <a:pt x="56078" y="130112"/>
                </a:moveTo>
                <a:cubicBezTo>
                  <a:pt x="47411" y="130112"/>
                  <a:pt x="40362" y="123158"/>
                  <a:pt x="40362" y="114490"/>
                </a:cubicBezTo>
                <a:cubicBezTo>
                  <a:pt x="40362" y="105823"/>
                  <a:pt x="47315" y="98774"/>
                  <a:pt x="55983" y="98774"/>
                </a:cubicBezTo>
                <a:lnTo>
                  <a:pt x="56174" y="98870"/>
                </a:lnTo>
                <a:cubicBezTo>
                  <a:pt x="60079" y="98870"/>
                  <a:pt x="63794" y="100394"/>
                  <a:pt x="66746" y="103061"/>
                </a:cubicBezTo>
                <a:cubicBezTo>
                  <a:pt x="69890" y="106013"/>
                  <a:pt x="71699" y="110204"/>
                  <a:pt x="71699" y="114395"/>
                </a:cubicBezTo>
                <a:cubicBezTo>
                  <a:pt x="71699" y="123063"/>
                  <a:pt x="64746" y="130112"/>
                  <a:pt x="56078" y="130112"/>
                </a:cubicBezTo>
                <a:close/>
                <a:moveTo>
                  <a:pt x="114086" y="88487"/>
                </a:moveTo>
                <a:lnTo>
                  <a:pt x="113895" y="88487"/>
                </a:lnTo>
                <a:cubicBezTo>
                  <a:pt x="99703" y="88583"/>
                  <a:pt x="88178" y="100108"/>
                  <a:pt x="88082" y="114300"/>
                </a:cubicBezTo>
                <a:cubicBezTo>
                  <a:pt x="87987" y="128683"/>
                  <a:pt x="99608" y="140208"/>
                  <a:pt x="113895" y="140303"/>
                </a:cubicBezTo>
                <a:cubicBezTo>
                  <a:pt x="128278" y="140398"/>
                  <a:pt x="139803" y="128778"/>
                  <a:pt x="139898" y="114490"/>
                </a:cubicBezTo>
                <a:cubicBezTo>
                  <a:pt x="139994" y="100203"/>
                  <a:pt x="128373" y="88583"/>
                  <a:pt x="114086" y="88487"/>
                </a:cubicBezTo>
                <a:close/>
                <a:moveTo>
                  <a:pt x="113990" y="130016"/>
                </a:moveTo>
                <a:cubicBezTo>
                  <a:pt x="105608" y="129921"/>
                  <a:pt x="98846" y="123063"/>
                  <a:pt x="98655" y="114681"/>
                </a:cubicBezTo>
                <a:cubicBezTo>
                  <a:pt x="98465" y="106013"/>
                  <a:pt x="105323" y="98870"/>
                  <a:pt x="113990" y="98679"/>
                </a:cubicBezTo>
                <a:lnTo>
                  <a:pt x="114086" y="98679"/>
                </a:lnTo>
                <a:cubicBezTo>
                  <a:pt x="119896" y="98774"/>
                  <a:pt x="125230" y="102108"/>
                  <a:pt x="127897" y="107156"/>
                </a:cubicBezTo>
                <a:cubicBezTo>
                  <a:pt x="129421" y="110109"/>
                  <a:pt x="129897" y="113347"/>
                  <a:pt x="129421" y="116681"/>
                </a:cubicBezTo>
                <a:cubicBezTo>
                  <a:pt x="128373" y="124396"/>
                  <a:pt x="121229" y="130016"/>
                  <a:pt x="113990" y="130016"/>
                </a:cubicBezTo>
                <a:close/>
                <a:moveTo>
                  <a:pt x="171807" y="88487"/>
                </a:moveTo>
                <a:cubicBezTo>
                  <a:pt x="157615" y="88583"/>
                  <a:pt x="146090" y="100108"/>
                  <a:pt x="145994" y="114300"/>
                </a:cubicBezTo>
                <a:cubicBezTo>
                  <a:pt x="145994" y="128588"/>
                  <a:pt x="157520" y="140208"/>
                  <a:pt x="171807" y="140208"/>
                </a:cubicBezTo>
                <a:cubicBezTo>
                  <a:pt x="186095" y="140208"/>
                  <a:pt x="197715" y="128683"/>
                  <a:pt x="197715" y="114395"/>
                </a:cubicBezTo>
                <a:cubicBezTo>
                  <a:pt x="197715" y="100108"/>
                  <a:pt x="186190" y="88487"/>
                  <a:pt x="171902" y="88487"/>
                </a:cubicBezTo>
                <a:lnTo>
                  <a:pt x="171807" y="88487"/>
                </a:lnTo>
                <a:close/>
                <a:moveTo>
                  <a:pt x="185904" y="107252"/>
                </a:moveTo>
                <a:cubicBezTo>
                  <a:pt x="187428" y="110204"/>
                  <a:pt x="187904" y="113443"/>
                  <a:pt x="187428" y="116777"/>
                </a:cubicBezTo>
                <a:cubicBezTo>
                  <a:pt x="186285" y="124396"/>
                  <a:pt x="179141" y="130112"/>
                  <a:pt x="171807" y="130112"/>
                </a:cubicBezTo>
                <a:cubicBezTo>
                  <a:pt x="163425" y="130016"/>
                  <a:pt x="156662" y="123158"/>
                  <a:pt x="156472" y="114776"/>
                </a:cubicBezTo>
                <a:cubicBezTo>
                  <a:pt x="156281" y="106109"/>
                  <a:pt x="163139" y="98965"/>
                  <a:pt x="171807" y="98774"/>
                </a:cubicBezTo>
                <a:lnTo>
                  <a:pt x="171998" y="98774"/>
                </a:lnTo>
                <a:cubicBezTo>
                  <a:pt x="177903" y="98870"/>
                  <a:pt x="183142" y="102108"/>
                  <a:pt x="185904" y="107252"/>
                </a:cubicBezTo>
                <a:close/>
                <a:moveTo>
                  <a:pt x="171902" y="198215"/>
                </a:moveTo>
                <a:cubicBezTo>
                  <a:pt x="173522" y="198215"/>
                  <a:pt x="175141" y="198120"/>
                  <a:pt x="176760" y="197739"/>
                </a:cubicBezTo>
                <a:cubicBezTo>
                  <a:pt x="188857" y="195358"/>
                  <a:pt x="197715" y="184785"/>
                  <a:pt x="197715" y="172307"/>
                </a:cubicBezTo>
                <a:cubicBezTo>
                  <a:pt x="197810" y="158020"/>
                  <a:pt x="186190" y="146399"/>
                  <a:pt x="171902" y="146399"/>
                </a:cubicBezTo>
                <a:cubicBezTo>
                  <a:pt x="171426" y="146399"/>
                  <a:pt x="170950" y="146399"/>
                  <a:pt x="170474" y="146495"/>
                </a:cubicBezTo>
                <a:cubicBezTo>
                  <a:pt x="156662" y="147161"/>
                  <a:pt x="145899" y="158591"/>
                  <a:pt x="145899" y="172403"/>
                </a:cubicBezTo>
                <a:cubicBezTo>
                  <a:pt x="146090" y="186690"/>
                  <a:pt x="157615" y="198215"/>
                  <a:pt x="171902" y="198215"/>
                </a:cubicBezTo>
                <a:close/>
                <a:moveTo>
                  <a:pt x="171807" y="156686"/>
                </a:moveTo>
                <a:lnTo>
                  <a:pt x="171998" y="156686"/>
                </a:lnTo>
                <a:cubicBezTo>
                  <a:pt x="177713" y="156781"/>
                  <a:pt x="182856" y="159925"/>
                  <a:pt x="185714" y="164973"/>
                </a:cubicBezTo>
                <a:cubicBezTo>
                  <a:pt x="186952" y="167164"/>
                  <a:pt x="187523" y="169736"/>
                  <a:pt x="187523" y="172307"/>
                </a:cubicBezTo>
                <a:cubicBezTo>
                  <a:pt x="187619" y="180975"/>
                  <a:pt x="180570" y="188023"/>
                  <a:pt x="171902" y="188023"/>
                </a:cubicBezTo>
                <a:cubicBezTo>
                  <a:pt x="163235" y="188119"/>
                  <a:pt x="156186" y="181070"/>
                  <a:pt x="156186" y="172403"/>
                </a:cubicBezTo>
                <a:cubicBezTo>
                  <a:pt x="156186" y="163735"/>
                  <a:pt x="163139" y="156686"/>
                  <a:pt x="171807" y="156686"/>
                </a:cubicBezTo>
                <a:close/>
                <a:moveTo>
                  <a:pt x="112657" y="146495"/>
                </a:moveTo>
                <a:cubicBezTo>
                  <a:pt x="98846" y="147161"/>
                  <a:pt x="88082" y="158591"/>
                  <a:pt x="88082" y="172403"/>
                </a:cubicBezTo>
                <a:cubicBezTo>
                  <a:pt x="88178" y="186690"/>
                  <a:pt x="99703" y="198311"/>
                  <a:pt x="113990" y="198311"/>
                </a:cubicBezTo>
                <a:cubicBezTo>
                  <a:pt x="115610" y="198311"/>
                  <a:pt x="117229" y="198215"/>
                  <a:pt x="118848" y="197834"/>
                </a:cubicBezTo>
                <a:cubicBezTo>
                  <a:pt x="130945" y="195453"/>
                  <a:pt x="139803" y="184880"/>
                  <a:pt x="139803" y="172403"/>
                </a:cubicBezTo>
                <a:cubicBezTo>
                  <a:pt x="139898" y="158115"/>
                  <a:pt x="128278" y="146495"/>
                  <a:pt x="113990" y="146495"/>
                </a:cubicBezTo>
                <a:cubicBezTo>
                  <a:pt x="113609" y="146399"/>
                  <a:pt x="113133" y="146399"/>
                  <a:pt x="112657" y="146495"/>
                </a:cubicBezTo>
                <a:close/>
                <a:moveTo>
                  <a:pt x="128183" y="165640"/>
                </a:moveTo>
                <a:cubicBezTo>
                  <a:pt x="131897" y="173450"/>
                  <a:pt x="128564" y="182785"/>
                  <a:pt x="120753" y="186500"/>
                </a:cubicBezTo>
                <a:cubicBezTo>
                  <a:pt x="112943" y="190214"/>
                  <a:pt x="103608" y="186880"/>
                  <a:pt x="99893" y="179070"/>
                </a:cubicBezTo>
                <a:cubicBezTo>
                  <a:pt x="98941" y="176975"/>
                  <a:pt x="98369" y="174688"/>
                  <a:pt x="98369" y="172403"/>
                </a:cubicBezTo>
                <a:cubicBezTo>
                  <a:pt x="98274" y="163735"/>
                  <a:pt x="105323" y="156686"/>
                  <a:pt x="113990" y="156686"/>
                </a:cubicBezTo>
                <a:cubicBezTo>
                  <a:pt x="116181" y="156686"/>
                  <a:pt x="118467" y="157163"/>
                  <a:pt x="120563" y="158020"/>
                </a:cubicBezTo>
                <a:cubicBezTo>
                  <a:pt x="123801" y="159544"/>
                  <a:pt x="126563" y="162306"/>
                  <a:pt x="128183" y="165640"/>
                </a:cubicBezTo>
                <a:close/>
                <a:moveTo>
                  <a:pt x="55983" y="146399"/>
                </a:moveTo>
                <a:cubicBezTo>
                  <a:pt x="41600" y="146495"/>
                  <a:pt x="30075" y="158020"/>
                  <a:pt x="30075" y="172307"/>
                </a:cubicBezTo>
                <a:cubicBezTo>
                  <a:pt x="30170" y="186690"/>
                  <a:pt x="41696" y="198215"/>
                  <a:pt x="55983" y="198215"/>
                </a:cubicBezTo>
                <a:cubicBezTo>
                  <a:pt x="57602" y="198215"/>
                  <a:pt x="59222" y="198120"/>
                  <a:pt x="60841" y="197739"/>
                </a:cubicBezTo>
                <a:cubicBezTo>
                  <a:pt x="72938" y="195358"/>
                  <a:pt x="81796" y="184785"/>
                  <a:pt x="81796" y="172307"/>
                </a:cubicBezTo>
                <a:cubicBezTo>
                  <a:pt x="81891" y="158020"/>
                  <a:pt x="70271" y="146399"/>
                  <a:pt x="55983" y="146399"/>
                </a:cubicBezTo>
                <a:lnTo>
                  <a:pt x="55983" y="146399"/>
                </a:lnTo>
                <a:close/>
                <a:moveTo>
                  <a:pt x="69985" y="165163"/>
                </a:moveTo>
                <a:cubicBezTo>
                  <a:pt x="71509" y="168116"/>
                  <a:pt x="71985" y="171355"/>
                  <a:pt x="71509" y="174593"/>
                </a:cubicBezTo>
                <a:cubicBezTo>
                  <a:pt x="70747" y="179737"/>
                  <a:pt x="67413" y="184213"/>
                  <a:pt x="62746" y="186404"/>
                </a:cubicBezTo>
                <a:cubicBezTo>
                  <a:pt x="54935" y="190119"/>
                  <a:pt x="45601" y="186785"/>
                  <a:pt x="41886" y="178975"/>
                </a:cubicBezTo>
                <a:cubicBezTo>
                  <a:pt x="40934" y="176879"/>
                  <a:pt x="40362" y="174593"/>
                  <a:pt x="40362" y="172307"/>
                </a:cubicBezTo>
                <a:cubicBezTo>
                  <a:pt x="40267" y="163735"/>
                  <a:pt x="47315" y="156686"/>
                  <a:pt x="55983" y="156591"/>
                </a:cubicBezTo>
                <a:lnTo>
                  <a:pt x="55983" y="156686"/>
                </a:lnTo>
                <a:lnTo>
                  <a:pt x="56269" y="156686"/>
                </a:lnTo>
                <a:cubicBezTo>
                  <a:pt x="61984" y="156781"/>
                  <a:pt x="67318" y="160020"/>
                  <a:pt x="69985" y="165163"/>
                </a:cubicBezTo>
                <a:close/>
                <a:moveTo>
                  <a:pt x="195715" y="0"/>
                </a:moveTo>
                <a:lnTo>
                  <a:pt x="139613" y="0"/>
                </a:lnTo>
                <a:cubicBezTo>
                  <a:pt x="139232" y="0"/>
                  <a:pt x="138851" y="0"/>
                  <a:pt x="138565" y="95"/>
                </a:cubicBezTo>
                <a:cubicBezTo>
                  <a:pt x="135326" y="667"/>
                  <a:pt x="133040" y="3620"/>
                  <a:pt x="133231" y="6953"/>
                </a:cubicBezTo>
                <a:cubicBezTo>
                  <a:pt x="133612" y="9906"/>
                  <a:pt x="135707" y="12192"/>
                  <a:pt x="138565" y="12763"/>
                </a:cubicBezTo>
                <a:cubicBezTo>
                  <a:pt x="138946" y="12859"/>
                  <a:pt x="139327" y="12859"/>
                  <a:pt x="139613" y="12859"/>
                </a:cubicBezTo>
                <a:lnTo>
                  <a:pt x="195715" y="12859"/>
                </a:lnTo>
                <a:cubicBezTo>
                  <a:pt x="199334" y="12859"/>
                  <a:pt x="202859" y="13907"/>
                  <a:pt x="205907" y="15812"/>
                </a:cubicBezTo>
                <a:cubicBezTo>
                  <a:pt x="211431" y="19336"/>
                  <a:pt x="214860" y="25527"/>
                  <a:pt x="214955" y="32099"/>
                </a:cubicBezTo>
                <a:cubicBezTo>
                  <a:pt x="215051" y="50292"/>
                  <a:pt x="214955" y="68294"/>
                  <a:pt x="214955" y="86487"/>
                </a:cubicBezTo>
                <a:cubicBezTo>
                  <a:pt x="214955" y="86868"/>
                  <a:pt x="214955" y="87249"/>
                  <a:pt x="215051" y="87535"/>
                </a:cubicBezTo>
                <a:cubicBezTo>
                  <a:pt x="215432" y="89821"/>
                  <a:pt x="217051" y="91821"/>
                  <a:pt x="219337" y="92583"/>
                </a:cubicBezTo>
                <a:cubicBezTo>
                  <a:pt x="222671" y="93726"/>
                  <a:pt x="226290" y="91916"/>
                  <a:pt x="227433" y="88583"/>
                </a:cubicBezTo>
                <a:cubicBezTo>
                  <a:pt x="227528" y="88202"/>
                  <a:pt x="227624" y="87916"/>
                  <a:pt x="227719" y="87535"/>
                </a:cubicBezTo>
                <a:lnTo>
                  <a:pt x="227814" y="86487"/>
                </a:lnTo>
                <a:lnTo>
                  <a:pt x="227814" y="32099"/>
                </a:lnTo>
                <a:cubicBezTo>
                  <a:pt x="227624" y="14383"/>
                  <a:pt x="213336" y="95"/>
                  <a:pt x="195715" y="0"/>
                </a:cubicBezTo>
                <a:close/>
                <a:moveTo>
                  <a:pt x="223814" y="127635"/>
                </a:moveTo>
                <a:lnTo>
                  <a:pt x="222766" y="127254"/>
                </a:lnTo>
                <a:cubicBezTo>
                  <a:pt x="222099" y="127063"/>
                  <a:pt x="221337" y="126968"/>
                  <a:pt x="220670" y="127063"/>
                </a:cubicBezTo>
                <a:cubicBezTo>
                  <a:pt x="218194" y="127349"/>
                  <a:pt x="216003" y="129064"/>
                  <a:pt x="215146" y="131445"/>
                </a:cubicBezTo>
                <a:cubicBezTo>
                  <a:pt x="214955" y="132112"/>
                  <a:pt x="214765" y="132874"/>
                  <a:pt x="214765" y="133540"/>
                </a:cubicBezTo>
                <a:lnTo>
                  <a:pt x="214765" y="196501"/>
                </a:lnTo>
                <a:cubicBezTo>
                  <a:pt x="214765" y="200120"/>
                  <a:pt x="213717" y="203645"/>
                  <a:pt x="211812" y="206788"/>
                </a:cubicBezTo>
                <a:cubicBezTo>
                  <a:pt x="208193" y="212312"/>
                  <a:pt x="202192" y="215646"/>
                  <a:pt x="195620" y="215837"/>
                </a:cubicBezTo>
                <a:cubicBezTo>
                  <a:pt x="141137" y="216122"/>
                  <a:pt x="86558" y="216122"/>
                  <a:pt x="32075" y="215837"/>
                </a:cubicBezTo>
                <a:cubicBezTo>
                  <a:pt x="28361" y="215837"/>
                  <a:pt x="24646" y="214694"/>
                  <a:pt x="21503" y="212598"/>
                </a:cubicBezTo>
                <a:cubicBezTo>
                  <a:pt x="16264" y="208979"/>
                  <a:pt x="13025" y="203073"/>
                  <a:pt x="12930" y="196691"/>
                </a:cubicBezTo>
                <a:cubicBezTo>
                  <a:pt x="12644" y="141827"/>
                  <a:pt x="12644" y="86963"/>
                  <a:pt x="12930" y="32099"/>
                </a:cubicBezTo>
                <a:cubicBezTo>
                  <a:pt x="12930" y="28575"/>
                  <a:pt x="13978" y="25146"/>
                  <a:pt x="15788" y="22098"/>
                </a:cubicBezTo>
                <a:cubicBezTo>
                  <a:pt x="19312" y="16478"/>
                  <a:pt x="25408" y="13049"/>
                  <a:pt x="32075" y="12859"/>
                </a:cubicBezTo>
                <a:cubicBezTo>
                  <a:pt x="49506" y="12763"/>
                  <a:pt x="66842" y="12859"/>
                  <a:pt x="84177" y="12859"/>
                </a:cubicBezTo>
                <a:cubicBezTo>
                  <a:pt x="84558" y="12859"/>
                  <a:pt x="84939" y="12859"/>
                  <a:pt x="85225" y="12763"/>
                </a:cubicBezTo>
                <a:cubicBezTo>
                  <a:pt x="87416" y="12383"/>
                  <a:pt x="89225" y="11049"/>
                  <a:pt x="90083" y="9049"/>
                </a:cubicBezTo>
                <a:cubicBezTo>
                  <a:pt x="91416" y="5905"/>
                  <a:pt x="90178" y="2381"/>
                  <a:pt x="87225" y="762"/>
                </a:cubicBezTo>
                <a:cubicBezTo>
                  <a:pt x="86654" y="381"/>
                  <a:pt x="85892" y="191"/>
                  <a:pt x="85225" y="95"/>
                </a:cubicBezTo>
                <a:lnTo>
                  <a:pt x="84177" y="0"/>
                </a:lnTo>
                <a:lnTo>
                  <a:pt x="32075" y="0"/>
                </a:lnTo>
                <a:cubicBezTo>
                  <a:pt x="14454" y="95"/>
                  <a:pt x="167" y="14288"/>
                  <a:pt x="71" y="32004"/>
                </a:cubicBezTo>
                <a:cubicBezTo>
                  <a:pt x="-24" y="86963"/>
                  <a:pt x="-24" y="141732"/>
                  <a:pt x="71" y="196596"/>
                </a:cubicBezTo>
                <a:cubicBezTo>
                  <a:pt x="167" y="214217"/>
                  <a:pt x="14359" y="228505"/>
                  <a:pt x="32075" y="228600"/>
                </a:cubicBezTo>
                <a:cubicBezTo>
                  <a:pt x="86558" y="228695"/>
                  <a:pt x="141041" y="228695"/>
                  <a:pt x="195524" y="228600"/>
                </a:cubicBezTo>
                <a:cubicBezTo>
                  <a:pt x="213146" y="228505"/>
                  <a:pt x="227433" y="214313"/>
                  <a:pt x="227528" y="196596"/>
                </a:cubicBezTo>
                <a:lnTo>
                  <a:pt x="227528" y="133445"/>
                </a:lnTo>
                <a:cubicBezTo>
                  <a:pt x="227528" y="133064"/>
                  <a:pt x="227528" y="132683"/>
                  <a:pt x="227433" y="132397"/>
                </a:cubicBezTo>
                <a:cubicBezTo>
                  <a:pt x="227243" y="130302"/>
                  <a:pt x="225814" y="128492"/>
                  <a:pt x="223814" y="127635"/>
                </a:cubicBez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20" name="Freeform: Shape 819">
            <a:extLst>
              <a:ext uri="{FF2B5EF4-FFF2-40B4-BE49-F238E27FC236}">
                <a16:creationId xmlns:a16="http://schemas.microsoft.com/office/drawing/2014/main" id="{DD0392CD-A2B0-42E5-86AD-334B85D32343}"/>
              </a:ext>
            </a:extLst>
          </p:cNvPr>
          <p:cNvSpPr/>
          <p:nvPr/>
        </p:nvSpPr>
        <p:spPr>
          <a:xfrm>
            <a:off x="8315134" y="5572445"/>
            <a:ext cx="228409" cy="199548"/>
          </a:xfrm>
          <a:custGeom>
            <a:avLst/>
            <a:gdLst>
              <a:gd name="connsiteX0" fmla="*/ 31337 w 228409"/>
              <a:gd name="connsiteY0" fmla="*/ 149066 h 199548"/>
              <a:gd name="connsiteX1" fmla="*/ 73819 w 228409"/>
              <a:gd name="connsiteY1" fmla="*/ 156020 h 199548"/>
              <a:gd name="connsiteX2" fmla="*/ 89344 w 228409"/>
              <a:gd name="connsiteY2" fmla="*/ 155067 h 199548"/>
              <a:gd name="connsiteX3" fmla="*/ 84582 w 228409"/>
              <a:gd name="connsiteY3" fmla="*/ 138017 h 199548"/>
              <a:gd name="connsiteX4" fmla="*/ 44291 w 228409"/>
              <a:gd name="connsiteY4" fmla="*/ 94583 h 199548"/>
              <a:gd name="connsiteX5" fmla="*/ 44672 w 228409"/>
              <a:gd name="connsiteY5" fmla="*/ 80772 h 199548"/>
              <a:gd name="connsiteX6" fmla="*/ 82201 w 228409"/>
              <a:gd name="connsiteY6" fmla="*/ 44386 h 199548"/>
              <a:gd name="connsiteX7" fmla="*/ 97345 w 228409"/>
              <a:gd name="connsiteY7" fmla="*/ 45529 h 199548"/>
              <a:gd name="connsiteX8" fmla="*/ 97726 w 228409"/>
              <a:gd name="connsiteY8" fmla="*/ 45244 h 199548"/>
              <a:gd name="connsiteX9" fmla="*/ 104680 w 228409"/>
              <a:gd name="connsiteY9" fmla="*/ 50292 h 199548"/>
              <a:gd name="connsiteX10" fmla="*/ 112585 w 228409"/>
              <a:gd name="connsiteY10" fmla="*/ 46768 h 199548"/>
              <a:gd name="connsiteX11" fmla="*/ 101060 w 228409"/>
              <a:gd name="connsiteY11" fmla="*/ 38195 h 199548"/>
              <a:gd name="connsiteX12" fmla="*/ 101155 w 228409"/>
              <a:gd name="connsiteY12" fmla="*/ 37338 h 199548"/>
              <a:gd name="connsiteX13" fmla="*/ 100965 w 228409"/>
              <a:gd name="connsiteY13" fmla="*/ 35242 h 199548"/>
              <a:gd name="connsiteX14" fmla="*/ 142113 w 228409"/>
              <a:gd name="connsiteY14" fmla="*/ 27718 h 199548"/>
              <a:gd name="connsiteX15" fmla="*/ 144494 w 228409"/>
              <a:gd name="connsiteY15" fmla="*/ 27813 h 199548"/>
              <a:gd name="connsiteX16" fmla="*/ 148304 w 228409"/>
              <a:gd name="connsiteY16" fmla="*/ 31051 h 199548"/>
              <a:gd name="connsiteX17" fmla="*/ 157639 w 228409"/>
              <a:gd name="connsiteY17" fmla="*/ 26956 h 199548"/>
              <a:gd name="connsiteX18" fmla="*/ 92488 w 228409"/>
              <a:gd name="connsiteY18" fmla="*/ 0 h 199548"/>
              <a:gd name="connsiteX19" fmla="*/ 0 w 228409"/>
              <a:gd name="connsiteY19" fmla="*/ 92488 h 199548"/>
              <a:gd name="connsiteX20" fmla="*/ 92488 w 228409"/>
              <a:gd name="connsiteY20" fmla="*/ 184975 h 199548"/>
              <a:gd name="connsiteX21" fmla="*/ 110395 w 228409"/>
              <a:gd name="connsiteY21" fmla="*/ 183261 h 199548"/>
              <a:gd name="connsiteX22" fmla="*/ 102108 w 228409"/>
              <a:gd name="connsiteY22" fmla="*/ 175070 h 199548"/>
              <a:gd name="connsiteX23" fmla="*/ 31337 w 228409"/>
              <a:gd name="connsiteY23" fmla="*/ 149066 h 199548"/>
              <a:gd name="connsiteX24" fmla="*/ 92107 w 228409"/>
              <a:gd name="connsiteY24" fmla="*/ 9239 h 199548"/>
              <a:gd name="connsiteX25" fmla="*/ 133350 w 228409"/>
              <a:gd name="connsiteY25" fmla="*/ 20193 h 199548"/>
              <a:gd name="connsiteX26" fmla="*/ 96488 w 228409"/>
              <a:gd name="connsiteY26" fmla="*/ 28575 h 199548"/>
              <a:gd name="connsiteX27" fmla="*/ 83915 w 228409"/>
              <a:gd name="connsiteY27" fmla="*/ 28480 h 199548"/>
              <a:gd name="connsiteX28" fmla="*/ 54007 w 228409"/>
              <a:gd name="connsiteY28" fmla="*/ 18479 h 199548"/>
              <a:gd name="connsiteX29" fmla="*/ 92107 w 228409"/>
              <a:gd name="connsiteY29" fmla="*/ 9239 h 199548"/>
              <a:gd name="connsiteX30" fmla="*/ 43910 w 228409"/>
              <a:gd name="connsiteY30" fmla="*/ 24670 h 199548"/>
              <a:gd name="connsiteX31" fmla="*/ 79629 w 228409"/>
              <a:gd name="connsiteY31" fmla="*/ 35052 h 199548"/>
              <a:gd name="connsiteX32" fmla="*/ 79438 w 228409"/>
              <a:gd name="connsiteY32" fmla="*/ 36957 h 199548"/>
              <a:gd name="connsiteX33" fmla="*/ 38005 w 228409"/>
              <a:gd name="connsiteY33" fmla="*/ 76867 h 199548"/>
              <a:gd name="connsiteX34" fmla="*/ 36290 w 228409"/>
              <a:gd name="connsiteY34" fmla="*/ 76676 h 199548"/>
              <a:gd name="connsiteX35" fmla="*/ 36195 w 228409"/>
              <a:gd name="connsiteY35" fmla="*/ 76676 h 199548"/>
              <a:gd name="connsiteX36" fmla="*/ 29051 w 228409"/>
              <a:gd name="connsiteY36" fmla="*/ 38386 h 199548"/>
              <a:gd name="connsiteX37" fmla="*/ 43910 w 228409"/>
              <a:gd name="connsiteY37" fmla="*/ 24670 h 199548"/>
              <a:gd name="connsiteX38" fmla="*/ 8953 w 228409"/>
              <a:gd name="connsiteY38" fmla="*/ 92392 h 199548"/>
              <a:gd name="connsiteX39" fmla="*/ 21812 w 228409"/>
              <a:gd name="connsiteY39" fmla="*/ 48006 h 199548"/>
              <a:gd name="connsiteX40" fmla="*/ 28861 w 228409"/>
              <a:gd name="connsiteY40" fmla="*/ 79438 h 199548"/>
              <a:gd name="connsiteX41" fmla="*/ 28099 w 228409"/>
              <a:gd name="connsiteY41" fmla="*/ 94583 h 199548"/>
              <a:gd name="connsiteX42" fmla="*/ 28289 w 228409"/>
              <a:gd name="connsiteY42" fmla="*/ 94774 h 199548"/>
              <a:gd name="connsiteX43" fmla="*/ 18859 w 228409"/>
              <a:gd name="connsiteY43" fmla="*/ 131826 h 199548"/>
              <a:gd name="connsiteX44" fmla="*/ 8953 w 228409"/>
              <a:gd name="connsiteY44" fmla="*/ 92392 h 199548"/>
              <a:gd name="connsiteX45" fmla="*/ 26194 w 228409"/>
              <a:gd name="connsiteY45" fmla="*/ 138970 h 199548"/>
              <a:gd name="connsiteX46" fmla="*/ 35338 w 228409"/>
              <a:gd name="connsiteY46" fmla="*/ 98203 h 199548"/>
              <a:gd name="connsiteX47" fmla="*/ 36195 w 228409"/>
              <a:gd name="connsiteY47" fmla="*/ 98298 h 199548"/>
              <a:gd name="connsiteX48" fmla="*/ 37433 w 228409"/>
              <a:gd name="connsiteY48" fmla="*/ 98203 h 199548"/>
              <a:gd name="connsiteX49" fmla="*/ 84010 w 228409"/>
              <a:gd name="connsiteY49" fmla="*/ 146780 h 199548"/>
              <a:gd name="connsiteX50" fmla="*/ 85630 w 228409"/>
              <a:gd name="connsiteY50" fmla="*/ 147733 h 199548"/>
              <a:gd name="connsiteX51" fmla="*/ 26194 w 228409"/>
              <a:gd name="connsiteY51" fmla="*/ 138970 h 199548"/>
              <a:gd name="connsiteX52" fmla="*/ 163639 w 228409"/>
              <a:gd name="connsiteY52" fmla="*/ 40672 h 199548"/>
              <a:gd name="connsiteX53" fmla="*/ 98869 w 228409"/>
              <a:gd name="connsiteY53" fmla="*/ 69247 h 199548"/>
              <a:gd name="connsiteX54" fmla="*/ 98869 w 228409"/>
              <a:gd name="connsiteY54" fmla="*/ 126016 h 199548"/>
              <a:gd name="connsiteX55" fmla="*/ 147638 w 228409"/>
              <a:gd name="connsiteY55" fmla="*/ 190500 h 199548"/>
              <a:gd name="connsiteX56" fmla="*/ 159639 w 228409"/>
              <a:gd name="connsiteY56" fmla="*/ 198215 h 199548"/>
              <a:gd name="connsiteX57" fmla="*/ 161068 w 228409"/>
              <a:gd name="connsiteY57" fmla="*/ 199549 h 199548"/>
              <a:gd name="connsiteX58" fmla="*/ 166401 w 228409"/>
              <a:gd name="connsiteY58" fmla="*/ 199549 h 199548"/>
              <a:gd name="connsiteX59" fmla="*/ 167640 w 228409"/>
              <a:gd name="connsiteY59" fmla="*/ 198215 h 199548"/>
              <a:gd name="connsiteX60" fmla="*/ 179641 w 228409"/>
              <a:gd name="connsiteY60" fmla="*/ 190500 h 199548"/>
              <a:gd name="connsiteX61" fmla="*/ 228409 w 228409"/>
              <a:gd name="connsiteY61" fmla="*/ 126016 h 199548"/>
              <a:gd name="connsiteX62" fmla="*/ 228409 w 228409"/>
              <a:gd name="connsiteY62" fmla="*/ 69247 h 199548"/>
              <a:gd name="connsiteX63" fmla="*/ 163639 w 228409"/>
              <a:gd name="connsiteY63" fmla="*/ 40672 h 199548"/>
              <a:gd name="connsiteX64" fmla="*/ 218980 w 228409"/>
              <a:gd name="connsiteY64" fmla="*/ 126016 h 199548"/>
              <a:gd name="connsiteX65" fmla="*/ 174974 w 228409"/>
              <a:gd name="connsiteY65" fmla="*/ 182308 h 199548"/>
              <a:gd name="connsiteX66" fmla="*/ 163544 w 228409"/>
              <a:gd name="connsiteY66" fmla="*/ 189357 h 199548"/>
              <a:gd name="connsiteX67" fmla="*/ 152114 w 228409"/>
              <a:gd name="connsiteY67" fmla="*/ 182308 h 199548"/>
              <a:gd name="connsiteX68" fmla="*/ 108109 w 228409"/>
              <a:gd name="connsiteY68" fmla="*/ 126016 h 199548"/>
              <a:gd name="connsiteX69" fmla="*/ 108109 w 228409"/>
              <a:gd name="connsiteY69" fmla="*/ 75343 h 199548"/>
              <a:gd name="connsiteX70" fmla="*/ 163544 w 228409"/>
              <a:gd name="connsiteY70" fmla="*/ 50863 h 199548"/>
              <a:gd name="connsiteX71" fmla="*/ 218980 w 228409"/>
              <a:gd name="connsiteY71" fmla="*/ 75247 h 199548"/>
              <a:gd name="connsiteX72" fmla="*/ 218980 w 228409"/>
              <a:gd name="connsiteY72" fmla="*/ 126016 h 199548"/>
              <a:gd name="connsiteX73" fmla="*/ 127540 w 228409"/>
              <a:gd name="connsiteY73" fmla="*/ 94869 h 199548"/>
              <a:gd name="connsiteX74" fmla="*/ 132207 w 228409"/>
              <a:gd name="connsiteY74" fmla="*/ 99536 h 199548"/>
              <a:gd name="connsiteX75" fmla="*/ 158782 w 228409"/>
              <a:gd name="connsiteY75" fmla="*/ 99536 h 199548"/>
              <a:gd name="connsiteX76" fmla="*/ 158782 w 228409"/>
              <a:gd name="connsiteY76" fmla="*/ 151543 h 199548"/>
              <a:gd name="connsiteX77" fmla="*/ 163449 w 228409"/>
              <a:gd name="connsiteY77" fmla="*/ 156210 h 199548"/>
              <a:gd name="connsiteX78" fmla="*/ 168116 w 228409"/>
              <a:gd name="connsiteY78" fmla="*/ 151543 h 199548"/>
              <a:gd name="connsiteX79" fmla="*/ 168116 w 228409"/>
              <a:gd name="connsiteY79" fmla="*/ 99536 h 199548"/>
              <a:gd name="connsiteX80" fmla="*/ 194691 w 228409"/>
              <a:gd name="connsiteY80" fmla="*/ 99536 h 199548"/>
              <a:gd name="connsiteX81" fmla="*/ 199358 w 228409"/>
              <a:gd name="connsiteY81" fmla="*/ 94869 h 199548"/>
              <a:gd name="connsiteX82" fmla="*/ 194691 w 228409"/>
              <a:gd name="connsiteY82" fmla="*/ 90202 h 199548"/>
              <a:gd name="connsiteX83" fmla="*/ 132207 w 228409"/>
              <a:gd name="connsiteY83" fmla="*/ 90202 h 199548"/>
              <a:gd name="connsiteX84" fmla="*/ 127540 w 228409"/>
              <a:gd name="connsiteY84" fmla="*/ 94869 h 1995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228409" h="199548">
                <a:moveTo>
                  <a:pt x="31337" y="149066"/>
                </a:moveTo>
                <a:cubicBezTo>
                  <a:pt x="45053" y="153638"/>
                  <a:pt x="59341" y="156020"/>
                  <a:pt x="73819" y="156020"/>
                </a:cubicBezTo>
                <a:cubicBezTo>
                  <a:pt x="79057" y="156020"/>
                  <a:pt x="84201" y="155734"/>
                  <a:pt x="89344" y="155067"/>
                </a:cubicBezTo>
                <a:cubicBezTo>
                  <a:pt x="86963" y="149638"/>
                  <a:pt x="85439" y="143923"/>
                  <a:pt x="84582" y="138017"/>
                </a:cubicBezTo>
                <a:cubicBezTo>
                  <a:pt x="67818" y="127063"/>
                  <a:pt x="54007" y="112109"/>
                  <a:pt x="44291" y="94583"/>
                </a:cubicBezTo>
                <a:cubicBezTo>
                  <a:pt x="47815" y="90678"/>
                  <a:pt x="47911" y="84868"/>
                  <a:pt x="44672" y="80772"/>
                </a:cubicBezTo>
                <a:cubicBezTo>
                  <a:pt x="54292" y="65913"/>
                  <a:pt x="67056" y="53530"/>
                  <a:pt x="82201" y="44386"/>
                </a:cubicBezTo>
                <a:cubicBezTo>
                  <a:pt x="86011" y="48863"/>
                  <a:pt x="92869" y="49339"/>
                  <a:pt x="97345" y="45529"/>
                </a:cubicBezTo>
                <a:cubicBezTo>
                  <a:pt x="97441" y="45434"/>
                  <a:pt x="97536" y="45339"/>
                  <a:pt x="97726" y="45244"/>
                </a:cubicBezTo>
                <a:cubicBezTo>
                  <a:pt x="100108" y="46863"/>
                  <a:pt x="102394" y="48482"/>
                  <a:pt x="104680" y="50292"/>
                </a:cubicBezTo>
                <a:lnTo>
                  <a:pt x="112585" y="46768"/>
                </a:lnTo>
                <a:cubicBezTo>
                  <a:pt x="108871" y="43720"/>
                  <a:pt x="105061" y="40862"/>
                  <a:pt x="101060" y="38195"/>
                </a:cubicBezTo>
                <a:cubicBezTo>
                  <a:pt x="101060" y="37909"/>
                  <a:pt x="101155" y="37624"/>
                  <a:pt x="101155" y="37338"/>
                </a:cubicBezTo>
                <a:cubicBezTo>
                  <a:pt x="101155" y="36671"/>
                  <a:pt x="101060" y="35909"/>
                  <a:pt x="100965" y="35242"/>
                </a:cubicBezTo>
                <a:cubicBezTo>
                  <a:pt x="114109" y="30194"/>
                  <a:pt x="128016" y="27718"/>
                  <a:pt x="142113" y="27718"/>
                </a:cubicBezTo>
                <a:cubicBezTo>
                  <a:pt x="142970" y="27718"/>
                  <a:pt x="143732" y="27813"/>
                  <a:pt x="144494" y="27813"/>
                </a:cubicBezTo>
                <a:cubicBezTo>
                  <a:pt x="145732" y="28861"/>
                  <a:pt x="147066" y="30004"/>
                  <a:pt x="148304" y="31051"/>
                </a:cubicBezTo>
                <a:lnTo>
                  <a:pt x="157639" y="26956"/>
                </a:lnTo>
                <a:cubicBezTo>
                  <a:pt x="140303" y="9715"/>
                  <a:pt x="116872" y="0"/>
                  <a:pt x="92488" y="0"/>
                </a:cubicBezTo>
                <a:cubicBezTo>
                  <a:pt x="41529" y="0"/>
                  <a:pt x="0" y="41434"/>
                  <a:pt x="0" y="92488"/>
                </a:cubicBezTo>
                <a:cubicBezTo>
                  <a:pt x="0" y="143446"/>
                  <a:pt x="41434" y="184975"/>
                  <a:pt x="92488" y="184975"/>
                </a:cubicBezTo>
                <a:cubicBezTo>
                  <a:pt x="98488" y="184975"/>
                  <a:pt x="104489" y="184404"/>
                  <a:pt x="110395" y="183261"/>
                </a:cubicBezTo>
                <a:cubicBezTo>
                  <a:pt x="107347" y="180689"/>
                  <a:pt x="104584" y="177927"/>
                  <a:pt x="102108" y="175070"/>
                </a:cubicBezTo>
                <a:cubicBezTo>
                  <a:pt x="75533" y="178117"/>
                  <a:pt x="49339" y="168402"/>
                  <a:pt x="31337" y="149066"/>
                </a:cubicBezTo>
                <a:close/>
                <a:moveTo>
                  <a:pt x="92107" y="9239"/>
                </a:moveTo>
                <a:cubicBezTo>
                  <a:pt x="106584" y="9239"/>
                  <a:pt x="120777" y="13049"/>
                  <a:pt x="133350" y="20193"/>
                </a:cubicBezTo>
                <a:cubicBezTo>
                  <a:pt x="120777" y="21050"/>
                  <a:pt x="108299" y="23908"/>
                  <a:pt x="96488" y="28575"/>
                </a:cubicBezTo>
                <a:cubicBezTo>
                  <a:pt x="92773" y="25813"/>
                  <a:pt x="87630" y="25813"/>
                  <a:pt x="83915" y="28480"/>
                </a:cubicBezTo>
                <a:cubicBezTo>
                  <a:pt x="74390" y="24003"/>
                  <a:pt x="64389" y="20574"/>
                  <a:pt x="54007" y="18479"/>
                </a:cubicBezTo>
                <a:cubicBezTo>
                  <a:pt x="65722" y="12478"/>
                  <a:pt x="78867" y="9239"/>
                  <a:pt x="92107" y="9239"/>
                </a:cubicBezTo>
                <a:close/>
                <a:moveTo>
                  <a:pt x="43910" y="24670"/>
                </a:moveTo>
                <a:cubicBezTo>
                  <a:pt x="56292" y="26289"/>
                  <a:pt x="68294" y="29813"/>
                  <a:pt x="79629" y="35052"/>
                </a:cubicBezTo>
                <a:cubicBezTo>
                  <a:pt x="79534" y="35719"/>
                  <a:pt x="79438" y="36290"/>
                  <a:pt x="79438" y="36957"/>
                </a:cubicBezTo>
                <a:cubicBezTo>
                  <a:pt x="62674" y="46863"/>
                  <a:pt x="48482" y="60484"/>
                  <a:pt x="38005" y="76867"/>
                </a:cubicBezTo>
                <a:cubicBezTo>
                  <a:pt x="37433" y="76771"/>
                  <a:pt x="36862" y="76676"/>
                  <a:pt x="36290" y="76676"/>
                </a:cubicBezTo>
                <a:lnTo>
                  <a:pt x="36195" y="76676"/>
                </a:lnTo>
                <a:cubicBezTo>
                  <a:pt x="31718" y="64389"/>
                  <a:pt x="29337" y="51530"/>
                  <a:pt x="29051" y="38386"/>
                </a:cubicBezTo>
                <a:cubicBezTo>
                  <a:pt x="33433" y="33242"/>
                  <a:pt x="38386" y="28670"/>
                  <a:pt x="43910" y="24670"/>
                </a:cubicBezTo>
                <a:close/>
                <a:moveTo>
                  <a:pt x="8953" y="92392"/>
                </a:moveTo>
                <a:cubicBezTo>
                  <a:pt x="8953" y="76676"/>
                  <a:pt x="13430" y="61341"/>
                  <a:pt x="21812" y="48006"/>
                </a:cubicBezTo>
                <a:cubicBezTo>
                  <a:pt x="22860" y="58769"/>
                  <a:pt x="25241" y="69342"/>
                  <a:pt x="28861" y="79438"/>
                </a:cubicBezTo>
                <a:cubicBezTo>
                  <a:pt x="24479" y="83439"/>
                  <a:pt x="24098" y="90202"/>
                  <a:pt x="28099" y="94583"/>
                </a:cubicBezTo>
                <a:cubicBezTo>
                  <a:pt x="28194" y="94679"/>
                  <a:pt x="28194" y="94679"/>
                  <a:pt x="28289" y="94774"/>
                </a:cubicBezTo>
                <a:cubicBezTo>
                  <a:pt x="23241" y="106585"/>
                  <a:pt x="20098" y="119063"/>
                  <a:pt x="18859" y="131826"/>
                </a:cubicBezTo>
                <a:cubicBezTo>
                  <a:pt x="12382" y="119729"/>
                  <a:pt x="8858" y="106204"/>
                  <a:pt x="8953" y="92392"/>
                </a:cubicBezTo>
                <a:close/>
                <a:moveTo>
                  <a:pt x="26194" y="138970"/>
                </a:moveTo>
                <a:cubicBezTo>
                  <a:pt x="26765" y="124968"/>
                  <a:pt x="29813" y="111062"/>
                  <a:pt x="35338" y="98203"/>
                </a:cubicBezTo>
                <a:cubicBezTo>
                  <a:pt x="35623" y="98203"/>
                  <a:pt x="35909" y="98298"/>
                  <a:pt x="36195" y="98298"/>
                </a:cubicBezTo>
                <a:cubicBezTo>
                  <a:pt x="36576" y="98298"/>
                  <a:pt x="37052" y="98298"/>
                  <a:pt x="37433" y="98203"/>
                </a:cubicBezTo>
                <a:cubicBezTo>
                  <a:pt x="48387" y="118205"/>
                  <a:pt x="64484" y="134969"/>
                  <a:pt x="84010" y="146780"/>
                </a:cubicBezTo>
                <a:lnTo>
                  <a:pt x="85630" y="147733"/>
                </a:lnTo>
                <a:cubicBezTo>
                  <a:pt x="65341" y="149542"/>
                  <a:pt x="44958" y="146590"/>
                  <a:pt x="26194" y="138970"/>
                </a:cubicBezTo>
                <a:close/>
                <a:moveTo>
                  <a:pt x="163639" y="40672"/>
                </a:moveTo>
                <a:lnTo>
                  <a:pt x="98869" y="69247"/>
                </a:lnTo>
                <a:lnTo>
                  <a:pt x="98869" y="126016"/>
                </a:lnTo>
                <a:cubicBezTo>
                  <a:pt x="98869" y="162878"/>
                  <a:pt x="129349" y="180213"/>
                  <a:pt x="147638" y="190500"/>
                </a:cubicBezTo>
                <a:cubicBezTo>
                  <a:pt x="152971" y="193548"/>
                  <a:pt x="157543" y="196120"/>
                  <a:pt x="159639" y="198215"/>
                </a:cubicBezTo>
                <a:lnTo>
                  <a:pt x="161068" y="199549"/>
                </a:lnTo>
                <a:lnTo>
                  <a:pt x="166401" y="199549"/>
                </a:lnTo>
                <a:lnTo>
                  <a:pt x="167640" y="198215"/>
                </a:lnTo>
                <a:cubicBezTo>
                  <a:pt x="169735" y="196120"/>
                  <a:pt x="174403" y="193453"/>
                  <a:pt x="179641" y="190500"/>
                </a:cubicBezTo>
                <a:cubicBezTo>
                  <a:pt x="197929" y="180118"/>
                  <a:pt x="228409" y="162878"/>
                  <a:pt x="228409" y="126016"/>
                </a:cubicBezTo>
                <a:lnTo>
                  <a:pt x="228409" y="69247"/>
                </a:lnTo>
                <a:lnTo>
                  <a:pt x="163639" y="40672"/>
                </a:lnTo>
                <a:close/>
                <a:moveTo>
                  <a:pt x="218980" y="126016"/>
                </a:moveTo>
                <a:cubicBezTo>
                  <a:pt x="218980" y="157448"/>
                  <a:pt x="192500" y="172403"/>
                  <a:pt x="174974" y="182308"/>
                </a:cubicBezTo>
                <a:cubicBezTo>
                  <a:pt x="170402" y="184975"/>
                  <a:pt x="166401" y="187166"/>
                  <a:pt x="163544" y="189357"/>
                </a:cubicBezTo>
                <a:cubicBezTo>
                  <a:pt x="160591" y="187166"/>
                  <a:pt x="156686" y="184975"/>
                  <a:pt x="152114" y="182308"/>
                </a:cubicBezTo>
                <a:cubicBezTo>
                  <a:pt x="134588" y="172403"/>
                  <a:pt x="108109" y="157448"/>
                  <a:pt x="108109" y="126016"/>
                </a:cubicBezTo>
                <a:lnTo>
                  <a:pt x="108109" y="75343"/>
                </a:lnTo>
                <a:lnTo>
                  <a:pt x="163544" y="50863"/>
                </a:lnTo>
                <a:lnTo>
                  <a:pt x="218980" y="75247"/>
                </a:lnTo>
                <a:lnTo>
                  <a:pt x="218980" y="126016"/>
                </a:lnTo>
                <a:close/>
                <a:moveTo>
                  <a:pt x="127540" y="94869"/>
                </a:moveTo>
                <a:cubicBezTo>
                  <a:pt x="127540" y="97441"/>
                  <a:pt x="129635" y="99536"/>
                  <a:pt x="132207" y="99536"/>
                </a:cubicBezTo>
                <a:lnTo>
                  <a:pt x="158782" y="99536"/>
                </a:lnTo>
                <a:lnTo>
                  <a:pt x="158782" y="151543"/>
                </a:lnTo>
                <a:cubicBezTo>
                  <a:pt x="158782" y="154114"/>
                  <a:pt x="160877" y="156210"/>
                  <a:pt x="163449" y="156210"/>
                </a:cubicBezTo>
                <a:cubicBezTo>
                  <a:pt x="166021" y="156210"/>
                  <a:pt x="168116" y="154114"/>
                  <a:pt x="168116" y="151543"/>
                </a:cubicBezTo>
                <a:lnTo>
                  <a:pt x="168116" y="99536"/>
                </a:lnTo>
                <a:lnTo>
                  <a:pt x="194691" y="99536"/>
                </a:lnTo>
                <a:cubicBezTo>
                  <a:pt x="197263" y="99536"/>
                  <a:pt x="199358" y="97441"/>
                  <a:pt x="199358" y="94869"/>
                </a:cubicBezTo>
                <a:cubicBezTo>
                  <a:pt x="199358" y="92297"/>
                  <a:pt x="197358" y="90202"/>
                  <a:pt x="194691" y="90202"/>
                </a:cubicBezTo>
                <a:lnTo>
                  <a:pt x="132207" y="90202"/>
                </a:lnTo>
                <a:cubicBezTo>
                  <a:pt x="129635" y="90202"/>
                  <a:pt x="127540" y="92297"/>
                  <a:pt x="127540" y="94869"/>
                </a:cubicBez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21" name="Freeform: Shape 820">
            <a:extLst>
              <a:ext uri="{FF2B5EF4-FFF2-40B4-BE49-F238E27FC236}">
                <a16:creationId xmlns:a16="http://schemas.microsoft.com/office/drawing/2014/main" id="{39EE35C0-BA9C-4D4E-B412-AA06D435040A}"/>
              </a:ext>
            </a:extLst>
          </p:cNvPr>
          <p:cNvSpPr/>
          <p:nvPr/>
        </p:nvSpPr>
        <p:spPr>
          <a:xfrm>
            <a:off x="7042058" y="5574160"/>
            <a:ext cx="228600" cy="228600"/>
          </a:xfrm>
          <a:custGeom>
            <a:avLst/>
            <a:gdLst>
              <a:gd name="connsiteX0" fmla="*/ 149352 w 228600"/>
              <a:gd name="connsiteY0" fmla="*/ 60960 h 228600"/>
              <a:gd name="connsiteX1" fmla="*/ 18288 w 228600"/>
              <a:gd name="connsiteY1" fmla="*/ 60960 h 228600"/>
              <a:gd name="connsiteX2" fmla="*/ 0 w 228600"/>
              <a:gd name="connsiteY2" fmla="*/ 79248 h 228600"/>
              <a:gd name="connsiteX3" fmla="*/ 0 w 228600"/>
              <a:gd name="connsiteY3" fmla="*/ 210312 h 228600"/>
              <a:gd name="connsiteX4" fmla="*/ 18288 w 228600"/>
              <a:gd name="connsiteY4" fmla="*/ 228600 h 228600"/>
              <a:gd name="connsiteX5" fmla="*/ 149352 w 228600"/>
              <a:gd name="connsiteY5" fmla="*/ 228600 h 228600"/>
              <a:gd name="connsiteX6" fmla="*/ 167640 w 228600"/>
              <a:gd name="connsiteY6" fmla="*/ 210312 h 228600"/>
              <a:gd name="connsiteX7" fmla="*/ 167640 w 228600"/>
              <a:gd name="connsiteY7" fmla="*/ 79248 h 228600"/>
              <a:gd name="connsiteX8" fmla="*/ 149352 w 228600"/>
              <a:gd name="connsiteY8" fmla="*/ 60960 h 228600"/>
              <a:gd name="connsiteX9" fmla="*/ 137160 w 228600"/>
              <a:gd name="connsiteY9" fmla="*/ 198120 h 228600"/>
              <a:gd name="connsiteX10" fmla="*/ 30480 w 228600"/>
              <a:gd name="connsiteY10" fmla="*/ 198120 h 228600"/>
              <a:gd name="connsiteX11" fmla="*/ 30480 w 228600"/>
              <a:gd name="connsiteY11" fmla="*/ 91440 h 228600"/>
              <a:gd name="connsiteX12" fmla="*/ 76200 w 228600"/>
              <a:gd name="connsiteY12" fmla="*/ 91440 h 228600"/>
              <a:gd name="connsiteX13" fmla="*/ 76200 w 228600"/>
              <a:gd name="connsiteY13" fmla="*/ 137160 h 228600"/>
              <a:gd name="connsiteX14" fmla="*/ 91440 w 228600"/>
              <a:gd name="connsiteY14" fmla="*/ 152400 h 228600"/>
              <a:gd name="connsiteX15" fmla="*/ 137160 w 228600"/>
              <a:gd name="connsiteY15" fmla="*/ 152400 h 228600"/>
              <a:gd name="connsiteX16" fmla="*/ 137160 w 228600"/>
              <a:gd name="connsiteY16" fmla="*/ 198120 h 228600"/>
              <a:gd name="connsiteX17" fmla="*/ 137160 w 228600"/>
              <a:gd name="connsiteY17" fmla="*/ 121920 h 228600"/>
              <a:gd name="connsiteX18" fmla="*/ 106680 w 228600"/>
              <a:gd name="connsiteY18" fmla="*/ 121920 h 228600"/>
              <a:gd name="connsiteX19" fmla="*/ 106680 w 228600"/>
              <a:gd name="connsiteY19" fmla="*/ 91440 h 228600"/>
              <a:gd name="connsiteX20" fmla="*/ 137160 w 228600"/>
              <a:gd name="connsiteY20" fmla="*/ 91440 h 228600"/>
              <a:gd name="connsiteX21" fmla="*/ 137160 w 228600"/>
              <a:gd name="connsiteY21" fmla="*/ 121920 h 228600"/>
              <a:gd name="connsiteX22" fmla="*/ 213360 w 228600"/>
              <a:gd name="connsiteY22" fmla="*/ 0 h 228600"/>
              <a:gd name="connsiteX23" fmla="*/ 91440 w 228600"/>
              <a:gd name="connsiteY23" fmla="*/ 0 h 228600"/>
              <a:gd name="connsiteX24" fmla="*/ 76200 w 228600"/>
              <a:gd name="connsiteY24" fmla="*/ 15240 h 228600"/>
              <a:gd name="connsiteX25" fmla="*/ 76200 w 228600"/>
              <a:gd name="connsiteY25" fmla="*/ 45720 h 228600"/>
              <a:gd name="connsiteX26" fmla="*/ 106680 w 228600"/>
              <a:gd name="connsiteY26" fmla="*/ 45720 h 228600"/>
              <a:gd name="connsiteX27" fmla="*/ 106680 w 228600"/>
              <a:gd name="connsiteY27" fmla="*/ 30480 h 228600"/>
              <a:gd name="connsiteX28" fmla="*/ 198120 w 228600"/>
              <a:gd name="connsiteY28" fmla="*/ 30480 h 228600"/>
              <a:gd name="connsiteX29" fmla="*/ 198120 w 228600"/>
              <a:gd name="connsiteY29" fmla="*/ 121920 h 228600"/>
              <a:gd name="connsiteX30" fmla="*/ 182880 w 228600"/>
              <a:gd name="connsiteY30" fmla="*/ 121920 h 228600"/>
              <a:gd name="connsiteX31" fmla="*/ 182880 w 228600"/>
              <a:gd name="connsiteY31" fmla="*/ 152400 h 228600"/>
              <a:gd name="connsiteX32" fmla="*/ 213360 w 228600"/>
              <a:gd name="connsiteY32" fmla="*/ 152400 h 228600"/>
              <a:gd name="connsiteX33" fmla="*/ 228600 w 228600"/>
              <a:gd name="connsiteY33" fmla="*/ 137160 h 228600"/>
              <a:gd name="connsiteX34" fmla="*/ 228600 w 228600"/>
              <a:gd name="connsiteY34" fmla="*/ 15240 h 228600"/>
              <a:gd name="connsiteX35" fmla="*/ 213360 w 228600"/>
              <a:gd name="connsiteY35" fmla="*/ 0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228600" h="228600">
                <a:moveTo>
                  <a:pt x="149352" y="60960"/>
                </a:moveTo>
                <a:lnTo>
                  <a:pt x="18288" y="60960"/>
                </a:lnTo>
                <a:cubicBezTo>
                  <a:pt x="7620" y="60960"/>
                  <a:pt x="0" y="68580"/>
                  <a:pt x="0" y="79248"/>
                </a:cubicBezTo>
                <a:lnTo>
                  <a:pt x="0" y="210312"/>
                </a:lnTo>
                <a:cubicBezTo>
                  <a:pt x="0" y="220980"/>
                  <a:pt x="7620" y="228600"/>
                  <a:pt x="18288" y="228600"/>
                </a:cubicBezTo>
                <a:lnTo>
                  <a:pt x="149352" y="228600"/>
                </a:lnTo>
                <a:cubicBezTo>
                  <a:pt x="160020" y="228600"/>
                  <a:pt x="167640" y="220980"/>
                  <a:pt x="167640" y="210312"/>
                </a:cubicBezTo>
                <a:lnTo>
                  <a:pt x="167640" y="79248"/>
                </a:lnTo>
                <a:cubicBezTo>
                  <a:pt x="167640" y="68580"/>
                  <a:pt x="160020" y="60960"/>
                  <a:pt x="149352" y="60960"/>
                </a:cubicBezTo>
                <a:close/>
                <a:moveTo>
                  <a:pt x="137160" y="198120"/>
                </a:moveTo>
                <a:lnTo>
                  <a:pt x="30480" y="198120"/>
                </a:lnTo>
                <a:lnTo>
                  <a:pt x="30480" y="91440"/>
                </a:lnTo>
                <a:lnTo>
                  <a:pt x="76200" y="91440"/>
                </a:lnTo>
                <a:lnTo>
                  <a:pt x="76200" y="137160"/>
                </a:lnTo>
                <a:cubicBezTo>
                  <a:pt x="76200" y="146304"/>
                  <a:pt x="82296" y="152400"/>
                  <a:pt x="91440" y="152400"/>
                </a:cubicBezTo>
                <a:lnTo>
                  <a:pt x="137160" y="152400"/>
                </a:lnTo>
                <a:lnTo>
                  <a:pt x="137160" y="198120"/>
                </a:lnTo>
                <a:close/>
                <a:moveTo>
                  <a:pt x="137160" y="121920"/>
                </a:moveTo>
                <a:lnTo>
                  <a:pt x="106680" y="121920"/>
                </a:lnTo>
                <a:lnTo>
                  <a:pt x="106680" y="91440"/>
                </a:lnTo>
                <a:lnTo>
                  <a:pt x="137160" y="91440"/>
                </a:lnTo>
                <a:lnTo>
                  <a:pt x="137160" y="121920"/>
                </a:lnTo>
                <a:close/>
                <a:moveTo>
                  <a:pt x="213360" y="0"/>
                </a:moveTo>
                <a:lnTo>
                  <a:pt x="91440" y="0"/>
                </a:lnTo>
                <a:cubicBezTo>
                  <a:pt x="82296" y="0"/>
                  <a:pt x="76200" y="6096"/>
                  <a:pt x="76200" y="15240"/>
                </a:cubicBezTo>
                <a:lnTo>
                  <a:pt x="76200" y="45720"/>
                </a:lnTo>
                <a:lnTo>
                  <a:pt x="106680" y="45720"/>
                </a:lnTo>
                <a:lnTo>
                  <a:pt x="106680" y="30480"/>
                </a:lnTo>
                <a:lnTo>
                  <a:pt x="198120" y="30480"/>
                </a:lnTo>
                <a:lnTo>
                  <a:pt x="198120" y="121920"/>
                </a:lnTo>
                <a:lnTo>
                  <a:pt x="182880" y="121920"/>
                </a:lnTo>
                <a:lnTo>
                  <a:pt x="182880" y="152400"/>
                </a:lnTo>
                <a:lnTo>
                  <a:pt x="213360" y="152400"/>
                </a:lnTo>
                <a:cubicBezTo>
                  <a:pt x="222504" y="152400"/>
                  <a:pt x="228600" y="146304"/>
                  <a:pt x="228600" y="137160"/>
                </a:cubicBezTo>
                <a:lnTo>
                  <a:pt x="228600" y="15240"/>
                </a:lnTo>
                <a:cubicBezTo>
                  <a:pt x="228600" y="6096"/>
                  <a:pt x="222504" y="0"/>
                  <a:pt x="213360" y="0"/>
                </a:cubicBez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22" name="Freeform: Shape 821">
            <a:extLst>
              <a:ext uri="{FF2B5EF4-FFF2-40B4-BE49-F238E27FC236}">
                <a16:creationId xmlns:a16="http://schemas.microsoft.com/office/drawing/2014/main" id="{4ADBD63E-4578-4BCC-8BAB-0CEC10B189C4}"/>
              </a:ext>
            </a:extLst>
          </p:cNvPr>
          <p:cNvSpPr/>
          <p:nvPr/>
        </p:nvSpPr>
        <p:spPr>
          <a:xfrm>
            <a:off x="9670255" y="5583018"/>
            <a:ext cx="228409" cy="199644"/>
          </a:xfrm>
          <a:custGeom>
            <a:avLst/>
            <a:gdLst>
              <a:gd name="connsiteX0" fmla="*/ 31337 w 228409"/>
              <a:gd name="connsiteY0" fmla="*/ 149066 h 199644"/>
              <a:gd name="connsiteX1" fmla="*/ 73819 w 228409"/>
              <a:gd name="connsiteY1" fmla="*/ 156019 h 199644"/>
              <a:gd name="connsiteX2" fmla="*/ 89345 w 228409"/>
              <a:gd name="connsiteY2" fmla="*/ 155067 h 199644"/>
              <a:gd name="connsiteX3" fmla="*/ 84582 w 228409"/>
              <a:gd name="connsiteY3" fmla="*/ 138017 h 199644"/>
              <a:gd name="connsiteX4" fmla="*/ 44291 w 228409"/>
              <a:gd name="connsiteY4" fmla="*/ 94583 h 199644"/>
              <a:gd name="connsiteX5" fmla="*/ 44672 w 228409"/>
              <a:gd name="connsiteY5" fmla="*/ 80772 h 199644"/>
              <a:gd name="connsiteX6" fmla="*/ 82201 w 228409"/>
              <a:gd name="connsiteY6" fmla="*/ 44386 h 199644"/>
              <a:gd name="connsiteX7" fmla="*/ 97346 w 228409"/>
              <a:gd name="connsiteY7" fmla="*/ 45529 h 199644"/>
              <a:gd name="connsiteX8" fmla="*/ 97727 w 228409"/>
              <a:gd name="connsiteY8" fmla="*/ 45244 h 199644"/>
              <a:gd name="connsiteX9" fmla="*/ 104680 w 228409"/>
              <a:gd name="connsiteY9" fmla="*/ 50292 h 199644"/>
              <a:gd name="connsiteX10" fmla="*/ 112586 w 228409"/>
              <a:gd name="connsiteY10" fmla="*/ 46768 h 199644"/>
              <a:gd name="connsiteX11" fmla="*/ 101060 w 228409"/>
              <a:gd name="connsiteY11" fmla="*/ 38195 h 199644"/>
              <a:gd name="connsiteX12" fmla="*/ 101155 w 228409"/>
              <a:gd name="connsiteY12" fmla="*/ 37338 h 199644"/>
              <a:gd name="connsiteX13" fmla="*/ 100965 w 228409"/>
              <a:gd name="connsiteY13" fmla="*/ 35242 h 199644"/>
              <a:gd name="connsiteX14" fmla="*/ 142113 w 228409"/>
              <a:gd name="connsiteY14" fmla="*/ 27718 h 199644"/>
              <a:gd name="connsiteX15" fmla="*/ 144494 w 228409"/>
              <a:gd name="connsiteY15" fmla="*/ 27813 h 199644"/>
              <a:gd name="connsiteX16" fmla="*/ 148304 w 228409"/>
              <a:gd name="connsiteY16" fmla="*/ 31051 h 199644"/>
              <a:gd name="connsiteX17" fmla="*/ 157639 w 228409"/>
              <a:gd name="connsiteY17" fmla="*/ 26956 h 199644"/>
              <a:gd name="connsiteX18" fmla="*/ 92488 w 228409"/>
              <a:gd name="connsiteY18" fmla="*/ 0 h 199644"/>
              <a:gd name="connsiteX19" fmla="*/ 0 w 228409"/>
              <a:gd name="connsiteY19" fmla="*/ 92488 h 199644"/>
              <a:gd name="connsiteX20" fmla="*/ 92488 w 228409"/>
              <a:gd name="connsiteY20" fmla="*/ 184975 h 199644"/>
              <a:gd name="connsiteX21" fmla="*/ 110395 w 228409"/>
              <a:gd name="connsiteY21" fmla="*/ 183261 h 199644"/>
              <a:gd name="connsiteX22" fmla="*/ 102108 w 228409"/>
              <a:gd name="connsiteY22" fmla="*/ 175069 h 199644"/>
              <a:gd name="connsiteX23" fmla="*/ 31337 w 228409"/>
              <a:gd name="connsiteY23" fmla="*/ 149066 h 199644"/>
              <a:gd name="connsiteX24" fmla="*/ 92107 w 228409"/>
              <a:gd name="connsiteY24" fmla="*/ 9334 h 199644"/>
              <a:gd name="connsiteX25" fmla="*/ 133350 w 228409"/>
              <a:gd name="connsiteY25" fmla="*/ 20288 h 199644"/>
              <a:gd name="connsiteX26" fmla="*/ 96488 w 228409"/>
              <a:gd name="connsiteY26" fmla="*/ 28670 h 199644"/>
              <a:gd name="connsiteX27" fmla="*/ 83915 w 228409"/>
              <a:gd name="connsiteY27" fmla="*/ 28575 h 199644"/>
              <a:gd name="connsiteX28" fmla="*/ 54007 w 228409"/>
              <a:gd name="connsiteY28" fmla="*/ 18574 h 199644"/>
              <a:gd name="connsiteX29" fmla="*/ 92107 w 228409"/>
              <a:gd name="connsiteY29" fmla="*/ 9334 h 199644"/>
              <a:gd name="connsiteX30" fmla="*/ 43910 w 228409"/>
              <a:gd name="connsiteY30" fmla="*/ 24765 h 199644"/>
              <a:gd name="connsiteX31" fmla="*/ 79629 w 228409"/>
              <a:gd name="connsiteY31" fmla="*/ 35147 h 199644"/>
              <a:gd name="connsiteX32" fmla="*/ 79438 w 228409"/>
              <a:gd name="connsiteY32" fmla="*/ 37052 h 199644"/>
              <a:gd name="connsiteX33" fmla="*/ 38005 w 228409"/>
              <a:gd name="connsiteY33" fmla="*/ 76962 h 199644"/>
              <a:gd name="connsiteX34" fmla="*/ 36290 w 228409"/>
              <a:gd name="connsiteY34" fmla="*/ 76771 h 199644"/>
              <a:gd name="connsiteX35" fmla="*/ 36195 w 228409"/>
              <a:gd name="connsiteY35" fmla="*/ 76771 h 199644"/>
              <a:gd name="connsiteX36" fmla="*/ 29051 w 228409"/>
              <a:gd name="connsiteY36" fmla="*/ 38481 h 199644"/>
              <a:gd name="connsiteX37" fmla="*/ 43910 w 228409"/>
              <a:gd name="connsiteY37" fmla="*/ 24765 h 199644"/>
              <a:gd name="connsiteX38" fmla="*/ 8954 w 228409"/>
              <a:gd name="connsiteY38" fmla="*/ 92488 h 199644"/>
              <a:gd name="connsiteX39" fmla="*/ 21812 w 228409"/>
              <a:gd name="connsiteY39" fmla="*/ 48101 h 199644"/>
              <a:gd name="connsiteX40" fmla="*/ 28861 w 228409"/>
              <a:gd name="connsiteY40" fmla="*/ 79534 h 199644"/>
              <a:gd name="connsiteX41" fmla="*/ 28099 w 228409"/>
              <a:gd name="connsiteY41" fmla="*/ 94678 h 199644"/>
              <a:gd name="connsiteX42" fmla="*/ 28289 w 228409"/>
              <a:gd name="connsiteY42" fmla="*/ 94869 h 199644"/>
              <a:gd name="connsiteX43" fmla="*/ 18860 w 228409"/>
              <a:gd name="connsiteY43" fmla="*/ 131921 h 199644"/>
              <a:gd name="connsiteX44" fmla="*/ 8954 w 228409"/>
              <a:gd name="connsiteY44" fmla="*/ 92488 h 199644"/>
              <a:gd name="connsiteX45" fmla="*/ 26194 w 228409"/>
              <a:gd name="connsiteY45" fmla="*/ 138970 h 199644"/>
              <a:gd name="connsiteX46" fmla="*/ 35338 w 228409"/>
              <a:gd name="connsiteY46" fmla="*/ 98203 h 199644"/>
              <a:gd name="connsiteX47" fmla="*/ 36195 w 228409"/>
              <a:gd name="connsiteY47" fmla="*/ 98298 h 199644"/>
              <a:gd name="connsiteX48" fmla="*/ 37433 w 228409"/>
              <a:gd name="connsiteY48" fmla="*/ 98203 h 199644"/>
              <a:gd name="connsiteX49" fmla="*/ 84011 w 228409"/>
              <a:gd name="connsiteY49" fmla="*/ 146780 h 199644"/>
              <a:gd name="connsiteX50" fmla="*/ 85630 w 228409"/>
              <a:gd name="connsiteY50" fmla="*/ 147733 h 199644"/>
              <a:gd name="connsiteX51" fmla="*/ 26194 w 228409"/>
              <a:gd name="connsiteY51" fmla="*/ 138970 h 199644"/>
              <a:gd name="connsiteX52" fmla="*/ 163639 w 228409"/>
              <a:gd name="connsiteY52" fmla="*/ 40767 h 199644"/>
              <a:gd name="connsiteX53" fmla="*/ 98870 w 228409"/>
              <a:gd name="connsiteY53" fmla="*/ 69342 h 199644"/>
              <a:gd name="connsiteX54" fmla="*/ 98870 w 228409"/>
              <a:gd name="connsiteY54" fmla="*/ 126111 h 199644"/>
              <a:gd name="connsiteX55" fmla="*/ 147638 w 228409"/>
              <a:gd name="connsiteY55" fmla="*/ 190595 h 199644"/>
              <a:gd name="connsiteX56" fmla="*/ 159639 w 228409"/>
              <a:gd name="connsiteY56" fmla="*/ 198310 h 199644"/>
              <a:gd name="connsiteX57" fmla="*/ 161068 w 228409"/>
              <a:gd name="connsiteY57" fmla="*/ 199644 h 199644"/>
              <a:gd name="connsiteX58" fmla="*/ 166402 w 228409"/>
              <a:gd name="connsiteY58" fmla="*/ 199644 h 199644"/>
              <a:gd name="connsiteX59" fmla="*/ 167640 w 228409"/>
              <a:gd name="connsiteY59" fmla="*/ 198310 h 199644"/>
              <a:gd name="connsiteX60" fmla="*/ 179642 w 228409"/>
              <a:gd name="connsiteY60" fmla="*/ 190595 h 199644"/>
              <a:gd name="connsiteX61" fmla="*/ 228410 w 228409"/>
              <a:gd name="connsiteY61" fmla="*/ 126111 h 199644"/>
              <a:gd name="connsiteX62" fmla="*/ 228410 w 228409"/>
              <a:gd name="connsiteY62" fmla="*/ 69342 h 199644"/>
              <a:gd name="connsiteX63" fmla="*/ 163639 w 228409"/>
              <a:gd name="connsiteY63" fmla="*/ 40767 h 199644"/>
              <a:gd name="connsiteX64" fmla="*/ 218980 w 228409"/>
              <a:gd name="connsiteY64" fmla="*/ 126016 h 199644"/>
              <a:gd name="connsiteX65" fmla="*/ 174974 w 228409"/>
              <a:gd name="connsiteY65" fmla="*/ 182309 h 199644"/>
              <a:gd name="connsiteX66" fmla="*/ 163544 w 228409"/>
              <a:gd name="connsiteY66" fmla="*/ 189357 h 199644"/>
              <a:gd name="connsiteX67" fmla="*/ 152114 w 228409"/>
              <a:gd name="connsiteY67" fmla="*/ 182309 h 199644"/>
              <a:gd name="connsiteX68" fmla="*/ 108109 w 228409"/>
              <a:gd name="connsiteY68" fmla="*/ 126016 h 199644"/>
              <a:gd name="connsiteX69" fmla="*/ 108109 w 228409"/>
              <a:gd name="connsiteY69" fmla="*/ 75343 h 199644"/>
              <a:gd name="connsiteX70" fmla="*/ 163544 w 228409"/>
              <a:gd name="connsiteY70" fmla="*/ 50863 h 199644"/>
              <a:gd name="connsiteX71" fmla="*/ 218980 w 228409"/>
              <a:gd name="connsiteY71" fmla="*/ 75247 h 199644"/>
              <a:gd name="connsiteX72" fmla="*/ 218980 w 228409"/>
              <a:gd name="connsiteY72" fmla="*/ 126016 h 1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228409" h="199644">
                <a:moveTo>
                  <a:pt x="31337" y="149066"/>
                </a:moveTo>
                <a:cubicBezTo>
                  <a:pt x="45053" y="153638"/>
                  <a:pt x="59341" y="156019"/>
                  <a:pt x="73819" y="156019"/>
                </a:cubicBezTo>
                <a:cubicBezTo>
                  <a:pt x="79058" y="156019"/>
                  <a:pt x="84201" y="155734"/>
                  <a:pt x="89345" y="155067"/>
                </a:cubicBezTo>
                <a:cubicBezTo>
                  <a:pt x="86963" y="149638"/>
                  <a:pt x="85439" y="143923"/>
                  <a:pt x="84582" y="138017"/>
                </a:cubicBezTo>
                <a:cubicBezTo>
                  <a:pt x="67818" y="127063"/>
                  <a:pt x="54007" y="112109"/>
                  <a:pt x="44291" y="94583"/>
                </a:cubicBezTo>
                <a:cubicBezTo>
                  <a:pt x="47815" y="90678"/>
                  <a:pt x="47911" y="84868"/>
                  <a:pt x="44672" y="80772"/>
                </a:cubicBezTo>
                <a:cubicBezTo>
                  <a:pt x="54293" y="65913"/>
                  <a:pt x="67056" y="53530"/>
                  <a:pt x="82201" y="44386"/>
                </a:cubicBezTo>
                <a:cubicBezTo>
                  <a:pt x="86011" y="48863"/>
                  <a:pt x="92869" y="49339"/>
                  <a:pt x="97346" y="45529"/>
                </a:cubicBezTo>
                <a:cubicBezTo>
                  <a:pt x="97441" y="45434"/>
                  <a:pt x="97536" y="45339"/>
                  <a:pt x="97727" y="45244"/>
                </a:cubicBezTo>
                <a:cubicBezTo>
                  <a:pt x="100108" y="46863"/>
                  <a:pt x="102394" y="48482"/>
                  <a:pt x="104680" y="50292"/>
                </a:cubicBezTo>
                <a:lnTo>
                  <a:pt x="112586" y="46768"/>
                </a:lnTo>
                <a:cubicBezTo>
                  <a:pt x="108871" y="43720"/>
                  <a:pt x="105061" y="40862"/>
                  <a:pt x="101060" y="38195"/>
                </a:cubicBezTo>
                <a:cubicBezTo>
                  <a:pt x="101060" y="37909"/>
                  <a:pt x="101155" y="37624"/>
                  <a:pt x="101155" y="37338"/>
                </a:cubicBezTo>
                <a:cubicBezTo>
                  <a:pt x="101155" y="36671"/>
                  <a:pt x="101060" y="35909"/>
                  <a:pt x="100965" y="35242"/>
                </a:cubicBezTo>
                <a:cubicBezTo>
                  <a:pt x="114110" y="30194"/>
                  <a:pt x="128016" y="27718"/>
                  <a:pt x="142113" y="27718"/>
                </a:cubicBezTo>
                <a:cubicBezTo>
                  <a:pt x="142970" y="27718"/>
                  <a:pt x="143732" y="27813"/>
                  <a:pt x="144494" y="27813"/>
                </a:cubicBezTo>
                <a:cubicBezTo>
                  <a:pt x="145733" y="28861"/>
                  <a:pt x="147066" y="30004"/>
                  <a:pt x="148304" y="31051"/>
                </a:cubicBezTo>
                <a:lnTo>
                  <a:pt x="157639" y="26956"/>
                </a:lnTo>
                <a:cubicBezTo>
                  <a:pt x="140303" y="9715"/>
                  <a:pt x="116872" y="0"/>
                  <a:pt x="92488" y="0"/>
                </a:cubicBezTo>
                <a:cubicBezTo>
                  <a:pt x="41529" y="0"/>
                  <a:pt x="0" y="41434"/>
                  <a:pt x="0" y="92488"/>
                </a:cubicBezTo>
                <a:cubicBezTo>
                  <a:pt x="0" y="143446"/>
                  <a:pt x="41434" y="184975"/>
                  <a:pt x="92488" y="184975"/>
                </a:cubicBezTo>
                <a:cubicBezTo>
                  <a:pt x="98488" y="184975"/>
                  <a:pt x="104489" y="184404"/>
                  <a:pt x="110395" y="183261"/>
                </a:cubicBezTo>
                <a:cubicBezTo>
                  <a:pt x="107347" y="180689"/>
                  <a:pt x="104585" y="177927"/>
                  <a:pt x="102108" y="175069"/>
                </a:cubicBezTo>
                <a:cubicBezTo>
                  <a:pt x="75533" y="178117"/>
                  <a:pt x="49339" y="168497"/>
                  <a:pt x="31337" y="149066"/>
                </a:cubicBezTo>
                <a:close/>
                <a:moveTo>
                  <a:pt x="92107" y="9334"/>
                </a:moveTo>
                <a:cubicBezTo>
                  <a:pt x="106585" y="9334"/>
                  <a:pt x="120777" y="13144"/>
                  <a:pt x="133350" y="20288"/>
                </a:cubicBezTo>
                <a:cubicBezTo>
                  <a:pt x="120777" y="21146"/>
                  <a:pt x="108299" y="24003"/>
                  <a:pt x="96488" y="28670"/>
                </a:cubicBezTo>
                <a:cubicBezTo>
                  <a:pt x="92773" y="25908"/>
                  <a:pt x="87630" y="25908"/>
                  <a:pt x="83915" y="28575"/>
                </a:cubicBezTo>
                <a:cubicBezTo>
                  <a:pt x="74390" y="24098"/>
                  <a:pt x="64389" y="20669"/>
                  <a:pt x="54007" y="18574"/>
                </a:cubicBezTo>
                <a:cubicBezTo>
                  <a:pt x="65722" y="12478"/>
                  <a:pt x="78867" y="9334"/>
                  <a:pt x="92107" y="9334"/>
                </a:cubicBezTo>
                <a:close/>
                <a:moveTo>
                  <a:pt x="43910" y="24765"/>
                </a:moveTo>
                <a:cubicBezTo>
                  <a:pt x="56293" y="26384"/>
                  <a:pt x="68294" y="29908"/>
                  <a:pt x="79629" y="35147"/>
                </a:cubicBezTo>
                <a:cubicBezTo>
                  <a:pt x="79534" y="35814"/>
                  <a:pt x="79438" y="36385"/>
                  <a:pt x="79438" y="37052"/>
                </a:cubicBezTo>
                <a:cubicBezTo>
                  <a:pt x="62675" y="46958"/>
                  <a:pt x="48482" y="60579"/>
                  <a:pt x="38005" y="76962"/>
                </a:cubicBezTo>
                <a:cubicBezTo>
                  <a:pt x="37433" y="76867"/>
                  <a:pt x="36862" y="76771"/>
                  <a:pt x="36290" y="76771"/>
                </a:cubicBezTo>
                <a:lnTo>
                  <a:pt x="36195" y="76771"/>
                </a:lnTo>
                <a:cubicBezTo>
                  <a:pt x="31718" y="64484"/>
                  <a:pt x="29337" y="51625"/>
                  <a:pt x="29051" y="38481"/>
                </a:cubicBezTo>
                <a:cubicBezTo>
                  <a:pt x="33433" y="33242"/>
                  <a:pt x="38386" y="28670"/>
                  <a:pt x="43910" y="24765"/>
                </a:cubicBezTo>
                <a:close/>
                <a:moveTo>
                  <a:pt x="8954" y="92488"/>
                </a:moveTo>
                <a:cubicBezTo>
                  <a:pt x="8954" y="76771"/>
                  <a:pt x="13430" y="61436"/>
                  <a:pt x="21812" y="48101"/>
                </a:cubicBezTo>
                <a:cubicBezTo>
                  <a:pt x="22860" y="58864"/>
                  <a:pt x="25241" y="69437"/>
                  <a:pt x="28861" y="79534"/>
                </a:cubicBezTo>
                <a:cubicBezTo>
                  <a:pt x="24479" y="83534"/>
                  <a:pt x="24098" y="90297"/>
                  <a:pt x="28099" y="94678"/>
                </a:cubicBezTo>
                <a:lnTo>
                  <a:pt x="28289" y="94869"/>
                </a:lnTo>
                <a:cubicBezTo>
                  <a:pt x="23241" y="106680"/>
                  <a:pt x="20098" y="119158"/>
                  <a:pt x="18860" y="131921"/>
                </a:cubicBezTo>
                <a:cubicBezTo>
                  <a:pt x="12383" y="119825"/>
                  <a:pt x="8858" y="106204"/>
                  <a:pt x="8954" y="92488"/>
                </a:cubicBezTo>
                <a:close/>
                <a:moveTo>
                  <a:pt x="26194" y="138970"/>
                </a:moveTo>
                <a:cubicBezTo>
                  <a:pt x="26765" y="124968"/>
                  <a:pt x="29813" y="111061"/>
                  <a:pt x="35338" y="98203"/>
                </a:cubicBezTo>
                <a:cubicBezTo>
                  <a:pt x="35623" y="98203"/>
                  <a:pt x="35909" y="98298"/>
                  <a:pt x="36195" y="98298"/>
                </a:cubicBezTo>
                <a:cubicBezTo>
                  <a:pt x="36576" y="98298"/>
                  <a:pt x="37052" y="98298"/>
                  <a:pt x="37433" y="98203"/>
                </a:cubicBezTo>
                <a:cubicBezTo>
                  <a:pt x="48387" y="118205"/>
                  <a:pt x="64484" y="134969"/>
                  <a:pt x="84011" y="146780"/>
                </a:cubicBezTo>
                <a:lnTo>
                  <a:pt x="85630" y="147733"/>
                </a:lnTo>
                <a:cubicBezTo>
                  <a:pt x="65342" y="149638"/>
                  <a:pt x="44958" y="146685"/>
                  <a:pt x="26194" y="138970"/>
                </a:cubicBezTo>
                <a:close/>
                <a:moveTo>
                  <a:pt x="163639" y="40767"/>
                </a:moveTo>
                <a:lnTo>
                  <a:pt x="98870" y="69342"/>
                </a:lnTo>
                <a:lnTo>
                  <a:pt x="98870" y="126111"/>
                </a:lnTo>
                <a:cubicBezTo>
                  <a:pt x="98870" y="162973"/>
                  <a:pt x="129350" y="180308"/>
                  <a:pt x="147638" y="190595"/>
                </a:cubicBezTo>
                <a:cubicBezTo>
                  <a:pt x="152971" y="193643"/>
                  <a:pt x="157544" y="196215"/>
                  <a:pt x="159639" y="198310"/>
                </a:cubicBezTo>
                <a:lnTo>
                  <a:pt x="161068" y="199644"/>
                </a:lnTo>
                <a:lnTo>
                  <a:pt x="166402" y="199644"/>
                </a:lnTo>
                <a:lnTo>
                  <a:pt x="167640" y="198310"/>
                </a:lnTo>
                <a:cubicBezTo>
                  <a:pt x="169736" y="196215"/>
                  <a:pt x="174403" y="193548"/>
                  <a:pt x="179642" y="190595"/>
                </a:cubicBezTo>
                <a:cubicBezTo>
                  <a:pt x="197929" y="180213"/>
                  <a:pt x="228410" y="163068"/>
                  <a:pt x="228410" y="126111"/>
                </a:cubicBezTo>
                <a:lnTo>
                  <a:pt x="228410" y="69342"/>
                </a:lnTo>
                <a:lnTo>
                  <a:pt x="163639" y="40767"/>
                </a:lnTo>
                <a:close/>
                <a:moveTo>
                  <a:pt x="218980" y="126016"/>
                </a:moveTo>
                <a:cubicBezTo>
                  <a:pt x="218980" y="157448"/>
                  <a:pt x="192500" y="172402"/>
                  <a:pt x="174974" y="182309"/>
                </a:cubicBezTo>
                <a:cubicBezTo>
                  <a:pt x="170402" y="184975"/>
                  <a:pt x="166402" y="187166"/>
                  <a:pt x="163544" y="189357"/>
                </a:cubicBezTo>
                <a:cubicBezTo>
                  <a:pt x="160592" y="187166"/>
                  <a:pt x="156686" y="184975"/>
                  <a:pt x="152114" y="182309"/>
                </a:cubicBezTo>
                <a:cubicBezTo>
                  <a:pt x="134588" y="172402"/>
                  <a:pt x="108109" y="157448"/>
                  <a:pt x="108109" y="126016"/>
                </a:cubicBezTo>
                <a:lnTo>
                  <a:pt x="108109" y="75343"/>
                </a:lnTo>
                <a:lnTo>
                  <a:pt x="163544" y="50863"/>
                </a:lnTo>
                <a:lnTo>
                  <a:pt x="218980" y="75247"/>
                </a:lnTo>
                <a:lnTo>
                  <a:pt x="218980" y="126016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23" name="Freeform: Shape 822">
            <a:extLst>
              <a:ext uri="{FF2B5EF4-FFF2-40B4-BE49-F238E27FC236}">
                <a16:creationId xmlns:a16="http://schemas.microsoft.com/office/drawing/2014/main" id="{7780B1BB-22E3-4A5A-A027-900106CEBB0D}"/>
              </a:ext>
            </a:extLst>
          </p:cNvPr>
          <p:cNvSpPr/>
          <p:nvPr/>
        </p:nvSpPr>
        <p:spPr>
          <a:xfrm>
            <a:off x="11213418" y="5581875"/>
            <a:ext cx="228409" cy="199548"/>
          </a:xfrm>
          <a:custGeom>
            <a:avLst/>
            <a:gdLst>
              <a:gd name="connsiteX0" fmla="*/ 142018 w 228409"/>
              <a:gd name="connsiteY0" fmla="*/ 93250 h 199548"/>
              <a:gd name="connsiteX1" fmla="*/ 135827 w 228409"/>
              <a:gd name="connsiteY1" fmla="*/ 90869 h 199548"/>
              <a:gd name="connsiteX2" fmla="*/ 133445 w 228409"/>
              <a:gd name="connsiteY2" fmla="*/ 97060 h 199548"/>
              <a:gd name="connsiteX3" fmla="*/ 158591 w 228409"/>
              <a:gd name="connsiteY3" fmla="*/ 153924 h 199548"/>
              <a:gd name="connsiteX4" fmla="*/ 162878 w 228409"/>
              <a:gd name="connsiteY4" fmla="*/ 156686 h 199548"/>
              <a:gd name="connsiteX5" fmla="*/ 167164 w 228409"/>
              <a:gd name="connsiteY5" fmla="*/ 153924 h 199548"/>
              <a:gd name="connsiteX6" fmla="*/ 192500 w 228409"/>
              <a:gd name="connsiteY6" fmla="*/ 96964 h 199548"/>
              <a:gd name="connsiteX7" fmla="*/ 190119 w 228409"/>
              <a:gd name="connsiteY7" fmla="*/ 90773 h 199548"/>
              <a:gd name="connsiteX8" fmla="*/ 183928 w 228409"/>
              <a:gd name="connsiteY8" fmla="*/ 93154 h 199548"/>
              <a:gd name="connsiteX9" fmla="*/ 162973 w 228409"/>
              <a:gd name="connsiteY9" fmla="*/ 140398 h 199548"/>
              <a:gd name="connsiteX10" fmla="*/ 142018 w 228409"/>
              <a:gd name="connsiteY10" fmla="*/ 93250 h 199548"/>
              <a:gd name="connsiteX11" fmla="*/ 31337 w 228409"/>
              <a:gd name="connsiteY11" fmla="*/ 149066 h 199548"/>
              <a:gd name="connsiteX12" fmla="*/ 73819 w 228409"/>
              <a:gd name="connsiteY12" fmla="*/ 156020 h 199548"/>
              <a:gd name="connsiteX13" fmla="*/ 89345 w 228409"/>
              <a:gd name="connsiteY13" fmla="*/ 155067 h 199548"/>
              <a:gd name="connsiteX14" fmla="*/ 84582 w 228409"/>
              <a:gd name="connsiteY14" fmla="*/ 138017 h 199548"/>
              <a:gd name="connsiteX15" fmla="*/ 44291 w 228409"/>
              <a:gd name="connsiteY15" fmla="*/ 94583 h 199548"/>
              <a:gd name="connsiteX16" fmla="*/ 44672 w 228409"/>
              <a:gd name="connsiteY16" fmla="*/ 80772 h 199548"/>
              <a:gd name="connsiteX17" fmla="*/ 82201 w 228409"/>
              <a:gd name="connsiteY17" fmla="*/ 44387 h 199548"/>
              <a:gd name="connsiteX18" fmla="*/ 97346 w 228409"/>
              <a:gd name="connsiteY18" fmla="*/ 45529 h 199548"/>
              <a:gd name="connsiteX19" fmla="*/ 97727 w 228409"/>
              <a:gd name="connsiteY19" fmla="*/ 45244 h 199548"/>
              <a:gd name="connsiteX20" fmla="*/ 104680 w 228409"/>
              <a:gd name="connsiteY20" fmla="*/ 50292 h 199548"/>
              <a:gd name="connsiteX21" fmla="*/ 112586 w 228409"/>
              <a:gd name="connsiteY21" fmla="*/ 46768 h 199548"/>
              <a:gd name="connsiteX22" fmla="*/ 101060 w 228409"/>
              <a:gd name="connsiteY22" fmla="*/ 38195 h 199548"/>
              <a:gd name="connsiteX23" fmla="*/ 101156 w 228409"/>
              <a:gd name="connsiteY23" fmla="*/ 37338 h 199548"/>
              <a:gd name="connsiteX24" fmla="*/ 100965 w 228409"/>
              <a:gd name="connsiteY24" fmla="*/ 35243 h 199548"/>
              <a:gd name="connsiteX25" fmla="*/ 142113 w 228409"/>
              <a:gd name="connsiteY25" fmla="*/ 27718 h 199548"/>
              <a:gd name="connsiteX26" fmla="*/ 144494 w 228409"/>
              <a:gd name="connsiteY26" fmla="*/ 27813 h 199548"/>
              <a:gd name="connsiteX27" fmla="*/ 148304 w 228409"/>
              <a:gd name="connsiteY27" fmla="*/ 31052 h 199548"/>
              <a:gd name="connsiteX28" fmla="*/ 157639 w 228409"/>
              <a:gd name="connsiteY28" fmla="*/ 26956 h 199548"/>
              <a:gd name="connsiteX29" fmla="*/ 92488 w 228409"/>
              <a:gd name="connsiteY29" fmla="*/ 0 h 199548"/>
              <a:gd name="connsiteX30" fmla="*/ 0 w 228409"/>
              <a:gd name="connsiteY30" fmla="*/ 92488 h 199548"/>
              <a:gd name="connsiteX31" fmla="*/ 92488 w 228409"/>
              <a:gd name="connsiteY31" fmla="*/ 184976 h 199548"/>
              <a:gd name="connsiteX32" fmla="*/ 110395 w 228409"/>
              <a:gd name="connsiteY32" fmla="*/ 183261 h 199548"/>
              <a:gd name="connsiteX33" fmla="*/ 102108 w 228409"/>
              <a:gd name="connsiteY33" fmla="*/ 175070 h 199548"/>
              <a:gd name="connsiteX34" fmla="*/ 31337 w 228409"/>
              <a:gd name="connsiteY34" fmla="*/ 149066 h 199548"/>
              <a:gd name="connsiteX35" fmla="*/ 92107 w 228409"/>
              <a:gd name="connsiteY35" fmla="*/ 9239 h 199548"/>
              <a:gd name="connsiteX36" fmla="*/ 133350 w 228409"/>
              <a:gd name="connsiteY36" fmla="*/ 20193 h 199548"/>
              <a:gd name="connsiteX37" fmla="*/ 96488 w 228409"/>
              <a:gd name="connsiteY37" fmla="*/ 28575 h 199548"/>
              <a:gd name="connsiteX38" fmla="*/ 83916 w 228409"/>
              <a:gd name="connsiteY38" fmla="*/ 28480 h 199548"/>
              <a:gd name="connsiteX39" fmla="*/ 54007 w 228409"/>
              <a:gd name="connsiteY39" fmla="*/ 18479 h 199548"/>
              <a:gd name="connsiteX40" fmla="*/ 92107 w 228409"/>
              <a:gd name="connsiteY40" fmla="*/ 9239 h 199548"/>
              <a:gd name="connsiteX41" fmla="*/ 44006 w 228409"/>
              <a:gd name="connsiteY41" fmla="*/ 24670 h 199548"/>
              <a:gd name="connsiteX42" fmla="*/ 79724 w 228409"/>
              <a:gd name="connsiteY42" fmla="*/ 35052 h 199548"/>
              <a:gd name="connsiteX43" fmla="*/ 79534 w 228409"/>
              <a:gd name="connsiteY43" fmla="*/ 36957 h 199548"/>
              <a:gd name="connsiteX44" fmla="*/ 38100 w 228409"/>
              <a:gd name="connsiteY44" fmla="*/ 76867 h 199548"/>
              <a:gd name="connsiteX45" fmla="*/ 36386 w 228409"/>
              <a:gd name="connsiteY45" fmla="*/ 76676 h 199548"/>
              <a:gd name="connsiteX46" fmla="*/ 36291 w 228409"/>
              <a:gd name="connsiteY46" fmla="*/ 76676 h 199548"/>
              <a:gd name="connsiteX47" fmla="*/ 29147 w 228409"/>
              <a:gd name="connsiteY47" fmla="*/ 38386 h 199548"/>
              <a:gd name="connsiteX48" fmla="*/ 44006 w 228409"/>
              <a:gd name="connsiteY48" fmla="*/ 24670 h 199548"/>
              <a:gd name="connsiteX49" fmla="*/ 8954 w 228409"/>
              <a:gd name="connsiteY49" fmla="*/ 92393 h 199548"/>
              <a:gd name="connsiteX50" fmla="*/ 21812 w 228409"/>
              <a:gd name="connsiteY50" fmla="*/ 48006 h 199548"/>
              <a:gd name="connsiteX51" fmla="*/ 28861 w 228409"/>
              <a:gd name="connsiteY51" fmla="*/ 79439 h 199548"/>
              <a:gd name="connsiteX52" fmla="*/ 28099 w 228409"/>
              <a:gd name="connsiteY52" fmla="*/ 94583 h 199548"/>
              <a:gd name="connsiteX53" fmla="*/ 28289 w 228409"/>
              <a:gd name="connsiteY53" fmla="*/ 94774 h 199548"/>
              <a:gd name="connsiteX54" fmla="*/ 18860 w 228409"/>
              <a:gd name="connsiteY54" fmla="*/ 131826 h 199548"/>
              <a:gd name="connsiteX55" fmla="*/ 8954 w 228409"/>
              <a:gd name="connsiteY55" fmla="*/ 92393 h 199548"/>
              <a:gd name="connsiteX56" fmla="*/ 26194 w 228409"/>
              <a:gd name="connsiteY56" fmla="*/ 138970 h 199548"/>
              <a:gd name="connsiteX57" fmla="*/ 35338 w 228409"/>
              <a:gd name="connsiteY57" fmla="*/ 98203 h 199548"/>
              <a:gd name="connsiteX58" fmla="*/ 36195 w 228409"/>
              <a:gd name="connsiteY58" fmla="*/ 98298 h 199548"/>
              <a:gd name="connsiteX59" fmla="*/ 37433 w 228409"/>
              <a:gd name="connsiteY59" fmla="*/ 98203 h 199548"/>
              <a:gd name="connsiteX60" fmla="*/ 84011 w 228409"/>
              <a:gd name="connsiteY60" fmla="*/ 146780 h 199548"/>
              <a:gd name="connsiteX61" fmla="*/ 85630 w 228409"/>
              <a:gd name="connsiteY61" fmla="*/ 147733 h 199548"/>
              <a:gd name="connsiteX62" fmla="*/ 26194 w 228409"/>
              <a:gd name="connsiteY62" fmla="*/ 138970 h 199548"/>
              <a:gd name="connsiteX63" fmla="*/ 163640 w 228409"/>
              <a:gd name="connsiteY63" fmla="*/ 40672 h 199548"/>
              <a:gd name="connsiteX64" fmla="*/ 98870 w 228409"/>
              <a:gd name="connsiteY64" fmla="*/ 69247 h 199548"/>
              <a:gd name="connsiteX65" fmla="*/ 98870 w 228409"/>
              <a:gd name="connsiteY65" fmla="*/ 126016 h 199548"/>
              <a:gd name="connsiteX66" fmla="*/ 147638 w 228409"/>
              <a:gd name="connsiteY66" fmla="*/ 190500 h 199548"/>
              <a:gd name="connsiteX67" fmla="*/ 159639 w 228409"/>
              <a:gd name="connsiteY67" fmla="*/ 198215 h 199548"/>
              <a:gd name="connsiteX68" fmla="*/ 161068 w 228409"/>
              <a:gd name="connsiteY68" fmla="*/ 199549 h 199548"/>
              <a:gd name="connsiteX69" fmla="*/ 166402 w 228409"/>
              <a:gd name="connsiteY69" fmla="*/ 199549 h 199548"/>
              <a:gd name="connsiteX70" fmla="*/ 167640 w 228409"/>
              <a:gd name="connsiteY70" fmla="*/ 198215 h 199548"/>
              <a:gd name="connsiteX71" fmla="*/ 179642 w 228409"/>
              <a:gd name="connsiteY71" fmla="*/ 190500 h 199548"/>
              <a:gd name="connsiteX72" fmla="*/ 228410 w 228409"/>
              <a:gd name="connsiteY72" fmla="*/ 126016 h 199548"/>
              <a:gd name="connsiteX73" fmla="*/ 228410 w 228409"/>
              <a:gd name="connsiteY73" fmla="*/ 69247 h 199548"/>
              <a:gd name="connsiteX74" fmla="*/ 163640 w 228409"/>
              <a:gd name="connsiteY74" fmla="*/ 40672 h 199548"/>
              <a:gd name="connsiteX75" fmla="*/ 218980 w 228409"/>
              <a:gd name="connsiteY75" fmla="*/ 126016 h 199548"/>
              <a:gd name="connsiteX76" fmla="*/ 174975 w 228409"/>
              <a:gd name="connsiteY76" fmla="*/ 182309 h 199548"/>
              <a:gd name="connsiteX77" fmla="*/ 163544 w 228409"/>
              <a:gd name="connsiteY77" fmla="*/ 189357 h 199548"/>
              <a:gd name="connsiteX78" fmla="*/ 152114 w 228409"/>
              <a:gd name="connsiteY78" fmla="*/ 182309 h 199548"/>
              <a:gd name="connsiteX79" fmla="*/ 108109 w 228409"/>
              <a:gd name="connsiteY79" fmla="*/ 126016 h 199548"/>
              <a:gd name="connsiteX80" fmla="*/ 108109 w 228409"/>
              <a:gd name="connsiteY80" fmla="*/ 75343 h 199548"/>
              <a:gd name="connsiteX81" fmla="*/ 163544 w 228409"/>
              <a:gd name="connsiteY81" fmla="*/ 50864 h 199548"/>
              <a:gd name="connsiteX82" fmla="*/ 218980 w 228409"/>
              <a:gd name="connsiteY82" fmla="*/ 75248 h 199548"/>
              <a:gd name="connsiteX83" fmla="*/ 218980 w 228409"/>
              <a:gd name="connsiteY83" fmla="*/ 126016 h 1995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</a:cxnLst>
            <a:rect l="l" t="t" r="r" b="b"/>
            <a:pathLst>
              <a:path w="228409" h="199548">
                <a:moveTo>
                  <a:pt x="142018" y="93250"/>
                </a:moveTo>
                <a:cubicBezTo>
                  <a:pt x="140970" y="90869"/>
                  <a:pt x="138208" y="89821"/>
                  <a:pt x="135827" y="90869"/>
                </a:cubicBezTo>
                <a:cubicBezTo>
                  <a:pt x="133445" y="91916"/>
                  <a:pt x="132398" y="94679"/>
                  <a:pt x="133445" y="97060"/>
                </a:cubicBezTo>
                <a:lnTo>
                  <a:pt x="158591" y="153924"/>
                </a:lnTo>
                <a:cubicBezTo>
                  <a:pt x="159353" y="155638"/>
                  <a:pt x="160973" y="156686"/>
                  <a:pt x="162878" y="156686"/>
                </a:cubicBezTo>
                <a:cubicBezTo>
                  <a:pt x="164687" y="156781"/>
                  <a:pt x="166402" y="155638"/>
                  <a:pt x="167164" y="153924"/>
                </a:cubicBezTo>
                <a:lnTo>
                  <a:pt x="192500" y="96964"/>
                </a:lnTo>
                <a:cubicBezTo>
                  <a:pt x="193548" y="94583"/>
                  <a:pt x="192405" y="91821"/>
                  <a:pt x="190119" y="90773"/>
                </a:cubicBezTo>
                <a:cubicBezTo>
                  <a:pt x="187738" y="89726"/>
                  <a:pt x="184976" y="90869"/>
                  <a:pt x="183928" y="93154"/>
                </a:cubicBezTo>
                <a:lnTo>
                  <a:pt x="162973" y="140398"/>
                </a:lnTo>
                <a:lnTo>
                  <a:pt x="142018" y="93250"/>
                </a:lnTo>
                <a:close/>
                <a:moveTo>
                  <a:pt x="31337" y="149066"/>
                </a:moveTo>
                <a:cubicBezTo>
                  <a:pt x="45053" y="153638"/>
                  <a:pt x="59341" y="156020"/>
                  <a:pt x="73819" y="156020"/>
                </a:cubicBezTo>
                <a:cubicBezTo>
                  <a:pt x="79058" y="156020"/>
                  <a:pt x="84201" y="155734"/>
                  <a:pt x="89345" y="155067"/>
                </a:cubicBezTo>
                <a:cubicBezTo>
                  <a:pt x="86963" y="149638"/>
                  <a:pt x="85439" y="143923"/>
                  <a:pt x="84582" y="138017"/>
                </a:cubicBezTo>
                <a:cubicBezTo>
                  <a:pt x="67818" y="127063"/>
                  <a:pt x="54007" y="112109"/>
                  <a:pt x="44291" y="94583"/>
                </a:cubicBezTo>
                <a:cubicBezTo>
                  <a:pt x="47816" y="90678"/>
                  <a:pt x="47911" y="84868"/>
                  <a:pt x="44672" y="80772"/>
                </a:cubicBezTo>
                <a:cubicBezTo>
                  <a:pt x="54293" y="65913"/>
                  <a:pt x="67056" y="53531"/>
                  <a:pt x="82201" y="44387"/>
                </a:cubicBezTo>
                <a:cubicBezTo>
                  <a:pt x="86011" y="48863"/>
                  <a:pt x="92869" y="49340"/>
                  <a:pt x="97346" y="45529"/>
                </a:cubicBezTo>
                <a:cubicBezTo>
                  <a:pt x="97441" y="45434"/>
                  <a:pt x="97536" y="45339"/>
                  <a:pt x="97727" y="45244"/>
                </a:cubicBezTo>
                <a:cubicBezTo>
                  <a:pt x="100108" y="46863"/>
                  <a:pt x="102394" y="48482"/>
                  <a:pt x="104680" y="50292"/>
                </a:cubicBezTo>
                <a:lnTo>
                  <a:pt x="112586" y="46768"/>
                </a:lnTo>
                <a:cubicBezTo>
                  <a:pt x="108871" y="43720"/>
                  <a:pt x="105061" y="40862"/>
                  <a:pt x="101060" y="38195"/>
                </a:cubicBezTo>
                <a:cubicBezTo>
                  <a:pt x="101060" y="37910"/>
                  <a:pt x="101156" y="37624"/>
                  <a:pt x="101156" y="37338"/>
                </a:cubicBezTo>
                <a:cubicBezTo>
                  <a:pt x="101156" y="36671"/>
                  <a:pt x="101060" y="35909"/>
                  <a:pt x="100965" y="35243"/>
                </a:cubicBezTo>
                <a:cubicBezTo>
                  <a:pt x="114110" y="30194"/>
                  <a:pt x="128016" y="27718"/>
                  <a:pt x="142113" y="27718"/>
                </a:cubicBezTo>
                <a:cubicBezTo>
                  <a:pt x="142970" y="27718"/>
                  <a:pt x="143733" y="27813"/>
                  <a:pt x="144494" y="27813"/>
                </a:cubicBezTo>
                <a:cubicBezTo>
                  <a:pt x="145733" y="28861"/>
                  <a:pt x="147066" y="30004"/>
                  <a:pt x="148304" y="31052"/>
                </a:cubicBezTo>
                <a:lnTo>
                  <a:pt x="157639" y="26956"/>
                </a:lnTo>
                <a:cubicBezTo>
                  <a:pt x="140303" y="9716"/>
                  <a:pt x="116872" y="0"/>
                  <a:pt x="92488" y="0"/>
                </a:cubicBezTo>
                <a:cubicBezTo>
                  <a:pt x="41529" y="0"/>
                  <a:pt x="0" y="41434"/>
                  <a:pt x="0" y="92488"/>
                </a:cubicBezTo>
                <a:cubicBezTo>
                  <a:pt x="0" y="143446"/>
                  <a:pt x="41434" y="184976"/>
                  <a:pt x="92488" y="184976"/>
                </a:cubicBezTo>
                <a:cubicBezTo>
                  <a:pt x="98489" y="184976"/>
                  <a:pt x="104489" y="184404"/>
                  <a:pt x="110395" y="183261"/>
                </a:cubicBezTo>
                <a:cubicBezTo>
                  <a:pt x="107347" y="180689"/>
                  <a:pt x="104585" y="177927"/>
                  <a:pt x="102108" y="175070"/>
                </a:cubicBezTo>
                <a:cubicBezTo>
                  <a:pt x="75629" y="178118"/>
                  <a:pt x="49340" y="168497"/>
                  <a:pt x="31337" y="149066"/>
                </a:cubicBezTo>
                <a:close/>
                <a:moveTo>
                  <a:pt x="92107" y="9239"/>
                </a:moveTo>
                <a:cubicBezTo>
                  <a:pt x="106585" y="9239"/>
                  <a:pt x="120777" y="13049"/>
                  <a:pt x="133350" y="20193"/>
                </a:cubicBezTo>
                <a:cubicBezTo>
                  <a:pt x="120777" y="21050"/>
                  <a:pt x="108299" y="23908"/>
                  <a:pt x="96488" y="28575"/>
                </a:cubicBezTo>
                <a:cubicBezTo>
                  <a:pt x="92774" y="25813"/>
                  <a:pt x="87630" y="25813"/>
                  <a:pt x="83916" y="28480"/>
                </a:cubicBezTo>
                <a:cubicBezTo>
                  <a:pt x="74391" y="24003"/>
                  <a:pt x="64389" y="20574"/>
                  <a:pt x="54007" y="18479"/>
                </a:cubicBezTo>
                <a:cubicBezTo>
                  <a:pt x="65723" y="12478"/>
                  <a:pt x="78867" y="9239"/>
                  <a:pt x="92107" y="9239"/>
                </a:cubicBezTo>
                <a:close/>
                <a:moveTo>
                  <a:pt x="44006" y="24670"/>
                </a:moveTo>
                <a:cubicBezTo>
                  <a:pt x="56388" y="26289"/>
                  <a:pt x="68390" y="29813"/>
                  <a:pt x="79724" y="35052"/>
                </a:cubicBezTo>
                <a:cubicBezTo>
                  <a:pt x="79629" y="35719"/>
                  <a:pt x="79534" y="36290"/>
                  <a:pt x="79534" y="36957"/>
                </a:cubicBezTo>
                <a:cubicBezTo>
                  <a:pt x="62770" y="46863"/>
                  <a:pt x="48578" y="60484"/>
                  <a:pt x="38100" y="76867"/>
                </a:cubicBezTo>
                <a:cubicBezTo>
                  <a:pt x="37529" y="76771"/>
                  <a:pt x="36957" y="76676"/>
                  <a:pt x="36386" y="76676"/>
                </a:cubicBezTo>
                <a:lnTo>
                  <a:pt x="36291" y="76676"/>
                </a:lnTo>
                <a:cubicBezTo>
                  <a:pt x="31814" y="64389"/>
                  <a:pt x="29433" y="51530"/>
                  <a:pt x="29147" y="38386"/>
                </a:cubicBezTo>
                <a:cubicBezTo>
                  <a:pt x="33433" y="33242"/>
                  <a:pt x="38386" y="28670"/>
                  <a:pt x="44006" y="24670"/>
                </a:cubicBezTo>
                <a:close/>
                <a:moveTo>
                  <a:pt x="8954" y="92393"/>
                </a:moveTo>
                <a:cubicBezTo>
                  <a:pt x="8954" y="76676"/>
                  <a:pt x="13430" y="61341"/>
                  <a:pt x="21812" y="48006"/>
                </a:cubicBezTo>
                <a:cubicBezTo>
                  <a:pt x="22860" y="58769"/>
                  <a:pt x="25241" y="69342"/>
                  <a:pt x="28861" y="79439"/>
                </a:cubicBezTo>
                <a:cubicBezTo>
                  <a:pt x="24479" y="83439"/>
                  <a:pt x="24099" y="90202"/>
                  <a:pt x="28099" y="94583"/>
                </a:cubicBezTo>
                <a:lnTo>
                  <a:pt x="28289" y="94774"/>
                </a:lnTo>
                <a:cubicBezTo>
                  <a:pt x="23241" y="106585"/>
                  <a:pt x="20098" y="119063"/>
                  <a:pt x="18860" y="131826"/>
                </a:cubicBezTo>
                <a:cubicBezTo>
                  <a:pt x="12383" y="119729"/>
                  <a:pt x="8954" y="106204"/>
                  <a:pt x="8954" y="92393"/>
                </a:cubicBezTo>
                <a:close/>
                <a:moveTo>
                  <a:pt x="26194" y="138970"/>
                </a:moveTo>
                <a:cubicBezTo>
                  <a:pt x="26766" y="124968"/>
                  <a:pt x="29813" y="111062"/>
                  <a:pt x="35338" y="98203"/>
                </a:cubicBezTo>
                <a:cubicBezTo>
                  <a:pt x="35624" y="98203"/>
                  <a:pt x="35909" y="98298"/>
                  <a:pt x="36195" y="98298"/>
                </a:cubicBezTo>
                <a:cubicBezTo>
                  <a:pt x="36576" y="98298"/>
                  <a:pt x="37052" y="98298"/>
                  <a:pt x="37433" y="98203"/>
                </a:cubicBezTo>
                <a:cubicBezTo>
                  <a:pt x="48387" y="118205"/>
                  <a:pt x="64484" y="134969"/>
                  <a:pt x="84011" y="146780"/>
                </a:cubicBezTo>
                <a:lnTo>
                  <a:pt x="85630" y="147733"/>
                </a:lnTo>
                <a:cubicBezTo>
                  <a:pt x="65342" y="149543"/>
                  <a:pt x="44958" y="146590"/>
                  <a:pt x="26194" y="138970"/>
                </a:cubicBezTo>
                <a:close/>
                <a:moveTo>
                  <a:pt x="163640" y="40672"/>
                </a:moveTo>
                <a:lnTo>
                  <a:pt x="98870" y="69247"/>
                </a:lnTo>
                <a:lnTo>
                  <a:pt x="98870" y="126016"/>
                </a:lnTo>
                <a:cubicBezTo>
                  <a:pt x="98870" y="162878"/>
                  <a:pt x="129350" y="180213"/>
                  <a:pt x="147638" y="190500"/>
                </a:cubicBezTo>
                <a:cubicBezTo>
                  <a:pt x="152972" y="193548"/>
                  <a:pt x="157544" y="196120"/>
                  <a:pt x="159639" y="198215"/>
                </a:cubicBezTo>
                <a:lnTo>
                  <a:pt x="161068" y="199549"/>
                </a:lnTo>
                <a:lnTo>
                  <a:pt x="166402" y="199549"/>
                </a:lnTo>
                <a:lnTo>
                  <a:pt x="167640" y="198215"/>
                </a:lnTo>
                <a:cubicBezTo>
                  <a:pt x="169736" y="196120"/>
                  <a:pt x="174403" y="193453"/>
                  <a:pt x="179642" y="190500"/>
                </a:cubicBezTo>
                <a:cubicBezTo>
                  <a:pt x="197930" y="180118"/>
                  <a:pt x="228410" y="162973"/>
                  <a:pt x="228410" y="126016"/>
                </a:cubicBezTo>
                <a:lnTo>
                  <a:pt x="228410" y="69247"/>
                </a:lnTo>
                <a:lnTo>
                  <a:pt x="163640" y="40672"/>
                </a:lnTo>
                <a:close/>
                <a:moveTo>
                  <a:pt x="218980" y="126016"/>
                </a:moveTo>
                <a:cubicBezTo>
                  <a:pt x="218980" y="157448"/>
                  <a:pt x="192500" y="172403"/>
                  <a:pt x="174975" y="182309"/>
                </a:cubicBezTo>
                <a:cubicBezTo>
                  <a:pt x="170402" y="184976"/>
                  <a:pt x="166402" y="187166"/>
                  <a:pt x="163544" y="189357"/>
                </a:cubicBezTo>
                <a:cubicBezTo>
                  <a:pt x="160592" y="187166"/>
                  <a:pt x="156686" y="184976"/>
                  <a:pt x="152114" y="182309"/>
                </a:cubicBezTo>
                <a:cubicBezTo>
                  <a:pt x="134588" y="172403"/>
                  <a:pt x="108109" y="157448"/>
                  <a:pt x="108109" y="126016"/>
                </a:cubicBezTo>
                <a:lnTo>
                  <a:pt x="108109" y="75343"/>
                </a:lnTo>
                <a:lnTo>
                  <a:pt x="163544" y="50864"/>
                </a:lnTo>
                <a:lnTo>
                  <a:pt x="218980" y="75248"/>
                </a:lnTo>
                <a:lnTo>
                  <a:pt x="218980" y="126016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824" name="Graphic 728">
            <a:extLst>
              <a:ext uri="{FF2B5EF4-FFF2-40B4-BE49-F238E27FC236}">
                <a16:creationId xmlns:a16="http://schemas.microsoft.com/office/drawing/2014/main" id="{0A1EF1D9-EC27-4C69-9CAA-E6F382659976}"/>
              </a:ext>
            </a:extLst>
          </p:cNvPr>
          <p:cNvGrpSpPr/>
          <p:nvPr/>
        </p:nvGrpSpPr>
        <p:grpSpPr>
          <a:xfrm>
            <a:off x="7013514" y="1511426"/>
            <a:ext cx="285689" cy="248411"/>
            <a:chOff x="6565316" y="2054828"/>
            <a:chExt cx="285689" cy="248411"/>
          </a:xfrm>
          <a:solidFill>
            <a:srgbClr val="000000"/>
          </a:solidFill>
        </p:grpSpPr>
        <p:sp>
          <p:nvSpPr>
            <p:cNvPr id="825" name="Freeform: Shape 824">
              <a:extLst>
                <a:ext uri="{FF2B5EF4-FFF2-40B4-BE49-F238E27FC236}">
                  <a16:creationId xmlns:a16="http://schemas.microsoft.com/office/drawing/2014/main" id="{D1B00B6A-E8FE-4BB4-919C-10712A9128AA}"/>
                </a:ext>
              </a:extLst>
            </p:cNvPr>
            <p:cNvSpPr/>
            <p:nvPr/>
          </p:nvSpPr>
          <p:spPr>
            <a:xfrm>
              <a:off x="6678579" y="2162079"/>
              <a:ext cx="62198" cy="122301"/>
            </a:xfrm>
            <a:custGeom>
              <a:avLst/>
              <a:gdLst>
                <a:gd name="connsiteX0" fmla="*/ 56388 w 62198"/>
                <a:gd name="connsiteY0" fmla="*/ 0 h 122301"/>
                <a:gd name="connsiteX1" fmla="*/ 953 w 62198"/>
                <a:gd name="connsiteY1" fmla="*/ 51340 h 122301"/>
                <a:gd name="connsiteX2" fmla="*/ 34671 w 62198"/>
                <a:gd name="connsiteY2" fmla="*/ 64198 h 122301"/>
                <a:gd name="connsiteX3" fmla="*/ 0 w 62198"/>
                <a:gd name="connsiteY3" fmla="*/ 122301 h 122301"/>
                <a:gd name="connsiteX4" fmla="*/ 62198 w 62198"/>
                <a:gd name="connsiteY4" fmla="*/ 57055 h 122301"/>
                <a:gd name="connsiteX5" fmla="*/ 29718 w 62198"/>
                <a:gd name="connsiteY5" fmla="*/ 45339 h 1223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2198" h="122301">
                  <a:moveTo>
                    <a:pt x="56388" y="0"/>
                  </a:moveTo>
                  <a:lnTo>
                    <a:pt x="953" y="51340"/>
                  </a:lnTo>
                  <a:lnTo>
                    <a:pt x="34671" y="64198"/>
                  </a:lnTo>
                  <a:lnTo>
                    <a:pt x="0" y="122301"/>
                  </a:lnTo>
                  <a:lnTo>
                    <a:pt x="62198" y="57055"/>
                  </a:lnTo>
                  <a:lnTo>
                    <a:pt x="29718" y="45339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26" name="Freeform: Shape 825">
              <a:extLst>
                <a:ext uri="{FF2B5EF4-FFF2-40B4-BE49-F238E27FC236}">
                  <a16:creationId xmlns:a16="http://schemas.microsoft.com/office/drawing/2014/main" id="{96D36DD6-16B7-4946-84B2-0610BF9DC56E}"/>
                </a:ext>
              </a:extLst>
            </p:cNvPr>
            <p:cNvSpPr/>
            <p:nvPr/>
          </p:nvSpPr>
          <p:spPr>
            <a:xfrm>
              <a:off x="6565316" y="2054828"/>
              <a:ext cx="285689" cy="248411"/>
            </a:xfrm>
            <a:custGeom>
              <a:avLst/>
              <a:gdLst>
                <a:gd name="connsiteX0" fmla="*/ 246137 w 285689"/>
                <a:gd name="connsiteY0" fmla="*/ 60960 h 248411"/>
                <a:gd name="connsiteX1" fmla="*/ 185939 w 285689"/>
                <a:gd name="connsiteY1" fmla="*/ 0 h 248411"/>
                <a:gd name="connsiteX2" fmla="*/ 184415 w 285689"/>
                <a:gd name="connsiteY2" fmla="*/ 0 h 248411"/>
                <a:gd name="connsiteX3" fmla="*/ 127265 w 285689"/>
                <a:gd name="connsiteY3" fmla="*/ 41529 h 248411"/>
                <a:gd name="connsiteX4" fmla="*/ 105929 w 285689"/>
                <a:gd name="connsiteY4" fmla="*/ 36386 h 248411"/>
                <a:gd name="connsiteX5" fmla="*/ 104596 w 285689"/>
                <a:gd name="connsiteY5" fmla="*/ 36386 h 248411"/>
                <a:gd name="connsiteX6" fmla="*/ 53161 w 285689"/>
                <a:gd name="connsiteY6" fmla="*/ 78296 h 248411"/>
                <a:gd name="connsiteX7" fmla="*/ 42874 w 285689"/>
                <a:gd name="connsiteY7" fmla="*/ 76772 h 248411"/>
                <a:gd name="connsiteX8" fmla="*/ 41826 w 285689"/>
                <a:gd name="connsiteY8" fmla="*/ 76772 h 248411"/>
                <a:gd name="connsiteX9" fmla="*/ 11 w 285689"/>
                <a:gd name="connsiteY9" fmla="*/ 117729 h 248411"/>
                <a:gd name="connsiteX10" fmla="*/ 43731 w 285689"/>
                <a:gd name="connsiteY10" fmla="*/ 162592 h 248411"/>
                <a:gd name="connsiteX11" fmla="*/ 48684 w 285689"/>
                <a:gd name="connsiteY11" fmla="*/ 162687 h 248411"/>
                <a:gd name="connsiteX12" fmla="*/ 62495 w 285689"/>
                <a:gd name="connsiteY12" fmla="*/ 162687 h 248411"/>
                <a:gd name="connsiteX13" fmla="*/ 62305 w 285689"/>
                <a:gd name="connsiteY13" fmla="*/ 167926 h 248411"/>
                <a:gd name="connsiteX14" fmla="*/ 142886 w 285689"/>
                <a:gd name="connsiteY14" fmla="*/ 248412 h 248411"/>
                <a:gd name="connsiteX15" fmla="*/ 223373 w 285689"/>
                <a:gd name="connsiteY15" fmla="*/ 167926 h 248411"/>
                <a:gd name="connsiteX16" fmla="*/ 223182 w 285689"/>
                <a:gd name="connsiteY16" fmla="*/ 162116 h 248411"/>
                <a:gd name="connsiteX17" fmla="*/ 242042 w 285689"/>
                <a:gd name="connsiteY17" fmla="*/ 162116 h 248411"/>
                <a:gd name="connsiteX18" fmla="*/ 285666 w 285689"/>
                <a:gd name="connsiteY18" fmla="*/ 112490 h 248411"/>
                <a:gd name="connsiteX19" fmla="*/ 246137 w 285689"/>
                <a:gd name="connsiteY19" fmla="*/ 60960 h 248411"/>
                <a:gd name="connsiteX20" fmla="*/ 142886 w 285689"/>
                <a:gd name="connsiteY20" fmla="*/ 238887 h 248411"/>
                <a:gd name="connsiteX21" fmla="*/ 71830 w 285689"/>
                <a:gd name="connsiteY21" fmla="*/ 167926 h 248411"/>
                <a:gd name="connsiteX22" fmla="*/ 72116 w 285689"/>
                <a:gd name="connsiteY22" fmla="*/ 162687 h 248411"/>
                <a:gd name="connsiteX23" fmla="*/ 73354 w 285689"/>
                <a:gd name="connsiteY23" fmla="*/ 153067 h 248411"/>
                <a:gd name="connsiteX24" fmla="*/ 142886 w 285689"/>
                <a:gd name="connsiteY24" fmla="*/ 96869 h 248411"/>
                <a:gd name="connsiteX25" fmla="*/ 212133 w 285689"/>
                <a:gd name="connsiteY25" fmla="*/ 152686 h 248411"/>
                <a:gd name="connsiteX26" fmla="*/ 212133 w 285689"/>
                <a:gd name="connsiteY26" fmla="*/ 152686 h 248411"/>
                <a:gd name="connsiteX27" fmla="*/ 213562 w 285689"/>
                <a:gd name="connsiteY27" fmla="*/ 162211 h 248411"/>
                <a:gd name="connsiteX28" fmla="*/ 213562 w 285689"/>
                <a:gd name="connsiteY28" fmla="*/ 162211 h 248411"/>
                <a:gd name="connsiteX29" fmla="*/ 213562 w 285689"/>
                <a:gd name="connsiteY29" fmla="*/ 162211 h 248411"/>
                <a:gd name="connsiteX30" fmla="*/ 213848 w 285689"/>
                <a:gd name="connsiteY30" fmla="*/ 167926 h 248411"/>
                <a:gd name="connsiteX31" fmla="*/ 142886 w 285689"/>
                <a:gd name="connsiteY31" fmla="*/ 238887 h 248411"/>
                <a:gd name="connsiteX32" fmla="*/ 242042 w 285689"/>
                <a:gd name="connsiteY32" fmla="*/ 152591 h 248411"/>
                <a:gd name="connsiteX33" fmla="*/ 221944 w 285689"/>
                <a:gd name="connsiteY33" fmla="*/ 152591 h 248411"/>
                <a:gd name="connsiteX34" fmla="*/ 142886 w 285689"/>
                <a:gd name="connsiteY34" fmla="*/ 87344 h 248411"/>
                <a:gd name="connsiteX35" fmla="*/ 63638 w 285689"/>
                <a:gd name="connsiteY35" fmla="*/ 153162 h 248411"/>
                <a:gd name="connsiteX36" fmla="*/ 48684 w 285689"/>
                <a:gd name="connsiteY36" fmla="*/ 153162 h 248411"/>
                <a:gd name="connsiteX37" fmla="*/ 44017 w 285689"/>
                <a:gd name="connsiteY37" fmla="*/ 153067 h 248411"/>
                <a:gd name="connsiteX38" fmla="*/ 9536 w 285689"/>
                <a:gd name="connsiteY38" fmla="*/ 117920 h 248411"/>
                <a:gd name="connsiteX39" fmla="*/ 41826 w 285689"/>
                <a:gd name="connsiteY39" fmla="*/ 86297 h 248411"/>
                <a:gd name="connsiteX40" fmla="*/ 42683 w 285689"/>
                <a:gd name="connsiteY40" fmla="*/ 86297 h 248411"/>
                <a:gd name="connsiteX41" fmla="*/ 50684 w 285689"/>
                <a:gd name="connsiteY41" fmla="*/ 87440 h 248411"/>
                <a:gd name="connsiteX42" fmla="*/ 60400 w 285689"/>
                <a:gd name="connsiteY42" fmla="*/ 90106 h 248411"/>
                <a:gd name="connsiteX43" fmla="*/ 62495 w 285689"/>
                <a:gd name="connsiteY43" fmla="*/ 80296 h 248411"/>
                <a:gd name="connsiteX44" fmla="*/ 104596 w 285689"/>
                <a:gd name="connsiteY44" fmla="*/ 45911 h 248411"/>
                <a:gd name="connsiteX45" fmla="*/ 105644 w 285689"/>
                <a:gd name="connsiteY45" fmla="*/ 45911 h 248411"/>
                <a:gd name="connsiteX46" fmla="*/ 123170 w 285689"/>
                <a:gd name="connsiteY46" fmla="*/ 50101 h 248411"/>
                <a:gd name="connsiteX47" fmla="*/ 132409 w 285689"/>
                <a:gd name="connsiteY47" fmla="*/ 54578 h 248411"/>
                <a:gd name="connsiteX48" fmla="*/ 136124 w 285689"/>
                <a:gd name="connsiteY48" fmla="*/ 44958 h 248411"/>
                <a:gd name="connsiteX49" fmla="*/ 184415 w 285689"/>
                <a:gd name="connsiteY49" fmla="*/ 9525 h 248411"/>
                <a:gd name="connsiteX50" fmla="*/ 185749 w 285689"/>
                <a:gd name="connsiteY50" fmla="*/ 9525 h 248411"/>
                <a:gd name="connsiteX51" fmla="*/ 236612 w 285689"/>
                <a:gd name="connsiteY51" fmla="*/ 61817 h 248411"/>
                <a:gd name="connsiteX52" fmla="*/ 237374 w 285689"/>
                <a:gd name="connsiteY52" fmla="*/ 69723 h 248411"/>
                <a:gd name="connsiteX53" fmla="*/ 245185 w 285689"/>
                <a:gd name="connsiteY53" fmla="*/ 70485 h 248411"/>
                <a:gd name="connsiteX54" fmla="*/ 276141 w 285689"/>
                <a:gd name="connsiteY54" fmla="*/ 112300 h 248411"/>
                <a:gd name="connsiteX55" fmla="*/ 242042 w 285689"/>
                <a:gd name="connsiteY55" fmla="*/ 152591 h 248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285689" h="248411">
                  <a:moveTo>
                    <a:pt x="246137" y="60960"/>
                  </a:moveTo>
                  <a:cubicBezTo>
                    <a:pt x="242994" y="27337"/>
                    <a:pt x="217562" y="762"/>
                    <a:pt x="185939" y="0"/>
                  </a:cubicBezTo>
                  <a:lnTo>
                    <a:pt x="184415" y="0"/>
                  </a:lnTo>
                  <a:cubicBezTo>
                    <a:pt x="158888" y="0"/>
                    <a:pt x="136790" y="17050"/>
                    <a:pt x="127265" y="41529"/>
                  </a:cubicBezTo>
                  <a:cubicBezTo>
                    <a:pt x="120788" y="38386"/>
                    <a:pt x="113549" y="36671"/>
                    <a:pt x="105929" y="36386"/>
                  </a:cubicBezTo>
                  <a:lnTo>
                    <a:pt x="104596" y="36386"/>
                  </a:lnTo>
                  <a:cubicBezTo>
                    <a:pt x="79450" y="36386"/>
                    <a:pt x="58400" y="54197"/>
                    <a:pt x="53161" y="78296"/>
                  </a:cubicBezTo>
                  <a:cubicBezTo>
                    <a:pt x="49922" y="77343"/>
                    <a:pt x="46398" y="76867"/>
                    <a:pt x="42874" y="76772"/>
                  </a:cubicBezTo>
                  <a:lnTo>
                    <a:pt x="41826" y="76772"/>
                  </a:lnTo>
                  <a:cubicBezTo>
                    <a:pt x="19157" y="76772"/>
                    <a:pt x="487" y="94869"/>
                    <a:pt x="11" y="117729"/>
                  </a:cubicBezTo>
                  <a:cubicBezTo>
                    <a:pt x="-560" y="140875"/>
                    <a:pt x="20585" y="162020"/>
                    <a:pt x="43731" y="162592"/>
                  </a:cubicBezTo>
                  <a:cubicBezTo>
                    <a:pt x="44303" y="162592"/>
                    <a:pt x="46017" y="162687"/>
                    <a:pt x="48684" y="162687"/>
                  </a:cubicBezTo>
                  <a:lnTo>
                    <a:pt x="62495" y="162687"/>
                  </a:lnTo>
                  <a:cubicBezTo>
                    <a:pt x="62400" y="164402"/>
                    <a:pt x="62305" y="166211"/>
                    <a:pt x="62305" y="167926"/>
                  </a:cubicBezTo>
                  <a:cubicBezTo>
                    <a:pt x="62305" y="212408"/>
                    <a:pt x="98309" y="248412"/>
                    <a:pt x="142886" y="248412"/>
                  </a:cubicBezTo>
                  <a:cubicBezTo>
                    <a:pt x="187368" y="248412"/>
                    <a:pt x="223373" y="212408"/>
                    <a:pt x="223373" y="167926"/>
                  </a:cubicBezTo>
                  <a:cubicBezTo>
                    <a:pt x="223373" y="166021"/>
                    <a:pt x="223277" y="164021"/>
                    <a:pt x="223182" y="162116"/>
                  </a:cubicBezTo>
                  <a:lnTo>
                    <a:pt x="242042" y="162116"/>
                  </a:lnTo>
                  <a:cubicBezTo>
                    <a:pt x="265568" y="162116"/>
                    <a:pt x="285095" y="140018"/>
                    <a:pt x="285666" y="112490"/>
                  </a:cubicBezTo>
                  <a:cubicBezTo>
                    <a:pt x="286428" y="85535"/>
                    <a:pt x="268807" y="63151"/>
                    <a:pt x="246137" y="60960"/>
                  </a:cubicBezTo>
                  <a:close/>
                  <a:moveTo>
                    <a:pt x="142886" y="238887"/>
                  </a:moveTo>
                  <a:cubicBezTo>
                    <a:pt x="103643" y="238887"/>
                    <a:pt x="71830" y="207074"/>
                    <a:pt x="71830" y="167926"/>
                  </a:cubicBezTo>
                  <a:cubicBezTo>
                    <a:pt x="71830" y="166116"/>
                    <a:pt x="71925" y="164402"/>
                    <a:pt x="72116" y="162687"/>
                  </a:cubicBezTo>
                  <a:cubicBezTo>
                    <a:pt x="72306" y="159353"/>
                    <a:pt x="72687" y="156210"/>
                    <a:pt x="73354" y="153067"/>
                  </a:cubicBezTo>
                  <a:cubicBezTo>
                    <a:pt x="80212" y="120968"/>
                    <a:pt x="108787" y="96869"/>
                    <a:pt x="142886" y="96869"/>
                  </a:cubicBezTo>
                  <a:cubicBezTo>
                    <a:pt x="176795" y="96869"/>
                    <a:pt x="205180" y="120777"/>
                    <a:pt x="212133" y="152686"/>
                  </a:cubicBezTo>
                  <a:lnTo>
                    <a:pt x="212133" y="152686"/>
                  </a:lnTo>
                  <a:cubicBezTo>
                    <a:pt x="212895" y="155734"/>
                    <a:pt x="213371" y="158972"/>
                    <a:pt x="213562" y="162211"/>
                  </a:cubicBezTo>
                  <a:lnTo>
                    <a:pt x="213562" y="162211"/>
                  </a:lnTo>
                  <a:lnTo>
                    <a:pt x="213562" y="162211"/>
                  </a:lnTo>
                  <a:cubicBezTo>
                    <a:pt x="213752" y="164116"/>
                    <a:pt x="213848" y="166021"/>
                    <a:pt x="213848" y="167926"/>
                  </a:cubicBezTo>
                  <a:cubicBezTo>
                    <a:pt x="213848" y="207074"/>
                    <a:pt x="182034" y="238887"/>
                    <a:pt x="142886" y="238887"/>
                  </a:cubicBezTo>
                  <a:close/>
                  <a:moveTo>
                    <a:pt x="242042" y="152591"/>
                  </a:moveTo>
                  <a:lnTo>
                    <a:pt x="221944" y="152591"/>
                  </a:lnTo>
                  <a:cubicBezTo>
                    <a:pt x="214800" y="115443"/>
                    <a:pt x="182129" y="87344"/>
                    <a:pt x="142886" y="87344"/>
                  </a:cubicBezTo>
                  <a:cubicBezTo>
                    <a:pt x="103358" y="87344"/>
                    <a:pt x="70592" y="115729"/>
                    <a:pt x="63638" y="153162"/>
                  </a:cubicBezTo>
                  <a:lnTo>
                    <a:pt x="48684" y="153162"/>
                  </a:lnTo>
                  <a:cubicBezTo>
                    <a:pt x="46112" y="153162"/>
                    <a:pt x="44493" y="153162"/>
                    <a:pt x="44017" y="153067"/>
                  </a:cubicBezTo>
                  <a:cubicBezTo>
                    <a:pt x="25824" y="152591"/>
                    <a:pt x="9060" y="135541"/>
                    <a:pt x="9536" y="117920"/>
                  </a:cubicBezTo>
                  <a:cubicBezTo>
                    <a:pt x="9917" y="100489"/>
                    <a:pt x="24395" y="86297"/>
                    <a:pt x="41826" y="86297"/>
                  </a:cubicBezTo>
                  <a:lnTo>
                    <a:pt x="42683" y="86297"/>
                  </a:lnTo>
                  <a:cubicBezTo>
                    <a:pt x="45445" y="86392"/>
                    <a:pt x="48208" y="86773"/>
                    <a:pt x="50684" y="87440"/>
                  </a:cubicBezTo>
                  <a:lnTo>
                    <a:pt x="60400" y="90106"/>
                  </a:lnTo>
                  <a:lnTo>
                    <a:pt x="62495" y="80296"/>
                  </a:lnTo>
                  <a:cubicBezTo>
                    <a:pt x="66782" y="60389"/>
                    <a:pt x="84498" y="45911"/>
                    <a:pt x="104596" y="45911"/>
                  </a:cubicBezTo>
                  <a:lnTo>
                    <a:pt x="105644" y="45911"/>
                  </a:lnTo>
                  <a:cubicBezTo>
                    <a:pt x="111930" y="46101"/>
                    <a:pt x="117836" y="47530"/>
                    <a:pt x="123170" y="50101"/>
                  </a:cubicBezTo>
                  <a:lnTo>
                    <a:pt x="132409" y="54578"/>
                  </a:lnTo>
                  <a:lnTo>
                    <a:pt x="136124" y="44958"/>
                  </a:lnTo>
                  <a:cubicBezTo>
                    <a:pt x="144505" y="23432"/>
                    <a:pt x="163460" y="9525"/>
                    <a:pt x="184415" y="9525"/>
                  </a:cubicBezTo>
                  <a:lnTo>
                    <a:pt x="185749" y="9525"/>
                  </a:lnTo>
                  <a:cubicBezTo>
                    <a:pt x="212038" y="10096"/>
                    <a:pt x="233945" y="32671"/>
                    <a:pt x="236612" y="61817"/>
                  </a:cubicBezTo>
                  <a:lnTo>
                    <a:pt x="237374" y="69723"/>
                  </a:lnTo>
                  <a:lnTo>
                    <a:pt x="245185" y="70485"/>
                  </a:lnTo>
                  <a:cubicBezTo>
                    <a:pt x="263092" y="72200"/>
                    <a:pt x="276712" y="90487"/>
                    <a:pt x="276141" y="112300"/>
                  </a:cubicBezTo>
                  <a:cubicBezTo>
                    <a:pt x="275665" y="134493"/>
                    <a:pt x="260425" y="152591"/>
                    <a:pt x="242042" y="152591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827" name="Freeform: Shape 826">
            <a:extLst>
              <a:ext uri="{FF2B5EF4-FFF2-40B4-BE49-F238E27FC236}">
                <a16:creationId xmlns:a16="http://schemas.microsoft.com/office/drawing/2014/main" id="{871C0807-0E10-44D4-A172-1A4946D77020}"/>
              </a:ext>
            </a:extLst>
          </p:cNvPr>
          <p:cNvSpPr/>
          <p:nvPr/>
        </p:nvSpPr>
        <p:spPr>
          <a:xfrm>
            <a:off x="8310228" y="2316128"/>
            <a:ext cx="238220" cy="227933"/>
          </a:xfrm>
          <a:custGeom>
            <a:avLst/>
            <a:gdLst>
              <a:gd name="connsiteX0" fmla="*/ 118967 w 238220"/>
              <a:gd name="connsiteY0" fmla="*/ 43053 h 227933"/>
              <a:gd name="connsiteX1" fmla="*/ 48101 w 238220"/>
              <a:gd name="connsiteY1" fmla="*/ 113919 h 227933"/>
              <a:gd name="connsiteX2" fmla="*/ 57626 w 238220"/>
              <a:gd name="connsiteY2" fmla="*/ 113919 h 227933"/>
              <a:gd name="connsiteX3" fmla="*/ 118967 w 238220"/>
              <a:gd name="connsiteY3" fmla="*/ 52578 h 227933"/>
              <a:gd name="connsiteX4" fmla="*/ 180308 w 238220"/>
              <a:gd name="connsiteY4" fmla="*/ 113919 h 227933"/>
              <a:gd name="connsiteX5" fmla="*/ 118967 w 238220"/>
              <a:gd name="connsiteY5" fmla="*/ 175260 h 227933"/>
              <a:gd name="connsiteX6" fmla="*/ 118967 w 238220"/>
              <a:gd name="connsiteY6" fmla="*/ 184785 h 227933"/>
              <a:gd name="connsiteX7" fmla="*/ 189833 w 238220"/>
              <a:gd name="connsiteY7" fmla="*/ 113919 h 227933"/>
              <a:gd name="connsiteX8" fmla="*/ 118967 w 238220"/>
              <a:gd name="connsiteY8" fmla="*/ 43053 h 227933"/>
              <a:gd name="connsiteX9" fmla="*/ 234220 w 238220"/>
              <a:gd name="connsiteY9" fmla="*/ 92583 h 227933"/>
              <a:gd name="connsiteX10" fmla="*/ 223266 w 238220"/>
              <a:gd name="connsiteY10" fmla="*/ 89821 h 227933"/>
              <a:gd name="connsiteX11" fmla="*/ 213265 w 238220"/>
              <a:gd name="connsiteY11" fmla="*/ 87535 h 227933"/>
              <a:gd name="connsiteX12" fmla="*/ 206597 w 238220"/>
              <a:gd name="connsiteY12" fmla="*/ 69628 h 227933"/>
              <a:gd name="connsiteX13" fmla="*/ 217646 w 238220"/>
              <a:gd name="connsiteY13" fmla="*/ 51340 h 227933"/>
              <a:gd name="connsiteX14" fmla="*/ 219742 w 238220"/>
              <a:gd name="connsiteY14" fmla="*/ 47720 h 227933"/>
              <a:gd name="connsiteX15" fmla="*/ 216408 w 238220"/>
              <a:gd name="connsiteY15" fmla="*/ 45244 h 227933"/>
              <a:gd name="connsiteX16" fmla="*/ 203930 w 238220"/>
              <a:gd name="connsiteY16" fmla="*/ 33814 h 227933"/>
              <a:gd name="connsiteX17" fmla="*/ 189452 w 238220"/>
              <a:gd name="connsiteY17" fmla="*/ 21717 h 227933"/>
              <a:gd name="connsiteX18" fmla="*/ 187452 w 238220"/>
              <a:gd name="connsiteY18" fmla="*/ 20574 h 227933"/>
              <a:gd name="connsiteX19" fmla="*/ 185261 w 238220"/>
              <a:gd name="connsiteY19" fmla="*/ 21431 h 227933"/>
              <a:gd name="connsiteX20" fmla="*/ 174307 w 238220"/>
              <a:gd name="connsiteY20" fmla="*/ 27242 h 227933"/>
              <a:gd name="connsiteX21" fmla="*/ 166783 w 238220"/>
              <a:gd name="connsiteY21" fmla="*/ 31051 h 227933"/>
              <a:gd name="connsiteX22" fmla="*/ 156972 w 238220"/>
              <a:gd name="connsiteY22" fmla="*/ 26670 h 227933"/>
              <a:gd name="connsiteX23" fmla="*/ 147923 w 238220"/>
              <a:gd name="connsiteY23" fmla="*/ 23336 h 227933"/>
              <a:gd name="connsiteX24" fmla="*/ 141637 w 238220"/>
              <a:gd name="connsiteY24" fmla="*/ 2953 h 227933"/>
              <a:gd name="connsiteX25" fmla="*/ 140398 w 238220"/>
              <a:gd name="connsiteY25" fmla="*/ 0 h 227933"/>
              <a:gd name="connsiteX26" fmla="*/ 98488 w 238220"/>
              <a:gd name="connsiteY26" fmla="*/ 0 h 227933"/>
              <a:gd name="connsiteX27" fmla="*/ 97441 w 238220"/>
              <a:gd name="connsiteY27" fmla="*/ 3334 h 227933"/>
              <a:gd name="connsiteX28" fmla="*/ 94012 w 238220"/>
              <a:gd name="connsiteY28" fmla="*/ 14954 h 227933"/>
              <a:gd name="connsiteX29" fmla="*/ 91535 w 238220"/>
              <a:gd name="connsiteY29" fmla="*/ 23908 h 227933"/>
              <a:gd name="connsiteX30" fmla="*/ 72771 w 238220"/>
              <a:gd name="connsiteY30" fmla="*/ 30956 h 227933"/>
              <a:gd name="connsiteX31" fmla="*/ 53245 w 238220"/>
              <a:gd name="connsiteY31" fmla="*/ 20479 h 227933"/>
              <a:gd name="connsiteX32" fmla="*/ 50387 w 238220"/>
              <a:gd name="connsiteY32" fmla="*/ 19145 h 227933"/>
              <a:gd name="connsiteX33" fmla="*/ 48006 w 238220"/>
              <a:gd name="connsiteY33" fmla="*/ 21336 h 227933"/>
              <a:gd name="connsiteX34" fmla="*/ 21907 w 238220"/>
              <a:gd name="connsiteY34" fmla="*/ 47149 h 227933"/>
              <a:gd name="connsiteX35" fmla="*/ 19621 w 238220"/>
              <a:gd name="connsiteY35" fmla="*/ 50292 h 227933"/>
              <a:gd name="connsiteX36" fmla="*/ 22288 w 238220"/>
              <a:gd name="connsiteY36" fmla="*/ 53150 h 227933"/>
              <a:gd name="connsiteX37" fmla="*/ 32385 w 238220"/>
              <a:gd name="connsiteY37" fmla="*/ 68771 h 227933"/>
              <a:gd name="connsiteX38" fmla="*/ 27813 w 238220"/>
              <a:gd name="connsiteY38" fmla="*/ 77819 h 227933"/>
              <a:gd name="connsiteX39" fmla="*/ 23813 w 238220"/>
              <a:gd name="connsiteY39" fmla="*/ 86487 h 227933"/>
              <a:gd name="connsiteX40" fmla="*/ 14383 w 238220"/>
              <a:gd name="connsiteY40" fmla="*/ 88678 h 227933"/>
              <a:gd name="connsiteX41" fmla="*/ 3715 w 238220"/>
              <a:gd name="connsiteY41" fmla="*/ 91535 h 227933"/>
              <a:gd name="connsiteX42" fmla="*/ 0 w 238220"/>
              <a:gd name="connsiteY42" fmla="*/ 92393 h 227933"/>
              <a:gd name="connsiteX43" fmla="*/ 0 w 238220"/>
              <a:gd name="connsiteY43" fmla="*/ 134684 h 227933"/>
              <a:gd name="connsiteX44" fmla="*/ 3905 w 238220"/>
              <a:gd name="connsiteY44" fmla="*/ 135446 h 227933"/>
              <a:gd name="connsiteX45" fmla="*/ 14954 w 238220"/>
              <a:gd name="connsiteY45" fmla="*/ 138303 h 227933"/>
              <a:gd name="connsiteX46" fmla="*/ 24003 w 238220"/>
              <a:gd name="connsiteY46" fmla="*/ 140303 h 227933"/>
              <a:gd name="connsiteX47" fmla="*/ 27527 w 238220"/>
              <a:gd name="connsiteY47" fmla="*/ 150114 h 227933"/>
              <a:gd name="connsiteX48" fmla="*/ 31528 w 238220"/>
              <a:gd name="connsiteY48" fmla="*/ 158591 h 227933"/>
              <a:gd name="connsiteX49" fmla="*/ 21241 w 238220"/>
              <a:gd name="connsiteY49" fmla="*/ 177641 h 227933"/>
              <a:gd name="connsiteX50" fmla="*/ 20479 w 238220"/>
              <a:gd name="connsiteY50" fmla="*/ 180404 h 227933"/>
              <a:gd name="connsiteX51" fmla="*/ 22479 w 238220"/>
              <a:gd name="connsiteY51" fmla="*/ 182404 h 227933"/>
              <a:gd name="connsiteX52" fmla="*/ 48768 w 238220"/>
              <a:gd name="connsiteY52" fmla="*/ 206121 h 227933"/>
              <a:gd name="connsiteX53" fmla="*/ 50863 w 238220"/>
              <a:gd name="connsiteY53" fmla="*/ 207454 h 227933"/>
              <a:gd name="connsiteX54" fmla="*/ 53149 w 238220"/>
              <a:gd name="connsiteY54" fmla="*/ 206502 h 227933"/>
              <a:gd name="connsiteX55" fmla="*/ 63817 w 238220"/>
              <a:gd name="connsiteY55" fmla="*/ 200787 h 227933"/>
              <a:gd name="connsiteX56" fmla="*/ 72009 w 238220"/>
              <a:gd name="connsiteY56" fmla="*/ 196787 h 227933"/>
              <a:gd name="connsiteX57" fmla="*/ 90488 w 238220"/>
              <a:gd name="connsiteY57" fmla="*/ 204692 h 227933"/>
              <a:gd name="connsiteX58" fmla="*/ 92869 w 238220"/>
              <a:gd name="connsiteY58" fmla="*/ 213360 h 227933"/>
              <a:gd name="connsiteX59" fmla="*/ 96774 w 238220"/>
              <a:gd name="connsiteY59" fmla="*/ 225362 h 227933"/>
              <a:gd name="connsiteX60" fmla="*/ 98107 w 238220"/>
              <a:gd name="connsiteY60" fmla="*/ 227933 h 227933"/>
              <a:gd name="connsiteX61" fmla="*/ 139160 w 238220"/>
              <a:gd name="connsiteY61" fmla="*/ 227933 h 227933"/>
              <a:gd name="connsiteX62" fmla="*/ 140494 w 238220"/>
              <a:gd name="connsiteY62" fmla="*/ 225362 h 227933"/>
              <a:gd name="connsiteX63" fmla="*/ 144589 w 238220"/>
              <a:gd name="connsiteY63" fmla="*/ 212598 h 227933"/>
              <a:gd name="connsiteX64" fmla="*/ 147256 w 238220"/>
              <a:gd name="connsiteY64" fmla="*/ 204311 h 227933"/>
              <a:gd name="connsiteX65" fmla="*/ 166021 w 238220"/>
              <a:gd name="connsiteY65" fmla="*/ 197263 h 227933"/>
              <a:gd name="connsiteX66" fmla="*/ 185261 w 238220"/>
              <a:gd name="connsiteY66" fmla="*/ 207645 h 227933"/>
              <a:gd name="connsiteX67" fmla="*/ 188119 w 238220"/>
              <a:gd name="connsiteY67" fmla="*/ 208979 h 227933"/>
              <a:gd name="connsiteX68" fmla="*/ 190405 w 238220"/>
              <a:gd name="connsiteY68" fmla="*/ 206788 h 227933"/>
              <a:gd name="connsiteX69" fmla="*/ 216313 w 238220"/>
              <a:gd name="connsiteY69" fmla="*/ 180975 h 227933"/>
              <a:gd name="connsiteX70" fmla="*/ 218408 w 238220"/>
              <a:gd name="connsiteY70" fmla="*/ 178022 h 227933"/>
              <a:gd name="connsiteX71" fmla="*/ 216122 w 238220"/>
              <a:gd name="connsiteY71" fmla="*/ 175165 h 227933"/>
              <a:gd name="connsiteX72" fmla="*/ 210312 w 238220"/>
              <a:gd name="connsiteY72" fmla="*/ 166497 h 227933"/>
              <a:gd name="connsiteX73" fmla="*/ 206121 w 238220"/>
              <a:gd name="connsiteY73" fmla="*/ 159544 h 227933"/>
              <a:gd name="connsiteX74" fmla="*/ 210693 w 238220"/>
              <a:gd name="connsiteY74" fmla="*/ 150304 h 227933"/>
              <a:gd name="connsiteX75" fmla="*/ 214408 w 238220"/>
              <a:gd name="connsiteY75" fmla="*/ 141637 h 227933"/>
              <a:gd name="connsiteX76" fmla="*/ 223838 w 238220"/>
              <a:gd name="connsiteY76" fmla="*/ 139446 h 227933"/>
              <a:gd name="connsiteX77" fmla="*/ 234505 w 238220"/>
              <a:gd name="connsiteY77" fmla="*/ 136588 h 227933"/>
              <a:gd name="connsiteX78" fmla="*/ 238220 w 238220"/>
              <a:gd name="connsiteY78" fmla="*/ 135731 h 227933"/>
              <a:gd name="connsiteX79" fmla="*/ 238220 w 238220"/>
              <a:gd name="connsiteY79" fmla="*/ 93440 h 227933"/>
              <a:gd name="connsiteX80" fmla="*/ 234220 w 238220"/>
              <a:gd name="connsiteY80" fmla="*/ 92583 h 227933"/>
              <a:gd name="connsiteX81" fmla="*/ 228505 w 238220"/>
              <a:gd name="connsiteY81" fmla="*/ 128016 h 227933"/>
              <a:gd name="connsiteX82" fmla="*/ 221075 w 238220"/>
              <a:gd name="connsiteY82" fmla="*/ 130016 h 227933"/>
              <a:gd name="connsiteX83" fmla="*/ 210503 w 238220"/>
              <a:gd name="connsiteY83" fmla="*/ 132302 h 227933"/>
              <a:gd name="connsiteX84" fmla="*/ 208312 w 238220"/>
              <a:gd name="connsiteY84" fmla="*/ 132588 h 227933"/>
              <a:gd name="connsiteX85" fmla="*/ 207073 w 238220"/>
              <a:gd name="connsiteY85" fmla="*/ 134398 h 227933"/>
              <a:gd name="connsiteX86" fmla="*/ 201454 w 238220"/>
              <a:gd name="connsiteY86" fmla="*/ 146590 h 227933"/>
              <a:gd name="connsiteX87" fmla="*/ 196596 w 238220"/>
              <a:gd name="connsiteY87" fmla="*/ 155543 h 227933"/>
              <a:gd name="connsiteX88" fmla="*/ 193834 w 238220"/>
              <a:gd name="connsiteY88" fmla="*/ 158306 h 227933"/>
              <a:gd name="connsiteX89" fmla="*/ 196024 w 238220"/>
              <a:gd name="connsiteY89" fmla="*/ 161544 h 227933"/>
              <a:gd name="connsiteX90" fmla="*/ 201835 w 238220"/>
              <a:gd name="connsiteY90" fmla="*/ 171069 h 227933"/>
              <a:gd name="connsiteX91" fmla="*/ 206121 w 238220"/>
              <a:gd name="connsiteY91" fmla="*/ 177737 h 227933"/>
              <a:gd name="connsiteX92" fmla="*/ 186023 w 238220"/>
              <a:gd name="connsiteY92" fmla="*/ 197358 h 227933"/>
              <a:gd name="connsiteX93" fmla="*/ 168592 w 238220"/>
              <a:gd name="connsiteY93" fmla="*/ 187452 h 227933"/>
              <a:gd name="connsiteX94" fmla="*/ 166211 w 238220"/>
              <a:gd name="connsiteY94" fmla="*/ 185833 h 227933"/>
              <a:gd name="connsiteX95" fmla="*/ 163735 w 238220"/>
              <a:gd name="connsiteY95" fmla="*/ 187262 h 227933"/>
              <a:gd name="connsiteX96" fmla="*/ 143161 w 238220"/>
              <a:gd name="connsiteY96" fmla="*/ 195072 h 227933"/>
              <a:gd name="connsiteX97" fmla="*/ 141065 w 238220"/>
              <a:gd name="connsiteY97" fmla="*/ 195453 h 227933"/>
              <a:gd name="connsiteX98" fmla="*/ 139922 w 238220"/>
              <a:gd name="connsiteY98" fmla="*/ 197263 h 227933"/>
              <a:gd name="connsiteX99" fmla="*/ 135160 w 238220"/>
              <a:gd name="connsiteY99" fmla="*/ 210121 h 227933"/>
              <a:gd name="connsiteX100" fmla="*/ 132874 w 238220"/>
              <a:gd name="connsiteY100" fmla="*/ 218218 h 227933"/>
              <a:gd name="connsiteX101" fmla="*/ 104013 w 238220"/>
              <a:gd name="connsiteY101" fmla="*/ 218218 h 227933"/>
              <a:gd name="connsiteX102" fmla="*/ 101917 w 238220"/>
              <a:gd name="connsiteY102" fmla="*/ 210884 h 227933"/>
              <a:gd name="connsiteX103" fmla="*/ 98488 w 238220"/>
              <a:gd name="connsiteY103" fmla="*/ 199168 h 227933"/>
              <a:gd name="connsiteX104" fmla="*/ 97726 w 238220"/>
              <a:gd name="connsiteY104" fmla="*/ 197263 h 227933"/>
              <a:gd name="connsiteX105" fmla="*/ 95917 w 238220"/>
              <a:gd name="connsiteY105" fmla="*/ 196501 h 227933"/>
              <a:gd name="connsiteX106" fmla="*/ 74676 w 238220"/>
              <a:gd name="connsiteY106" fmla="*/ 187452 h 227933"/>
              <a:gd name="connsiteX107" fmla="*/ 72866 w 238220"/>
              <a:gd name="connsiteY107" fmla="*/ 186309 h 227933"/>
              <a:gd name="connsiteX108" fmla="*/ 70771 w 238220"/>
              <a:gd name="connsiteY108" fmla="*/ 186881 h 227933"/>
              <a:gd name="connsiteX109" fmla="*/ 58769 w 238220"/>
              <a:gd name="connsiteY109" fmla="*/ 192405 h 227933"/>
              <a:gd name="connsiteX110" fmla="*/ 51625 w 238220"/>
              <a:gd name="connsiteY110" fmla="*/ 196406 h 227933"/>
              <a:gd name="connsiteX111" fmla="*/ 31337 w 238220"/>
              <a:gd name="connsiteY111" fmla="*/ 177737 h 227933"/>
              <a:gd name="connsiteX112" fmla="*/ 40767 w 238220"/>
              <a:gd name="connsiteY112" fmla="*/ 161449 h 227933"/>
              <a:gd name="connsiteX113" fmla="*/ 41910 w 238220"/>
              <a:gd name="connsiteY113" fmla="*/ 159544 h 227933"/>
              <a:gd name="connsiteX114" fmla="*/ 41148 w 238220"/>
              <a:gd name="connsiteY114" fmla="*/ 157448 h 227933"/>
              <a:gd name="connsiteX115" fmla="*/ 36004 w 238220"/>
              <a:gd name="connsiteY115" fmla="*/ 146113 h 227933"/>
              <a:gd name="connsiteX116" fmla="*/ 32575 w 238220"/>
              <a:gd name="connsiteY116" fmla="*/ 135350 h 227933"/>
              <a:gd name="connsiteX117" fmla="*/ 32004 w 238220"/>
              <a:gd name="connsiteY117" fmla="*/ 131731 h 227933"/>
              <a:gd name="connsiteX118" fmla="*/ 28384 w 238220"/>
              <a:gd name="connsiteY118" fmla="*/ 131254 h 227933"/>
              <a:gd name="connsiteX119" fmla="*/ 17240 w 238220"/>
              <a:gd name="connsiteY119" fmla="*/ 128969 h 227933"/>
              <a:gd name="connsiteX120" fmla="*/ 9334 w 238220"/>
              <a:gd name="connsiteY120" fmla="*/ 126873 h 227933"/>
              <a:gd name="connsiteX121" fmla="*/ 9334 w 238220"/>
              <a:gd name="connsiteY121" fmla="*/ 99917 h 227933"/>
              <a:gd name="connsiteX122" fmla="*/ 16764 w 238220"/>
              <a:gd name="connsiteY122" fmla="*/ 97917 h 227933"/>
              <a:gd name="connsiteX123" fmla="*/ 27337 w 238220"/>
              <a:gd name="connsiteY123" fmla="*/ 95631 h 227933"/>
              <a:gd name="connsiteX124" fmla="*/ 29623 w 238220"/>
              <a:gd name="connsiteY124" fmla="*/ 95345 h 227933"/>
              <a:gd name="connsiteX125" fmla="*/ 30766 w 238220"/>
              <a:gd name="connsiteY125" fmla="*/ 93345 h 227933"/>
              <a:gd name="connsiteX126" fmla="*/ 36290 w 238220"/>
              <a:gd name="connsiteY126" fmla="*/ 81725 h 227933"/>
              <a:gd name="connsiteX127" fmla="*/ 41529 w 238220"/>
              <a:gd name="connsiteY127" fmla="*/ 71819 h 227933"/>
              <a:gd name="connsiteX128" fmla="*/ 43339 w 238220"/>
              <a:gd name="connsiteY128" fmla="*/ 69342 h 227933"/>
              <a:gd name="connsiteX129" fmla="*/ 42005 w 238220"/>
              <a:gd name="connsiteY129" fmla="*/ 66675 h 227933"/>
              <a:gd name="connsiteX130" fmla="*/ 31909 w 238220"/>
              <a:gd name="connsiteY130" fmla="*/ 50101 h 227933"/>
              <a:gd name="connsiteX131" fmla="*/ 52102 w 238220"/>
              <a:gd name="connsiteY131" fmla="*/ 30575 h 227933"/>
              <a:gd name="connsiteX132" fmla="*/ 69437 w 238220"/>
              <a:gd name="connsiteY132" fmla="*/ 40291 h 227933"/>
              <a:gd name="connsiteX133" fmla="*/ 71628 w 238220"/>
              <a:gd name="connsiteY133" fmla="*/ 41815 h 227933"/>
              <a:gd name="connsiteX134" fmla="*/ 74104 w 238220"/>
              <a:gd name="connsiteY134" fmla="*/ 40767 h 227933"/>
              <a:gd name="connsiteX135" fmla="*/ 95536 w 238220"/>
              <a:gd name="connsiteY135" fmla="*/ 32766 h 227933"/>
              <a:gd name="connsiteX136" fmla="*/ 98870 w 238220"/>
              <a:gd name="connsiteY136" fmla="*/ 32575 h 227933"/>
              <a:gd name="connsiteX137" fmla="*/ 99917 w 238220"/>
              <a:gd name="connsiteY137" fmla="*/ 29432 h 227933"/>
              <a:gd name="connsiteX138" fmla="*/ 103346 w 238220"/>
              <a:gd name="connsiteY138" fmla="*/ 17526 h 227933"/>
              <a:gd name="connsiteX139" fmla="*/ 105632 w 238220"/>
              <a:gd name="connsiteY139" fmla="*/ 9620 h 227933"/>
              <a:gd name="connsiteX140" fmla="*/ 134017 w 238220"/>
              <a:gd name="connsiteY140" fmla="*/ 9620 h 227933"/>
              <a:gd name="connsiteX141" fmla="*/ 139446 w 238220"/>
              <a:gd name="connsiteY141" fmla="*/ 28194 h 227933"/>
              <a:gd name="connsiteX142" fmla="*/ 140017 w 238220"/>
              <a:gd name="connsiteY142" fmla="*/ 30385 h 227933"/>
              <a:gd name="connsiteX143" fmla="*/ 142113 w 238220"/>
              <a:gd name="connsiteY143" fmla="*/ 31337 h 227933"/>
              <a:gd name="connsiteX144" fmla="*/ 153829 w 238220"/>
              <a:gd name="connsiteY144" fmla="*/ 35719 h 227933"/>
              <a:gd name="connsiteX145" fmla="*/ 163354 w 238220"/>
              <a:gd name="connsiteY145" fmla="*/ 40291 h 227933"/>
              <a:gd name="connsiteX146" fmla="*/ 165163 w 238220"/>
              <a:gd name="connsiteY146" fmla="*/ 41624 h 227933"/>
              <a:gd name="connsiteX147" fmla="*/ 167354 w 238220"/>
              <a:gd name="connsiteY147" fmla="*/ 41053 h 227933"/>
              <a:gd name="connsiteX148" fmla="*/ 179261 w 238220"/>
              <a:gd name="connsiteY148" fmla="*/ 35528 h 227933"/>
              <a:gd name="connsiteX149" fmla="*/ 186690 w 238220"/>
              <a:gd name="connsiteY149" fmla="*/ 31337 h 227933"/>
              <a:gd name="connsiteX150" fmla="*/ 197167 w 238220"/>
              <a:gd name="connsiteY150" fmla="*/ 40576 h 227933"/>
              <a:gd name="connsiteX151" fmla="*/ 207359 w 238220"/>
              <a:gd name="connsiteY151" fmla="*/ 50197 h 227933"/>
              <a:gd name="connsiteX152" fmla="*/ 197453 w 238220"/>
              <a:gd name="connsiteY152" fmla="*/ 66199 h 227933"/>
              <a:gd name="connsiteX153" fmla="*/ 196024 w 238220"/>
              <a:gd name="connsiteY153" fmla="*/ 68199 h 227933"/>
              <a:gd name="connsiteX154" fmla="*/ 196882 w 238220"/>
              <a:gd name="connsiteY154" fmla="*/ 70580 h 227933"/>
              <a:gd name="connsiteX155" fmla="*/ 210121 w 238220"/>
              <a:gd name="connsiteY155" fmla="*/ 96869 h 227933"/>
              <a:gd name="connsiteX156" fmla="*/ 211264 w 238220"/>
              <a:gd name="connsiteY156" fmla="*/ 96869 h 227933"/>
              <a:gd name="connsiteX157" fmla="*/ 220694 w 238220"/>
              <a:gd name="connsiteY157" fmla="*/ 98965 h 227933"/>
              <a:gd name="connsiteX158" fmla="*/ 228600 w 238220"/>
              <a:gd name="connsiteY158" fmla="*/ 101060 h 227933"/>
              <a:gd name="connsiteX159" fmla="*/ 228600 w 238220"/>
              <a:gd name="connsiteY159" fmla="*/ 128016 h 227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</a:cxnLst>
            <a:rect l="l" t="t" r="r" b="b"/>
            <a:pathLst>
              <a:path w="238220" h="227933">
                <a:moveTo>
                  <a:pt x="118967" y="43053"/>
                </a:moveTo>
                <a:cubicBezTo>
                  <a:pt x="79915" y="43053"/>
                  <a:pt x="48101" y="74867"/>
                  <a:pt x="48101" y="113919"/>
                </a:cubicBezTo>
                <a:lnTo>
                  <a:pt x="57626" y="113919"/>
                </a:lnTo>
                <a:cubicBezTo>
                  <a:pt x="57626" y="80105"/>
                  <a:pt x="85154" y="52578"/>
                  <a:pt x="118967" y="52578"/>
                </a:cubicBezTo>
                <a:cubicBezTo>
                  <a:pt x="152781" y="52578"/>
                  <a:pt x="180308" y="80105"/>
                  <a:pt x="180308" y="113919"/>
                </a:cubicBezTo>
                <a:cubicBezTo>
                  <a:pt x="180308" y="147733"/>
                  <a:pt x="152781" y="175260"/>
                  <a:pt x="118967" y="175260"/>
                </a:cubicBezTo>
                <a:lnTo>
                  <a:pt x="118967" y="184785"/>
                </a:lnTo>
                <a:cubicBezTo>
                  <a:pt x="158020" y="184785"/>
                  <a:pt x="189833" y="152971"/>
                  <a:pt x="189833" y="113919"/>
                </a:cubicBezTo>
                <a:cubicBezTo>
                  <a:pt x="189929" y="74867"/>
                  <a:pt x="158115" y="43053"/>
                  <a:pt x="118967" y="43053"/>
                </a:cubicBezTo>
                <a:close/>
                <a:moveTo>
                  <a:pt x="234220" y="92583"/>
                </a:moveTo>
                <a:cubicBezTo>
                  <a:pt x="232124" y="92202"/>
                  <a:pt x="228505" y="91250"/>
                  <a:pt x="223266" y="89821"/>
                </a:cubicBezTo>
                <a:cubicBezTo>
                  <a:pt x="219646" y="88773"/>
                  <a:pt x="216217" y="88011"/>
                  <a:pt x="213265" y="87535"/>
                </a:cubicBezTo>
                <a:cubicBezTo>
                  <a:pt x="212312" y="85058"/>
                  <a:pt x="210407" y="80010"/>
                  <a:pt x="206597" y="69628"/>
                </a:cubicBezTo>
                <a:cubicBezTo>
                  <a:pt x="209455" y="65437"/>
                  <a:pt x="213074" y="59436"/>
                  <a:pt x="217646" y="51340"/>
                </a:cubicBezTo>
                <a:lnTo>
                  <a:pt x="219742" y="47720"/>
                </a:lnTo>
                <a:lnTo>
                  <a:pt x="216408" y="45244"/>
                </a:lnTo>
                <a:cubicBezTo>
                  <a:pt x="213931" y="43339"/>
                  <a:pt x="209740" y="39529"/>
                  <a:pt x="203930" y="33814"/>
                </a:cubicBezTo>
                <a:cubicBezTo>
                  <a:pt x="198406" y="28194"/>
                  <a:pt x="193738" y="24194"/>
                  <a:pt x="189452" y="21717"/>
                </a:cubicBezTo>
                <a:lnTo>
                  <a:pt x="187452" y="20574"/>
                </a:lnTo>
                <a:lnTo>
                  <a:pt x="185261" y="21431"/>
                </a:lnTo>
                <a:cubicBezTo>
                  <a:pt x="182975" y="22384"/>
                  <a:pt x="179546" y="24194"/>
                  <a:pt x="174307" y="27242"/>
                </a:cubicBezTo>
                <a:cubicBezTo>
                  <a:pt x="171545" y="28956"/>
                  <a:pt x="168973" y="30290"/>
                  <a:pt x="166783" y="31051"/>
                </a:cubicBezTo>
                <a:cubicBezTo>
                  <a:pt x="164211" y="29527"/>
                  <a:pt x="160972" y="28099"/>
                  <a:pt x="156972" y="26670"/>
                </a:cubicBezTo>
                <a:cubicBezTo>
                  <a:pt x="152876" y="25241"/>
                  <a:pt x="149923" y="24098"/>
                  <a:pt x="147923" y="23336"/>
                </a:cubicBezTo>
                <a:cubicBezTo>
                  <a:pt x="144971" y="12668"/>
                  <a:pt x="142875" y="6001"/>
                  <a:pt x="141637" y="2953"/>
                </a:cubicBezTo>
                <a:lnTo>
                  <a:pt x="140398" y="0"/>
                </a:lnTo>
                <a:lnTo>
                  <a:pt x="98488" y="0"/>
                </a:lnTo>
                <a:lnTo>
                  <a:pt x="97441" y="3334"/>
                </a:lnTo>
                <a:cubicBezTo>
                  <a:pt x="96488" y="6286"/>
                  <a:pt x="95345" y="10192"/>
                  <a:pt x="94012" y="14954"/>
                </a:cubicBezTo>
                <a:cubicBezTo>
                  <a:pt x="92869" y="18859"/>
                  <a:pt x="92107" y="21907"/>
                  <a:pt x="91535" y="23908"/>
                </a:cubicBezTo>
                <a:cubicBezTo>
                  <a:pt x="88392" y="24765"/>
                  <a:pt x="83058" y="26765"/>
                  <a:pt x="72771" y="30956"/>
                </a:cubicBezTo>
                <a:cubicBezTo>
                  <a:pt x="67913" y="27718"/>
                  <a:pt x="61341" y="24194"/>
                  <a:pt x="53245" y="20479"/>
                </a:cubicBezTo>
                <a:lnTo>
                  <a:pt x="50387" y="19145"/>
                </a:lnTo>
                <a:lnTo>
                  <a:pt x="48006" y="21336"/>
                </a:lnTo>
                <a:cubicBezTo>
                  <a:pt x="27718" y="40100"/>
                  <a:pt x="23431" y="45053"/>
                  <a:pt x="21907" y="47149"/>
                </a:cubicBezTo>
                <a:lnTo>
                  <a:pt x="19621" y="50292"/>
                </a:lnTo>
                <a:lnTo>
                  <a:pt x="22288" y="53150"/>
                </a:lnTo>
                <a:cubicBezTo>
                  <a:pt x="23813" y="54769"/>
                  <a:pt x="26670" y="58769"/>
                  <a:pt x="32385" y="68771"/>
                </a:cubicBezTo>
                <a:cubicBezTo>
                  <a:pt x="30956" y="71152"/>
                  <a:pt x="29432" y="74104"/>
                  <a:pt x="27813" y="77819"/>
                </a:cubicBezTo>
                <a:cubicBezTo>
                  <a:pt x="26098" y="81629"/>
                  <a:pt x="24765" y="84582"/>
                  <a:pt x="23813" y="86487"/>
                </a:cubicBezTo>
                <a:cubicBezTo>
                  <a:pt x="21050" y="86963"/>
                  <a:pt x="18002" y="87725"/>
                  <a:pt x="14383" y="88678"/>
                </a:cubicBezTo>
                <a:cubicBezTo>
                  <a:pt x="9049" y="90202"/>
                  <a:pt x="5524" y="91154"/>
                  <a:pt x="3715" y="91535"/>
                </a:cubicBezTo>
                <a:lnTo>
                  <a:pt x="0" y="92393"/>
                </a:lnTo>
                <a:lnTo>
                  <a:pt x="0" y="134684"/>
                </a:lnTo>
                <a:lnTo>
                  <a:pt x="3905" y="135446"/>
                </a:lnTo>
                <a:cubicBezTo>
                  <a:pt x="6001" y="135827"/>
                  <a:pt x="9620" y="136779"/>
                  <a:pt x="14954" y="138303"/>
                </a:cubicBezTo>
                <a:cubicBezTo>
                  <a:pt x="18288" y="139160"/>
                  <a:pt x="21336" y="139827"/>
                  <a:pt x="24003" y="140303"/>
                </a:cubicBezTo>
                <a:cubicBezTo>
                  <a:pt x="24765" y="143351"/>
                  <a:pt x="25908" y="146590"/>
                  <a:pt x="27527" y="150114"/>
                </a:cubicBezTo>
                <a:cubicBezTo>
                  <a:pt x="29337" y="153924"/>
                  <a:pt x="30671" y="156781"/>
                  <a:pt x="31528" y="158591"/>
                </a:cubicBezTo>
                <a:cubicBezTo>
                  <a:pt x="23336" y="172117"/>
                  <a:pt x="21717" y="175831"/>
                  <a:pt x="21241" y="177641"/>
                </a:cubicBezTo>
                <a:lnTo>
                  <a:pt x="20479" y="180404"/>
                </a:lnTo>
                <a:lnTo>
                  <a:pt x="22479" y="182404"/>
                </a:lnTo>
                <a:cubicBezTo>
                  <a:pt x="41529" y="200882"/>
                  <a:pt x="46577" y="204788"/>
                  <a:pt x="48768" y="206121"/>
                </a:cubicBezTo>
                <a:lnTo>
                  <a:pt x="50863" y="207454"/>
                </a:lnTo>
                <a:lnTo>
                  <a:pt x="53149" y="206502"/>
                </a:lnTo>
                <a:cubicBezTo>
                  <a:pt x="55340" y="205645"/>
                  <a:pt x="58674" y="203740"/>
                  <a:pt x="63817" y="200787"/>
                </a:cubicBezTo>
                <a:cubicBezTo>
                  <a:pt x="66865" y="198977"/>
                  <a:pt x="69628" y="197644"/>
                  <a:pt x="72009" y="196787"/>
                </a:cubicBezTo>
                <a:cubicBezTo>
                  <a:pt x="74390" y="197834"/>
                  <a:pt x="79343" y="200025"/>
                  <a:pt x="90488" y="204692"/>
                </a:cubicBezTo>
                <a:cubicBezTo>
                  <a:pt x="91059" y="206407"/>
                  <a:pt x="91821" y="209074"/>
                  <a:pt x="92869" y="213360"/>
                </a:cubicBezTo>
                <a:cubicBezTo>
                  <a:pt x="94107" y="218789"/>
                  <a:pt x="95440" y="222694"/>
                  <a:pt x="96774" y="225362"/>
                </a:cubicBezTo>
                <a:lnTo>
                  <a:pt x="98107" y="227933"/>
                </a:lnTo>
                <a:lnTo>
                  <a:pt x="139160" y="227933"/>
                </a:lnTo>
                <a:lnTo>
                  <a:pt x="140494" y="225362"/>
                </a:lnTo>
                <a:cubicBezTo>
                  <a:pt x="141732" y="222885"/>
                  <a:pt x="143065" y="218885"/>
                  <a:pt x="144589" y="212598"/>
                </a:cubicBezTo>
                <a:cubicBezTo>
                  <a:pt x="145542" y="208502"/>
                  <a:pt x="146495" y="205931"/>
                  <a:pt x="147256" y="204311"/>
                </a:cubicBezTo>
                <a:cubicBezTo>
                  <a:pt x="153257" y="202978"/>
                  <a:pt x="159544" y="200596"/>
                  <a:pt x="166021" y="197263"/>
                </a:cubicBezTo>
                <a:cubicBezTo>
                  <a:pt x="172307" y="201168"/>
                  <a:pt x="178784" y="204692"/>
                  <a:pt x="185261" y="207645"/>
                </a:cubicBezTo>
                <a:lnTo>
                  <a:pt x="188119" y="208979"/>
                </a:lnTo>
                <a:lnTo>
                  <a:pt x="190405" y="206788"/>
                </a:lnTo>
                <a:cubicBezTo>
                  <a:pt x="210503" y="187928"/>
                  <a:pt x="214789" y="183071"/>
                  <a:pt x="216313" y="180975"/>
                </a:cubicBezTo>
                <a:lnTo>
                  <a:pt x="218408" y="178022"/>
                </a:lnTo>
                <a:lnTo>
                  <a:pt x="216122" y="175165"/>
                </a:lnTo>
                <a:cubicBezTo>
                  <a:pt x="214503" y="173165"/>
                  <a:pt x="212503" y="170212"/>
                  <a:pt x="210312" y="166497"/>
                </a:cubicBezTo>
                <a:cubicBezTo>
                  <a:pt x="208597" y="163544"/>
                  <a:pt x="207169" y="161258"/>
                  <a:pt x="206121" y="159544"/>
                </a:cubicBezTo>
                <a:cubicBezTo>
                  <a:pt x="207740" y="157163"/>
                  <a:pt x="209264" y="154115"/>
                  <a:pt x="210693" y="150304"/>
                </a:cubicBezTo>
                <a:cubicBezTo>
                  <a:pt x="212407" y="145828"/>
                  <a:pt x="213646" y="143256"/>
                  <a:pt x="214408" y="141637"/>
                </a:cubicBezTo>
                <a:cubicBezTo>
                  <a:pt x="217170" y="141161"/>
                  <a:pt x="220313" y="140398"/>
                  <a:pt x="223838" y="139446"/>
                </a:cubicBezTo>
                <a:cubicBezTo>
                  <a:pt x="229171" y="137922"/>
                  <a:pt x="232696" y="136969"/>
                  <a:pt x="234505" y="136588"/>
                </a:cubicBezTo>
                <a:lnTo>
                  <a:pt x="238220" y="135731"/>
                </a:lnTo>
                <a:lnTo>
                  <a:pt x="238220" y="93440"/>
                </a:lnTo>
                <a:lnTo>
                  <a:pt x="234220" y="92583"/>
                </a:lnTo>
                <a:close/>
                <a:moveTo>
                  <a:pt x="228505" y="128016"/>
                </a:moveTo>
                <a:cubicBezTo>
                  <a:pt x="226600" y="128492"/>
                  <a:pt x="224123" y="129159"/>
                  <a:pt x="221075" y="130016"/>
                </a:cubicBezTo>
                <a:cubicBezTo>
                  <a:pt x="216884" y="131159"/>
                  <a:pt x="213360" y="131921"/>
                  <a:pt x="210503" y="132302"/>
                </a:cubicBezTo>
                <a:lnTo>
                  <a:pt x="208312" y="132588"/>
                </a:lnTo>
                <a:lnTo>
                  <a:pt x="207073" y="134398"/>
                </a:lnTo>
                <a:cubicBezTo>
                  <a:pt x="205740" y="136493"/>
                  <a:pt x="203930" y="140398"/>
                  <a:pt x="201454" y="146590"/>
                </a:cubicBezTo>
                <a:cubicBezTo>
                  <a:pt x="199358" y="152114"/>
                  <a:pt x="197644" y="154496"/>
                  <a:pt x="196596" y="155543"/>
                </a:cubicBezTo>
                <a:lnTo>
                  <a:pt x="193834" y="158306"/>
                </a:lnTo>
                <a:lnTo>
                  <a:pt x="196024" y="161544"/>
                </a:lnTo>
                <a:cubicBezTo>
                  <a:pt x="196787" y="162592"/>
                  <a:pt x="198691" y="165830"/>
                  <a:pt x="201835" y="171069"/>
                </a:cubicBezTo>
                <a:cubicBezTo>
                  <a:pt x="203359" y="173641"/>
                  <a:pt x="204788" y="175831"/>
                  <a:pt x="206121" y="177737"/>
                </a:cubicBezTo>
                <a:cubicBezTo>
                  <a:pt x="203263" y="180785"/>
                  <a:pt x="197453" y="186595"/>
                  <a:pt x="186023" y="197358"/>
                </a:cubicBezTo>
                <a:cubicBezTo>
                  <a:pt x="180118" y="194500"/>
                  <a:pt x="174212" y="191167"/>
                  <a:pt x="168592" y="187452"/>
                </a:cubicBezTo>
                <a:lnTo>
                  <a:pt x="166211" y="185833"/>
                </a:lnTo>
                <a:lnTo>
                  <a:pt x="163735" y="187262"/>
                </a:lnTo>
                <a:cubicBezTo>
                  <a:pt x="156496" y="191357"/>
                  <a:pt x="149542" y="193929"/>
                  <a:pt x="143161" y="195072"/>
                </a:cubicBezTo>
                <a:lnTo>
                  <a:pt x="141065" y="195453"/>
                </a:lnTo>
                <a:lnTo>
                  <a:pt x="139922" y="197263"/>
                </a:lnTo>
                <a:cubicBezTo>
                  <a:pt x="138113" y="200120"/>
                  <a:pt x="136588" y="204311"/>
                  <a:pt x="135160" y="210121"/>
                </a:cubicBezTo>
                <a:cubicBezTo>
                  <a:pt x="134207" y="214027"/>
                  <a:pt x="133445" y="216503"/>
                  <a:pt x="132874" y="218218"/>
                </a:cubicBezTo>
                <a:lnTo>
                  <a:pt x="104013" y="218218"/>
                </a:lnTo>
                <a:cubicBezTo>
                  <a:pt x="103441" y="216598"/>
                  <a:pt x="102775" y="214217"/>
                  <a:pt x="101917" y="210884"/>
                </a:cubicBezTo>
                <a:cubicBezTo>
                  <a:pt x="100584" y="205359"/>
                  <a:pt x="99441" y="201549"/>
                  <a:pt x="98488" y="199168"/>
                </a:cubicBezTo>
                <a:lnTo>
                  <a:pt x="97726" y="197263"/>
                </a:lnTo>
                <a:lnTo>
                  <a:pt x="95917" y="196501"/>
                </a:lnTo>
                <a:cubicBezTo>
                  <a:pt x="78105" y="188976"/>
                  <a:pt x="74962" y="187547"/>
                  <a:pt x="74676" y="187452"/>
                </a:cubicBezTo>
                <a:lnTo>
                  <a:pt x="72866" y="186309"/>
                </a:lnTo>
                <a:lnTo>
                  <a:pt x="70771" y="186881"/>
                </a:lnTo>
                <a:cubicBezTo>
                  <a:pt x="67246" y="187928"/>
                  <a:pt x="63341" y="189738"/>
                  <a:pt x="58769" y="192405"/>
                </a:cubicBezTo>
                <a:cubicBezTo>
                  <a:pt x="55436" y="194405"/>
                  <a:pt x="53149" y="195644"/>
                  <a:pt x="51625" y="196406"/>
                </a:cubicBezTo>
                <a:cubicBezTo>
                  <a:pt x="48863" y="194119"/>
                  <a:pt x="43053" y="189071"/>
                  <a:pt x="31337" y="177737"/>
                </a:cubicBezTo>
                <a:cubicBezTo>
                  <a:pt x="32575" y="175260"/>
                  <a:pt x="35242" y="170498"/>
                  <a:pt x="40767" y="161449"/>
                </a:cubicBezTo>
                <a:lnTo>
                  <a:pt x="41910" y="159544"/>
                </a:lnTo>
                <a:lnTo>
                  <a:pt x="41148" y="157448"/>
                </a:lnTo>
                <a:cubicBezTo>
                  <a:pt x="40767" y="156496"/>
                  <a:pt x="39910" y="154305"/>
                  <a:pt x="36004" y="146113"/>
                </a:cubicBezTo>
                <a:cubicBezTo>
                  <a:pt x="34195" y="142113"/>
                  <a:pt x="32956" y="138494"/>
                  <a:pt x="32575" y="135350"/>
                </a:cubicBezTo>
                <a:lnTo>
                  <a:pt x="32004" y="131731"/>
                </a:lnTo>
                <a:lnTo>
                  <a:pt x="28384" y="131254"/>
                </a:lnTo>
                <a:cubicBezTo>
                  <a:pt x="25337" y="130874"/>
                  <a:pt x="21622" y="130112"/>
                  <a:pt x="17240" y="128969"/>
                </a:cubicBezTo>
                <a:cubicBezTo>
                  <a:pt x="14097" y="128111"/>
                  <a:pt x="11430" y="127349"/>
                  <a:pt x="9334" y="126873"/>
                </a:cubicBezTo>
                <a:lnTo>
                  <a:pt x="9334" y="99917"/>
                </a:lnTo>
                <a:cubicBezTo>
                  <a:pt x="11239" y="99441"/>
                  <a:pt x="13716" y="98774"/>
                  <a:pt x="16764" y="97917"/>
                </a:cubicBezTo>
                <a:cubicBezTo>
                  <a:pt x="20955" y="96774"/>
                  <a:pt x="24479" y="96012"/>
                  <a:pt x="27337" y="95631"/>
                </a:cubicBezTo>
                <a:lnTo>
                  <a:pt x="29623" y="95345"/>
                </a:lnTo>
                <a:lnTo>
                  <a:pt x="30766" y="93345"/>
                </a:lnTo>
                <a:cubicBezTo>
                  <a:pt x="31909" y="91345"/>
                  <a:pt x="33718" y="87630"/>
                  <a:pt x="36290" y="81725"/>
                </a:cubicBezTo>
                <a:cubicBezTo>
                  <a:pt x="38767" y="76105"/>
                  <a:pt x="40481" y="73247"/>
                  <a:pt x="41529" y="71819"/>
                </a:cubicBezTo>
                <a:lnTo>
                  <a:pt x="43339" y="69342"/>
                </a:lnTo>
                <a:lnTo>
                  <a:pt x="42005" y="66675"/>
                </a:lnTo>
                <a:cubicBezTo>
                  <a:pt x="37814" y="59246"/>
                  <a:pt x="34480" y="53721"/>
                  <a:pt x="31909" y="50101"/>
                </a:cubicBezTo>
                <a:cubicBezTo>
                  <a:pt x="34671" y="47149"/>
                  <a:pt x="40481" y="41434"/>
                  <a:pt x="52102" y="30575"/>
                </a:cubicBezTo>
                <a:cubicBezTo>
                  <a:pt x="59531" y="34195"/>
                  <a:pt x="65341" y="37433"/>
                  <a:pt x="69437" y="40291"/>
                </a:cubicBezTo>
                <a:lnTo>
                  <a:pt x="71628" y="41815"/>
                </a:lnTo>
                <a:lnTo>
                  <a:pt x="74104" y="40767"/>
                </a:lnTo>
                <a:cubicBezTo>
                  <a:pt x="91249" y="33623"/>
                  <a:pt x="94869" y="32861"/>
                  <a:pt x="95536" y="32766"/>
                </a:cubicBezTo>
                <a:lnTo>
                  <a:pt x="98870" y="32575"/>
                </a:lnTo>
                <a:lnTo>
                  <a:pt x="99917" y="29432"/>
                </a:lnTo>
                <a:cubicBezTo>
                  <a:pt x="100393" y="28099"/>
                  <a:pt x="101537" y="24098"/>
                  <a:pt x="103346" y="17526"/>
                </a:cubicBezTo>
                <a:cubicBezTo>
                  <a:pt x="104204" y="14573"/>
                  <a:pt x="104965" y="11906"/>
                  <a:pt x="105632" y="9620"/>
                </a:cubicBezTo>
                <a:lnTo>
                  <a:pt x="134017" y="9620"/>
                </a:lnTo>
                <a:cubicBezTo>
                  <a:pt x="135064" y="12764"/>
                  <a:pt x="136779" y="18288"/>
                  <a:pt x="139446" y="28194"/>
                </a:cubicBezTo>
                <a:lnTo>
                  <a:pt x="140017" y="30385"/>
                </a:lnTo>
                <a:lnTo>
                  <a:pt x="142113" y="31337"/>
                </a:lnTo>
                <a:cubicBezTo>
                  <a:pt x="143542" y="32004"/>
                  <a:pt x="147447" y="33433"/>
                  <a:pt x="153829" y="35719"/>
                </a:cubicBezTo>
                <a:cubicBezTo>
                  <a:pt x="159258" y="37624"/>
                  <a:pt x="162020" y="39243"/>
                  <a:pt x="163354" y="40291"/>
                </a:cubicBezTo>
                <a:lnTo>
                  <a:pt x="165163" y="41624"/>
                </a:lnTo>
                <a:lnTo>
                  <a:pt x="167354" y="41053"/>
                </a:lnTo>
                <a:cubicBezTo>
                  <a:pt x="170974" y="40100"/>
                  <a:pt x="174879" y="38291"/>
                  <a:pt x="179261" y="35528"/>
                </a:cubicBezTo>
                <a:cubicBezTo>
                  <a:pt x="182785" y="33433"/>
                  <a:pt x="185166" y="32195"/>
                  <a:pt x="186690" y="31337"/>
                </a:cubicBezTo>
                <a:cubicBezTo>
                  <a:pt x="189738" y="33433"/>
                  <a:pt x="193167" y="36481"/>
                  <a:pt x="197167" y="40576"/>
                </a:cubicBezTo>
                <a:cubicBezTo>
                  <a:pt x="201358" y="44672"/>
                  <a:pt x="204692" y="47911"/>
                  <a:pt x="207359" y="50197"/>
                </a:cubicBezTo>
                <a:cubicBezTo>
                  <a:pt x="203168" y="57531"/>
                  <a:pt x="199834" y="62865"/>
                  <a:pt x="197453" y="66199"/>
                </a:cubicBezTo>
                <a:lnTo>
                  <a:pt x="196024" y="68199"/>
                </a:lnTo>
                <a:lnTo>
                  <a:pt x="196882" y="70580"/>
                </a:lnTo>
                <a:cubicBezTo>
                  <a:pt x="206407" y="96869"/>
                  <a:pt x="206407" y="96869"/>
                  <a:pt x="210121" y="96869"/>
                </a:cubicBezTo>
                <a:lnTo>
                  <a:pt x="211264" y="96869"/>
                </a:lnTo>
                <a:cubicBezTo>
                  <a:pt x="213931" y="97250"/>
                  <a:pt x="217075" y="97917"/>
                  <a:pt x="220694" y="98965"/>
                </a:cubicBezTo>
                <a:cubicBezTo>
                  <a:pt x="223838" y="99822"/>
                  <a:pt x="226504" y="100584"/>
                  <a:pt x="228600" y="101060"/>
                </a:cubicBezTo>
                <a:lnTo>
                  <a:pt x="228600" y="128016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28" name="Freeform: Shape 827">
            <a:extLst>
              <a:ext uri="{FF2B5EF4-FFF2-40B4-BE49-F238E27FC236}">
                <a16:creationId xmlns:a16="http://schemas.microsoft.com/office/drawing/2014/main" id="{4B39B81B-496F-4098-AB2C-C87EC6F1A8E5}"/>
              </a:ext>
            </a:extLst>
          </p:cNvPr>
          <p:cNvSpPr/>
          <p:nvPr/>
        </p:nvSpPr>
        <p:spPr>
          <a:xfrm>
            <a:off x="7042058" y="2312032"/>
            <a:ext cx="228600" cy="228600"/>
          </a:xfrm>
          <a:custGeom>
            <a:avLst/>
            <a:gdLst>
              <a:gd name="connsiteX0" fmla="*/ 228600 w 228600"/>
              <a:gd name="connsiteY0" fmla="*/ 114300 h 228600"/>
              <a:gd name="connsiteX1" fmla="*/ 114300 w 228600"/>
              <a:gd name="connsiteY1" fmla="*/ 0 h 228600"/>
              <a:gd name="connsiteX2" fmla="*/ 0 w 228600"/>
              <a:gd name="connsiteY2" fmla="*/ 114300 h 228600"/>
              <a:gd name="connsiteX3" fmla="*/ 114300 w 228600"/>
              <a:gd name="connsiteY3" fmla="*/ 228600 h 228600"/>
              <a:gd name="connsiteX4" fmla="*/ 116777 w 228600"/>
              <a:gd name="connsiteY4" fmla="*/ 228505 h 228600"/>
              <a:gd name="connsiteX5" fmla="*/ 118300 w 228600"/>
              <a:gd name="connsiteY5" fmla="*/ 228600 h 228600"/>
              <a:gd name="connsiteX6" fmla="*/ 118396 w 228600"/>
              <a:gd name="connsiteY6" fmla="*/ 228600 h 228600"/>
              <a:gd name="connsiteX7" fmla="*/ 118396 w 228600"/>
              <a:gd name="connsiteY7" fmla="*/ 228600 h 228600"/>
              <a:gd name="connsiteX8" fmla="*/ 118396 w 228600"/>
              <a:gd name="connsiteY8" fmla="*/ 228600 h 228600"/>
              <a:gd name="connsiteX9" fmla="*/ 126778 w 228600"/>
              <a:gd name="connsiteY9" fmla="*/ 227838 h 228600"/>
              <a:gd name="connsiteX10" fmla="*/ 228600 w 228600"/>
              <a:gd name="connsiteY10" fmla="*/ 114300 h 228600"/>
              <a:gd name="connsiteX11" fmla="*/ 188309 w 228600"/>
              <a:gd name="connsiteY11" fmla="*/ 188404 h 228600"/>
              <a:gd name="connsiteX12" fmla="*/ 180118 w 228600"/>
              <a:gd name="connsiteY12" fmla="*/ 181546 h 228600"/>
              <a:gd name="connsiteX13" fmla="*/ 194405 w 228600"/>
              <a:gd name="connsiteY13" fmla="*/ 117253 h 228600"/>
              <a:gd name="connsiteX14" fmla="*/ 218884 w 228600"/>
              <a:gd name="connsiteY14" fmla="*/ 117253 h 228600"/>
              <a:gd name="connsiteX15" fmla="*/ 188309 w 228600"/>
              <a:gd name="connsiteY15" fmla="*/ 188404 h 228600"/>
              <a:gd name="connsiteX16" fmla="*/ 122396 w 228600"/>
              <a:gd name="connsiteY16" fmla="*/ 217456 h 228600"/>
              <a:gd name="connsiteX17" fmla="*/ 122396 w 228600"/>
              <a:gd name="connsiteY17" fmla="*/ 180594 h 228600"/>
              <a:gd name="connsiteX18" fmla="*/ 140017 w 228600"/>
              <a:gd name="connsiteY18" fmla="*/ 181642 h 228600"/>
              <a:gd name="connsiteX19" fmla="*/ 122396 w 228600"/>
              <a:gd name="connsiteY19" fmla="*/ 217456 h 228600"/>
              <a:gd name="connsiteX20" fmla="*/ 122396 w 228600"/>
              <a:gd name="connsiteY20" fmla="*/ 171069 h 228600"/>
              <a:gd name="connsiteX21" fmla="*/ 122396 w 228600"/>
              <a:gd name="connsiteY21" fmla="*/ 117253 h 228600"/>
              <a:gd name="connsiteX22" fmla="*/ 147733 w 228600"/>
              <a:gd name="connsiteY22" fmla="*/ 117253 h 228600"/>
              <a:gd name="connsiteX23" fmla="*/ 142304 w 228600"/>
              <a:gd name="connsiteY23" fmla="*/ 172212 h 228600"/>
              <a:gd name="connsiteX24" fmla="*/ 122396 w 228600"/>
              <a:gd name="connsiteY24" fmla="*/ 171069 h 228600"/>
              <a:gd name="connsiteX25" fmla="*/ 122396 w 228600"/>
              <a:gd name="connsiteY25" fmla="*/ 107728 h 228600"/>
              <a:gd name="connsiteX26" fmla="*/ 122396 w 228600"/>
              <a:gd name="connsiteY26" fmla="*/ 56674 h 228600"/>
              <a:gd name="connsiteX27" fmla="*/ 141637 w 228600"/>
              <a:gd name="connsiteY27" fmla="*/ 55531 h 228600"/>
              <a:gd name="connsiteX28" fmla="*/ 147638 w 228600"/>
              <a:gd name="connsiteY28" fmla="*/ 107728 h 228600"/>
              <a:gd name="connsiteX29" fmla="*/ 122396 w 228600"/>
              <a:gd name="connsiteY29" fmla="*/ 107728 h 228600"/>
              <a:gd name="connsiteX30" fmla="*/ 122396 w 228600"/>
              <a:gd name="connsiteY30" fmla="*/ 47149 h 228600"/>
              <a:gd name="connsiteX31" fmla="*/ 122396 w 228600"/>
              <a:gd name="connsiteY31" fmla="*/ 13049 h 228600"/>
              <a:gd name="connsiteX32" fmla="*/ 139351 w 228600"/>
              <a:gd name="connsiteY32" fmla="*/ 46196 h 228600"/>
              <a:gd name="connsiteX33" fmla="*/ 122396 w 228600"/>
              <a:gd name="connsiteY33" fmla="*/ 47149 h 228600"/>
              <a:gd name="connsiteX34" fmla="*/ 112871 w 228600"/>
              <a:gd name="connsiteY34" fmla="*/ 14383 h 228600"/>
              <a:gd name="connsiteX35" fmla="*/ 112871 w 228600"/>
              <a:gd name="connsiteY35" fmla="*/ 47244 h 228600"/>
              <a:gd name="connsiteX36" fmla="*/ 97250 w 228600"/>
              <a:gd name="connsiteY36" fmla="*/ 46673 h 228600"/>
              <a:gd name="connsiteX37" fmla="*/ 112871 w 228600"/>
              <a:gd name="connsiteY37" fmla="*/ 14383 h 228600"/>
              <a:gd name="connsiteX38" fmla="*/ 112871 w 228600"/>
              <a:gd name="connsiteY38" fmla="*/ 56769 h 228600"/>
              <a:gd name="connsiteX39" fmla="*/ 112871 w 228600"/>
              <a:gd name="connsiteY39" fmla="*/ 107728 h 228600"/>
              <a:gd name="connsiteX40" fmla="*/ 89059 w 228600"/>
              <a:gd name="connsiteY40" fmla="*/ 107728 h 228600"/>
              <a:gd name="connsiteX41" fmla="*/ 94869 w 228600"/>
              <a:gd name="connsiteY41" fmla="*/ 56007 h 228600"/>
              <a:gd name="connsiteX42" fmla="*/ 112871 w 228600"/>
              <a:gd name="connsiteY42" fmla="*/ 56769 h 228600"/>
              <a:gd name="connsiteX43" fmla="*/ 112871 w 228600"/>
              <a:gd name="connsiteY43" fmla="*/ 117253 h 228600"/>
              <a:gd name="connsiteX44" fmla="*/ 112871 w 228600"/>
              <a:gd name="connsiteY44" fmla="*/ 170974 h 228600"/>
              <a:gd name="connsiteX45" fmla="*/ 94393 w 228600"/>
              <a:gd name="connsiteY45" fmla="*/ 171736 h 228600"/>
              <a:gd name="connsiteX46" fmla="*/ 89059 w 228600"/>
              <a:gd name="connsiteY46" fmla="*/ 117253 h 228600"/>
              <a:gd name="connsiteX47" fmla="*/ 112871 w 228600"/>
              <a:gd name="connsiteY47" fmla="*/ 117253 h 228600"/>
              <a:gd name="connsiteX48" fmla="*/ 112871 w 228600"/>
              <a:gd name="connsiteY48" fmla="*/ 180499 h 228600"/>
              <a:gd name="connsiteX49" fmla="*/ 112871 w 228600"/>
              <a:gd name="connsiteY49" fmla="*/ 216122 h 228600"/>
              <a:gd name="connsiteX50" fmla="*/ 96583 w 228600"/>
              <a:gd name="connsiteY50" fmla="*/ 181165 h 228600"/>
              <a:gd name="connsiteX51" fmla="*/ 112871 w 228600"/>
              <a:gd name="connsiteY51" fmla="*/ 180499 h 228600"/>
              <a:gd name="connsiteX52" fmla="*/ 149542 w 228600"/>
              <a:gd name="connsiteY52" fmla="*/ 182785 h 228600"/>
              <a:gd name="connsiteX53" fmla="*/ 166783 w 228600"/>
              <a:gd name="connsiteY53" fmla="*/ 186500 h 228600"/>
              <a:gd name="connsiteX54" fmla="*/ 136874 w 228600"/>
              <a:gd name="connsiteY54" fmla="*/ 214979 h 228600"/>
              <a:gd name="connsiteX55" fmla="*/ 149542 w 228600"/>
              <a:gd name="connsiteY55" fmla="*/ 182785 h 228600"/>
              <a:gd name="connsiteX56" fmla="*/ 151733 w 228600"/>
              <a:gd name="connsiteY56" fmla="*/ 173450 h 228600"/>
              <a:gd name="connsiteX57" fmla="*/ 157258 w 228600"/>
              <a:gd name="connsiteY57" fmla="*/ 117253 h 228600"/>
              <a:gd name="connsiteX58" fmla="*/ 184975 w 228600"/>
              <a:gd name="connsiteY58" fmla="*/ 117253 h 228600"/>
              <a:gd name="connsiteX59" fmla="*/ 171545 w 228600"/>
              <a:gd name="connsiteY59" fmla="*/ 177832 h 228600"/>
              <a:gd name="connsiteX60" fmla="*/ 151733 w 228600"/>
              <a:gd name="connsiteY60" fmla="*/ 173450 h 228600"/>
              <a:gd name="connsiteX61" fmla="*/ 157163 w 228600"/>
              <a:gd name="connsiteY61" fmla="*/ 107728 h 228600"/>
              <a:gd name="connsiteX62" fmla="*/ 151162 w 228600"/>
              <a:gd name="connsiteY62" fmla="*/ 54293 h 228600"/>
              <a:gd name="connsiteX63" fmla="*/ 169831 w 228600"/>
              <a:gd name="connsiteY63" fmla="*/ 50292 h 228600"/>
              <a:gd name="connsiteX64" fmla="*/ 184690 w 228600"/>
              <a:gd name="connsiteY64" fmla="*/ 107728 h 228600"/>
              <a:gd name="connsiteX65" fmla="*/ 157163 w 228600"/>
              <a:gd name="connsiteY65" fmla="*/ 107728 h 228600"/>
              <a:gd name="connsiteX66" fmla="*/ 148876 w 228600"/>
              <a:gd name="connsiteY66" fmla="*/ 45053 h 228600"/>
              <a:gd name="connsiteX67" fmla="*/ 137636 w 228600"/>
              <a:gd name="connsiteY67" fmla="*/ 16954 h 228600"/>
              <a:gd name="connsiteX68" fmla="*/ 164782 w 228600"/>
              <a:gd name="connsiteY68" fmla="*/ 41910 h 228600"/>
              <a:gd name="connsiteX69" fmla="*/ 148876 w 228600"/>
              <a:gd name="connsiteY69" fmla="*/ 45053 h 228600"/>
              <a:gd name="connsiteX70" fmla="*/ 157067 w 228600"/>
              <a:gd name="connsiteY70" fmla="*/ 18764 h 228600"/>
              <a:gd name="connsiteX71" fmla="*/ 180784 w 228600"/>
              <a:gd name="connsiteY71" fmla="*/ 33433 h 228600"/>
              <a:gd name="connsiteX72" fmla="*/ 173831 w 228600"/>
              <a:gd name="connsiteY72" fmla="*/ 38767 h 228600"/>
              <a:gd name="connsiteX73" fmla="*/ 157067 w 228600"/>
              <a:gd name="connsiteY73" fmla="*/ 18764 h 228600"/>
              <a:gd name="connsiteX74" fmla="*/ 98965 w 228600"/>
              <a:gd name="connsiteY74" fmla="*/ 17050 h 228600"/>
              <a:gd name="connsiteX75" fmla="*/ 87630 w 228600"/>
              <a:gd name="connsiteY75" fmla="*/ 45720 h 228600"/>
              <a:gd name="connsiteX76" fmla="*/ 71342 w 228600"/>
              <a:gd name="connsiteY76" fmla="*/ 42863 h 228600"/>
              <a:gd name="connsiteX77" fmla="*/ 98965 w 228600"/>
              <a:gd name="connsiteY77" fmla="*/ 17050 h 228600"/>
              <a:gd name="connsiteX78" fmla="*/ 62008 w 228600"/>
              <a:gd name="connsiteY78" fmla="*/ 40196 h 228600"/>
              <a:gd name="connsiteX79" fmla="*/ 48958 w 228600"/>
              <a:gd name="connsiteY79" fmla="*/ 32480 h 228600"/>
              <a:gd name="connsiteX80" fmla="*/ 86678 w 228600"/>
              <a:gd name="connsiteY80" fmla="*/ 13335 h 228600"/>
              <a:gd name="connsiteX81" fmla="*/ 62008 w 228600"/>
              <a:gd name="connsiteY81" fmla="*/ 40196 h 228600"/>
              <a:gd name="connsiteX82" fmla="*/ 85439 w 228600"/>
              <a:gd name="connsiteY82" fmla="*/ 55054 h 228600"/>
              <a:gd name="connsiteX83" fmla="*/ 79534 w 228600"/>
              <a:gd name="connsiteY83" fmla="*/ 107823 h 228600"/>
              <a:gd name="connsiteX84" fmla="*/ 52102 w 228600"/>
              <a:gd name="connsiteY84" fmla="*/ 107823 h 228600"/>
              <a:gd name="connsiteX85" fmla="*/ 66389 w 228600"/>
              <a:gd name="connsiteY85" fmla="*/ 51530 h 228600"/>
              <a:gd name="connsiteX86" fmla="*/ 85439 w 228600"/>
              <a:gd name="connsiteY86" fmla="*/ 55054 h 228600"/>
              <a:gd name="connsiteX87" fmla="*/ 79438 w 228600"/>
              <a:gd name="connsiteY87" fmla="*/ 117253 h 228600"/>
              <a:gd name="connsiteX88" fmla="*/ 84868 w 228600"/>
              <a:gd name="connsiteY88" fmla="*/ 172784 h 228600"/>
              <a:gd name="connsiteX89" fmla="*/ 64770 w 228600"/>
              <a:gd name="connsiteY89" fmla="*/ 176689 h 228600"/>
              <a:gd name="connsiteX90" fmla="*/ 51911 w 228600"/>
              <a:gd name="connsiteY90" fmla="*/ 117253 h 228600"/>
              <a:gd name="connsiteX91" fmla="*/ 79438 w 228600"/>
              <a:gd name="connsiteY91" fmla="*/ 117253 h 228600"/>
              <a:gd name="connsiteX92" fmla="*/ 86963 w 228600"/>
              <a:gd name="connsiteY92" fmla="*/ 182118 h 228600"/>
              <a:gd name="connsiteX93" fmla="*/ 99727 w 228600"/>
              <a:gd name="connsiteY93" fmla="*/ 214884 h 228600"/>
              <a:gd name="connsiteX94" fmla="*/ 69342 w 228600"/>
              <a:gd name="connsiteY94" fmla="*/ 185356 h 228600"/>
              <a:gd name="connsiteX95" fmla="*/ 86963 w 228600"/>
              <a:gd name="connsiteY95" fmla="*/ 182118 h 228600"/>
              <a:gd name="connsiteX96" fmla="*/ 175641 w 228600"/>
              <a:gd name="connsiteY96" fmla="*/ 189929 h 228600"/>
              <a:gd name="connsiteX97" fmla="*/ 180975 w 228600"/>
              <a:gd name="connsiteY97" fmla="*/ 195072 h 228600"/>
              <a:gd name="connsiteX98" fmla="*/ 163163 w 228600"/>
              <a:gd name="connsiteY98" fmla="*/ 206883 h 228600"/>
              <a:gd name="connsiteX99" fmla="*/ 175641 w 228600"/>
              <a:gd name="connsiteY99" fmla="*/ 189929 h 228600"/>
              <a:gd name="connsiteX100" fmla="*/ 218694 w 228600"/>
              <a:gd name="connsiteY100" fmla="*/ 107728 h 228600"/>
              <a:gd name="connsiteX101" fmla="*/ 194215 w 228600"/>
              <a:gd name="connsiteY101" fmla="*/ 107728 h 228600"/>
              <a:gd name="connsiteX102" fmla="*/ 178594 w 228600"/>
              <a:gd name="connsiteY102" fmla="*/ 46863 h 228600"/>
              <a:gd name="connsiteX103" fmla="*/ 187928 w 228600"/>
              <a:gd name="connsiteY103" fmla="*/ 39815 h 228600"/>
              <a:gd name="connsiteX104" fmla="*/ 218694 w 228600"/>
              <a:gd name="connsiteY104" fmla="*/ 107728 h 228600"/>
              <a:gd name="connsiteX105" fmla="*/ 41720 w 228600"/>
              <a:gd name="connsiteY105" fmla="*/ 38862 h 228600"/>
              <a:gd name="connsiteX106" fmla="*/ 57340 w 228600"/>
              <a:gd name="connsiteY106" fmla="*/ 48768 h 228600"/>
              <a:gd name="connsiteX107" fmla="*/ 42577 w 228600"/>
              <a:gd name="connsiteY107" fmla="*/ 107823 h 228600"/>
              <a:gd name="connsiteX108" fmla="*/ 9811 w 228600"/>
              <a:gd name="connsiteY108" fmla="*/ 107823 h 228600"/>
              <a:gd name="connsiteX109" fmla="*/ 41720 w 228600"/>
              <a:gd name="connsiteY109" fmla="*/ 38862 h 228600"/>
              <a:gd name="connsiteX110" fmla="*/ 9620 w 228600"/>
              <a:gd name="connsiteY110" fmla="*/ 117253 h 228600"/>
              <a:gd name="connsiteX111" fmla="*/ 42386 w 228600"/>
              <a:gd name="connsiteY111" fmla="*/ 117253 h 228600"/>
              <a:gd name="connsiteX112" fmla="*/ 55721 w 228600"/>
              <a:gd name="connsiteY112" fmla="*/ 179642 h 228600"/>
              <a:gd name="connsiteX113" fmla="*/ 41338 w 228600"/>
              <a:gd name="connsiteY113" fmla="*/ 189357 h 228600"/>
              <a:gd name="connsiteX114" fmla="*/ 9620 w 228600"/>
              <a:gd name="connsiteY114" fmla="*/ 117253 h 228600"/>
              <a:gd name="connsiteX115" fmla="*/ 48673 w 228600"/>
              <a:gd name="connsiteY115" fmla="*/ 195929 h 228600"/>
              <a:gd name="connsiteX116" fmla="*/ 60103 w 228600"/>
              <a:gd name="connsiteY116" fmla="*/ 188214 h 228600"/>
              <a:gd name="connsiteX117" fmla="*/ 80296 w 228600"/>
              <a:gd name="connsiteY117" fmla="*/ 213265 h 228600"/>
              <a:gd name="connsiteX118" fmla="*/ 48673 w 228600"/>
              <a:gd name="connsiteY118" fmla="*/ 195929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</a:cxnLst>
            <a:rect l="l" t="t" r="r" b="b"/>
            <a:pathLst>
              <a:path w="228600" h="228600">
                <a:moveTo>
                  <a:pt x="228600" y="114300"/>
                </a:moveTo>
                <a:cubicBezTo>
                  <a:pt x="228600" y="51149"/>
                  <a:pt x="177451" y="0"/>
                  <a:pt x="114300" y="0"/>
                </a:cubicBezTo>
                <a:cubicBezTo>
                  <a:pt x="51149" y="0"/>
                  <a:pt x="0" y="51149"/>
                  <a:pt x="0" y="114300"/>
                </a:cubicBezTo>
                <a:cubicBezTo>
                  <a:pt x="0" y="177451"/>
                  <a:pt x="51149" y="228600"/>
                  <a:pt x="114300" y="228600"/>
                </a:cubicBezTo>
                <a:cubicBezTo>
                  <a:pt x="115157" y="228600"/>
                  <a:pt x="115919" y="228505"/>
                  <a:pt x="116777" y="228505"/>
                </a:cubicBezTo>
                <a:cubicBezTo>
                  <a:pt x="117253" y="228505"/>
                  <a:pt x="117824" y="228600"/>
                  <a:pt x="118300" y="228600"/>
                </a:cubicBezTo>
                <a:cubicBezTo>
                  <a:pt x="118300" y="228600"/>
                  <a:pt x="118300" y="228600"/>
                  <a:pt x="118396" y="228600"/>
                </a:cubicBezTo>
                <a:cubicBezTo>
                  <a:pt x="118396" y="228600"/>
                  <a:pt x="118396" y="228600"/>
                  <a:pt x="118396" y="228600"/>
                </a:cubicBezTo>
                <a:cubicBezTo>
                  <a:pt x="118396" y="228600"/>
                  <a:pt x="118396" y="228600"/>
                  <a:pt x="118396" y="228600"/>
                </a:cubicBezTo>
                <a:cubicBezTo>
                  <a:pt x="121253" y="228600"/>
                  <a:pt x="124015" y="228314"/>
                  <a:pt x="126778" y="227838"/>
                </a:cubicBezTo>
                <a:cubicBezTo>
                  <a:pt x="184023" y="221647"/>
                  <a:pt x="228600" y="173165"/>
                  <a:pt x="228600" y="114300"/>
                </a:cubicBezTo>
                <a:close/>
                <a:moveTo>
                  <a:pt x="188309" y="188404"/>
                </a:moveTo>
                <a:cubicBezTo>
                  <a:pt x="186499" y="185833"/>
                  <a:pt x="183832" y="183547"/>
                  <a:pt x="180118" y="181546"/>
                </a:cubicBezTo>
                <a:cubicBezTo>
                  <a:pt x="188881" y="163449"/>
                  <a:pt x="194215" y="141256"/>
                  <a:pt x="194405" y="117253"/>
                </a:cubicBezTo>
                <a:lnTo>
                  <a:pt x="218884" y="117253"/>
                </a:lnTo>
                <a:cubicBezTo>
                  <a:pt x="218122" y="144971"/>
                  <a:pt x="206597" y="170117"/>
                  <a:pt x="188309" y="188404"/>
                </a:cubicBezTo>
                <a:close/>
                <a:moveTo>
                  <a:pt x="122396" y="217456"/>
                </a:moveTo>
                <a:lnTo>
                  <a:pt x="122396" y="180594"/>
                </a:lnTo>
                <a:cubicBezTo>
                  <a:pt x="128873" y="180785"/>
                  <a:pt x="134683" y="181165"/>
                  <a:pt x="140017" y="181642"/>
                </a:cubicBezTo>
                <a:cubicBezTo>
                  <a:pt x="134779" y="201073"/>
                  <a:pt x="127921" y="213265"/>
                  <a:pt x="122396" y="217456"/>
                </a:cubicBezTo>
                <a:close/>
                <a:moveTo>
                  <a:pt x="122396" y="171069"/>
                </a:moveTo>
                <a:lnTo>
                  <a:pt x="122396" y="117253"/>
                </a:lnTo>
                <a:lnTo>
                  <a:pt x="147733" y="117253"/>
                </a:lnTo>
                <a:cubicBezTo>
                  <a:pt x="147638" y="138875"/>
                  <a:pt x="145447" y="157258"/>
                  <a:pt x="142304" y="172212"/>
                </a:cubicBezTo>
                <a:cubicBezTo>
                  <a:pt x="135827" y="171640"/>
                  <a:pt x="129064" y="171260"/>
                  <a:pt x="122396" y="171069"/>
                </a:cubicBezTo>
                <a:close/>
                <a:moveTo>
                  <a:pt x="122396" y="107728"/>
                </a:moveTo>
                <a:lnTo>
                  <a:pt x="122396" y="56674"/>
                </a:lnTo>
                <a:cubicBezTo>
                  <a:pt x="128873" y="56483"/>
                  <a:pt x="135446" y="56102"/>
                  <a:pt x="141637" y="55531"/>
                </a:cubicBezTo>
                <a:cubicBezTo>
                  <a:pt x="144875" y="69723"/>
                  <a:pt x="147161" y="87154"/>
                  <a:pt x="147638" y="107728"/>
                </a:cubicBezTo>
                <a:lnTo>
                  <a:pt x="122396" y="107728"/>
                </a:lnTo>
                <a:close/>
                <a:moveTo>
                  <a:pt x="122396" y="47149"/>
                </a:moveTo>
                <a:lnTo>
                  <a:pt x="122396" y="13049"/>
                </a:lnTo>
                <a:cubicBezTo>
                  <a:pt x="127730" y="17050"/>
                  <a:pt x="134207" y="28289"/>
                  <a:pt x="139351" y="46196"/>
                </a:cubicBezTo>
                <a:cubicBezTo>
                  <a:pt x="134112" y="46673"/>
                  <a:pt x="128588" y="47053"/>
                  <a:pt x="122396" y="47149"/>
                </a:cubicBezTo>
                <a:close/>
                <a:moveTo>
                  <a:pt x="112871" y="14383"/>
                </a:moveTo>
                <a:lnTo>
                  <a:pt x="112871" y="47244"/>
                </a:lnTo>
                <a:cubicBezTo>
                  <a:pt x="107347" y="47244"/>
                  <a:pt x="102108" y="46958"/>
                  <a:pt x="97250" y="46673"/>
                </a:cubicBezTo>
                <a:cubicBezTo>
                  <a:pt x="101917" y="30099"/>
                  <a:pt x="107823" y="19241"/>
                  <a:pt x="112871" y="14383"/>
                </a:cubicBezTo>
                <a:close/>
                <a:moveTo>
                  <a:pt x="112871" y="56769"/>
                </a:moveTo>
                <a:lnTo>
                  <a:pt x="112871" y="107728"/>
                </a:lnTo>
                <a:lnTo>
                  <a:pt x="89059" y="107728"/>
                </a:lnTo>
                <a:cubicBezTo>
                  <a:pt x="89535" y="87344"/>
                  <a:pt x="91726" y="70104"/>
                  <a:pt x="94869" y="56007"/>
                </a:cubicBezTo>
                <a:cubicBezTo>
                  <a:pt x="100870" y="56483"/>
                  <a:pt x="106871" y="56769"/>
                  <a:pt x="112871" y="56769"/>
                </a:cubicBezTo>
                <a:close/>
                <a:moveTo>
                  <a:pt x="112871" y="117253"/>
                </a:moveTo>
                <a:lnTo>
                  <a:pt x="112871" y="170974"/>
                </a:lnTo>
                <a:cubicBezTo>
                  <a:pt x="106680" y="170974"/>
                  <a:pt x="100489" y="171260"/>
                  <a:pt x="94393" y="171736"/>
                </a:cubicBezTo>
                <a:cubicBezTo>
                  <a:pt x="91249" y="156877"/>
                  <a:pt x="89154" y="138684"/>
                  <a:pt x="89059" y="117253"/>
                </a:cubicBezTo>
                <a:lnTo>
                  <a:pt x="112871" y="117253"/>
                </a:lnTo>
                <a:close/>
                <a:moveTo>
                  <a:pt x="112871" y="180499"/>
                </a:moveTo>
                <a:lnTo>
                  <a:pt x="112871" y="216122"/>
                </a:lnTo>
                <a:cubicBezTo>
                  <a:pt x="107537" y="211074"/>
                  <a:pt x="101346" y="199263"/>
                  <a:pt x="96583" y="181165"/>
                </a:cubicBezTo>
                <a:cubicBezTo>
                  <a:pt x="101632" y="180785"/>
                  <a:pt x="106966" y="180594"/>
                  <a:pt x="112871" y="180499"/>
                </a:cubicBezTo>
                <a:close/>
                <a:moveTo>
                  <a:pt x="149542" y="182785"/>
                </a:moveTo>
                <a:cubicBezTo>
                  <a:pt x="156496" y="183833"/>
                  <a:pt x="162211" y="185071"/>
                  <a:pt x="166783" y="186500"/>
                </a:cubicBezTo>
                <a:cubicBezTo>
                  <a:pt x="158687" y="199835"/>
                  <a:pt x="148495" y="209740"/>
                  <a:pt x="136874" y="214979"/>
                </a:cubicBezTo>
                <a:cubicBezTo>
                  <a:pt x="141922" y="207073"/>
                  <a:pt x="146209" y="195929"/>
                  <a:pt x="149542" y="182785"/>
                </a:cubicBezTo>
                <a:close/>
                <a:moveTo>
                  <a:pt x="151733" y="173450"/>
                </a:moveTo>
                <a:cubicBezTo>
                  <a:pt x="155162" y="156972"/>
                  <a:pt x="157163" y="137827"/>
                  <a:pt x="157258" y="117253"/>
                </a:cubicBezTo>
                <a:lnTo>
                  <a:pt x="184975" y="117253"/>
                </a:lnTo>
                <a:cubicBezTo>
                  <a:pt x="184785" y="140017"/>
                  <a:pt x="179737" y="160973"/>
                  <a:pt x="171545" y="177832"/>
                </a:cubicBezTo>
                <a:cubicBezTo>
                  <a:pt x="165735" y="176022"/>
                  <a:pt x="158972" y="174593"/>
                  <a:pt x="151733" y="173450"/>
                </a:cubicBezTo>
                <a:close/>
                <a:moveTo>
                  <a:pt x="157163" y="107728"/>
                </a:moveTo>
                <a:cubicBezTo>
                  <a:pt x="156686" y="88106"/>
                  <a:pt x="154591" y="69914"/>
                  <a:pt x="151162" y="54293"/>
                </a:cubicBezTo>
                <a:cubicBezTo>
                  <a:pt x="158020" y="53340"/>
                  <a:pt x="164306" y="52006"/>
                  <a:pt x="169831" y="50292"/>
                </a:cubicBezTo>
                <a:cubicBezTo>
                  <a:pt x="178213" y="66199"/>
                  <a:pt x="183642" y="86011"/>
                  <a:pt x="184690" y="107728"/>
                </a:cubicBezTo>
                <a:lnTo>
                  <a:pt x="157163" y="107728"/>
                </a:lnTo>
                <a:close/>
                <a:moveTo>
                  <a:pt x="148876" y="45053"/>
                </a:moveTo>
                <a:cubicBezTo>
                  <a:pt x="145828" y="33719"/>
                  <a:pt x="142018" y="24194"/>
                  <a:pt x="137636" y="16954"/>
                </a:cubicBezTo>
                <a:cubicBezTo>
                  <a:pt x="147923" y="21812"/>
                  <a:pt x="157258" y="30480"/>
                  <a:pt x="164782" y="41910"/>
                </a:cubicBezTo>
                <a:cubicBezTo>
                  <a:pt x="160401" y="43053"/>
                  <a:pt x="155162" y="44196"/>
                  <a:pt x="148876" y="45053"/>
                </a:cubicBezTo>
                <a:close/>
                <a:moveTo>
                  <a:pt x="157067" y="18764"/>
                </a:moveTo>
                <a:cubicBezTo>
                  <a:pt x="165640" y="22574"/>
                  <a:pt x="173641" y="27527"/>
                  <a:pt x="180784" y="33433"/>
                </a:cubicBezTo>
                <a:cubicBezTo>
                  <a:pt x="180213" y="34957"/>
                  <a:pt x="178022" y="36862"/>
                  <a:pt x="173831" y="38767"/>
                </a:cubicBezTo>
                <a:cubicBezTo>
                  <a:pt x="168973" y="30956"/>
                  <a:pt x="163258" y="24194"/>
                  <a:pt x="157067" y="18764"/>
                </a:cubicBezTo>
                <a:close/>
                <a:moveTo>
                  <a:pt x="98965" y="17050"/>
                </a:moveTo>
                <a:cubicBezTo>
                  <a:pt x="94583" y="24384"/>
                  <a:pt x="90773" y="34195"/>
                  <a:pt x="87630" y="45720"/>
                </a:cubicBezTo>
                <a:cubicBezTo>
                  <a:pt x="81439" y="44958"/>
                  <a:pt x="76009" y="44005"/>
                  <a:pt x="71342" y="42863"/>
                </a:cubicBezTo>
                <a:cubicBezTo>
                  <a:pt x="78962" y="31052"/>
                  <a:pt x="88392" y="22003"/>
                  <a:pt x="98965" y="17050"/>
                </a:cubicBezTo>
                <a:close/>
                <a:moveTo>
                  <a:pt x="62008" y="40196"/>
                </a:moveTo>
                <a:cubicBezTo>
                  <a:pt x="54578" y="37624"/>
                  <a:pt x="50197" y="34766"/>
                  <a:pt x="48958" y="32480"/>
                </a:cubicBezTo>
                <a:cubicBezTo>
                  <a:pt x="59912" y="23717"/>
                  <a:pt x="72771" y="17145"/>
                  <a:pt x="86678" y="13335"/>
                </a:cubicBezTo>
                <a:cubicBezTo>
                  <a:pt x="77343" y="19717"/>
                  <a:pt x="68961" y="28956"/>
                  <a:pt x="62008" y="40196"/>
                </a:cubicBezTo>
                <a:close/>
                <a:moveTo>
                  <a:pt x="85439" y="55054"/>
                </a:moveTo>
                <a:cubicBezTo>
                  <a:pt x="82105" y="70485"/>
                  <a:pt x="80010" y="88487"/>
                  <a:pt x="79534" y="107823"/>
                </a:cubicBezTo>
                <a:lnTo>
                  <a:pt x="52102" y="107823"/>
                </a:lnTo>
                <a:cubicBezTo>
                  <a:pt x="53149" y="86677"/>
                  <a:pt x="58293" y="67247"/>
                  <a:pt x="66389" y="51530"/>
                </a:cubicBezTo>
                <a:cubicBezTo>
                  <a:pt x="72199" y="52959"/>
                  <a:pt x="78677" y="54197"/>
                  <a:pt x="85439" y="55054"/>
                </a:cubicBezTo>
                <a:close/>
                <a:moveTo>
                  <a:pt x="79438" y="117253"/>
                </a:moveTo>
                <a:cubicBezTo>
                  <a:pt x="79534" y="137541"/>
                  <a:pt x="81534" y="156400"/>
                  <a:pt x="84868" y="172784"/>
                </a:cubicBezTo>
                <a:cubicBezTo>
                  <a:pt x="77629" y="173736"/>
                  <a:pt x="70866" y="174974"/>
                  <a:pt x="64770" y="176689"/>
                </a:cubicBezTo>
                <a:cubicBezTo>
                  <a:pt x="56864" y="159925"/>
                  <a:pt x="52102" y="139446"/>
                  <a:pt x="51911" y="117253"/>
                </a:cubicBezTo>
                <a:lnTo>
                  <a:pt x="79438" y="117253"/>
                </a:lnTo>
                <a:close/>
                <a:moveTo>
                  <a:pt x="86963" y="182118"/>
                </a:moveTo>
                <a:cubicBezTo>
                  <a:pt x="90392" y="195548"/>
                  <a:pt x="94679" y="206883"/>
                  <a:pt x="99727" y="214884"/>
                </a:cubicBezTo>
                <a:cubicBezTo>
                  <a:pt x="87916" y="209550"/>
                  <a:pt x="77438" y="199168"/>
                  <a:pt x="69342" y="185356"/>
                </a:cubicBezTo>
                <a:cubicBezTo>
                  <a:pt x="74390" y="184118"/>
                  <a:pt x="80200" y="182975"/>
                  <a:pt x="86963" y="182118"/>
                </a:cubicBezTo>
                <a:close/>
                <a:moveTo>
                  <a:pt x="175641" y="189929"/>
                </a:moveTo>
                <a:cubicBezTo>
                  <a:pt x="179165" y="191834"/>
                  <a:pt x="180880" y="193643"/>
                  <a:pt x="180975" y="195072"/>
                </a:cubicBezTo>
                <a:cubicBezTo>
                  <a:pt x="175450" y="199644"/>
                  <a:pt x="169545" y="203549"/>
                  <a:pt x="163163" y="206883"/>
                </a:cubicBezTo>
                <a:cubicBezTo>
                  <a:pt x="167735" y="201930"/>
                  <a:pt x="171926" y="196215"/>
                  <a:pt x="175641" y="189929"/>
                </a:cubicBezTo>
                <a:close/>
                <a:moveTo>
                  <a:pt x="218694" y="107728"/>
                </a:moveTo>
                <a:lnTo>
                  <a:pt x="194215" y="107728"/>
                </a:lnTo>
                <a:cubicBezTo>
                  <a:pt x="193167" y="84868"/>
                  <a:pt x="187452" y="64008"/>
                  <a:pt x="178594" y="46863"/>
                </a:cubicBezTo>
                <a:cubicBezTo>
                  <a:pt x="182689" y="44863"/>
                  <a:pt x="185833" y="42481"/>
                  <a:pt x="187928" y="39815"/>
                </a:cubicBezTo>
                <a:cubicBezTo>
                  <a:pt x="205645" y="57436"/>
                  <a:pt x="217075" y="81248"/>
                  <a:pt x="218694" y="107728"/>
                </a:cubicBezTo>
                <a:close/>
                <a:moveTo>
                  <a:pt x="41720" y="38862"/>
                </a:moveTo>
                <a:cubicBezTo>
                  <a:pt x="44863" y="42863"/>
                  <a:pt x="50292" y="46101"/>
                  <a:pt x="57340" y="48768"/>
                </a:cubicBezTo>
                <a:cubicBezTo>
                  <a:pt x="48958" y="65532"/>
                  <a:pt x="43624" y="85725"/>
                  <a:pt x="42577" y="107823"/>
                </a:cubicBezTo>
                <a:lnTo>
                  <a:pt x="9811" y="107823"/>
                </a:lnTo>
                <a:cubicBezTo>
                  <a:pt x="11525" y="80772"/>
                  <a:pt x="23431" y="56483"/>
                  <a:pt x="41720" y="38862"/>
                </a:cubicBezTo>
                <a:close/>
                <a:moveTo>
                  <a:pt x="9620" y="117253"/>
                </a:moveTo>
                <a:lnTo>
                  <a:pt x="42386" y="117253"/>
                </a:lnTo>
                <a:cubicBezTo>
                  <a:pt x="42577" y="140398"/>
                  <a:pt x="47530" y="161830"/>
                  <a:pt x="55721" y="179642"/>
                </a:cubicBezTo>
                <a:cubicBezTo>
                  <a:pt x="49149" y="182309"/>
                  <a:pt x="44196" y="185452"/>
                  <a:pt x="41338" y="189357"/>
                </a:cubicBezTo>
                <a:cubicBezTo>
                  <a:pt x="22384" y="171069"/>
                  <a:pt x="10478" y="145542"/>
                  <a:pt x="9620" y="117253"/>
                </a:cubicBezTo>
                <a:close/>
                <a:moveTo>
                  <a:pt x="48673" y="195929"/>
                </a:moveTo>
                <a:cubicBezTo>
                  <a:pt x="49339" y="193643"/>
                  <a:pt x="53245" y="190881"/>
                  <a:pt x="60103" y="188214"/>
                </a:cubicBezTo>
                <a:cubicBezTo>
                  <a:pt x="65722" y="198215"/>
                  <a:pt x="72580" y="206692"/>
                  <a:pt x="80296" y="213265"/>
                </a:cubicBezTo>
                <a:cubicBezTo>
                  <a:pt x="68675" y="209360"/>
                  <a:pt x="58007" y="203454"/>
                  <a:pt x="48673" y="195929"/>
                </a:cubicBez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29" name="Freeform: Shape 828">
            <a:extLst>
              <a:ext uri="{FF2B5EF4-FFF2-40B4-BE49-F238E27FC236}">
                <a16:creationId xmlns:a16="http://schemas.microsoft.com/office/drawing/2014/main" id="{D41DBBDE-252A-49C5-AA4D-66A25D65138E}"/>
              </a:ext>
            </a:extLst>
          </p:cNvPr>
          <p:cNvSpPr/>
          <p:nvPr/>
        </p:nvSpPr>
        <p:spPr>
          <a:xfrm>
            <a:off x="11213370" y="3093695"/>
            <a:ext cx="228504" cy="228695"/>
          </a:xfrm>
          <a:custGeom>
            <a:avLst/>
            <a:gdLst>
              <a:gd name="connsiteX0" fmla="*/ 23813 w 228504"/>
              <a:gd name="connsiteY0" fmla="*/ 26956 h 228695"/>
              <a:gd name="connsiteX1" fmla="*/ 23813 w 228504"/>
              <a:gd name="connsiteY1" fmla="*/ 26956 h 228695"/>
              <a:gd name="connsiteX2" fmla="*/ 27337 w 228504"/>
              <a:gd name="connsiteY2" fmla="*/ 23431 h 228695"/>
              <a:gd name="connsiteX3" fmla="*/ 23813 w 228504"/>
              <a:gd name="connsiteY3" fmla="*/ 19907 h 228695"/>
              <a:gd name="connsiteX4" fmla="*/ 23813 w 228504"/>
              <a:gd name="connsiteY4" fmla="*/ 19907 h 228695"/>
              <a:gd name="connsiteX5" fmla="*/ 20288 w 228504"/>
              <a:gd name="connsiteY5" fmla="*/ 23431 h 228695"/>
              <a:gd name="connsiteX6" fmla="*/ 23813 w 228504"/>
              <a:gd name="connsiteY6" fmla="*/ 26956 h 228695"/>
              <a:gd name="connsiteX7" fmla="*/ 35719 w 228504"/>
              <a:gd name="connsiteY7" fmla="*/ 26956 h 228695"/>
              <a:gd name="connsiteX8" fmla="*/ 35719 w 228504"/>
              <a:gd name="connsiteY8" fmla="*/ 26956 h 228695"/>
              <a:gd name="connsiteX9" fmla="*/ 39243 w 228504"/>
              <a:gd name="connsiteY9" fmla="*/ 23431 h 228695"/>
              <a:gd name="connsiteX10" fmla="*/ 35719 w 228504"/>
              <a:gd name="connsiteY10" fmla="*/ 19907 h 228695"/>
              <a:gd name="connsiteX11" fmla="*/ 35719 w 228504"/>
              <a:gd name="connsiteY11" fmla="*/ 19907 h 228695"/>
              <a:gd name="connsiteX12" fmla="*/ 32195 w 228504"/>
              <a:gd name="connsiteY12" fmla="*/ 23431 h 228695"/>
              <a:gd name="connsiteX13" fmla="*/ 35719 w 228504"/>
              <a:gd name="connsiteY13" fmla="*/ 26956 h 228695"/>
              <a:gd name="connsiteX14" fmla="*/ 47625 w 228504"/>
              <a:gd name="connsiteY14" fmla="*/ 26956 h 228695"/>
              <a:gd name="connsiteX15" fmla="*/ 47625 w 228504"/>
              <a:gd name="connsiteY15" fmla="*/ 26956 h 228695"/>
              <a:gd name="connsiteX16" fmla="*/ 51149 w 228504"/>
              <a:gd name="connsiteY16" fmla="*/ 23431 h 228695"/>
              <a:gd name="connsiteX17" fmla="*/ 47625 w 228504"/>
              <a:gd name="connsiteY17" fmla="*/ 19907 h 228695"/>
              <a:gd name="connsiteX18" fmla="*/ 47625 w 228504"/>
              <a:gd name="connsiteY18" fmla="*/ 19907 h 228695"/>
              <a:gd name="connsiteX19" fmla="*/ 44101 w 228504"/>
              <a:gd name="connsiteY19" fmla="*/ 23431 h 228695"/>
              <a:gd name="connsiteX20" fmla="*/ 47625 w 228504"/>
              <a:gd name="connsiteY20" fmla="*/ 26956 h 228695"/>
              <a:gd name="connsiteX21" fmla="*/ 0 w 228504"/>
              <a:gd name="connsiteY21" fmla="*/ 0 h 228695"/>
              <a:gd name="connsiteX22" fmla="*/ 0 w 228504"/>
              <a:gd name="connsiteY22" fmla="*/ 169926 h 228695"/>
              <a:gd name="connsiteX23" fmla="*/ 66961 w 228504"/>
              <a:gd name="connsiteY23" fmla="*/ 169926 h 228695"/>
              <a:gd name="connsiteX24" fmla="*/ 111728 w 228504"/>
              <a:gd name="connsiteY24" fmla="*/ 227933 h 228695"/>
              <a:gd name="connsiteX25" fmla="*/ 113729 w 228504"/>
              <a:gd name="connsiteY25" fmla="*/ 228695 h 228695"/>
              <a:gd name="connsiteX26" fmla="*/ 115729 w 228504"/>
              <a:gd name="connsiteY26" fmla="*/ 228029 h 228695"/>
              <a:gd name="connsiteX27" fmla="*/ 115729 w 228504"/>
              <a:gd name="connsiteY27" fmla="*/ 228029 h 228695"/>
              <a:gd name="connsiteX28" fmla="*/ 161163 w 228504"/>
              <a:gd name="connsiteY28" fmla="*/ 170021 h 228695"/>
              <a:gd name="connsiteX29" fmla="*/ 228505 w 228504"/>
              <a:gd name="connsiteY29" fmla="*/ 170021 h 228695"/>
              <a:gd name="connsiteX30" fmla="*/ 228505 w 228504"/>
              <a:gd name="connsiteY30" fmla="*/ 0 h 228695"/>
              <a:gd name="connsiteX31" fmla="*/ 0 w 228504"/>
              <a:gd name="connsiteY31" fmla="*/ 0 h 228695"/>
              <a:gd name="connsiteX32" fmla="*/ 152019 w 228504"/>
              <a:gd name="connsiteY32" fmla="*/ 160306 h 228695"/>
              <a:gd name="connsiteX33" fmla="*/ 152019 w 228504"/>
              <a:gd name="connsiteY33" fmla="*/ 166783 h 228695"/>
              <a:gd name="connsiteX34" fmla="*/ 151829 w 228504"/>
              <a:gd name="connsiteY34" fmla="*/ 169831 h 228695"/>
              <a:gd name="connsiteX35" fmla="*/ 114014 w 228504"/>
              <a:gd name="connsiteY35" fmla="*/ 218408 h 228695"/>
              <a:gd name="connsiteX36" fmla="*/ 76676 w 228504"/>
              <a:gd name="connsiteY36" fmla="*/ 169831 h 228695"/>
              <a:gd name="connsiteX37" fmla="*/ 76486 w 228504"/>
              <a:gd name="connsiteY37" fmla="*/ 166402 h 228695"/>
              <a:gd name="connsiteX38" fmla="*/ 76486 w 228504"/>
              <a:gd name="connsiteY38" fmla="*/ 160306 h 228695"/>
              <a:gd name="connsiteX39" fmla="*/ 76581 w 228504"/>
              <a:gd name="connsiteY39" fmla="*/ 145066 h 228695"/>
              <a:gd name="connsiteX40" fmla="*/ 96012 w 228504"/>
              <a:gd name="connsiteY40" fmla="*/ 138113 h 228695"/>
              <a:gd name="connsiteX41" fmla="*/ 114490 w 228504"/>
              <a:gd name="connsiteY41" fmla="*/ 128683 h 228695"/>
              <a:gd name="connsiteX42" fmla="*/ 132683 w 228504"/>
              <a:gd name="connsiteY42" fmla="*/ 138208 h 228695"/>
              <a:gd name="connsiteX43" fmla="*/ 152114 w 228504"/>
              <a:gd name="connsiteY43" fmla="*/ 145447 h 228695"/>
              <a:gd name="connsiteX44" fmla="*/ 152019 w 228504"/>
              <a:gd name="connsiteY44" fmla="*/ 160306 h 228695"/>
              <a:gd name="connsiteX45" fmla="*/ 219075 w 228504"/>
              <a:gd name="connsiteY45" fmla="*/ 160306 h 228695"/>
              <a:gd name="connsiteX46" fmla="*/ 161449 w 228504"/>
              <a:gd name="connsiteY46" fmla="*/ 160306 h 228695"/>
              <a:gd name="connsiteX47" fmla="*/ 161544 w 228504"/>
              <a:gd name="connsiteY47" fmla="*/ 138208 h 228695"/>
              <a:gd name="connsiteX48" fmla="*/ 156972 w 228504"/>
              <a:gd name="connsiteY48" fmla="*/ 137065 h 228695"/>
              <a:gd name="connsiteX49" fmla="*/ 136398 w 228504"/>
              <a:gd name="connsiteY49" fmla="*/ 129635 h 228695"/>
              <a:gd name="connsiteX50" fmla="*/ 117538 w 228504"/>
              <a:gd name="connsiteY50" fmla="*/ 119539 h 228695"/>
              <a:gd name="connsiteX51" fmla="*/ 114300 w 228504"/>
              <a:gd name="connsiteY51" fmla="*/ 117443 h 228695"/>
              <a:gd name="connsiteX52" fmla="*/ 111062 w 228504"/>
              <a:gd name="connsiteY52" fmla="*/ 119539 h 228695"/>
              <a:gd name="connsiteX53" fmla="*/ 92107 w 228504"/>
              <a:gd name="connsiteY53" fmla="*/ 129445 h 228695"/>
              <a:gd name="connsiteX54" fmla="*/ 71533 w 228504"/>
              <a:gd name="connsiteY54" fmla="*/ 136588 h 228695"/>
              <a:gd name="connsiteX55" fmla="*/ 66961 w 228504"/>
              <a:gd name="connsiteY55" fmla="*/ 137731 h 228695"/>
              <a:gd name="connsiteX56" fmla="*/ 66865 w 228504"/>
              <a:gd name="connsiteY56" fmla="*/ 160401 h 228695"/>
              <a:gd name="connsiteX57" fmla="*/ 9620 w 228504"/>
              <a:gd name="connsiteY57" fmla="*/ 160401 h 228695"/>
              <a:gd name="connsiteX58" fmla="*/ 9620 w 228504"/>
              <a:gd name="connsiteY58" fmla="*/ 41910 h 228695"/>
              <a:gd name="connsiteX59" fmla="*/ 209169 w 228504"/>
              <a:gd name="connsiteY59" fmla="*/ 41910 h 228695"/>
              <a:gd name="connsiteX60" fmla="*/ 209169 w 228504"/>
              <a:gd name="connsiteY60" fmla="*/ 32385 h 228695"/>
              <a:gd name="connsiteX61" fmla="*/ 9620 w 228504"/>
              <a:gd name="connsiteY61" fmla="*/ 32385 h 228695"/>
              <a:gd name="connsiteX62" fmla="*/ 9620 w 228504"/>
              <a:gd name="connsiteY62" fmla="*/ 9525 h 228695"/>
              <a:gd name="connsiteX63" fmla="*/ 219170 w 228504"/>
              <a:gd name="connsiteY63" fmla="*/ 9525 h 228695"/>
              <a:gd name="connsiteX64" fmla="*/ 219170 w 228504"/>
              <a:gd name="connsiteY64" fmla="*/ 160306 h 228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228504" h="228695">
                <a:moveTo>
                  <a:pt x="23813" y="26956"/>
                </a:moveTo>
                <a:lnTo>
                  <a:pt x="23813" y="26956"/>
                </a:lnTo>
                <a:cubicBezTo>
                  <a:pt x="25813" y="26956"/>
                  <a:pt x="27337" y="25336"/>
                  <a:pt x="27337" y="23431"/>
                </a:cubicBezTo>
                <a:cubicBezTo>
                  <a:pt x="27337" y="21527"/>
                  <a:pt x="25717" y="19907"/>
                  <a:pt x="23813" y="19907"/>
                </a:cubicBezTo>
                <a:lnTo>
                  <a:pt x="23813" y="19907"/>
                </a:lnTo>
                <a:cubicBezTo>
                  <a:pt x="21907" y="19907"/>
                  <a:pt x="20288" y="21527"/>
                  <a:pt x="20288" y="23431"/>
                </a:cubicBezTo>
                <a:cubicBezTo>
                  <a:pt x="20288" y="25336"/>
                  <a:pt x="21907" y="26956"/>
                  <a:pt x="23813" y="26956"/>
                </a:cubicBezTo>
                <a:close/>
                <a:moveTo>
                  <a:pt x="35719" y="26956"/>
                </a:moveTo>
                <a:lnTo>
                  <a:pt x="35719" y="26956"/>
                </a:lnTo>
                <a:cubicBezTo>
                  <a:pt x="37719" y="26956"/>
                  <a:pt x="39243" y="25336"/>
                  <a:pt x="39243" y="23431"/>
                </a:cubicBezTo>
                <a:cubicBezTo>
                  <a:pt x="39243" y="21527"/>
                  <a:pt x="37624" y="19907"/>
                  <a:pt x="35719" y="19907"/>
                </a:cubicBezTo>
                <a:lnTo>
                  <a:pt x="35719" y="19907"/>
                </a:lnTo>
                <a:cubicBezTo>
                  <a:pt x="33814" y="19907"/>
                  <a:pt x="32195" y="21527"/>
                  <a:pt x="32195" y="23431"/>
                </a:cubicBezTo>
                <a:cubicBezTo>
                  <a:pt x="32195" y="25336"/>
                  <a:pt x="33718" y="26956"/>
                  <a:pt x="35719" y="26956"/>
                </a:cubicBezTo>
                <a:close/>
                <a:moveTo>
                  <a:pt x="47625" y="26956"/>
                </a:moveTo>
                <a:lnTo>
                  <a:pt x="47625" y="26956"/>
                </a:lnTo>
                <a:cubicBezTo>
                  <a:pt x="49625" y="26956"/>
                  <a:pt x="51149" y="25336"/>
                  <a:pt x="51149" y="23431"/>
                </a:cubicBezTo>
                <a:cubicBezTo>
                  <a:pt x="51149" y="21527"/>
                  <a:pt x="49530" y="19907"/>
                  <a:pt x="47625" y="19907"/>
                </a:cubicBezTo>
                <a:lnTo>
                  <a:pt x="47625" y="19907"/>
                </a:lnTo>
                <a:cubicBezTo>
                  <a:pt x="45720" y="19907"/>
                  <a:pt x="44101" y="21527"/>
                  <a:pt x="44101" y="23431"/>
                </a:cubicBezTo>
                <a:cubicBezTo>
                  <a:pt x="44005" y="25336"/>
                  <a:pt x="45625" y="26956"/>
                  <a:pt x="47625" y="26956"/>
                </a:cubicBezTo>
                <a:close/>
                <a:moveTo>
                  <a:pt x="0" y="0"/>
                </a:moveTo>
                <a:lnTo>
                  <a:pt x="0" y="169926"/>
                </a:lnTo>
                <a:lnTo>
                  <a:pt x="66961" y="169926"/>
                </a:lnTo>
                <a:cubicBezTo>
                  <a:pt x="68961" y="210884"/>
                  <a:pt x="109823" y="227171"/>
                  <a:pt x="111728" y="227933"/>
                </a:cubicBezTo>
                <a:lnTo>
                  <a:pt x="113729" y="228695"/>
                </a:lnTo>
                <a:lnTo>
                  <a:pt x="115729" y="228029"/>
                </a:lnTo>
                <a:lnTo>
                  <a:pt x="115729" y="228029"/>
                </a:lnTo>
                <a:cubicBezTo>
                  <a:pt x="122587" y="226123"/>
                  <a:pt x="159163" y="208788"/>
                  <a:pt x="161163" y="170021"/>
                </a:cubicBezTo>
                <a:lnTo>
                  <a:pt x="228505" y="170021"/>
                </a:lnTo>
                <a:lnTo>
                  <a:pt x="228505" y="0"/>
                </a:lnTo>
                <a:lnTo>
                  <a:pt x="0" y="0"/>
                </a:lnTo>
                <a:close/>
                <a:moveTo>
                  <a:pt x="152019" y="160306"/>
                </a:moveTo>
                <a:lnTo>
                  <a:pt x="152019" y="166783"/>
                </a:lnTo>
                <a:cubicBezTo>
                  <a:pt x="152019" y="167831"/>
                  <a:pt x="151924" y="168783"/>
                  <a:pt x="151829" y="169831"/>
                </a:cubicBezTo>
                <a:cubicBezTo>
                  <a:pt x="149828" y="202216"/>
                  <a:pt x="118872" y="216408"/>
                  <a:pt x="114014" y="218408"/>
                </a:cubicBezTo>
                <a:cubicBezTo>
                  <a:pt x="107347" y="215551"/>
                  <a:pt x="78486" y="201073"/>
                  <a:pt x="76676" y="169831"/>
                </a:cubicBezTo>
                <a:cubicBezTo>
                  <a:pt x="76581" y="168688"/>
                  <a:pt x="76486" y="167545"/>
                  <a:pt x="76486" y="166402"/>
                </a:cubicBezTo>
                <a:lnTo>
                  <a:pt x="76486" y="160306"/>
                </a:lnTo>
                <a:lnTo>
                  <a:pt x="76581" y="145066"/>
                </a:lnTo>
                <a:cubicBezTo>
                  <a:pt x="83248" y="143256"/>
                  <a:pt x="89821" y="140875"/>
                  <a:pt x="96012" y="138113"/>
                </a:cubicBezTo>
                <a:cubicBezTo>
                  <a:pt x="102394" y="135446"/>
                  <a:pt x="108585" y="132207"/>
                  <a:pt x="114490" y="128683"/>
                </a:cubicBezTo>
                <a:cubicBezTo>
                  <a:pt x="120396" y="132302"/>
                  <a:pt x="126492" y="135541"/>
                  <a:pt x="132683" y="138208"/>
                </a:cubicBezTo>
                <a:cubicBezTo>
                  <a:pt x="138970" y="141065"/>
                  <a:pt x="145447" y="143446"/>
                  <a:pt x="152114" y="145447"/>
                </a:cubicBezTo>
                <a:lnTo>
                  <a:pt x="152019" y="160306"/>
                </a:lnTo>
                <a:close/>
                <a:moveTo>
                  <a:pt x="219075" y="160306"/>
                </a:moveTo>
                <a:lnTo>
                  <a:pt x="161449" y="160306"/>
                </a:lnTo>
                <a:lnTo>
                  <a:pt x="161544" y="138208"/>
                </a:lnTo>
                <a:lnTo>
                  <a:pt x="156972" y="137065"/>
                </a:lnTo>
                <a:cubicBezTo>
                  <a:pt x="149923" y="135160"/>
                  <a:pt x="143065" y="132683"/>
                  <a:pt x="136398" y="129635"/>
                </a:cubicBezTo>
                <a:cubicBezTo>
                  <a:pt x="129921" y="126778"/>
                  <a:pt x="123539" y="123349"/>
                  <a:pt x="117538" y="119539"/>
                </a:cubicBezTo>
                <a:lnTo>
                  <a:pt x="114300" y="117443"/>
                </a:lnTo>
                <a:lnTo>
                  <a:pt x="111062" y="119539"/>
                </a:lnTo>
                <a:cubicBezTo>
                  <a:pt x="105061" y="123254"/>
                  <a:pt x="98679" y="126587"/>
                  <a:pt x="92107" y="129445"/>
                </a:cubicBezTo>
                <a:cubicBezTo>
                  <a:pt x="85439" y="132398"/>
                  <a:pt x="78486" y="134779"/>
                  <a:pt x="71533" y="136588"/>
                </a:cubicBezTo>
                <a:lnTo>
                  <a:pt x="66961" y="137731"/>
                </a:lnTo>
                <a:lnTo>
                  <a:pt x="66865" y="160401"/>
                </a:lnTo>
                <a:lnTo>
                  <a:pt x="9620" y="160401"/>
                </a:lnTo>
                <a:lnTo>
                  <a:pt x="9620" y="41910"/>
                </a:lnTo>
                <a:lnTo>
                  <a:pt x="209169" y="41910"/>
                </a:lnTo>
                <a:lnTo>
                  <a:pt x="209169" y="32385"/>
                </a:lnTo>
                <a:lnTo>
                  <a:pt x="9620" y="32385"/>
                </a:lnTo>
                <a:lnTo>
                  <a:pt x="9620" y="9525"/>
                </a:lnTo>
                <a:lnTo>
                  <a:pt x="219170" y="9525"/>
                </a:lnTo>
                <a:lnTo>
                  <a:pt x="219170" y="160306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30" name="Freeform: Shape 829">
            <a:extLst>
              <a:ext uri="{FF2B5EF4-FFF2-40B4-BE49-F238E27FC236}">
                <a16:creationId xmlns:a16="http://schemas.microsoft.com/office/drawing/2014/main" id="{05D224B3-DBA5-4D02-8C57-EE50C0D16BEB}"/>
              </a:ext>
            </a:extLst>
          </p:cNvPr>
          <p:cNvSpPr/>
          <p:nvPr/>
        </p:nvSpPr>
        <p:spPr>
          <a:xfrm>
            <a:off x="9641615" y="3783970"/>
            <a:ext cx="285689" cy="220218"/>
          </a:xfrm>
          <a:custGeom>
            <a:avLst/>
            <a:gdLst>
              <a:gd name="connsiteX0" fmla="*/ 156126 w 285689"/>
              <a:gd name="connsiteY0" fmla="*/ 151924 h 220218"/>
              <a:gd name="connsiteX1" fmla="*/ 92309 w 285689"/>
              <a:gd name="connsiteY1" fmla="*/ 151924 h 220218"/>
              <a:gd name="connsiteX2" fmla="*/ 92309 w 285689"/>
              <a:gd name="connsiteY2" fmla="*/ 161449 h 220218"/>
              <a:gd name="connsiteX3" fmla="*/ 156126 w 285689"/>
              <a:gd name="connsiteY3" fmla="*/ 161449 h 220218"/>
              <a:gd name="connsiteX4" fmla="*/ 156126 w 285689"/>
              <a:gd name="connsiteY4" fmla="*/ 151924 h 220218"/>
              <a:gd name="connsiteX5" fmla="*/ 285666 w 285689"/>
              <a:gd name="connsiteY5" fmla="*/ 112490 h 220218"/>
              <a:gd name="connsiteX6" fmla="*/ 246137 w 285689"/>
              <a:gd name="connsiteY6" fmla="*/ 60960 h 220218"/>
              <a:gd name="connsiteX7" fmla="*/ 185939 w 285689"/>
              <a:gd name="connsiteY7" fmla="*/ 0 h 220218"/>
              <a:gd name="connsiteX8" fmla="*/ 184415 w 285689"/>
              <a:gd name="connsiteY8" fmla="*/ 0 h 220218"/>
              <a:gd name="connsiteX9" fmla="*/ 127265 w 285689"/>
              <a:gd name="connsiteY9" fmla="*/ 41529 h 220218"/>
              <a:gd name="connsiteX10" fmla="*/ 105929 w 285689"/>
              <a:gd name="connsiteY10" fmla="*/ 36386 h 220218"/>
              <a:gd name="connsiteX11" fmla="*/ 104596 w 285689"/>
              <a:gd name="connsiteY11" fmla="*/ 36386 h 220218"/>
              <a:gd name="connsiteX12" fmla="*/ 53161 w 285689"/>
              <a:gd name="connsiteY12" fmla="*/ 78296 h 220218"/>
              <a:gd name="connsiteX13" fmla="*/ 42874 w 285689"/>
              <a:gd name="connsiteY13" fmla="*/ 76772 h 220218"/>
              <a:gd name="connsiteX14" fmla="*/ 41826 w 285689"/>
              <a:gd name="connsiteY14" fmla="*/ 76772 h 220218"/>
              <a:gd name="connsiteX15" fmla="*/ 11 w 285689"/>
              <a:gd name="connsiteY15" fmla="*/ 117729 h 220218"/>
              <a:gd name="connsiteX16" fmla="*/ 43731 w 285689"/>
              <a:gd name="connsiteY16" fmla="*/ 162592 h 220218"/>
              <a:gd name="connsiteX17" fmla="*/ 48684 w 285689"/>
              <a:gd name="connsiteY17" fmla="*/ 162687 h 220218"/>
              <a:gd name="connsiteX18" fmla="*/ 65543 w 285689"/>
              <a:gd name="connsiteY18" fmla="*/ 162687 h 220218"/>
              <a:gd name="connsiteX19" fmla="*/ 65543 w 285689"/>
              <a:gd name="connsiteY19" fmla="*/ 166116 h 220218"/>
              <a:gd name="connsiteX20" fmla="*/ 71449 w 285689"/>
              <a:gd name="connsiteY20" fmla="*/ 167640 h 220218"/>
              <a:gd name="connsiteX21" fmla="*/ 77545 w 285689"/>
              <a:gd name="connsiteY21" fmla="*/ 168974 h 220218"/>
              <a:gd name="connsiteX22" fmla="*/ 79545 w 285689"/>
              <a:gd name="connsiteY22" fmla="*/ 175546 h 220218"/>
              <a:gd name="connsiteX23" fmla="*/ 82117 w 285689"/>
              <a:gd name="connsiteY23" fmla="*/ 181547 h 220218"/>
              <a:gd name="connsiteX24" fmla="*/ 76402 w 285689"/>
              <a:gd name="connsiteY24" fmla="*/ 192405 h 220218"/>
              <a:gd name="connsiteX25" fmla="*/ 89546 w 285689"/>
              <a:gd name="connsiteY25" fmla="*/ 204978 h 220218"/>
              <a:gd name="connsiteX26" fmla="*/ 94785 w 285689"/>
              <a:gd name="connsiteY26" fmla="*/ 202025 h 220218"/>
              <a:gd name="connsiteX27" fmla="*/ 100405 w 285689"/>
              <a:gd name="connsiteY27" fmla="*/ 199263 h 220218"/>
              <a:gd name="connsiteX28" fmla="*/ 111740 w 285689"/>
              <a:gd name="connsiteY28" fmla="*/ 204407 h 220218"/>
              <a:gd name="connsiteX29" fmla="*/ 113359 w 285689"/>
              <a:gd name="connsiteY29" fmla="*/ 210407 h 220218"/>
              <a:gd name="connsiteX30" fmla="*/ 115169 w 285689"/>
              <a:gd name="connsiteY30" fmla="*/ 216408 h 220218"/>
              <a:gd name="connsiteX31" fmla="*/ 133361 w 285689"/>
              <a:gd name="connsiteY31" fmla="*/ 216408 h 220218"/>
              <a:gd name="connsiteX32" fmla="*/ 135266 w 285689"/>
              <a:gd name="connsiteY32" fmla="*/ 210026 h 220218"/>
              <a:gd name="connsiteX33" fmla="*/ 137457 w 285689"/>
              <a:gd name="connsiteY33" fmla="*/ 203835 h 220218"/>
              <a:gd name="connsiteX34" fmla="*/ 148887 w 285689"/>
              <a:gd name="connsiteY34" fmla="*/ 199263 h 220218"/>
              <a:gd name="connsiteX35" fmla="*/ 159745 w 285689"/>
              <a:gd name="connsiteY35" fmla="*/ 205550 h 220218"/>
              <a:gd name="connsiteX36" fmla="*/ 172795 w 285689"/>
              <a:gd name="connsiteY36" fmla="*/ 191929 h 220218"/>
              <a:gd name="connsiteX37" fmla="*/ 169556 w 285689"/>
              <a:gd name="connsiteY37" fmla="*/ 186881 h 220218"/>
              <a:gd name="connsiteX38" fmla="*/ 166508 w 285689"/>
              <a:gd name="connsiteY38" fmla="*/ 181547 h 220218"/>
              <a:gd name="connsiteX39" fmla="*/ 169556 w 285689"/>
              <a:gd name="connsiteY39" fmla="*/ 175736 h 220218"/>
              <a:gd name="connsiteX40" fmla="*/ 172223 w 285689"/>
              <a:gd name="connsiteY40" fmla="*/ 169640 h 220218"/>
              <a:gd name="connsiteX41" fmla="*/ 178034 w 285689"/>
              <a:gd name="connsiteY41" fmla="*/ 168307 h 220218"/>
              <a:gd name="connsiteX42" fmla="*/ 183653 w 285689"/>
              <a:gd name="connsiteY42" fmla="*/ 166783 h 220218"/>
              <a:gd name="connsiteX43" fmla="*/ 183653 w 285689"/>
              <a:gd name="connsiteY43" fmla="*/ 148019 h 220218"/>
              <a:gd name="connsiteX44" fmla="*/ 177748 w 285689"/>
              <a:gd name="connsiteY44" fmla="*/ 146495 h 220218"/>
              <a:gd name="connsiteX45" fmla="*/ 171652 w 285689"/>
              <a:gd name="connsiteY45" fmla="*/ 145161 h 220218"/>
              <a:gd name="connsiteX46" fmla="*/ 167080 w 285689"/>
              <a:gd name="connsiteY46" fmla="*/ 132683 h 220218"/>
              <a:gd name="connsiteX47" fmla="*/ 173366 w 285689"/>
              <a:gd name="connsiteY47" fmla="*/ 121825 h 220218"/>
              <a:gd name="connsiteX48" fmla="*/ 166699 w 285689"/>
              <a:gd name="connsiteY48" fmla="*/ 115348 h 220218"/>
              <a:gd name="connsiteX49" fmla="*/ 159745 w 285689"/>
              <a:gd name="connsiteY49" fmla="*/ 109252 h 220218"/>
              <a:gd name="connsiteX50" fmla="*/ 154412 w 285689"/>
              <a:gd name="connsiteY50" fmla="*/ 112205 h 220218"/>
              <a:gd name="connsiteX51" fmla="*/ 148887 w 285689"/>
              <a:gd name="connsiteY51" fmla="*/ 114967 h 220218"/>
              <a:gd name="connsiteX52" fmla="*/ 143362 w 285689"/>
              <a:gd name="connsiteY52" fmla="*/ 112109 h 220218"/>
              <a:gd name="connsiteX53" fmla="*/ 137457 w 285689"/>
              <a:gd name="connsiteY53" fmla="*/ 109823 h 220218"/>
              <a:gd name="connsiteX54" fmla="*/ 134028 w 285689"/>
              <a:gd name="connsiteY54" fmla="*/ 97822 h 220218"/>
              <a:gd name="connsiteX55" fmla="*/ 115835 w 285689"/>
              <a:gd name="connsiteY55" fmla="*/ 97822 h 220218"/>
              <a:gd name="connsiteX56" fmla="*/ 114121 w 285689"/>
              <a:gd name="connsiteY56" fmla="*/ 104013 h 220218"/>
              <a:gd name="connsiteX57" fmla="*/ 112406 w 285689"/>
              <a:gd name="connsiteY57" fmla="*/ 110395 h 220218"/>
              <a:gd name="connsiteX58" fmla="*/ 100500 w 285689"/>
              <a:gd name="connsiteY58" fmla="*/ 114967 h 220218"/>
              <a:gd name="connsiteX59" fmla="*/ 89642 w 285689"/>
              <a:gd name="connsiteY59" fmla="*/ 108680 h 220218"/>
              <a:gd name="connsiteX60" fmla="*/ 76497 w 285689"/>
              <a:gd name="connsiteY60" fmla="*/ 122301 h 220218"/>
              <a:gd name="connsiteX61" fmla="*/ 82784 w 285689"/>
              <a:gd name="connsiteY61" fmla="*/ 132683 h 220218"/>
              <a:gd name="connsiteX62" fmla="*/ 79831 w 285689"/>
              <a:gd name="connsiteY62" fmla="*/ 138589 h 220218"/>
              <a:gd name="connsiteX63" fmla="*/ 77069 w 285689"/>
              <a:gd name="connsiteY63" fmla="*/ 144590 h 220218"/>
              <a:gd name="connsiteX64" fmla="*/ 71258 w 285689"/>
              <a:gd name="connsiteY64" fmla="*/ 145923 h 220218"/>
              <a:gd name="connsiteX65" fmla="*/ 65639 w 285689"/>
              <a:gd name="connsiteY65" fmla="*/ 147447 h 220218"/>
              <a:gd name="connsiteX66" fmla="*/ 65639 w 285689"/>
              <a:gd name="connsiteY66" fmla="*/ 153067 h 220218"/>
              <a:gd name="connsiteX67" fmla="*/ 63734 w 285689"/>
              <a:gd name="connsiteY67" fmla="*/ 153067 h 220218"/>
              <a:gd name="connsiteX68" fmla="*/ 48779 w 285689"/>
              <a:gd name="connsiteY68" fmla="*/ 153067 h 220218"/>
              <a:gd name="connsiteX69" fmla="*/ 44112 w 285689"/>
              <a:gd name="connsiteY69" fmla="*/ 152972 h 220218"/>
              <a:gd name="connsiteX70" fmla="*/ 9632 w 285689"/>
              <a:gd name="connsiteY70" fmla="*/ 117824 h 220218"/>
              <a:gd name="connsiteX71" fmla="*/ 41921 w 285689"/>
              <a:gd name="connsiteY71" fmla="*/ 86201 h 220218"/>
              <a:gd name="connsiteX72" fmla="*/ 42778 w 285689"/>
              <a:gd name="connsiteY72" fmla="*/ 86201 h 220218"/>
              <a:gd name="connsiteX73" fmla="*/ 50780 w 285689"/>
              <a:gd name="connsiteY73" fmla="*/ 87344 h 220218"/>
              <a:gd name="connsiteX74" fmla="*/ 60495 w 285689"/>
              <a:gd name="connsiteY74" fmla="*/ 90011 h 220218"/>
              <a:gd name="connsiteX75" fmla="*/ 62591 w 285689"/>
              <a:gd name="connsiteY75" fmla="*/ 80201 h 220218"/>
              <a:gd name="connsiteX76" fmla="*/ 104691 w 285689"/>
              <a:gd name="connsiteY76" fmla="*/ 45815 h 220218"/>
              <a:gd name="connsiteX77" fmla="*/ 105739 w 285689"/>
              <a:gd name="connsiteY77" fmla="*/ 45815 h 220218"/>
              <a:gd name="connsiteX78" fmla="*/ 123265 w 285689"/>
              <a:gd name="connsiteY78" fmla="*/ 50006 h 220218"/>
              <a:gd name="connsiteX79" fmla="*/ 132504 w 285689"/>
              <a:gd name="connsiteY79" fmla="*/ 54483 h 220218"/>
              <a:gd name="connsiteX80" fmla="*/ 136219 w 285689"/>
              <a:gd name="connsiteY80" fmla="*/ 44863 h 220218"/>
              <a:gd name="connsiteX81" fmla="*/ 184511 w 285689"/>
              <a:gd name="connsiteY81" fmla="*/ 9430 h 220218"/>
              <a:gd name="connsiteX82" fmla="*/ 185844 w 285689"/>
              <a:gd name="connsiteY82" fmla="*/ 9430 h 220218"/>
              <a:gd name="connsiteX83" fmla="*/ 236708 w 285689"/>
              <a:gd name="connsiteY83" fmla="*/ 61722 h 220218"/>
              <a:gd name="connsiteX84" fmla="*/ 237470 w 285689"/>
              <a:gd name="connsiteY84" fmla="*/ 69628 h 220218"/>
              <a:gd name="connsiteX85" fmla="*/ 245280 w 285689"/>
              <a:gd name="connsiteY85" fmla="*/ 70390 h 220218"/>
              <a:gd name="connsiteX86" fmla="*/ 276236 w 285689"/>
              <a:gd name="connsiteY86" fmla="*/ 112205 h 220218"/>
              <a:gd name="connsiteX87" fmla="*/ 247376 w 285689"/>
              <a:gd name="connsiteY87" fmla="*/ 151829 h 220218"/>
              <a:gd name="connsiteX88" fmla="*/ 246423 w 285689"/>
              <a:gd name="connsiteY88" fmla="*/ 150876 h 220218"/>
              <a:gd name="connsiteX89" fmla="*/ 241661 w 285689"/>
              <a:gd name="connsiteY89" fmla="*/ 146685 h 220218"/>
              <a:gd name="connsiteX90" fmla="*/ 238041 w 285689"/>
              <a:gd name="connsiteY90" fmla="*/ 148685 h 220218"/>
              <a:gd name="connsiteX91" fmla="*/ 234231 w 285689"/>
              <a:gd name="connsiteY91" fmla="*/ 150590 h 220218"/>
              <a:gd name="connsiteX92" fmla="*/ 230421 w 285689"/>
              <a:gd name="connsiteY92" fmla="*/ 148685 h 220218"/>
              <a:gd name="connsiteX93" fmla="*/ 226420 w 285689"/>
              <a:gd name="connsiteY93" fmla="*/ 147066 h 220218"/>
              <a:gd name="connsiteX94" fmla="*/ 224039 w 285689"/>
              <a:gd name="connsiteY94" fmla="*/ 138875 h 220218"/>
              <a:gd name="connsiteX95" fmla="*/ 211562 w 285689"/>
              <a:gd name="connsiteY95" fmla="*/ 138875 h 220218"/>
              <a:gd name="connsiteX96" fmla="*/ 210323 w 285689"/>
              <a:gd name="connsiteY96" fmla="*/ 143161 h 220218"/>
              <a:gd name="connsiteX97" fmla="*/ 209085 w 285689"/>
              <a:gd name="connsiteY97" fmla="*/ 147542 h 220218"/>
              <a:gd name="connsiteX98" fmla="*/ 200894 w 285689"/>
              <a:gd name="connsiteY98" fmla="*/ 150686 h 220218"/>
              <a:gd name="connsiteX99" fmla="*/ 193464 w 285689"/>
              <a:gd name="connsiteY99" fmla="*/ 146399 h 220218"/>
              <a:gd name="connsiteX100" fmla="*/ 184415 w 285689"/>
              <a:gd name="connsiteY100" fmla="*/ 155734 h 220218"/>
              <a:gd name="connsiteX101" fmla="*/ 188702 w 285689"/>
              <a:gd name="connsiteY101" fmla="*/ 162782 h 220218"/>
              <a:gd name="connsiteX102" fmla="*/ 186701 w 285689"/>
              <a:gd name="connsiteY102" fmla="*/ 166783 h 220218"/>
              <a:gd name="connsiteX103" fmla="*/ 184796 w 285689"/>
              <a:gd name="connsiteY103" fmla="*/ 170879 h 220218"/>
              <a:gd name="connsiteX104" fmla="*/ 180796 w 285689"/>
              <a:gd name="connsiteY104" fmla="*/ 171831 h 220218"/>
              <a:gd name="connsiteX105" fmla="*/ 176891 w 285689"/>
              <a:gd name="connsiteY105" fmla="*/ 172879 h 220218"/>
              <a:gd name="connsiteX106" fmla="*/ 176891 w 285689"/>
              <a:gd name="connsiteY106" fmla="*/ 185738 h 220218"/>
              <a:gd name="connsiteX107" fmla="*/ 180891 w 285689"/>
              <a:gd name="connsiteY107" fmla="*/ 186785 h 220218"/>
              <a:gd name="connsiteX108" fmla="*/ 185082 w 285689"/>
              <a:gd name="connsiteY108" fmla="*/ 187738 h 220218"/>
              <a:gd name="connsiteX109" fmla="*/ 186416 w 285689"/>
              <a:gd name="connsiteY109" fmla="*/ 192215 h 220218"/>
              <a:gd name="connsiteX110" fmla="*/ 188130 w 285689"/>
              <a:gd name="connsiteY110" fmla="*/ 196310 h 220218"/>
              <a:gd name="connsiteX111" fmla="*/ 184225 w 285689"/>
              <a:gd name="connsiteY111" fmla="*/ 203740 h 220218"/>
              <a:gd name="connsiteX112" fmla="*/ 193274 w 285689"/>
              <a:gd name="connsiteY112" fmla="*/ 212408 h 220218"/>
              <a:gd name="connsiteX113" fmla="*/ 196893 w 285689"/>
              <a:gd name="connsiteY113" fmla="*/ 210407 h 220218"/>
              <a:gd name="connsiteX114" fmla="*/ 200798 w 285689"/>
              <a:gd name="connsiteY114" fmla="*/ 208502 h 220218"/>
              <a:gd name="connsiteX115" fmla="*/ 208609 w 285689"/>
              <a:gd name="connsiteY115" fmla="*/ 212027 h 220218"/>
              <a:gd name="connsiteX116" fmla="*/ 209752 w 285689"/>
              <a:gd name="connsiteY116" fmla="*/ 216122 h 220218"/>
              <a:gd name="connsiteX117" fmla="*/ 210990 w 285689"/>
              <a:gd name="connsiteY117" fmla="*/ 220218 h 220218"/>
              <a:gd name="connsiteX118" fmla="*/ 223468 w 285689"/>
              <a:gd name="connsiteY118" fmla="*/ 220218 h 220218"/>
              <a:gd name="connsiteX119" fmla="*/ 224801 w 285689"/>
              <a:gd name="connsiteY119" fmla="*/ 215837 h 220218"/>
              <a:gd name="connsiteX120" fmla="*/ 226230 w 285689"/>
              <a:gd name="connsiteY120" fmla="*/ 211550 h 220218"/>
              <a:gd name="connsiteX121" fmla="*/ 234041 w 285689"/>
              <a:gd name="connsiteY121" fmla="*/ 208407 h 220218"/>
              <a:gd name="connsiteX122" fmla="*/ 241470 w 285689"/>
              <a:gd name="connsiteY122" fmla="*/ 212693 h 220218"/>
              <a:gd name="connsiteX123" fmla="*/ 250424 w 285689"/>
              <a:gd name="connsiteY123" fmla="*/ 203359 h 220218"/>
              <a:gd name="connsiteX124" fmla="*/ 248233 w 285689"/>
              <a:gd name="connsiteY124" fmla="*/ 199930 h 220218"/>
              <a:gd name="connsiteX125" fmla="*/ 246137 w 285689"/>
              <a:gd name="connsiteY125" fmla="*/ 196310 h 220218"/>
              <a:gd name="connsiteX126" fmla="*/ 248233 w 285689"/>
              <a:gd name="connsiteY126" fmla="*/ 192310 h 220218"/>
              <a:gd name="connsiteX127" fmla="*/ 250043 w 285689"/>
              <a:gd name="connsiteY127" fmla="*/ 188119 h 220218"/>
              <a:gd name="connsiteX128" fmla="*/ 254043 w 285689"/>
              <a:gd name="connsiteY128" fmla="*/ 187166 h 220218"/>
              <a:gd name="connsiteX129" fmla="*/ 257853 w 285689"/>
              <a:gd name="connsiteY129" fmla="*/ 186119 h 220218"/>
              <a:gd name="connsiteX130" fmla="*/ 257853 w 285689"/>
              <a:gd name="connsiteY130" fmla="*/ 173260 h 220218"/>
              <a:gd name="connsiteX131" fmla="*/ 253853 w 285689"/>
              <a:gd name="connsiteY131" fmla="*/ 172212 h 220218"/>
              <a:gd name="connsiteX132" fmla="*/ 249662 w 285689"/>
              <a:gd name="connsiteY132" fmla="*/ 171260 h 220218"/>
              <a:gd name="connsiteX133" fmla="*/ 246518 w 285689"/>
              <a:gd name="connsiteY133" fmla="*/ 162687 h 220218"/>
              <a:gd name="connsiteX134" fmla="*/ 247376 w 285689"/>
              <a:gd name="connsiteY134" fmla="*/ 161354 h 220218"/>
              <a:gd name="connsiteX135" fmla="*/ 285666 w 285689"/>
              <a:gd name="connsiteY135" fmla="*/ 112490 h 220218"/>
              <a:gd name="connsiteX136" fmla="*/ 88784 w 285689"/>
              <a:gd name="connsiteY136" fmla="*/ 150209 h 220218"/>
              <a:gd name="connsiteX137" fmla="*/ 99071 w 285689"/>
              <a:gd name="connsiteY137" fmla="*/ 130397 h 220218"/>
              <a:gd name="connsiteX138" fmla="*/ 122027 w 285689"/>
              <a:gd name="connsiteY138" fmla="*/ 120587 h 220218"/>
              <a:gd name="connsiteX139" fmla="*/ 140600 w 285689"/>
              <a:gd name="connsiteY139" fmla="*/ 124111 h 220218"/>
              <a:gd name="connsiteX140" fmla="*/ 155174 w 285689"/>
              <a:gd name="connsiteY140" fmla="*/ 136017 h 220218"/>
              <a:gd name="connsiteX141" fmla="*/ 161936 w 285689"/>
              <a:gd name="connsiteY141" fmla="*/ 153734 h 220218"/>
              <a:gd name="connsiteX142" fmla="*/ 157364 w 285689"/>
              <a:gd name="connsiteY142" fmla="*/ 174784 h 220218"/>
              <a:gd name="connsiteX143" fmla="*/ 135838 w 285689"/>
              <a:gd name="connsiteY143" fmla="*/ 192119 h 220218"/>
              <a:gd name="connsiteX144" fmla="*/ 106596 w 285689"/>
              <a:gd name="connsiteY144" fmla="*/ 189643 h 220218"/>
              <a:gd name="connsiteX145" fmla="*/ 91356 w 285689"/>
              <a:gd name="connsiteY145" fmla="*/ 172688 h 220218"/>
              <a:gd name="connsiteX146" fmla="*/ 88784 w 285689"/>
              <a:gd name="connsiteY146" fmla="*/ 150209 h 220218"/>
              <a:gd name="connsiteX147" fmla="*/ 239946 w 285689"/>
              <a:gd name="connsiteY147" fmla="*/ 191738 h 220218"/>
              <a:gd name="connsiteX148" fmla="*/ 225182 w 285689"/>
              <a:gd name="connsiteY148" fmla="*/ 203549 h 220218"/>
              <a:gd name="connsiteX149" fmla="*/ 205085 w 285689"/>
              <a:gd name="connsiteY149" fmla="*/ 201835 h 220218"/>
              <a:gd name="connsiteX150" fmla="*/ 194607 w 285689"/>
              <a:gd name="connsiteY150" fmla="*/ 190214 h 220218"/>
              <a:gd name="connsiteX151" fmla="*/ 192893 w 285689"/>
              <a:gd name="connsiteY151" fmla="*/ 174879 h 220218"/>
              <a:gd name="connsiteX152" fmla="*/ 199941 w 285689"/>
              <a:gd name="connsiteY152" fmla="*/ 161258 h 220218"/>
              <a:gd name="connsiteX153" fmla="*/ 215657 w 285689"/>
              <a:gd name="connsiteY153" fmla="*/ 154496 h 220218"/>
              <a:gd name="connsiteX154" fmla="*/ 228326 w 285689"/>
              <a:gd name="connsiteY154" fmla="*/ 156972 h 220218"/>
              <a:gd name="connsiteX155" fmla="*/ 238327 w 285689"/>
              <a:gd name="connsiteY155" fmla="*/ 165164 h 220218"/>
              <a:gd name="connsiteX156" fmla="*/ 242994 w 285689"/>
              <a:gd name="connsiteY156" fmla="*/ 177260 h 220218"/>
              <a:gd name="connsiteX157" fmla="*/ 239946 w 285689"/>
              <a:gd name="connsiteY157" fmla="*/ 191738 h 2202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</a:cxnLst>
            <a:rect l="l" t="t" r="r" b="b"/>
            <a:pathLst>
              <a:path w="285689" h="220218">
                <a:moveTo>
                  <a:pt x="156126" y="151924"/>
                </a:moveTo>
                <a:lnTo>
                  <a:pt x="92309" y="151924"/>
                </a:lnTo>
                <a:lnTo>
                  <a:pt x="92309" y="161449"/>
                </a:lnTo>
                <a:lnTo>
                  <a:pt x="156126" y="161449"/>
                </a:lnTo>
                <a:lnTo>
                  <a:pt x="156126" y="151924"/>
                </a:lnTo>
                <a:close/>
                <a:moveTo>
                  <a:pt x="285666" y="112490"/>
                </a:moveTo>
                <a:cubicBezTo>
                  <a:pt x="286428" y="85535"/>
                  <a:pt x="268807" y="63151"/>
                  <a:pt x="246137" y="60960"/>
                </a:cubicBezTo>
                <a:cubicBezTo>
                  <a:pt x="242994" y="27337"/>
                  <a:pt x="217562" y="762"/>
                  <a:pt x="185939" y="0"/>
                </a:cubicBezTo>
                <a:lnTo>
                  <a:pt x="184415" y="0"/>
                </a:lnTo>
                <a:cubicBezTo>
                  <a:pt x="158888" y="0"/>
                  <a:pt x="136790" y="17050"/>
                  <a:pt x="127265" y="41529"/>
                </a:cubicBezTo>
                <a:cubicBezTo>
                  <a:pt x="120788" y="38386"/>
                  <a:pt x="113549" y="36671"/>
                  <a:pt x="105929" y="36386"/>
                </a:cubicBezTo>
                <a:lnTo>
                  <a:pt x="104596" y="36386"/>
                </a:lnTo>
                <a:cubicBezTo>
                  <a:pt x="79450" y="36386"/>
                  <a:pt x="58400" y="54197"/>
                  <a:pt x="53161" y="78296"/>
                </a:cubicBezTo>
                <a:cubicBezTo>
                  <a:pt x="49922" y="77343"/>
                  <a:pt x="46398" y="76867"/>
                  <a:pt x="42874" y="76772"/>
                </a:cubicBezTo>
                <a:lnTo>
                  <a:pt x="41826" y="76772"/>
                </a:lnTo>
                <a:cubicBezTo>
                  <a:pt x="19157" y="76772"/>
                  <a:pt x="487" y="94869"/>
                  <a:pt x="11" y="117729"/>
                </a:cubicBezTo>
                <a:cubicBezTo>
                  <a:pt x="-560" y="140875"/>
                  <a:pt x="20585" y="162020"/>
                  <a:pt x="43731" y="162592"/>
                </a:cubicBezTo>
                <a:cubicBezTo>
                  <a:pt x="44303" y="162592"/>
                  <a:pt x="46017" y="162687"/>
                  <a:pt x="48684" y="162687"/>
                </a:cubicBezTo>
                <a:lnTo>
                  <a:pt x="65543" y="162687"/>
                </a:lnTo>
                <a:lnTo>
                  <a:pt x="65543" y="166116"/>
                </a:lnTo>
                <a:cubicBezTo>
                  <a:pt x="66686" y="166307"/>
                  <a:pt x="68591" y="166878"/>
                  <a:pt x="71449" y="167640"/>
                </a:cubicBezTo>
                <a:cubicBezTo>
                  <a:pt x="73830" y="168307"/>
                  <a:pt x="75926" y="168783"/>
                  <a:pt x="77545" y="168974"/>
                </a:cubicBezTo>
                <a:cubicBezTo>
                  <a:pt x="77831" y="170879"/>
                  <a:pt x="78497" y="173069"/>
                  <a:pt x="79545" y="175546"/>
                </a:cubicBezTo>
                <a:cubicBezTo>
                  <a:pt x="81069" y="178880"/>
                  <a:pt x="81926" y="180880"/>
                  <a:pt x="82117" y="181547"/>
                </a:cubicBezTo>
                <a:cubicBezTo>
                  <a:pt x="78688" y="187547"/>
                  <a:pt x="76783" y="191167"/>
                  <a:pt x="76402" y="192405"/>
                </a:cubicBezTo>
                <a:cubicBezTo>
                  <a:pt x="83545" y="199739"/>
                  <a:pt x="87927" y="203930"/>
                  <a:pt x="89546" y="204978"/>
                </a:cubicBezTo>
                <a:cubicBezTo>
                  <a:pt x="90499" y="204502"/>
                  <a:pt x="92309" y="203549"/>
                  <a:pt x="94785" y="202025"/>
                </a:cubicBezTo>
                <a:cubicBezTo>
                  <a:pt x="96976" y="200692"/>
                  <a:pt x="98786" y="199835"/>
                  <a:pt x="100405" y="199263"/>
                </a:cubicBezTo>
                <a:cubicBezTo>
                  <a:pt x="100691" y="199454"/>
                  <a:pt x="104501" y="201168"/>
                  <a:pt x="111740" y="204407"/>
                </a:cubicBezTo>
                <a:cubicBezTo>
                  <a:pt x="112216" y="205550"/>
                  <a:pt x="112692" y="207550"/>
                  <a:pt x="113359" y="210407"/>
                </a:cubicBezTo>
                <a:cubicBezTo>
                  <a:pt x="113930" y="213074"/>
                  <a:pt x="114597" y="215075"/>
                  <a:pt x="115169" y="216408"/>
                </a:cubicBezTo>
                <a:lnTo>
                  <a:pt x="133361" y="216408"/>
                </a:lnTo>
                <a:cubicBezTo>
                  <a:pt x="133933" y="215265"/>
                  <a:pt x="134504" y="213170"/>
                  <a:pt x="135266" y="210026"/>
                </a:cubicBezTo>
                <a:cubicBezTo>
                  <a:pt x="135933" y="207169"/>
                  <a:pt x="136600" y="205073"/>
                  <a:pt x="137457" y="203835"/>
                </a:cubicBezTo>
                <a:cubicBezTo>
                  <a:pt x="141077" y="203168"/>
                  <a:pt x="144887" y="201644"/>
                  <a:pt x="148887" y="199263"/>
                </a:cubicBezTo>
                <a:cubicBezTo>
                  <a:pt x="152411" y="201644"/>
                  <a:pt x="156031" y="203835"/>
                  <a:pt x="159745" y="205550"/>
                </a:cubicBezTo>
                <a:cubicBezTo>
                  <a:pt x="167366" y="198025"/>
                  <a:pt x="171747" y="193548"/>
                  <a:pt x="172795" y="191929"/>
                </a:cubicBezTo>
                <a:cubicBezTo>
                  <a:pt x="171842" y="190691"/>
                  <a:pt x="170795" y="189071"/>
                  <a:pt x="169556" y="186881"/>
                </a:cubicBezTo>
                <a:cubicBezTo>
                  <a:pt x="167937" y="183928"/>
                  <a:pt x="166889" y="182213"/>
                  <a:pt x="166508" y="181547"/>
                </a:cubicBezTo>
                <a:cubicBezTo>
                  <a:pt x="167556" y="180404"/>
                  <a:pt x="168604" y="178499"/>
                  <a:pt x="169556" y="175736"/>
                </a:cubicBezTo>
                <a:cubicBezTo>
                  <a:pt x="170699" y="172688"/>
                  <a:pt x="171557" y="170593"/>
                  <a:pt x="172223" y="169640"/>
                </a:cubicBezTo>
                <a:cubicBezTo>
                  <a:pt x="173843" y="169450"/>
                  <a:pt x="175748" y="168974"/>
                  <a:pt x="178034" y="168307"/>
                </a:cubicBezTo>
                <a:cubicBezTo>
                  <a:pt x="180891" y="167450"/>
                  <a:pt x="182701" y="166973"/>
                  <a:pt x="183653" y="166783"/>
                </a:cubicBezTo>
                <a:lnTo>
                  <a:pt x="183653" y="148019"/>
                </a:lnTo>
                <a:cubicBezTo>
                  <a:pt x="182510" y="147828"/>
                  <a:pt x="180605" y="147257"/>
                  <a:pt x="177748" y="146495"/>
                </a:cubicBezTo>
                <a:cubicBezTo>
                  <a:pt x="175367" y="145733"/>
                  <a:pt x="173366" y="145352"/>
                  <a:pt x="171652" y="145161"/>
                </a:cubicBezTo>
                <a:cubicBezTo>
                  <a:pt x="171747" y="145923"/>
                  <a:pt x="170223" y="141732"/>
                  <a:pt x="167080" y="132683"/>
                </a:cubicBezTo>
                <a:cubicBezTo>
                  <a:pt x="168604" y="130493"/>
                  <a:pt x="170699" y="126873"/>
                  <a:pt x="173366" y="121825"/>
                </a:cubicBezTo>
                <a:cubicBezTo>
                  <a:pt x="172033" y="120682"/>
                  <a:pt x="169747" y="118586"/>
                  <a:pt x="166699" y="115348"/>
                </a:cubicBezTo>
                <a:cubicBezTo>
                  <a:pt x="164032" y="112490"/>
                  <a:pt x="161746" y="110395"/>
                  <a:pt x="159745" y="109252"/>
                </a:cubicBezTo>
                <a:cubicBezTo>
                  <a:pt x="158698" y="109728"/>
                  <a:pt x="156888" y="110681"/>
                  <a:pt x="154412" y="112205"/>
                </a:cubicBezTo>
                <a:cubicBezTo>
                  <a:pt x="152316" y="113633"/>
                  <a:pt x="150506" y="114491"/>
                  <a:pt x="148887" y="114967"/>
                </a:cubicBezTo>
                <a:cubicBezTo>
                  <a:pt x="147649" y="114014"/>
                  <a:pt x="145839" y="113062"/>
                  <a:pt x="143362" y="112109"/>
                </a:cubicBezTo>
                <a:cubicBezTo>
                  <a:pt x="140124" y="110871"/>
                  <a:pt x="138219" y="110109"/>
                  <a:pt x="137457" y="109823"/>
                </a:cubicBezTo>
                <a:cubicBezTo>
                  <a:pt x="135838" y="103442"/>
                  <a:pt x="134600" y="99441"/>
                  <a:pt x="134028" y="97822"/>
                </a:cubicBezTo>
                <a:lnTo>
                  <a:pt x="115835" y="97822"/>
                </a:lnTo>
                <a:cubicBezTo>
                  <a:pt x="115359" y="99441"/>
                  <a:pt x="114787" y="101537"/>
                  <a:pt x="114121" y="104013"/>
                </a:cubicBezTo>
                <a:cubicBezTo>
                  <a:pt x="113168" y="107537"/>
                  <a:pt x="112597" y="109633"/>
                  <a:pt x="112406" y="110395"/>
                </a:cubicBezTo>
                <a:cubicBezTo>
                  <a:pt x="111263" y="110490"/>
                  <a:pt x="107263" y="111919"/>
                  <a:pt x="100500" y="114967"/>
                </a:cubicBezTo>
                <a:cubicBezTo>
                  <a:pt x="98024" y="113062"/>
                  <a:pt x="94404" y="110966"/>
                  <a:pt x="89642" y="108680"/>
                </a:cubicBezTo>
                <a:cubicBezTo>
                  <a:pt x="82022" y="116205"/>
                  <a:pt x="77545" y="120777"/>
                  <a:pt x="76497" y="122301"/>
                </a:cubicBezTo>
                <a:cubicBezTo>
                  <a:pt x="77831" y="123825"/>
                  <a:pt x="79926" y="127254"/>
                  <a:pt x="82784" y="132683"/>
                </a:cubicBezTo>
                <a:cubicBezTo>
                  <a:pt x="81926" y="133922"/>
                  <a:pt x="80878" y="135922"/>
                  <a:pt x="79831" y="138589"/>
                </a:cubicBezTo>
                <a:cubicBezTo>
                  <a:pt x="78593" y="141637"/>
                  <a:pt x="77640" y="143637"/>
                  <a:pt x="77069" y="144590"/>
                </a:cubicBezTo>
                <a:cubicBezTo>
                  <a:pt x="75449" y="144780"/>
                  <a:pt x="73544" y="145256"/>
                  <a:pt x="71258" y="145923"/>
                </a:cubicBezTo>
                <a:cubicBezTo>
                  <a:pt x="68401" y="146780"/>
                  <a:pt x="66591" y="147257"/>
                  <a:pt x="65639" y="147447"/>
                </a:cubicBezTo>
                <a:lnTo>
                  <a:pt x="65639" y="153067"/>
                </a:lnTo>
                <a:cubicBezTo>
                  <a:pt x="65067" y="153067"/>
                  <a:pt x="64305" y="153067"/>
                  <a:pt x="63734" y="153067"/>
                </a:cubicBezTo>
                <a:lnTo>
                  <a:pt x="48779" y="153067"/>
                </a:lnTo>
                <a:cubicBezTo>
                  <a:pt x="46208" y="153067"/>
                  <a:pt x="44588" y="153067"/>
                  <a:pt x="44112" y="152972"/>
                </a:cubicBezTo>
                <a:cubicBezTo>
                  <a:pt x="25919" y="152495"/>
                  <a:pt x="9155" y="135446"/>
                  <a:pt x="9632" y="117824"/>
                </a:cubicBezTo>
                <a:cubicBezTo>
                  <a:pt x="10012" y="100394"/>
                  <a:pt x="24491" y="86201"/>
                  <a:pt x="41921" y="86201"/>
                </a:cubicBezTo>
                <a:lnTo>
                  <a:pt x="42778" y="86201"/>
                </a:lnTo>
                <a:cubicBezTo>
                  <a:pt x="45541" y="86297"/>
                  <a:pt x="48303" y="86678"/>
                  <a:pt x="50780" y="87344"/>
                </a:cubicBezTo>
                <a:lnTo>
                  <a:pt x="60495" y="90011"/>
                </a:lnTo>
                <a:lnTo>
                  <a:pt x="62591" y="80201"/>
                </a:lnTo>
                <a:cubicBezTo>
                  <a:pt x="66877" y="60293"/>
                  <a:pt x="84593" y="45815"/>
                  <a:pt x="104691" y="45815"/>
                </a:cubicBezTo>
                <a:lnTo>
                  <a:pt x="105739" y="45815"/>
                </a:lnTo>
                <a:cubicBezTo>
                  <a:pt x="112025" y="46006"/>
                  <a:pt x="117931" y="47435"/>
                  <a:pt x="123265" y="50006"/>
                </a:cubicBezTo>
                <a:lnTo>
                  <a:pt x="132504" y="54483"/>
                </a:lnTo>
                <a:lnTo>
                  <a:pt x="136219" y="44863"/>
                </a:lnTo>
                <a:cubicBezTo>
                  <a:pt x="144601" y="23336"/>
                  <a:pt x="163556" y="9430"/>
                  <a:pt x="184511" y="9430"/>
                </a:cubicBezTo>
                <a:lnTo>
                  <a:pt x="185844" y="9430"/>
                </a:lnTo>
                <a:cubicBezTo>
                  <a:pt x="212133" y="10001"/>
                  <a:pt x="234041" y="32576"/>
                  <a:pt x="236708" y="61722"/>
                </a:cubicBezTo>
                <a:lnTo>
                  <a:pt x="237470" y="69628"/>
                </a:lnTo>
                <a:lnTo>
                  <a:pt x="245280" y="70390"/>
                </a:lnTo>
                <a:cubicBezTo>
                  <a:pt x="263187" y="72104"/>
                  <a:pt x="276808" y="90392"/>
                  <a:pt x="276236" y="112205"/>
                </a:cubicBezTo>
                <a:cubicBezTo>
                  <a:pt x="275760" y="132207"/>
                  <a:pt x="263282" y="148781"/>
                  <a:pt x="247376" y="151829"/>
                </a:cubicBezTo>
                <a:cubicBezTo>
                  <a:pt x="246995" y="151448"/>
                  <a:pt x="246804" y="151257"/>
                  <a:pt x="246423" y="150876"/>
                </a:cubicBezTo>
                <a:cubicBezTo>
                  <a:pt x="244613" y="148876"/>
                  <a:pt x="242994" y="147542"/>
                  <a:pt x="241661" y="146685"/>
                </a:cubicBezTo>
                <a:cubicBezTo>
                  <a:pt x="240899" y="146971"/>
                  <a:pt x="239756" y="147638"/>
                  <a:pt x="238041" y="148685"/>
                </a:cubicBezTo>
                <a:cubicBezTo>
                  <a:pt x="236612" y="149638"/>
                  <a:pt x="235374" y="150209"/>
                  <a:pt x="234231" y="150590"/>
                </a:cubicBezTo>
                <a:cubicBezTo>
                  <a:pt x="233374" y="149924"/>
                  <a:pt x="232136" y="149257"/>
                  <a:pt x="230421" y="148685"/>
                </a:cubicBezTo>
                <a:cubicBezTo>
                  <a:pt x="228230" y="147828"/>
                  <a:pt x="226897" y="147352"/>
                  <a:pt x="226420" y="147066"/>
                </a:cubicBezTo>
                <a:cubicBezTo>
                  <a:pt x="225278" y="142685"/>
                  <a:pt x="224516" y="140018"/>
                  <a:pt x="224039" y="138875"/>
                </a:cubicBezTo>
                <a:lnTo>
                  <a:pt x="211562" y="138875"/>
                </a:lnTo>
                <a:cubicBezTo>
                  <a:pt x="211181" y="140018"/>
                  <a:pt x="210800" y="141351"/>
                  <a:pt x="210323" y="143161"/>
                </a:cubicBezTo>
                <a:cubicBezTo>
                  <a:pt x="209657" y="145542"/>
                  <a:pt x="209276" y="147066"/>
                  <a:pt x="209085" y="147542"/>
                </a:cubicBezTo>
                <a:cubicBezTo>
                  <a:pt x="208323" y="147542"/>
                  <a:pt x="205561" y="148590"/>
                  <a:pt x="200894" y="150686"/>
                </a:cubicBezTo>
                <a:cubicBezTo>
                  <a:pt x="199179" y="149352"/>
                  <a:pt x="196703" y="147923"/>
                  <a:pt x="193464" y="146399"/>
                </a:cubicBezTo>
                <a:cubicBezTo>
                  <a:pt x="188225" y="151543"/>
                  <a:pt x="185177" y="154686"/>
                  <a:pt x="184415" y="155734"/>
                </a:cubicBezTo>
                <a:cubicBezTo>
                  <a:pt x="185368" y="156782"/>
                  <a:pt x="186797" y="159163"/>
                  <a:pt x="188702" y="162782"/>
                </a:cubicBezTo>
                <a:cubicBezTo>
                  <a:pt x="188130" y="163640"/>
                  <a:pt x="187463" y="164973"/>
                  <a:pt x="186701" y="166783"/>
                </a:cubicBezTo>
                <a:cubicBezTo>
                  <a:pt x="185844" y="168878"/>
                  <a:pt x="185177" y="170212"/>
                  <a:pt x="184796" y="170879"/>
                </a:cubicBezTo>
                <a:cubicBezTo>
                  <a:pt x="183653" y="171069"/>
                  <a:pt x="182415" y="171355"/>
                  <a:pt x="180796" y="171831"/>
                </a:cubicBezTo>
                <a:cubicBezTo>
                  <a:pt x="178891" y="172403"/>
                  <a:pt x="177557" y="172784"/>
                  <a:pt x="176891" y="172879"/>
                </a:cubicBezTo>
                <a:lnTo>
                  <a:pt x="176891" y="185738"/>
                </a:lnTo>
                <a:cubicBezTo>
                  <a:pt x="177653" y="185928"/>
                  <a:pt x="178986" y="186214"/>
                  <a:pt x="180891" y="186785"/>
                </a:cubicBezTo>
                <a:cubicBezTo>
                  <a:pt x="182510" y="187262"/>
                  <a:pt x="183939" y="187547"/>
                  <a:pt x="185082" y="187738"/>
                </a:cubicBezTo>
                <a:cubicBezTo>
                  <a:pt x="185273" y="189071"/>
                  <a:pt x="185749" y="190595"/>
                  <a:pt x="186416" y="192215"/>
                </a:cubicBezTo>
                <a:cubicBezTo>
                  <a:pt x="187463" y="194501"/>
                  <a:pt x="188035" y="195834"/>
                  <a:pt x="188130" y="196310"/>
                </a:cubicBezTo>
                <a:cubicBezTo>
                  <a:pt x="185749" y="200406"/>
                  <a:pt x="184415" y="202883"/>
                  <a:pt x="184225" y="203740"/>
                </a:cubicBezTo>
                <a:cubicBezTo>
                  <a:pt x="189178" y="208788"/>
                  <a:pt x="192131" y="211646"/>
                  <a:pt x="193274" y="212408"/>
                </a:cubicBezTo>
                <a:cubicBezTo>
                  <a:pt x="193940" y="212122"/>
                  <a:pt x="195178" y="211455"/>
                  <a:pt x="196893" y="210407"/>
                </a:cubicBezTo>
                <a:cubicBezTo>
                  <a:pt x="198322" y="209455"/>
                  <a:pt x="199655" y="208883"/>
                  <a:pt x="200798" y="208502"/>
                </a:cubicBezTo>
                <a:cubicBezTo>
                  <a:pt x="200989" y="208693"/>
                  <a:pt x="203656" y="209836"/>
                  <a:pt x="208609" y="212027"/>
                </a:cubicBezTo>
                <a:cubicBezTo>
                  <a:pt x="208895" y="212789"/>
                  <a:pt x="209276" y="214217"/>
                  <a:pt x="209752" y="216122"/>
                </a:cubicBezTo>
                <a:cubicBezTo>
                  <a:pt x="210133" y="217932"/>
                  <a:pt x="210609" y="219361"/>
                  <a:pt x="210990" y="220218"/>
                </a:cubicBezTo>
                <a:lnTo>
                  <a:pt x="223468" y="220218"/>
                </a:lnTo>
                <a:cubicBezTo>
                  <a:pt x="223849" y="219456"/>
                  <a:pt x="224325" y="218027"/>
                  <a:pt x="224801" y="215837"/>
                </a:cubicBezTo>
                <a:cubicBezTo>
                  <a:pt x="225278" y="213836"/>
                  <a:pt x="225754" y="212408"/>
                  <a:pt x="226230" y="211550"/>
                </a:cubicBezTo>
                <a:cubicBezTo>
                  <a:pt x="228707" y="211074"/>
                  <a:pt x="231278" y="210026"/>
                  <a:pt x="234041" y="208407"/>
                </a:cubicBezTo>
                <a:cubicBezTo>
                  <a:pt x="236422" y="210026"/>
                  <a:pt x="238898" y="211550"/>
                  <a:pt x="241470" y="212693"/>
                </a:cubicBezTo>
                <a:cubicBezTo>
                  <a:pt x="246709" y="207550"/>
                  <a:pt x="249662" y="204407"/>
                  <a:pt x="250424" y="203359"/>
                </a:cubicBezTo>
                <a:cubicBezTo>
                  <a:pt x="249757" y="202502"/>
                  <a:pt x="249090" y="201359"/>
                  <a:pt x="248233" y="199930"/>
                </a:cubicBezTo>
                <a:cubicBezTo>
                  <a:pt x="247090" y="197930"/>
                  <a:pt x="246423" y="196691"/>
                  <a:pt x="246137" y="196310"/>
                </a:cubicBezTo>
                <a:cubicBezTo>
                  <a:pt x="246899" y="195548"/>
                  <a:pt x="247566" y="194215"/>
                  <a:pt x="248233" y="192310"/>
                </a:cubicBezTo>
                <a:cubicBezTo>
                  <a:pt x="248995" y="190214"/>
                  <a:pt x="249662" y="188786"/>
                  <a:pt x="250043" y="188119"/>
                </a:cubicBezTo>
                <a:cubicBezTo>
                  <a:pt x="251090" y="187928"/>
                  <a:pt x="252424" y="187643"/>
                  <a:pt x="254043" y="187166"/>
                </a:cubicBezTo>
                <a:cubicBezTo>
                  <a:pt x="255948" y="186595"/>
                  <a:pt x="257282" y="186214"/>
                  <a:pt x="257853" y="186119"/>
                </a:cubicBezTo>
                <a:lnTo>
                  <a:pt x="257853" y="173260"/>
                </a:lnTo>
                <a:cubicBezTo>
                  <a:pt x="257091" y="173069"/>
                  <a:pt x="255758" y="172784"/>
                  <a:pt x="253853" y="172212"/>
                </a:cubicBezTo>
                <a:cubicBezTo>
                  <a:pt x="252233" y="171736"/>
                  <a:pt x="250805" y="171450"/>
                  <a:pt x="249662" y="171260"/>
                </a:cubicBezTo>
                <a:cubicBezTo>
                  <a:pt x="249757" y="171831"/>
                  <a:pt x="248709" y="168974"/>
                  <a:pt x="246518" y="162687"/>
                </a:cubicBezTo>
                <a:cubicBezTo>
                  <a:pt x="246709" y="162306"/>
                  <a:pt x="247090" y="161735"/>
                  <a:pt x="247376" y="161354"/>
                </a:cubicBezTo>
                <a:cubicBezTo>
                  <a:pt x="268426" y="158401"/>
                  <a:pt x="285095" y="137827"/>
                  <a:pt x="285666" y="112490"/>
                </a:cubicBezTo>
                <a:close/>
                <a:moveTo>
                  <a:pt x="88784" y="150209"/>
                </a:moveTo>
                <a:cubicBezTo>
                  <a:pt x="90118" y="142304"/>
                  <a:pt x="93547" y="135636"/>
                  <a:pt x="99071" y="130397"/>
                </a:cubicBezTo>
                <a:cubicBezTo>
                  <a:pt x="105072" y="124587"/>
                  <a:pt x="112692" y="121253"/>
                  <a:pt x="122027" y="120587"/>
                </a:cubicBezTo>
                <a:cubicBezTo>
                  <a:pt x="128408" y="120110"/>
                  <a:pt x="134504" y="121253"/>
                  <a:pt x="140600" y="124111"/>
                </a:cubicBezTo>
                <a:cubicBezTo>
                  <a:pt x="146506" y="126873"/>
                  <a:pt x="151364" y="130874"/>
                  <a:pt x="155174" y="136017"/>
                </a:cubicBezTo>
                <a:cubicBezTo>
                  <a:pt x="159079" y="141351"/>
                  <a:pt x="161365" y="147257"/>
                  <a:pt x="161936" y="153734"/>
                </a:cubicBezTo>
                <a:cubicBezTo>
                  <a:pt x="162508" y="160782"/>
                  <a:pt x="160984" y="167831"/>
                  <a:pt x="157364" y="174784"/>
                </a:cubicBezTo>
                <a:cubicBezTo>
                  <a:pt x="152983" y="183166"/>
                  <a:pt x="145744" y="188881"/>
                  <a:pt x="135838" y="192119"/>
                </a:cubicBezTo>
                <a:cubicBezTo>
                  <a:pt x="125456" y="195453"/>
                  <a:pt x="115740" y="194596"/>
                  <a:pt x="106596" y="189643"/>
                </a:cubicBezTo>
                <a:cubicBezTo>
                  <a:pt x="99643" y="185833"/>
                  <a:pt x="94595" y="180213"/>
                  <a:pt x="91356" y="172688"/>
                </a:cubicBezTo>
                <a:cubicBezTo>
                  <a:pt x="88308" y="165354"/>
                  <a:pt x="87451" y="157925"/>
                  <a:pt x="88784" y="150209"/>
                </a:cubicBezTo>
                <a:close/>
                <a:moveTo>
                  <a:pt x="239946" y="191738"/>
                </a:moveTo>
                <a:cubicBezTo>
                  <a:pt x="236898" y="197453"/>
                  <a:pt x="232040" y="201454"/>
                  <a:pt x="225182" y="203549"/>
                </a:cubicBezTo>
                <a:cubicBezTo>
                  <a:pt x="218039" y="205835"/>
                  <a:pt x="211371" y="205264"/>
                  <a:pt x="205085" y="201835"/>
                </a:cubicBezTo>
                <a:cubicBezTo>
                  <a:pt x="200322" y="199263"/>
                  <a:pt x="196798" y="195358"/>
                  <a:pt x="194607" y="190214"/>
                </a:cubicBezTo>
                <a:cubicBezTo>
                  <a:pt x="192607" y="185357"/>
                  <a:pt x="192035" y="180213"/>
                  <a:pt x="192893" y="174879"/>
                </a:cubicBezTo>
                <a:cubicBezTo>
                  <a:pt x="193845" y="169450"/>
                  <a:pt x="196226" y="164878"/>
                  <a:pt x="199941" y="161258"/>
                </a:cubicBezTo>
                <a:cubicBezTo>
                  <a:pt x="204037" y="157258"/>
                  <a:pt x="209276" y="154972"/>
                  <a:pt x="215657" y="154496"/>
                </a:cubicBezTo>
                <a:cubicBezTo>
                  <a:pt x="220039" y="154115"/>
                  <a:pt x="224230" y="154972"/>
                  <a:pt x="228326" y="156972"/>
                </a:cubicBezTo>
                <a:cubicBezTo>
                  <a:pt x="232326" y="158877"/>
                  <a:pt x="235660" y="161544"/>
                  <a:pt x="238327" y="165164"/>
                </a:cubicBezTo>
                <a:cubicBezTo>
                  <a:pt x="240994" y="168878"/>
                  <a:pt x="242518" y="172879"/>
                  <a:pt x="242994" y="177260"/>
                </a:cubicBezTo>
                <a:cubicBezTo>
                  <a:pt x="243470" y="182118"/>
                  <a:pt x="242423" y="186976"/>
                  <a:pt x="239946" y="191738"/>
                </a:cubicBez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31" name="TextBox 830">
            <a:extLst>
              <a:ext uri="{FF2B5EF4-FFF2-40B4-BE49-F238E27FC236}">
                <a16:creationId xmlns:a16="http://schemas.microsoft.com/office/drawing/2014/main" id="{B23AB887-61E4-48B1-8325-5385FE6EC23E}"/>
              </a:ext>
            </a:extLst>
          </p:cNvPr>
          <p:cNvSpPr txBox="1"/>
          <p:nvPr/>
        </p:nvSpPr>
        <p:spPr>
          <a:xfrm>
            <a:off x="320113" y="1867338"/>
            <a:ext cx="615554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Public Cloud</a:t>
            </a:r>
          </a:p>
        </p:txBody>
      </p:sp>
      <p:sp>
        <p:nvSpPr>
          <p:cNvPr id="832" name="TextBox 831">
            <a:extLst>
              <a:ext uri="{FF2B5EF4-FFF2-40B4-BE49-F238E27FC236}">
                <a16:creationId xmlns:a16="http://schemas.microsoft.com/office/drawing/2014/main" id="{36A337D8-2E92-48E6-8046-31395A0E17B1}"/>
              </a:ext>
            </a:extLst>
          </p:cNvPr>
          <p:cNvSpPr txBox="1"/>
          <p:nvPr/>
        </p:nvSpPr>
        <p:spPr>
          <a:xfrm>
            <a:off x="248780" y="2633163"/>
            <a:ext cx="758221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Virtual Machine</a:t>
            </a:r>
          </a:p>
        </p:txBody>
      </p:sp>
      <p:sp>
        <p:nvSpPr>
          <p:cNvPr id="833" name="TextBox 832">
            <a:extLst>
              <a:ext uri="{FF2B5EF4-FFF2-40B4-BE49-F238E27FC236}">
                <a16:creationId xmlns:a16="http://schemas.microsoft.com/office/drawing/2014/main" id="{883B1ED4-C96A-484D-ABA6-B16789F5FB8F}"/>
              </a:ext>
            </a:extLst>
          </p:cNvPr>
          <p:cNvSpPr txBox="1"/>
          <p:nvPr/>
        </p:nvSpPr>
        <p:spPr>
          <a:xfrm>
            <a:off x="468391" y="3389243"/>
            <a:ext cx="31899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Folder</a:t>
            </a:r>
          </a:p>
        </p:txBody>
      </p:sp>
      <p:sp>
        <p:nvSpPr>
          <p:cNvPr id="834" name="TextBox 833">
            <a:extLst>
              <a:ext uri="{FF2B5EF4-FFF2-40B4-BE49-F238E27FC236}">
                <a16:creationId xmlns:a16="http://schemas.microsoft.com/office/drawing/2014/main" id="{C456C296-1DE2-4C05-84C7-464D1CBABB0A}"/>
              </a:ext>
            </a:extLst>
          </p:cNvPr>
          <p:cNvSpPr txBox="1"/>
          <p:nvPr/>
        </p:nvSpPr>
        <p:spPr>
          <a:xfrm>
            <a:off x="219926" y="4145918"/>
            <a:ext cx="7870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Code</a:t>
            </a:r>
            <a:r>
              <a:rPr lang="en-IN" sz="80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 </a:t>
            </a:r>
            <a:r>
              <a:rPr lang="en-IN" sz="800" spc="0" baseline="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Stream</a:t>
            </a:r>
          </a:p>
        </p:txBody>
      </p:sp>
      <p:sp>
        <p:nvSpPr>
          <p:cNvPr id="835" name="TextBox 834">
            <a:extLst>
              <a:ext uri="{FF2B5EF4-FFF2-40B4-BE49-F238E27FC236}">
                <a16:creationId xmlns:a16="http://schemas.microsoft.com/office/drawing/2014/main" id="{C38B071E-A699-4E1E-AE2F-5694A691B2C2}"/>
              </a:ext>
            </a:extLst>
          </p:cNvPr>
          <p:cNvSpPr txBox="1"/>
          <p:nvPr/>
        </p:nvSpPr>
        <p:spPr>
          <a:xfrm>
            <a:off x="372211" y="5078565"/>
            <a:ext cx="51135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 dirty="0" err="1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Wavefront</a:t>
            </a:r>
            <a:endParaRPr lang="en-IN" sz="800" spc="0" baseline="0" dirty="0">
              <a:solidFill>
                <a:srgbClr val="000000"/>
              </a:solidFill>
              <a:latin typeface="Metropolis-Regular"/>
              <a:sym typeface="Metropolis-Regular"/>
              <a:rtl val="0"/>
            </a:endParaRPr>
          </a:p>
        </p:txBody>
      </p:sp>
      <p:sp>
        <p:nvSpPr>
          <p:cNvPr id="836" name="TextBox 835">
            <a:extLst>
              <a:ext uri="{FF2B5EF4-FFF2-40B4-BE49-F238E27FC236}">
                <a16:creationId xmlns:a16="http://schemas.microsoft.com/office/drawing/2014/main" id="{50A0E0CC-8B08-4AC0-B105-FB1109E890C1}"/>
              </a:ext>
            </a:extLst>
          </p:cNvPr>
          <p:cNvSpPr txBox="1"/>
          <p:nvPr/>
        </p:nvSpPr>
        <p:spPr>
          <a:xfrm>
            <a:off x="526100" y="5919599"/>
            <a:ext cx="203582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PKS</a:t>
            </a:r>
          </a:p>
        </p:txBody>
      </p:sp>
      <p:sp>
        <p:nvSpPr>
          <p:cNvPr id="837" name="TextBox 836">
            <a:extLst>
              <a:ext uri="{FF2B5EF4-FFF2-40B4-BE49-F238E27FC236}">
                <a16:creationId xmlns:a16="http://schemas.microsoft.com/office/drawing/2014/main" id="{4C102B97-7202-4855-8CBE-7FEB64341240}"/>
              </a:ext>
            </a:extLst>
          </p:cNvPr>
          <p:cNvSpPr txBox="1"/>
          <p:nvPr/>
        </p:nvSpPr>
        <p:spPr>
          <a:xfrm>
            <a:off x="1646980" y="5919599"/>
            <a:ext cx="469680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Pulse IOT</a:t>
            </a:r>
          </a:p>
        </p:txBody>
      </p:sp>
      <p:sp>
        <p:nvSpPr>
          <p:cNvPr id="838" name="TextBox 837">
            <a:extLst>
              <a:ext uri="{FF2B5EF4-FFF2-40B4-BE49-F238E27FC236}">
                <a16:creationId xmlns:a16="http://schemas.microsoft.com/office/drawing/2014/main" id="{1A0BEDE9-62EC-47A1-BCEC-BAE34AC4C1B2}"/>
              </a:ext>
            </a:extLst>
          </p:cNvPr>
          <p:cNvSpPr txBox="1"/>
          <p:nvPr/>
        </p:nvSpPr>
        <p:spPr>
          <a:xfrm>
            <a:off x="2988878" y="5919599"/>
            <a:ext cx="331822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Pivotal</a:t>
            </a:r>
          </a:p>
        </p:txBody>
      </p:sp>
      <p:sp>
        <p:nvSpPr>
          <p:cNvPr id="839" name="TextBox 838">
            <a:extLst>
              <a:ext uri="{FF2B5EF4-FFF2-40B4-BE49-F238E27FC236}">
                <a16:creationId xmlns:a16="http://schemas.microsoft.com/office/drawing/2014/main" id="{C5C6BDCF-BDBA-4473-A8A6-A97AD61EB42F}"/>
              </a:ext>
            </a:extLst>
          </p:cNvPr>
          <p:cNvSpPr txBox="1"/>
          <p:nvPr/>
        </p:nvSpPr>
        <p:spPr>
          <a:xfrm>
            <a:off x="4218222" y="5919599"/>
            <a:ext cx="613951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Secure State</a:t>
            </a:r>
          </a:p>
        </p:txBody>
      </p:sp>
      <p:sp>
        <p:nvSpPr>
          <p:cNvPr id="840" name="TextBox 839">
            <a:extLst>
              <a:ext uri="{FF2B5EF4-FFF2-40B4-BE49-F238E27FC236}">
                <a16:creationId xmlns:a16="http://schemas.microsoft.com/office/drawing/2014/main" id="{244C42F7-4FDD-4256-AB4A-C494BEDCAEC4}"/>
              </a:ext>
            </a:extLst>
          </p:cNvPr>
          <p:cNvSpPr txBox="1"/>
          <p:nvPr/>
        </p:nvSpPr>
        <p:spPr>
          <a:xfrm>
            <a:off x="5301627" y="5919599"/>
            <a:ext cx="1142942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vRealize Service Broker</a:t>
            </a:r>
          </a:p>
        </p:txBody>
      </p:sp>
      <p:sp>
        <p:nvSpPr>
          <p:cNvPr id="842" name="TextBox 841">
            <a:extLst>
              <a:ext uri="{FF2B5EF4-FFF2-40B4-BE49-F238E27FC236}">
                <a16:creationId xmlns:a16="http://schemas.microsoft.com/office/drawing/2014/main" id="{C97FE832-70B4-41D1-B206-520DBED133CF}"/>
              </a:ext>
            </a:extLst>
          </p:cNvPr>
          <p:cNvSpPr txBox="1"/>
          <p:nvPr/>
        </p:nvSpPr>
        <p:spPr>
          <a:xfrm>
            <a:off x="6669850" y="5919599"/>
            <a:ext cx="973023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vSphere Replication</a:t>
            </a:r>
          </a:p>
        </p:txBody>
      </p:sp>
      <p:sp>
        <p:nvSpPr>
          <p:cNvPr id="843" name="TextBox 842">
            <a:extLst>
              <a:ext uri="{FF2B5EF4-FFF2-40B4-BE49-F238E27FC236}">
                <a16:creationId xmlns:a16="http://schemas.microsoft.com/office/drawing/2014/main" id="{DE930777-3361-4479-B72C-2104B4F4C704}"/>
              </a:ext>
            </a:extLst>
          </p:cNvPr>
          <p:cNvSpPr txBox="1"/>
          <p:nvPr/>
        </p:nvSpPr>
        <p:spPr>
          <a:xfrm>
            <a:off x="8269839" y="5919599"/>
            <a:ext cx="31899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NSX-T</a:t>
            </a:r>
          </a:p>
        </p:txBody>
      </p:sp>
      <p:sp>
        <p:nvSpPr>
          <p:cNvPr id="844" name="TextBox 843">
            <a:extLst>
              <a:ext uri="{FF2B5EF4-FFF2-40B4-BE49-F238E27FC236}">
                <a16:creationId xmlns:a16="http://schemas.microsoft.com/office/drawing/2014/main" id="{DBB52A88-25E7-4D71-BF6D-194375ABCF00}"/>
              </a:ext>
            </a:extLst>
          </p:cNvPr>
          <p:cNvSpPr txBox="1"/>
          <p:nvPr/>
        </p:nvSpPr>
        <p:spPr>
          <a:xfrm>
            <a:off x="9677859" y="5919599"/>
            <a:ext cx="213200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NSX</a:t>
            </a:r>
          </a:p>
        </p:txBody>
      </p:sp>
      <p:sp>
        <p:nvSpPr>
          <p:cNvPr id="845" name="TextBox 844">
            <a:extLst>
              <a:ext uri="{FF2B5EF4-FFF2-40B4-BE49-F238E27FC236}">
                <a16:creationId xmlns:a16="http://schemas.microsoft.com/office/drawing/2014/main" id="{87FC0208-A020-46DE-889E-9AA379790843}"/>
              </a:ext>
            </a:extLst>
          </p:cNvPr>
          <p:cNvSpPr txBox="1"/>
          <p:nvPr/>
        </p:nvSpPr>
        <p:spPr>
          <a:xfrm>
            <a:off x="11160910" y="5919599"/>
            <a:ext cx="333426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NSX-V</a:t>
            </a:r>
          </a:p>
        </p:txBody>
      </p:sp>
      <p:sp>
        <p:nvSpPr>
          <p:cNvPr id="846" name="TextBox 845">
            <a:extLst>
              <a:ext uri="{FF2B5EF4-FFF2-40B4-BE49-F238E27FC236}">
                <a16:creationId xmlns:a16="http://schemas.microsoft.com/office/drawing/2014/main" id="{053DD4CE-746C-4DE7-8658-42219BF96246}"/>
              </a:ext>
            </a:extLst>
          </p:cNvPr>
          <p:cNvSpPr txBox="1"/>
          <p:nvPr/>
        </p:nvSpPr>
        <p:spPr>
          <a:xfrm>
            <a:off x="1527557" y="5078565"/>
            <a:ext cx="708527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Cloud Director</a:t>
            </a:r>
          </a:p>
        </p:txBody>
      </p:sp>
      <p:sp>
        <p:nvSpPr>
          <p:cNvPr id="847" name="TextBox 846">
            <a:extLst>
              <a:ext uri="{FF2B5EF4-FFF2-40B4-BE49-F238E27FC236}">
                <a16:creationId xmlns:a16="http://schemas.microsoft.com/office/drawing/2014/main" id="{3A659C0C-C6EB-4027-8272-A03412940A7F}"/>
              </a:ext>
            </a:extLst>
          </p:cNvPr>
          <p:cNvSpPr txBox="1"/>
          <p:nvPr/>
        </p:nvSpPr>
        <p:spPr>
          <a:xfrm>
            <a:off x="2631408" y="5078565"/>
            <a:ext cx="1046761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vRealize Orchestrator</a:t>
            </a:r>
          </a:p>
        </p:txBody>
      </p:sp>
      <p:sp>
        <p:nvSpPr>
          <p:cNvPr id="848" name="TextBox 847">
            <a:extLst>
              <a:ext uri="{FF2B5EF4-FFF2-40B4-BE49-F238E27FC236}">
                <a16:creationId xmlns:a16="http://schemas.microsoft.com/office/drawing/2014/main" id="{B95023D7-E1BE-4892-AF27-FFAC1021FC28}"/>
              </a:ext>
            </a:extLst>
          </p:cNvPr>
          <p:cNvSpPr txBox="1"/>
          <p:nvPr/>
        </p:nvSpPr>
        <p:spPr>
          <a:xfrm>
            <a:off x="4363294" y="5078565"/>
            <a:ext cx="323807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vROps</a:t>
            </a:r>
          </a:p>
        </p:txBody>
      </p:sp>
      <p:sp>
        <p:nvSpPr>
          <p:cNvPr id="849" name="TextBox 848">
            <a:extLst>
              <a:ext uri="{FF2B5EF4-FFF2-40B4-BE49-F238E27FC236}">
                <a16:creationId xmlns:a16="http://schemas.microsoft.com/office/drawing/2014/main" id="{82322249-D0F1-46CF-AC9A-10B9B4555051}"/>
              </a:ext>
            </a:extLst>
          </p:cNvPr>
          <p:cNvSpPr txBox="1"/>
          <p:nvPr/>
        </p:nvSpPr>
        <p:spPr>
          <a:xfrm>
            <a:off x="5481159" y="5078565"/>
            <a:ext cx="783869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vcloud extender</a:t>
            </a:r>
          </a:p>
        </p:txBody>
      </p:sp>
      <p:sp>
        <p:nvSpPr>
          <p:cNvPr id="850" name="TextBox 849">
            <a:extLst>
              <a:ext uri="{FF2B5EF4-FFF2-40B4-BE49-F238E27FC236}">
                <a16:creationId xmlns:a16="http://schemas.microsoft.com/office/drawing/2014/main" id="{69EC71F5-11FC-457C-AB60-3314CC1553B6}"/>
              </a:ext>
            </a:extLst>
          </p:cNvPr>
          <p:cNvSpPr txBox="1"/>
          <p:nvPr/>
        </p:nvSpPr>
        <p:spPr>
          <a:xfrm>
            <a:off x="6669848" y="5078565"/>
            <a:ext cx="973023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vRealize Log Insight</a:t>
            </a:r>
          </a:p>
        </p:txBody>
      </p:sp>
      <p:sp>
        <p:nvSpPr>
          <p:cNvPr id="851" name="TextBox 850">
            <a:extLst>
              <a:ext uri="{FF2B5EF4-FFF2-40B4-BE49-F238E27FC236}">
                <a16:creationId xmlns:a16="http://schemas.microsoft.com/office/drawing/2014/main" id="{72CB75B0-8BCA-4E7F-AE9C-2E332F1FEE3E}"/>
              </a:ext>
            </a:extLst>
          </p:cNvPr>
          <p:cNvSpPr txBox="1"/>
          <p:nvPr/>
        </p:nvSpPr>
        <p:spPr>
          <a:xfrm>
            <a:off x="7923593" y="5078565"/>
            <a:ext cx="1011495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 dirty="0" err="1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vREalize</a:t>
            </a:r>
            <a:r>
              <a:rPr lang="en-IN" sz="800" spc="0" baseline="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 Cost Insight</a:t>
            </a:r>
          </a:p>
        </p:txBody>
      </p:sp>
      <p:sp>
        <p:nvSpPr>
          <p:cNvPr id="852" name="TextBox 851">
            <a:extLst>
              <a:ext uri="{FF2B5EF4-FFF2-40B4-BE49-F238E27FC236}">
                <a16:creationId xmlns:a16="http://schemas.microsoft.com/office/drawing/2014/main" id="{ECDA0023-8111-4BFA-AFFA-080C808ED6C0}"/>
              </a:ext>
            </a:extLst>
          </p:cNvPr>
          <p:cNvSpPr txBox="1"/>
          <p:nvPr/>
        </p:nvSpPr>
        <p:spPr>
          <a:xfrm>
            <a:off x="9545612" y="5078565"/>
            <a:ext cx="477695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Discovery</a:t>
            </a:r>
          </a:p>
        </p:txBody>
      </p:sp>
      <p:sp>
        <p:nvSpPr>
          <p:cNvPr id="853" name="TextBox 852">
            <a:extLst>
              <a:ext uri="{FF2B5EF4-FFF2-40B4-BE49-F238E27FC236}">
                <a16:creationId xmlns:a16="http://schemas.microsoft.com/office/drawing/2014/main" id="{570397E7-1752-42F3-B2C5-7D2773D90868}"/>
              </a:ext>
            </a:extLst>
          </p:cNvPr>
          <p:cNvSpPr txBox="1"/>
          <p:nvPr/>
        </p:nvSpPr>
        <p:spPr>
          <a:xfrm>
            <a:off x="11217818" y="5078565"/>
            <a:ext cx="219612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HCX</a:t>
            </a:r>
          </a:p>
        </p:txBody>
      </p:sp>
      <p:sp>
        <p:nvSpPr>
          <p:cNvPr id="854" name="TextBox 853">
            <a:extLst>
              <a:ext uri="{FF2B5EF4-FFF2-40B4-BE49-F238E27FC236}">
                <a16:creationId xmlns:a16="http://schemas.microsoft.com/office/drawing/2014/main" id="{4A25620E-47BE-4DCD-88C1-89E741B8CE34}"/>
              </a:ext>
            </a:extLst>
          </p:cNvPr>
          <p:cNvSpPr txBox="1"/>
          <p:nvPr/>
        </p:nvSpPr>
        <p:spPr>
          <a:xfrm>
            <a:off x="1488283" y="4145918"/>
            <a:ext cx="787075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Cloud Assembly</a:t>
            </a:r>
          </a:p>
        </p:txBody>
      </p:sp>
      <p:sp>
        <p:nvSpPr>
          <p:cNvPr id="855" name="TextBox 854">
            <a:extLst>
              <a:ext uri="{FF2B5EF4-FFF2-40B4-BE49-F238E27FC236}">
                <a16:creationId xmlns:a16="http://schemas.microsoft.com/office/drawing/2014/main" id="{F732F893-4B5B-43E2-A932-AFD374D481BD}"/>
              </a:ext>
            </a:extLst>
          </p:cNvPr>
          <p:cNvSpPr txBox="1"/>
          <p:nvPr/>
        </p:nvSpPr>
        <p:spPr>
          <a:xfrm>
            <a:off x="2977656" y="4145918"/>
            <a:ext cx="354264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vShield</a:t>
            </a:r>
          </a:p>
        </p:txBody>
      </p:sp>
      <p:sp>
        <p:nvSpPr>
          <p:cNvPr id="856" name="TextBox 855">
            <a:extLst>
              <a:ext uri="{FF2B5EF4-FFF2-40B4-BE49-F238E27FC236}">
                <a16:creationId xmlns:a16="http://schemas.microsoft.com/office/drawing/2014/main" id="{11440E2F-81EB-478C-B1B1-3617E39B6A9E}"/>
              </a:ext>
            </a:extLst>
          </p:cNvPr>
          <p:cNvSpPr txBox="1"/>
          <p:nvPr/>
        </p:nvSpPr>
        <p:spPr>
          <a:xfrm>
            <a:off x="4341653" y="4145918"/>
            <a:ext cx="36708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Identity</a:t>
            </a:r>
          </a:p>
        </p:txBody>
      </p:sp>
      <p:sp>
        <p:nvSpPr>
          <p:cNvPr id="857" name="TextBox 856">
            <a:extLst>
              <a:ext uri="{FF2B5EF4-FFF2-40B4-BE49-F238E27FC236}">
                <a16:creationId xmlns:a16="http://schemas.microsoft.com/office/drawing/2014/main" id="{F53BBF19-F1C4-494D-9A06-8FFE37114223}"/>
              </a:ext>
            </a:extLst>
          </p:cNvPr>
          <p:cNvSpPr txBox="1"/>
          <p:nvPr/>
        </p:nvSpPr>
        <p:spPr>
          <a:xfrm>
            <a:off x="5635048" y="4145918"/>
            <a:ext cx="476092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Keyboard</a:t>
            </a:r>
          </a:p>
        </p:txBody>
      </p:sp>
      <p:sp>
        <p:nvSpPr>
          <p:cNvPr id="858" name="TextBox 857">
            <a:extLst>
              <a:ext uri="{FF2B5EF4-FFF2-40B4-BE49-F238E27FC236}">
                <a16:creationId xmlns:a16="http://schemas.microsoft.com/office/drawing/2014/main" id="{DBD94208-F100-4A92-85FF-20FA3BABD95A}"/>
              </a:ext>
            </a:extLst>
          </p:cNvPr>
          <p:cNvSpPr txBox="1"/>
          <p:nvPr/>
        </p:nvSpPr>
        <p:spPr>
          <a:xfrm>
            <a:off x="6994455" y="4145918"/>
            <a:ext cx="32380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Mouse</a:t>
            </a:r>
          </a:p>
        </p:txBody>
      </p:sp>
      <p:sp>
        <p:nvSpPr>
          <p:cNvPr id="859" name="TextBox 858">
            <a:extLst>
              <a:ext uri="{FF2B5EF4-FFF2-40B4-BE49-F238E27FC236}">
                <a16:creationId xmlns:a16="http://schemas.microsoft.com/office/drawing/2014/main" id="{63BFC814-F761-41D6-806F-0A85CCDC11B9}"/>
              </a:ext>
            </a:extLst>
          </p:cNvPr>
          <p:cNvSpPr txBox="1"/>
          <p:nvPr/>
        </p:nvSpPr>
        <p:spPr>
          <a:xfrm>
            <a:off x="8293884" y="4145918"/>
            <a:ext cx="27090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Wi-Fi</a:t>
            </a:r>
          </a:p>
        </p:txBody>
      </p:sp>
      <p:sp>
        <p:nvSpPr>
          <p:cNvPr id="860" name="TextBox 859">
            <a:extLst>
              <a:ext uri="{FF2B5EF4-FFF2-40B4-BE49-F238E27FC236}">
                <a16:creationId xmlns:a16="http://schemas.microsoft.com/office/drawing/2014/main" id="{AC0D6A0A-3568-4885-913D-9AFCF7A1D8FB}"/>
              </a:ext>
            </a:extLst>
          </p:cNvPr>
          <p:cNvSpPr txBox="1"/>
          <p:nvPr/>
        </p:nvSpPr>
        <p:spPr>
          <a:xfrm>
            <a:off x="9640189" y="4040030"/>
            <a:ext cx="288541" cy="5770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375" spc="0" baseline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On-demand </a:t>
            </a:r>
          </a:p>
        </p:txBody>
      </p:sp>
      <p:sp>
        <p:nvSpPr>
          <p:cNvPr id="861" name="TextBox 860">
            <a:extLst>
              <a:ext uri="{FF2B5EF4-FFF2-40B4-BE49-F238E27FC236}">
                <a16:creationId xmlns:a16="http://schemas.microsoft.com/office/drawing/2014/main" id="{7156E03D-FD6A-45A0-B50B-03BBB2029AE8}"/>
              </a:ext>
            </a:extLst>
          </p:cNvPr>
          <p:cNvSpPr txBox="1"/>
          <p:nvPr/>
        </p:nvSpPr>
        <p:spPr>
          <a:xfrm>
            <a:off x="9507941" y="4145918"/>
            <a:ext cx="553037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self-service</a:t>
            </a:r>
          </a:p>
        </p:txBody>
      </p:sp>
      <p:sp>
        <p:nvSpPr>
          <p:cNvPr id="862" name="TextBox 861">
            <a:extLst>
              <a:ext uri="{FF2B5EF4-FFF2-40B4-BE49-F238E27FC236}">
                <a16:creationId xmlns:a16="http://schemas.microsoft.com/office/drawing/2014/main" id="{4FBF5BE1-EA56-46BB-AFC2-B2F4B3AD92B5}"/>
              </a:ext>
            </a:extLst>
          </p:cNvPr>
          <p:cNvSpPr txBox="1"/>
          <p:nvPr/>
        </p:nvSpPr>
        <p:spPr>
          <a:xfrm>
            <a:off x="11239457" y="4145918"/>
            <a:ext cx="176330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File</a:t>
            </a:r>
          </a:p>
        </p:txBody>
      </p:sp>
      <p:sp>
        <p:nvSpPr>
          <p:cNvPr id="863" name="TextBox 862">
            <a:extLst>
              <a:ext uri="{FF2B5EF4-FFF2-40B4-BE49-F238E27FC236}">
                <a16:creationId xmlns:a16="http://schemas.microsoft.com/office/drawing/2014/main" id="{DE303972-5014-4259-AD8D-C732AADCF8CA}"/>
              </a:ext>
            </a:extLst>
          </p:cNvPr>
          <p:cNvSpPr txBox="1"/>
          <p:nvPr/>
        </p:nvSpPr>
        <p:spPr>
          <a:xfrm>
            <a:off x="1768808" y="3389243"/>
            <a:ext cx="226024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User</a:t>
            </a:r>
          </a:p>
        </p:txBody>
      </p:sp>
      <p:sp>
        <p:nvSpPr>
          <p:cNvPr id="864" name="TextBox 863">
            <a:extLst>
              <a:ext uri="{FF2B5EF4-FFF2-40B4-BE49-F238E27FC236}">
                <a16:creationId xmlns:a16="http://schemas.microsoft.com/office/drawing/2014/main" id="{4944CF8B-F8F5-49A9-8F9A-5B1DEDC540EA}"/>
              </a:ext>
            </a:extLst>
          </p:cNvPr>
          <p:cNvSpPr txBox="1"/>
          <p:nvPr/>
        </p:nvSpPr>
        <p:spPr>
          <a:xfrm>
            <a:off x="3001702" y="3389243"/>
            <a:ext cx="306174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Group</a:t>
            </a:r>
          </a:p>
        </p:txBody>
      </p:sp>
      <p:sp>
        <p:nvSpPr>
          <p:cNvPr id="865" name="TextBox 864">
            <a:extLst>
              <a:ext uri="{FF2B5EF4-FFF2-40B4-BE49-F238E27FC236}">
                <a16:creationId xmlns:a16="http://schemas.microsoft.com/office/drawing/2014/main" id="{376ADD65-B6F5-48D7-BD98-3DD5F071EE7F}"/>
              </a:ext>
            </a:extLst>
          </p:cNvPr>
          <p:cNvSpPr txBox="1"/>
          <p:nvPr/>
        </p:nvSpPr>
        <p:spPr>
          <a:xfrm>
            <a:off x="4180552" y="3389243"/>
            <a:ext cx="689291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Local Building</a:t>
            </a:r>
          </a:p>
        </p:txBody>
      </p:sp>
      <p:sp>
        <p:nvSpPr>
          <p:cNvPr id="866" name="TextBox 865">
            <a:extLst>
              <a:ext uri="{FF2B5EF4-FFF2-40B4-BE49-F238E27FC236}">
                <a16:creationId xmlns:a16="http://schemas.microsoft.com/office/drawing/2014/main" id="{ABEBB1DA-C1C3-481B-9144-D717D948A38F}"/>
              </a:ext>
            </a:extLst>
          </p:cNvPr>
          <p:cNvSpPr txBox="1"/>
          <p:nvPr/>
        </p:nvSpPr>
        <p:spPr>
          <a:xfrm>
            <a:off x="5510814" y="3389243"/>
            <a:ext cx="72455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vCenter Server</a:t>
            </a:r>
          </a:p>
        </p:txBody>
      </p:sp>
      <p:sp>
        <p:nvSpPr>
          <p:cNvPr id="867" name="TextBox 866">
            <a:extLst>
              <a:ext uri="{FF2B5EF4-FFF2-40B4-BE49-F238E27FC236}">
                <a16:creationId xmlns:a16="http://schemas.microsoft.com/office/drawing/2014/main" id="{A4006576-1A74-4888-B6CE-A603C8E2DF75}"/>
              </a:ext>
            </a:extLst>
          </p:cNvPr>
          <p:cNvSpPr txBox="1"/>
          <p:nvPr/>
        </p:nvSpPr>
        <p:spPr>
          <a:xfrm>
            <a:off x="7050560" y="3389243"/>
            <a:ext cx="211597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USB</a:t>
            </a:r>
          </a:p>
        </p:txBody>
      </p:sp>
      <p:sp>
        <p:nvSpPr>
          <p:cNvPr id="868" name="TextBox 867">
            <a:extLst>
              <a:ext uri="{FF2B5EF4-FFF2-40B4-BE49-F238E27FC236}">
                <a16:creationId xmlns:a16="http://schemas.microsoft.com/office/drawing/2014/main" id="{E062496C-2339-4D8F-9803-F8B7CB3DACDE}"/>
              </a:ext>
            </a:extLst>
          </p:cNvPr>
          <p:cNvSpPr txBox="1"/>
          <p:nvPr/>
        </p:nvSpPr>
        <p:spPr>
          <a:xfrm>
            <a:off x="8233772" y="3389243"/>
            <a:ext cx="391133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Security</a:t>
            </a:r>
          </a:p>
        </p:txBody>
      </p:sp>
      <p:sp>
        <p:nvSpPr>
          <p:cNvPr id="869" name="TextBox 868">
            <a:extLst>
              <a:ext uri="{FF2B5EF4-FFF2-40B4-BE49-F238E27FC236}">
                <a16:creationId xmlns:a16="http://schemas.microsoft.com/office/drawing/2014/main" id="{52D4E72D-E00C-4F66-9140-F2F4BD49DE70}"/>
              </a:ext>
            </a:extLst>
          </p:cNvPr>
          <p:cNvSpPr txBox="1"/>
          <p:nvPr/>
        </p:nvSpPr>
        <p:spPr>
          <a:xfrm>
            <a:off x="9681065" y="3389243"/>
            <a:ext cx="20678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Disc</a:t>
            </a:r>
          </a:p>
        </p:txBody>
      </p:sp>
      <p:sp>
        <p:nvSpPr>
          <p:cNvPr id="870" name="TextBox 869">
            <a:extLst>
              <a:ext uri="{FF2B5EF4-FFF2-40B4-BE49-F238E27FC236}">
                <a16:creationId xmlns:a16="http://schemas.microsoft.com/office/drawing/2014/main" id="{1DD70E15-6895-4B56-BEE2-9B58F0A8FAA4}"/>
              </a:ext>
            </a:extLst>
          </p:cNvPr>
          <p:cNvSpPr txBox="1"/>
          <p:nvPr/>
        </p:nvSpPr>
        <p:spPr>
          <a:xfrm>
            <a:off x="10946108" y="3389243"/>
            <a:ext cx="763030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Data Protection</a:t>
            </a:r>
          </a:p>
        </p:txBody>
      </p:sp>
      <p:sp>
        <p:nvSpPr>
          <p:cNvPr id="871" name="TextBox 870">
            <a:extLst>
              <a:ext uri="{FF2B5EF4-FFF2-40B4-BE49-F238E27FC236}">
                <a16:creationId xmlns:a16="http://schemas.microsoft.com/office/drawing/2014/main" id="{AB0DE07D-FF4B-47CC-B963-9015804933E3}"/>
              </a:ext>
            </a:extLst>
          </p:cNvPr>
          <p:cNvSpPr txBox="1"/>
          <p:nvPr/>
        </p:nvSpPr>
        <p:spPr>
          <a:xfrm>
            <a:off x="1691062" y="2633163"/>
            <a:ext cx="381516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Firewall</a:t>
            </a:r>
          </a:p>
        </p:txBody>
      </p:sp>
      <p:sp>
        <p:nvSpPr>
          <p:cNvPr id="872" name="TextBox 871">
            <a:extLst>
              <a:ext uri="{FF2B5EF4-FFF2-40B4-BE49-F238E27FC236}">
                <a16:creationId xmlns:a16="http://schemas.microsoft.com/office/drawing/2014/main" id="{275A1D5E-2695-4E6C-87D8-D2BB42A7E013}"/>
              </a:ext>
            </a:extLst>
          </p:cNvPr>
          <p:cNvSpPr txBox="1"/>
          <p:nvPr/>
        </p:nvSpPr>
        <p:spPr>
          <a:xfrm>
            <a:off x="2995290" y="2633163"/>
            <a:ext cx="31899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Switch</a:t>
            </a:r>
          </a:p>
        </p:txBody>
      </p:sp>
      <p:sp>
        <p:nvSpPr>
          <p:cNvPr id="873" name="TextBox 872">
            <a:extLst>
              <a:ext uri="{FF2B5EF4-FFF2-40B4-BE49-F238E27FC236}">
                <a16:creationId xmlns:a16="http://schemas.microsoft.com/office/drawing/2014/main" id="{0B662F3D-34E1-4BDD-8438-5E7657EBDDAF}"/>
              </a:ext>
            </a:extLst>
          </p:cNvPr>
          <p:cNvSpPr txBox="1"/>
          <p:nvPr/>
        </p:nvSpPr>
        <p:spPr>
          <a:xfrm>
            <a:off x="4247076" y="2633163"/>
            <a:ext cx="556243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Virtual App</a:t>
            </a:r>
          </a:p>
        </p:txBody>
      </p:sp>
      <p:sp>
        <p:nvSpPr>
          <p:cNvPr id="874" name="TextBox 873">
            <a:extLst>
              <a:ext uri="{FF2B5EF4-FFF2-40B4-BE49-F238E27FC236}">
                <a16:creationId xmlns:a16="http://schemas.microsoft.com/office/drawing/2014/main" id="{0794FFF1-0C0F-46D1-B5DF-33587758AF63}"/>
              </a:ext>
            </a:extLst>
          </p:cNvPr>
          <p:cNvSpPr txBox="1"/>
          <p:nvPr/>
        </p:nvSpPr>
        <p:spPr>
          <a:xfrm>
            <a:off x="5453908" y="2633163"/>
            <a:ext cx="838371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Virtual Appliance</a:t>
            </a:r>
          </a:p>
        </p:txBody>
      </p:sp>
      <p:sp>
        <p:nvSpPr>
          <p:cNvPr id="875" name="TextBox 874">
            <a:extLst>
              <a:ext uri="{FF2B5EF4-FFF2-40B4-BE49-F238E27FC236}">
                <a16:creationId xmlns:a16="http://schemas.microsoft.com/office/drawing/2014/main" id="{45CAC160-2C29-4ABC-9786-5E5EE9FE5AC9}"/>
              </a:ext>
            </a:extLst>
          </p:cNvPr>
          <p:cNvSpPr txBox="1"/>
          <p:nvPr/>
        </p:nvSpPr>
        <p:spPr>
          <a:xfrm>
            <a:off x="6872626" y="2633163"/>
            <a:ext cx="567464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Networking</a:t>
            </a:r>
          </a:p>
        </p:txBody>
      </p:sp>
      <p:sp>
        <p:nvSpPr>
          <p:cNvPr id="876" name="TextBox 875">
            <a:extLst>
              <a:ext uri="{FF2B5EF4-FFF2-40B4-BE49-F238E27FC236}">
                <a16:creationId xmlns:a16="http://schemas.microsoft.com/office/drawing/2014/main" id="{6BF755F1-183D-4491-BF63-EB0843D540CA}"/>
              </a:ext>
            </a:extLst>
          </p:cNvPr>
          <p:cNvSpPr txBox="1"/>
          <p:nvPr/>
        </p:nvSpPr>
        <p:spPr>
          <a:xfrm>
            <a:off x="8330754" y="2633163"/>
            <a:ext cx="197170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Cog</a:t>
            </a:r>
          </a:p>
        </p:txBody>
      </p:sp>
      <p:sp>
        <p:nvSpPr>
          <p:cNvPr id="877" name="TextBox 876">
            <a:extLst>
              <a:ext uri="{FF2B5EF4-FFF2-40B4-BE49-F238E27FC236}">
                <a16:creationId xmlns:a16="http://schemas.microsoft.com/office/drawing/2014/main" id="{7FDEF26D-7E4E-49C5-A783-A0279A0026CE}"/>
              </a:ext>
            </a:extLst>
          </p:cNvPr>
          <p:cNvSpPr txBox="1"/>
          <p:nvPr/>
        </p:nvSpPr>
        <p:spPr>
          <a:xfrm>
            <a:off x="9677859" y="2633163"/>
            <a:ext cx="213200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NSX</a:t>
            </a:r>
          </a:p>
        </p:txBody>
      </p:sp>
      <p:sp>
        <p:nvSpPr>
          <p:cNvPr id="878" name="TextBox 877">
            <a:extLst>
              <a:ext uri="{FF2B5EF4-FFF2-40B4-BE49-F238E27FC236}">
                <a16:creationId xmlns:a16="http://schemas.microsoft.com/office/drawing/2014/main" id="{8801A1A5-5DA0-456C-A940-D43E1BE1AC82}"/>
              </a:ext>
            </a:extLst>
          </p:cNvPr>
          <p:cNvSpPr txBox="1"/>
          <p:nvPr/>
        </p:nvSpPr>
        <p:spPr>
          <a:xfrm>
            <a:off x="11209801" y="2633163"/>
            <a:ext cx="235642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Alert</a:t>
            </a:r>
          </a:p>
        </p:txBody>
      </p:sp>
      <p:sp>
        <p:nvSpPr>
          <p:cNvPr id="879" name="TextBox 878">
            <a:extLst>
              <a:ext uri="{FF2B5EF4-FFF2-40B4-BE49-F238E27FC236}">
                <a16:creationId xmlns:a16="http://schemas.microsoft.com/office/drawing/2014/main" id="{ED59360F-EF00-407B-843B-63B9CFE7B14D}"/>
              </a:ext>
            </a:extLst>
          </p:cNvPr>
          <p:cNvSpPr txBox="1"/>
          <p:nvPr/>
        </p:nvSpPr>
        <p:spPr>
          <a:xfrm>
            <a:off x="1548396" y="1867338"/>
            <a:ext cx="666849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Site container</a:t>
            </a:r>
          </a:p>
        </p:txBody>
      </p:sp>
      <p:sp>
        <p:nvSpPr>
          <p:cNvPr id="880" name="TextBox 879">
            <a:extLst>
              <a:ext uri="{FF2B5EF4-FFF2-40B4-BE49-F238E27FC236}">
                <a16:creationId xmlns:a16="http://schemas.microsoft.com/office/drawing/2014/main" id="{D357FB4D-4F7A-41ED-8507-EDA102299530}"/>
              </a:ext>
            </a:extLst>
          </p:cNvPr>
          <p:cNvSpPr txBox="1"/>
          <p:nvPr/>
        </p:nvSpPr>
        <p:spPr>
          <a:xfrm>
            <a:off x="2899109" y="1867338"/>
            <a:ext cx="51135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VM Server</a:t>
            </a:r>
          </a:p>
        </p:txBody>
      </p:sp>
      <p:sp>
        <p:nvSpPr>
          <p:cNvPr id="881" name="TextBox 880">
            <a:extLst>
              <a:ext uri="{FF2B5EF4-FFF2-40B4-BE49-F238E27FC236}">
                <a16:creationId xmlns:a16="http://schemas.microsoft.com/office/drawing/2014/main" id="{C6497986-88A7-4976-A154-4D4744BDA941}"/>
              </a:ext>
            </a:extLst>
          </p:cNvPr>
          <p:cNvSpPr txBox="1"/>
          <p:nvPr/>
        </p:nvSpPr>
        <p:spPr>
          <a:xfrm>
            <a:off x="4360890" y="1867338"/>
            <a:ext cx="328616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Router</a:t>
            </a:r>
          </a:p>
        </p:txBody>
      </p:sp>
      <p:sp>
        <p:nvSpPr>
          <p:cNvPr id="882" name="TextBox 881">
            <a:extLst>
              <a:ext uri="{FF2B5EF4-FFF2-40B4-BE49-F238E27FC236}">
                <a16:creationId xmlns:a16="http://schemas.microsoft.com/office/drawing/2014/main" id="{1EDF9914-F4B0-4205-8540-60775EE7043F}"/>
              </a:ext>
            </a:extLst>
          </p:cNvPr>
          <p:cNvSpPr txBox="1"/>
          <p:nvPr/>
        </p:nvSpPr>
        <p:spPr>
          <a:xfrm>
            <a:off x="5691953" y="1867338"/>
            <a:ext cx="362280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VXLAN</a:t>
            </a:r>
          </a:p>
        </p:txBody>
      </p:sp>
      <p:sp>
        <p:nvSpPr>
          <p:cNvPr id="883" name="TextBox 882">
            <a:extLst>
              <a:ext uri="{FF2B5EF4-FFF2-40B4-BE49-F238E27FC236}">
                <a16:creationId xmlns:a16="http://schemas.microsoft.com/office/drawing/2014/main" id="{70D4C7FD-A01F-45A3-BF64-CE6842DBB394}"/>
              </a:ext>
            </a:extLst>
          </p:cNvPr>
          <p:cNvSpPr txBox="1"/>
          <p:nvPr/>
        </p:nvSpPr>
        <p:spPr>
          <a:xfrm>
            <a:off x="6689083" y="1867338"/>
            <a:ext cx="93455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Service Provider </a:t>
            </a:r>
            <a:br>
              <a:rPr lang="en-IN" sz="80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</a:br>
            <a:r>
              <a:rPr lang="en-IN" sz="80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Cloud Environment</a:t>
            </a:r>
          </a:p>
        </p:txBody>
      </p:sp>
      <p:sp>
        <p:nvSpPr>
          <p:cNvPr id="885" name="TextBox 884">
            <a:extLst>
              <a:ext uri="{FF2B5EF4-FFF2-40B4-BE49-F238E27FC236}">
                <a16:creationId xmlns:a16="http://schemas.microsoft.com/office/drawing/2014/main" id="{E50F36F3-5220-413B-AAA6-3D4F54B19C42}"/>
              </a:ext>
            </a:extLst>
          </p:cNvPr>
          <p:cNvSpPr txBox="1"/>
          <p:nvPr/>
        </p:nvSpPr>
        <p:spPr>
          <a:xfrm>
            <a:off x="8191292" y="1867338"/>
            <a:ext cx="476092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Datastore</a:t>
            </a:r>
          </a:p>
        </p:txBody>
      </p:sp>
      <p:sp>
        <p:nvSpPr>
          <p:cNvPr id="886" name="TextBox 885">
            <a:extLst>
              <a:ext uri="{FF2B5EF4-FFF2-40B4-BE49-F238E27FC236}">
                <a16:creationId xmlns:a16="http://schemas.microsoft.com/office/drawing/2014/main" id="{B3129641-D78F-4009-8087-D1969F70AC8F}"/>
              </a:ext>
            </a:extLst>
          </p:cNvPr>
          <p:cNvSpPr txBox="1"/>
          <p:nvPr/>
        </p:nvSpPr>
        <p:spPr>
          <a:xfrm>
            <a:off x="9365275" y="1867338"/>
            <a:ext cx="838371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NSX DLR Control</a:t>
            </a:r>
          </a:p>
        </p:txBody>
      </p:sp>
      <p:sp>
        <p:nvSpPr>
          <p:cNvPr id="887" name="TextBox 886">
            <a:extLst>
              <a:ext uri="{FF2B5EF4-FFF2-40B4-BE49-F238E27FC236}">
                <a16:creationId xmlns:a16="http://schemas.microsoft.com/office/drawing/2014/main" id="{5FBF72D5-91AF-4C49-A649-2F780AA162C5}"/>
              </a:ext>
            </a:extLst>
          </p:cNvPr>
          <p:cNvSpPr txBox="1"/>
          <p:nvPr/>
        </p:nvSpPr>
        <p:spPr>
          <a:xfrm>
            <a:off x="10999808" y="1867338"/>
            <a:ext cx="655629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Infrastructure</a:t>
            </a:r>
          </a:p>
        </p:txBody>
      </p:sp>
      <p:sp>
        <p:nvSpPr>
          <p:cNvPr id="888" name="Freeform: Shape 887">
            <a:extLst>
              <a:ext uri="{FF2B5EF4-FFF2-40B4-BE49-F238E27FC236}">
                <a16:creationId xmlns:a16="http://schemas.microsoft.com/office/drawing/2014/main" id="{E56D947D-66C0-4ABE-9251-0C8F90CE2651}"/>
              </a:ext>
            </a:extLst>
          </p:cNvPr>
          <p:cNvSpPr/>
          <p:nvPr/>
        </p:nvSpPr>
        <p:spPr>
          <a:xfrm>
            <a:off x="3043298" y="4733971"/>
            <a:ext cx="222980" cy="221741"/>
          </a:xfrm>
          <a:custGeom>
            <a:avLst/>
            <a:gdLst>
              <a:gd name="connsiteX0" fmla="*/ 199834 w 222980"/>
              <a:gd name="connsiteY0" fmla="*/ 0 h 221741"/>
              <a:gd name="connsiteX1" fmla="*/ 176689 w 222980"/>
              <a:gd name="connsiteY1" fmla="*/ 23146 h 221741"/>
              <a:gd name="connsiteX2" fmla="*/ 199834 w 222980"/>
              <a:gd name="connsiteY2" fmla="*/ 46292 h 221741"/>
              <a:gd name="connsiteX3" fmla="*/ 222980 w 222980"/>
              <a:gd name="connsiteY3" fmla="*/ 23146 h 221741"/>
              <a:gd name="connsiteX4" fmla="*/ 199834 w 222980"/>
              <a:gd name="connsiteY4" fmla="*/ 0 h 221741"/>
              <a:gd name="connsiteX5" fmla="*/ 97250 w 222980"/>
              <a:gd name="connsiteY5" fmla="*/ 27242 h 221741"/>
              <a:gd name="connsiteX6" fmla="*/ 0 w 222980"/>
              <a:gd name="connsiteY6" fmla="*/ 124492 h 221741"/>
              <a:gd name="connsiteX7" fmla="*/ 97250 w 222980"/>
              <a:gd name="connsiteY7" fmla="*/ 221742 h 221741"/>
              <a:gd name="connsiteX8" fmla="*/ 194500 w 222980"/>
              <a:gd name="connsiteY8" fmla="*/ 124492 h 221741"/>
              <a:gd name="connsiteX9" fmla="*/ 97250 w 222980"/>
              <a:gd name="connsiteY9" fmla="*/ 27242 h 221741"/>
              <a:gd name="connsiteX10" fmla="*/ 97250 w 222980"/>
              <a:gd name="connsiteY10" fmla="*/ 187547 h 221741"/>
              <a:gd name="connsiteX11" fmla="*/ 34195 w 222980"/>
              <a:gd name="connsiteY11" fmla="*/ 124492 h 221741"/>
              <a:gd name="connsiteX12" fmla="*/ 97250 w 222980"/>
              <a:gd name="connsiteY12" fmla="*/ 61436 h 221741"/>
              <a:gd name="connsiteX13" fmla="*/ 160306 w 222980"/>
              <a:gd name="connsiteY13" fmla="*/ 124492 h 221741"/>
              <a:gd name="connsiteX14" fmla="*/ 97250 w 222980"/>
              <a:gd name="connsiteY14" fmla="*/ 187547 h 221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22980" h="221741">
                <a:moveTo>
                  <a:pt x="199834" y="0"/>
                </a:moveTo>
                <a:cubicBezTo>
                  <a:pt x="187071" y="0"/>
                  <a:pt x="176689" y="10382"/>
                  <a:pt x="176689" y="23146"/>
                </a:cubicBezTo>
                <a:cubicBezTo>
                  <a:pt x="176689" y="35909"/>
                  <a:pt x="187071" y="46292"/>
                  <a:pt x="199834" y="46292"/>
                </a:cubicBezTo>
                <a:cubicBezTo>
                  <a:pt x="212598" y="46292"/>
                  <a:pt x="222980" y="35909"/>
                  <a:pt x="222980" y="23146"/>
                </a:cubicBezTo>
                <a:cubicBezTo>
                  <a:pt x="222980" y="10382"/>
                  <a:pt x="212693" y="0"/>
                  <a:pt x="199834" y="0"/>
                </a:cubicBezTo>
                <a:close/>
                <a:moveTo>
                  <a:pt x="97250" y="27242"/>
                </a:moveTo>
                <a:cubicBezTo>
                  <a:pt x="43529" y="27242"/>
                  <a:pt x="0" y="70771"/>
                  <a:pt x="0" y="124492"/>
                </a:cubicBezTo>
                <a:cubicBezTo>
                  <a:pt x="0" y="178213"/>
                  <a:pt x="43529" y="221742"/>
                  <a:pt x="97250" y="221742"/>
                </a:cubicBezTo>
                <a:cubicBezTo>
                  <a:pt x="150971" y="221742"/>
                  <a:pt x="194500" y="178213"/>
                  <a:pt x="194500" y="124492"/>
                </a:cubicBezTo>
                <a:cubicBezTo>
                  <a:pt x="194500" y="70771"/>
                  <a:pt x="150971" y="27242"/>
                  <a:pt x="97250" y="27242"/>
                </a:cubicBezTo>
                <a:close/>
                <a:moveTo>
                  <a:pt x="97250" y="187547"/>
                </a:moveTo>
                <a:cubicBezTo>
                  <a:pt x="62389" y="187547"/>
                  <a:pt x="34195" y="159353"/>
                  <a:pt x="34195" y="124492"/>
                </a:cubicBezTo>
                <a:cubicBezTo>
                  <a:pt x="34195" y="89630"/>
                  <a:pt x="62389" y="61436"/>
                  <a:pt x="97250" y="61436"/>
                </a:cubicBezTo>
                <a:cubicBezTo>
                  <a:pt x="132112" y="61436"/>
                  <a:pt x="160306" y="89630"/>
                  <a:pt x="160306" y="124492"/>
                </a:cubicBezTo>
                <a:cubicBezTo>
                  <a:pt x="160306" y="159353"/>
                  <a:pt x="132112" y="187547"/>
                  <a:pt x="97250" y="187547"/>
                </a:cubicBez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9408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C5AA0D1-FD68-42B0-B79D-F39AAEAD2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Iconography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0421FEEE-5F60-406D-869A-4E7D45E6A09F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r>
              <a:rPr lang="en-US" dirty="0"/>
              <a:t>Use these icon for creating technical diagrams</a:t>
            </a:r>
          </a:p>
        </p:txBody>
      </p:sp>
      <p:sp>
        <p:nvSpPr>
          <p:cNvPr id="229" name="Rectangle 163">
            <a:extLst>
              <a:ext uri="{FF2B5EF4-FFF2-40B4-BE49-F238E27FC236}">
                <a16:creationId xmlns:a16="http://schemas.microsoft.com/office/drawing/2014/main" id="{3F6F734B-6A04-4044-A44C-FC499F6773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94825" y="6702425"/>
            <a:ext cx="131763" cy="7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5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Metropolis" panose="00000500000000000000" pitchFamily="50" charset="0"/>
              </a:rPr>
              <a:t>ser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0" name="Rectangle 164">
            <a:extLst>
              <a:ext uri="{FF2B5EF4-FFF2-40B4-BE49-F238E27FC236}">
                <a16:creationId xmlns:a16="http://schemas.microsoft.com/office/drawing/2014/main" id="{5534C3CB-60B9-4B0B-8AE7-BB38D2F645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86900" y="6702425"/>
            <a:ext cx="74613" cy="7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5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Metropolis" panose="00000500000000000000" pitchFamily="50" charset="0"/>
              </a:rPr>
              <a:t>v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1" name="Rectangle 165">
            <a:extLst>
              <a:ext uri="{FF2B5EF4-FFF2-40B4-BE49-F238E27FC236}">
                <a16:creationId xmlns:a16="http://schemas.microsoft.com/office/drawing/2014/main" id="{753ECB37-CE68-4904-8E9A-33EBD44CB5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1825" y="6702425"/>
            <a:ext cx="100013" cy="7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5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Metropolis" panose="00000500000000000000" pitchFamily="50" charset="0"/>
              </a:rPr>
              <a:t>er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3" name="Freeform: Shape 272">
            <a:extLst>
              <a:ext uri="{FF2B5EF4-FFF2-40B4-BE49-F238E27FC236}">
                <a16:creationId xmlns:a16="http://schemas.microsoft.com/office/drawing/2014/main" id="{219F0060-1B9F-48AC-9A9D-085244AB9CCB}"/>
              </a:ext>
            </a:extLst>
          </p:cNvPr>
          <p:cNvSpPr/>
          <p:nvPr/>
        </p:nvSpPr>
        <p:spPr>
          <a:xfrm>
            <a:off x="3177340" y="1936322"/>
            <a:ext cx="228603" cy="168957"/>
          </a:xfrm>
          <a:custGeom>
            <a:avLst/>
            <a:gdLst>
              <a:gd name="connsiteX0" fmla="*/ 121063 w 228603"/>
              <a:gd name="connsiteY0" fmla="*/ 121864 h 168957"/>
              <a:gd name="connsiteX1" fmla="*/ 127445 w 228603"/>
              <a:gd name="connsiteY1" fmla="*/ 128437 h 168957"/>
              <a:gd name="connsiteX2" fmla="*/ 160306 w 228603"/>
              <a:gd name="connsiteY2" fmla="*/ 94147 h 168957"/>
              <a:gd name="connsiteX3" fmla="*/ 160401 w 228603"/>
              <a:gd name="connsiteY3" fmla="*/ 74620 h 168957"/>
              <a:gd name="connsiteX4" fmla="*/ 127349 w 228603"/>
              <a:gd name="connsiteY4" fmla="*/ 40045 h 168957"/>
              <a:gd name="connsiteX5" fmla="*/ 120968 w 228603"/>
              <a:gd name="connsiteY5" fmla="*/ 46712 h 168957"/>
              <a:gd name="connsiteX6" fmla="*/ 153734 w 228603"/>
              <a:gd name="connsiteY6" fmla="*/ 81002 h 168957"/>
              <a:gd name="connsiteX7" fmla="*/ 153734 w 228603"/>
              <a:gd name="connsiteY7" fmla="*/ 87860 h 168957"/>
              <a:gd name="connsiteX8" fmla="*/ 121063 w 228603"/>
              <a:gd name="connsiteY8" fmla="*/ 121864 h 168957"/>
              <a:gd name="connsiteX9" fmla="*/ 224123 w 228603"/>
              <a:gd name="connsiteY9" fmla="*/ 46617 h 168957"/>
              <a:gd name="connsiteX10" fmla="*/ 219551 w 228603"/>
              <a:gd name="connsiteY10" fmla="*/ 51189 h 168957"/>
              <a:gd name="connsiteX11" fmla="*/ 219551 w 228603"/>
              <a:gd name="connsiteY11" fmla="*/ 71477 h 168957"/>
              <a:gd name="connsiteX12" fmla="*/ 155162 w 228603"/>
              <a:gd name="connsiteY12" fmla="*/ 4231 h 168957"/>
              <a:gd name="connsiteX13" fmla="*/ 145542 w 228603"/>
              <a:gd name="connsiteY13" fmla="*/ 135 h 168957"/>
              <a:gd name="connsiteX14" fmla="*/ 135922 w 228603"/>
              <a:gd name="connsiteY14" fmla="*/ 4231 h 168957"/>
              <a:gd name="connsiteX15" fmla="*/ 114395 w 228603"/>
              <a:gd name="connsiteY15" fmla="*/ 26710 h 168957"/>
              <a:gd name="connsiteX16" fmla="*/ 92774 w 228603"/>
              <a:gd name="connsiteY16" fmla="*/ 4135 h 168957"/>
              <a:gd name="connsiteX17" fmla="*/ 74105 w 228603"/>
              <a:gd name="connsiteY17" fmla="*/ 3659 h 168957"/>
              <a:gd name="connsiteX18" fmla="*/ 73628 w 228603"/>
              <a:gd name="connsiteY18" fmla="*/ 4135 h 168957"/>
              <a:gd name="connsiteX19" fmla="*/ 14002 w 228603"/>
              <a:gd name="connsiteY19" fmla="*/ 66429 h 168957"/>
              <a:gd name="connsiteX20" fmla="*/ 13907 w 228603"/>
              <a:gd name="connsiteY20" fmla="*/ 72906 h 168957"/>
              <a:gd name="connsiteX21" fmla="*/ 20383 w 228603"/>
              <a:gd name="connsiteY21" fmla="*/ 73001 h 168957"/>
              <a:gd name="connsiteX22" fmla="*/ 20574 w 228603"/>
              <a:gd name="connsiteY22" fmla="*/ 72811 h 168957"/>
              <a:gd name="connsiteX23" fmla="*/ 80201 w 228603"/>
              <a:gd name="connsiteY23" fmla="*/ 10517 h 168957"/>
              <a:gd name="connsiteX24" fmla="*/ 86011 w 228603"/>
              <a:gd name="connsiteY24" fmla="*/ 10327 h 168957"/>
              <a:gd name="connsiteX25" fmla="*/ 86201 w 228603"/>
              <a:gd name="connsiteY25" fmla="*/ 10517 h 168957"/>
              <a:gd name="connsiteX26" fmla="*/ 108109 w 228603"/>
              <a:gd name="connsiteY26" fmla="*/ 33377 h 168957"/>
              <a:gd name="connsiteX27" fmla="*/ 68485 w 228603"/>
              <a:gd name="connsiteY27" fmla="*/ 74716 h 168957"/>
              <a:gd name="connsiteX28" fmla="*/ 68485 w 228603"/>
              <a:gd name="connsiteY28" fmla="*/ 94242 h 168957"/>
              <a:gd name="connsiteX29" fmla="*/ 108014 w 228603"/>
              <a:gd name="connsiteY29" fmla="*/ 135580 h 168957"/>
              <a:gd name="connsiteX30" fmla="*/ 86106 w 228603"/>
              <a:gd name="connsiteY30" fmla="*/ 158440 h 168957"/>
              <a:gd name="connsiteX31" fmla="*/ 80296 w 228603"/>
              <a:gd name="connsiteY31" fmla="*/ 158631 h 168957"/>
              <a:gd name="connsiteX32" fmla="*/ 80105 w 228603"/>
              <a:gd name="connsiteY32" fmla="*/ 158440 h 168957"/>
              <a:gd name="connsiteX33" fmla="*/ 15240 w 228603"/>
              <a:gd name="connsiteY33" fmla="*/ 90527 h 168957"/>
              <a:gd name="connsiteX34" fmla="*/ 34957 w 228603"/>
              <a:gd name="connsiteY34" fmla="*/ 90527 h 168957"/>
              <a:gd name="connsiteX35" fmla="*/ 39529 w 228603"/>
              <a:gd name="connsiteY35" fmla="*/ 85955 h 168957"/>
              <a:gd name="connsiteX36" fmla="*/ 34957 w 228603"/>
              <a:gd name="connsiteY36" fmla="*/ 81383 h 168957"/>
              <a:gd name="connsiteX37" fmla="*/ 4572 w 228603"/>
              <a:gd name="connsiteY37" fmla="*/ 81383 h 168957"/>
              <a:gd name="connsiteX38" fmla="*/ 0 w 228603"/>
              <a:gd name="connsiteY38" fmla="*/ 85955 h 168957"/>
              <a:gd name="connsiteX39" fmla="*/ 0 w 228603"/>
              <a:gd name="connsiteY39" fmla="*/ 117769 h 168957"/>
              <a:gd name="connsiteX40" fmla="*/ 4572 w 228603"/>
              <a:gd name="connsiteY40" fmla="*/ 122341 h 168957"/>
              <a:gd name="connsiteX41" fmla="*/ 9144 w 228603"/>
              <a:gd name="connsiteY41" fmla="*/ 117769 h 168957"/>
              <a:gd name="connsiteX42" fmla="*/ 9144 w 228603"/>
              <a:gd name="connsiteY42" fmla="*/ 97480 h 168957"/>
              <a:gd name="connsiteX43" fmla="*/ 73533 w 228603"/>
              <a:gd name="connsiteY43" fmla="*/ 164727 h 168957"/>
              <a:gd name="connsiteX44" fmla="*/ 92202 w 228603"/>
              <a:gd name="connsiteY44" fmla="*/ 165203 h 168957"/>
              <a:gd name="connsiteX45" fmla="*/ 92678 w 228603"/>
              <a:gd name="connsiteY45" fmla="*/ 164727 h 168957"/>
              <a:gd name="connsiteX46" fmla="*/ 114300 w 228603"/>
              <a:gd name="connsiteY46" fmla="*/ 142153 h 168957"/>
              <a:gd name="connsiteX47" fmla="*/ 136017 w 228603"/>
              <a:gd name="connsiteY47" fmla="*/ 164822 h 168957"/>
              <a:gd name="connsiteX48" fmla="*/ 154686 w 228603"/>
              <a:gd name="connsiteY48" fmla="*/ 165298 h 168957"/>
              <a:gd name="connsiteX49" fmla="*/ 155162 w 228603"/>
              <a:gd name="connsiteY49" fmla="*/ 164822 h 168957"/>
              <a:gd name="connsiteX50" fmla="*/ 211741 w 228603"/>
              <a:gd name="connsiteY50" fmla="*/ 105672 h 168957"/>
              <a:gd name="connsiteX51" fmla="*/ 211646 w 228603"/>
              <a:gd name="connsiteY51" fmla="*/ 99195 h 168957"/>
              <a:gd name="connsiteX52" fmla="*/ 205169 w 228603"/>
              <a:gd name="connsiteY52" fmla="*/ 99290 h 168957"/>
              <a:gd name="connsiteX53" fmla="*/ 148590 w 228603"/>
              <a:gd name="connsiteY53" fmla="*/ 158440 h 168957"/>
              <a:gd name="connsiteX54" fmla="*/ 142875 w 228603"/>
              <a:gd name="connsiteY54" fmla="*/ 158631 h 168957"/>
              <a:gd name="connsiteX55" fmla="*/ 142685 w 228603"/>
              <a:gd name="connsiteY55" fmla="*/ 158440 h 168957"/>
              <a:gd name="connsiteX56" fmla="*/ 75057 w 228603"/>
              <a:gd name="connsiteY56" fmla="*/ 87955 h 168957"/>
              <a:gd name="connsiteX57" fmla="*/ 75057 w 228603"/>
              <a:gd name="connsiteY57" fmla="*/ 81097 h 168957"/>
              <a:gd name="connsiteX58" fmla="*/ 142589 w 228603"/>
              <a:gd name="connsiteY58" fmla="*/ 10612 h 168957"/>
              <a:gd name="connsiteX59" fmla="*/ 148304 w 228603"/>
              <a:gd name="connsiteY59" fmla="*/ 10422 h 168957"/>
              <a:gd name="connsiteX60" fmla="*/ 148495 w 228603"/>
              <a:gd name="connsiteY60" fmla="*/ 10612 h 168957"/>
              <a:gd name="connsiteX61" fmla="*/ 213360 w 228603"/>
              <a:gd name="connsiteY61" fmla="*/ 78430 h 168957"/>
              <a:gd name="connsiteX62" fmla="*/ 193643 w 228603"/>
              <a:gd name="connsiteY62" fmla="*/ 78430 h 168957"/>
              <a:gd name="connsiteX63" fmla="*/ 189071 w 228603"/>
              <a:gd name="connsiteY63" fmla="*/ 83002 h 168957"/>
              <a:gd name="connsiteX64" fmla="*/ 193643 w 228603"/>
              <a:gd name="connsiteY64" fmla="*/ 87574 h 168957"/>
              <a:gd name="connsiteX65" fmla="*/ 224028 w 228603"/>
              <a:gd name="connsiteY65" fmla="*/ 87574 h 168957"/>
              <a:gd name="connsiteX66" fmla="*/ 228600 w 228603"/>
              <a:gd name="connsiteY66" fmla="*/ 83002 h 168957"/>
              <a:gd name="connsiteX67" fmla="*/ 228600 w 228603"/>
              <a:gd name="connsiteY67" fmla="*/ 51189 h 168957"/>
              <a:gd name="connsiteX68" fmla="*/ 224123 w 228603"/>
              <a:gd name="connsiteY68" fmla="*/ 46617 h 1689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</a:cxnLst>
            <a:rect l="l" t="t" r="r" b="b"/>
            <a:pathLst>
              <a:path w="228603" h="168957">
                <a:moveTo>
                  <a:pt x="121063" y="121864"/>
                </a:moveTo>
                <a:lnTo>
                  <a:pt x="127445" y="128437"/>
                </a:lnTo>
                <a:lnTo>
                  <a:pt x="160306" y="94147"/>
                </a:lnTo>
                <a:cubicBezTo>
                  <a:pt x="165545" y="88622"/>
                  <a:pt x="165545" y="80145"/>
                  <a:pt x="160401" y="74620"/>
                </a:cubicBezTo>
                <a:lnTo>
                  <a:pt x="127349" y="40045"/>
                </a:lnTo>
                <a:lnTo>
                  <a:pt x="120968" y="46712"/>
                </a:lnTo>
                <a:lnTo>
                  <a:pt x="153734" y="81002"/>
                </a:lnTo>
                <a:cubicBezTo>
                  <a:pt x="155543" y="82907"/>
                  <a:pt x="155543" y="85955"/>
                  <a:pt x="153734" y="87860"/>
                </a:cubicBezTo>
                <a:lnTo>
                  <a:pt x="121063" y="121864"/>
                </a:lnTo>
                <a:close/>
                <a:moveTo>
                  <a:pt x="224123" y="46617"/>
                </a:moveTo>
                <a:cubicBezTo>
                  <a:pt x="221647" y="46617"/>
                  <a:pt x="219551" y="48712"/>
                  <a:pt x="219551" y="51189"/>
                </a:cubicBezTo>
                <a:lnTo>
                  <a:pt x="219551" y="71477"/>
                </a:lnTo>
                <a:lnTo>
                  <a:pt x="155162" y="4231"/>
                </a:lnTo>
                <a:cubicBezTo>
                  <a:pt x="152686" y="1564"/>
                  <a:pt x="149257" y="135"/>
                  <a:pt x="145542" y="135"/>
                </a:cubicBezTo>
                <a:cubicBezTo>
                  <a:pt x="141827" y="135"/>
                  <a:pt x="138494" y="1659"/>
                  <a:pt x="135922" y="4231"/>
                </a:cubicBezTo>
                <a:lnTo>
                  <a:pt x="114395" y="26710"/>
                </a:lnTo>
                <a:lnTo>
                  <a:pt x="92774" y="4135"/>
                </a:lnTo>
                <a:cubicBezTo>
                  <a:pt x="87725" y="-1199"/>
                  <a:pt x="79343" y="-1389"/>
                  <a:pt x="74105" y="3659"/>
                </a:cubicBezTo>
                <a:cubicBezTo>
                  <a:pt x="73914" y="3850"/>
                  <a:pt x="73724" y="4040"/>
                  <a:pt x="73628" y="4135"/>
                </a:cubicBezTo>
                <a:lnTo>
                  <a:pt x="14002" y="66429"/>
                </a:lnTo>
                <a:cubicBezTo>
                  <a:pt x="12192" y="68239"/>
                  <a:pt x="12192" y="71096"/>
                  <a:pt x="13907" y="72906"/>
                </a:cubicBezTo>
                <a:cubicBezTo>
                  <a:pt x="15716" y="74716"/>
                  <a:pt x="18574" y="74716"/>
                  <a:pt x="20383" y="73001"/>
                </a:cubicBezTo>
                <a:lnTo>
                  <a:pt x="20574" y="72811"/>
                </a:lnTo>
                <a:lnTo>
                  <a:pt x="80201" y="10517"/>
                </a:lnTo>
                <a:cubicBezTo>
                  <a:pt x="81725" y="8898"/>
                  <a:pt x="84296" y="8707"/>
                  <a:pt x="86011" y="10327"/>
                </a:cubicBezTo>
                <a:cubicBezTo>
                  <a:pt x="86106" y="10422"/>
                  <a:pt x="86201" y="10517"/>
                  <a:pt x="86201" y="10517"/>
                </a:cubicBezTo>
                <a:lnTo>
                  <a:pt x="108109" y="33377"/>
                </a:lnTo>
                <a:lnTo>
                  <a:pt x="68485" y="74716"/>
                </a:lnTo>
                <a:cubicBezTo>
                  <a:pt x="63341" y="80240"/>
                  <a:pt x="63341" y="88717"/>
                  <a:pt x="68485" y="94242"/>
                </a:cubicBezTo>
                <a:lnTo>
                  <a:pt x="108014" y="135580"/>
                </a:lnTo>
                <a:lnTo>
                  <a:pt x="86106" y="158440"/>
                </a:lnTo>
                <a:cubicBezTo>
                  <a:pt x="84582" y="160060"/>
                  <a:pt x="82010" y="160250"/>
                  <a:pt x="80296" y="158631"/>
                </a:cubicBezTo>
                <a:cubicBezTo>
                  <a:pt x="80201" y="158536"/>
                  <a:pt x="80105" y="158440"/>
                  <a:pt x="80105" y="158440"/>
                </a:cubicBezTo>
                <a:lnTo>
                  <a:pt x="15240" y="90527"/>
                </a:lnTo>
                <a:lnTo>
                  <a:pt x="34957" y="90527"/>
                </a:lnTo>
                <a:cubicBezTo>
                  <a:pt x="37433" y="90527"/>
                  <a:pt x="39529" y="88432"/>
                  <a:pt x="39529" y="85955"/>
                </a:cubicBezTo>
                <a:cubicBezTo>
                  <a:pt x="39529" y="83479"/>
                  <a:pt x="37433" y="81383"/>
                  <a:pt x="34957" y="81383"/>
                </a:cubicBezTo>
                <a:lnTo>
                  <a:pt x="4572" y="81383"/>
                </a:lnTo>
                <a:cubicBezTo>
                  <a:pt x="2096" y="81383"/>
                  <a:pt x="0" y="83479"/>
                  <a:pt x="0" y="85955"/>
                </a:cubicBezTo>
                <a:lnTo>
                  <a:pt x="0" y="117769"/>
                </a:lnTo>
                <a:cubicBezTo>
                  <a:pt x="0" y="120245"/>
                  <a:pt x="2096" y="122341"/>
                  <a:pt x="4572" y="122341"/>
                </a:cubicBezTo>
                <a:cubicBezTo>
                  <a:pt x="7049" y="122341"/>
                  <a:pt x="9144" y="120245"/>
                  <a:pt x="9144" y="117769"/>
                </a:cubicBezTo>
                <a:lnTo>
                  <a:pt x="9144" y="97480"/>
                </a:lnTo>
                <a:lnTo>
                  <a:pt x="73533" y="164727"/>
                </a:lnTo>
                <a:cubicBezTo>
                  <a:pt x="78581" y="170061"/>
                  <a:pt x="86963" y="170251"/>
                  <a:pt x="92202" y="165203"/>
                </a:cubicBezTo>
                <a:lnTo>
                  <a:pt x="92678" y="164727"/>
                </a:lnTo>
                <a:lnTo>
                  <a:pt x="114300" y="142153"/>
                </a:lnTo>
                <a:lnTo>
                  <a:pt x="136017" y="164822"/>
                </a:lnTo>
                <a:cubicBezTo>
                  <a:pt x="141065" y="170156"/>
                  <a:pt x="149447" y="170347"/>
                  <a:pt x="154686" y="165298"/>
                </a:cubicBezTo>
                <a:cubicBezTo>
                  <a:pt x="154877" y="165108"/>
                  <a:pt x="155067" y="164917"/>
                  <a:pt x="155162" y="164822"/>
                </a:cubicBezTo>
                <a:lnTo>
                  <a:pt x="211741" y="105672"/>
                </a:lnTo>
                <a:cubicBezTo>
                  <a:pt x="213550" y="103862"/>
                  <a:pt x="213360" y="100909"/>
                  <a:pt x="211646" y="99195"/>
                </a:cubicBezTo>
                <a:cubicBezTo>
                  <a:pt x="209836" y="97385"/>
                  <a:pt x="206883" y="97576"/>
                  <a:pt x="205169" y="99290"/>
                </a:cubicBezTo>
                <a:lnTo>
                  <a:pt x="148590" y="158440"/>
                </a:lnTo>
                <a:cubicBezTo>
                  <a:pt x="147066" y="160060"/>
                  <a:pt x="144494" y="160250"/>
                  <a:pt x="142875" y="158631"/>
                </a:cubicBezTo>
                <a:cubicBezTo>
                  <a:pt x="142780" y="158536"/>
                  <a:pt x="142685" y="158440"/>
                  <a:pt x="142685" y="158440"/>
                </a:cubicBezTo>
                <a:lnTo>
                  <a:pt x="75057" y="87955"/>
                </a:lnTo>
                <a:cubicBezTo>
                  <a:pt x="73247" y="86050"/>
                  <a:pt x="73247" y="83002"/>
                  <a:pt x="75057" y="81097"/>
                </a:cubicBezTo>
                <a:lnTo>
                  <a:pt x="142589" y="10612"/>
                </a:lnTo>
                <a:cubicBezTo>
                  <a:pt x="144113" y="8993"/>
                  <a:pt x="146685" y="8803"/>
                  <a:pt x="148304" y="10422"/>
                </a:cubicBezTo>
                <a:lnTo>
                  <a:pt x="148495" y="10612"/>
                </a:lnTo>
                <a:lnTo>
                  <a:pt x="213360" y="78430"/>
                </a:lnTo>
                <a:lnTo>
                  <a:pt x="193643" y="78430"/>
                </a:lnTo>
                <a:cubicBezTo>
                  <a:pt x="191167" y="78430"/>
                  <a:pt x="189071" y="80526"/>
                  <a:pt x="189071" y="83002"/>
                </a:cubicBezTo>
                <a:cubicBezTo>
                  <a:pt x="189071" y="85479"/>
                  <a:pt x="191167" y="87574"/>
                  <a:pt x="193643" y="87574"/>
                </a:cubicBezTo>
                <a:lnTo>
                  <a:pt x="224028" y="87574"/>
                </a:lnTo>
                <a:cubicBezTo>
                  <a:pt x="226504" y="87574"/>
                  <a:pt x="228600" y="85479"/>
                  <a:pt x="228600" y="83002"/>
                </a:cubicBezTo>
                <a:lnTo>
                  <a:pt x="228600" y="51189"/>
                </a:lnTo>
                <a:cubicBezTo>
                  <a:pt x="228695" y="48617"/>
                  <a:pt x="226600" y="46617"/>
                  <a:pt x="224123" y="46617"/>
                </a:cubicBez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4" name="Freeform: Shape 273">
            <a:extLst>
              <a:ext uri="{FF2B5EF4-FFF2-40B4-BE49-F238E27FC236}">
                <a16:creationId xmlns:a16="http://schemas.microsoft.com/office/drawing/2014/main" id="{F54EBA72-D65A-41AE-9E02-24D83211500B}"/>
              </a:ext>
            </a:extLst>
          </p:cNvPr>
          <p:cNvSpPr/>
          <p:nvPr/>
        </p:nvSpPr>
        <p:spPr>
          <a:xfrm>
            <a:off x="612043" y="1900166"/>
            <a:ext cx="226980" cy="208692"/>
          </a:xfrm>
          <a:custGeom>
            <a:avLst/>
            <a:gdLst>
              <a:gd name="connsiteX0" fmla="*/ 113443 w 226980"/>
              <a:gd name="connsiteY0" fmla="*/ 22479 h 208692"/>
              <a:gd name="connsiteX1" fmla="*/ 110300 w 226980"/>
              <a:gd name="connsiteY1" fmla="*/ 22574 h 208692"/>
              <a:gd name="connsiteX2" fmla="*/ 66580 w 226980"/>
              <a:gd name="connsiteY2" fmla="*/ 105347 h 208692"/>
              <a:gd name="connsiteX3" fmla="*/ 69628 w 226980"/>
              <a:gd name="connsiteY3" fmla="*/ 115253 h 208692"/>
              <a:gd name="connsiteX4" fmla="*/ 73057 w 226980"/>
              <a:gd name="connsiteY4" fmla="*/ 116110 h 208692"/>
              <a:gd name="connsiteX5" fmla="*/ 110585 w 226980"/>
              <a:gd name="connsiteY5" fmla="*/ 116110 h 208692"/>
              <a:gd name="connsiteX6" fmla="*/ 90202 w 226980"/>
              <a:gd name="connsiteY6" fmla="*/ 182594 h 208692"/>
              <a:gd name="connsiteX7" fmla="*/ 107728 w 226980"/>
              <a:gd name="connsiteY7" fmla="*/ 185738 h 208692"/>
              <a:gd name="connsiteX8" fmla="*/ 156305 w 226980"/>
              <a:gd name="connsiteY8" fmla="*/ 91345 h 208692"/>
              <a:gd name="connsiteX9" fmla="*/ 153162 w 226980"/>
              <a:gd name="connsiteY9" fmla="*/ 81534 h 208692"/>
              <a:gd name="connsiteX10" fmla="*/ 149828 w 226980"/>
              <a:gd name="connsiteY10" fmla="*/ 80772 h 208692"/>
              <a:gd name="connsiteX11" fmla="*/ 116110 w 226980"/>
              <a:gd name="connsiteY11" fmla="*/ 80772 h 208692"/>
              <a:gd name="connsiteX12" fmla="*/ 128397 w 226980"/>
              <a:gd name="connsiteY12" fmla="*/ 24003 h 208692"/>
              <a:gd name="connsiteX13" fmla="*/ 113443 w 226980"/>
              <a:gd name="connsiteY13" fmla="*/ 22479 h 208692"/>
              <a:gd name="connsiteX14" fmla="*/ 106394 w 226980"/>
              <a:gd name="connsiteY14" fmla="*/ 88392 h 208692"/>
              <a:gd name="connsiteX15" fmla="*/ 110109 w 226980"/>
              <a:gd name="connsiteY15" fmla="*/ 90202 h 208692"/>
              <a:gd name="connsiteX16" fmla="*/ 146114 w 226980"/>
              <a:gd name="connsiteY16" fmla="*/ 90202 h 208692"/>
              <a:gd name="connsiteX17" fmla="*/ 102489 w 226980"/>
              <a:gd name="connsiteY17" fmla="*/ 174879 h 208692"/>
              <a:gd name="connsiteX18" fmla="*/ 107823 w 226980"/>
              <a:gd name="connsiteY18" fmla="*/ 157639 h 208692"/>
              <a:gd name="connsiteX19" fmla="*/ 117253 w 226980"/>
              <a:gd name="connsiteY19" fmla="*/ 126873 h 208692"/>
              <a:gd name="connsiteX20" fmla="*/ 120301 w 226980"/>
              <a:gd name="connsiteY20" fmla="*/ 116681 h 208692"/>
              <a:gd name="connsiteX21" fmla="*/ 120682 w 226980"/>
              <a:gd name="connsiteY21" fmla="*/ 108585 h 208692"/>
              <a:gd name="connsiteX22" fmla="*/ 116872 w 226980"/>
              <a:gd name="connsiteY22" fmla="*/ 106680 h 208692"/>
              <a:gd name="connsiteX23" fmla="*/ 76772 w 226980"/>
              <a:gd name="connsiteY23" fmla="*/ 106680 h 208692"/>
              <a:gd name="connsiteX24" fmla="*/ 117443 w 226980"/>
              <a:gd name="connsiteY24" fmla="*/ 29813 h 208692"/>
              <a:gd name="connsiteX25" fmla="*/ 105442 w 226980"/>
              <a:gd name="connsiteY25" fmla="*/ 84392 h 208692"/>
              <a:gd name="connsiteX26" fmla="*/ 106394 w 226980"/>
              <a:gd name="connsiteY26" fmla="*/ 88392 h 208692"/>
              <a:gd name="connsiteX27" fmla="*/ 163068 w 226980"/>
              <a:gd name="connsiteY27" fmla="*/ 186214 h 208692"/>
              <a:gd name="connsiteX28" fmla="*/ 113443 w 226980"/>
              <a:gd name="connsiteY28" fmla="*/ 200025 h 208692"/>
              <a:gd name="connsiteX29" fmla="*/ 17717 w 226980"/>
              <a:gd name="connsiteY29" fmla="*/ 104299 h 208692"/>
              <a:gd name="connsiteX30" fmla="*/ 39719 w 226980"/>
              <a:gd name="connsiteY30" fmla="*/ 43244 h 208692"/>
              <a:gd name="connsiteX31" fmla="*/ 39719 w 226980"/>
              <a:gd name="connsiteY31" fmla="*/ 74676 h 208692"/>
              <a:gd name="connsiteX32" fmla="*/ 44291 w 226980"/>
              <a:gd name="connsiteY32" fmla="*/ 79248 h 208692"/>
              <a:gd name="connsiteX33" fmla="*/ 48863 w 226980"/>
              <a:gd name="connsiteY33" fmla="*/ 74676 h 208692"/>
              <a:gd name="connsiteX34" fmla="*/ 48863 w 226980"/>
              <a:gd name="connsiteY34" fmla="*/ 30385 h 208692"/>
              <a:gd name="connsiteX35" fmla="*/ 4572 w 226980"/>
              <a:gd name="connsiteY35" fmla="*/ 30385 h 208692"/>
              <a:gd name="connsiteX36" fmla="*/ 0 w 226980"/>
              <a:gd name="connsiteY36" fmla="*/ 34957 h 208692"/>
              <a:gd name="connsiteX37" fmla="*/ 4572 w 226980"/>
              <a:gd name="connsiteY37" fmla="*/ 39529 h 208692"/>
              <a:gd name="connsiteX38" fmla="*/ 31528 w 226980"/>
              <a:gd name="connsiteY38" fmla="*/ 39529 h 208692"/>
              <a:gd name="connsiteX39" fmla="*/ 8954 w 226980"/>
              <a:gd name="connsiteY39" fmla="*/ 104299 h 208692"/>
              <a:gd name="connsiteX40" fmla="*/ 113348 w 226980"/>
              <a:gd name="connsiteY40" fmla="*/ 208693 h 208692"/>
              <a:gd name="connsiteX41" fmla="*/ 167545 w 226980"/>
              <a:gd name="connsiteY41" fmla="*/ 193548 h 208692"/>
              <a:gd name="connsiteX42" fmla="*/ 168974 w 226980"/>
              <a:gd name="connsiteY42" fmla="*/ 187547 h 208692"/>
              <a:gd name="connsiteX43" fmla="*/ 163068 w 226980"/>
              <a:gd name="connsiteY43" fmla="*/ 186214 h 208692"/>
              <a:gd name="connsiteX44" fmla="*/ 222123 w 226980"/>
              <a:gd name="connsiteY44" fmla="*/ 168402 h 208692"/>
              <a:gd name="connsiteX45" fmla="*/ 195929 w 226980"/>
              <a:gd name="connsiteY45" fmla="*/ 168402 h 208692"/>
              <a:gd name="connsiteX46" fmla="*/ 217837 w 226980"/>
              <a:gd name="connsiteY46" fmla="*/ 104394 h 208692"/>
              <a:gd name="connsiteX47" fmla="*/ 113443 w 226980"/>
              <a:gd name="connsiteY47" fmla="*/ 0 h 208692"/>
              <a:gd name="connsiteX48" fmla="*/ 60293 w 226980"/>
              <a:gd name="connsiteY48" fmla="*/ 14573 h 208692"/>
              <a:gd name="connsiteX49" fmla="*/ 58769 w 226980"/>
              <a:gd name="connsiteY49" fmla="*/ 20574 h 208692"/>
              <a:gd name="connsiteX50" fmla="*/ 64770 w 226980"/>
              <a:gd name="connsiteY50" fmla="*/ 22098 h 208692"/>
              <a:gd name="connsiteX51" fmla="*/ 113538 w 226980"/>
              <a:gd name="connsiteY51" fmla="*/ 8763 h 208692"/>
              <a:gd name="connsiteX52" fmla="*/ 209264 w 226980"/>
              <a:gd name="connsiteY52" fmla="*/ 104489 h 208692"/>
              <a:gd name="connsiteX53" fmla="*/ 187166 w 226980"/>
              <a:gd name="connsiteY53" fmla="*/ 165640 h 208692"/>
              <a:gd name="connsiteX54" fmla="*/ 187166 w 226980"/>
              <a:gd name="connsiteY54" fmla="*/ 133255 h 208692"/>
              <a:gd name="connsiteX55" fmla="*/ 182594 w 226980"/>
              <a:gd name="connsiteY55" fmla="*/ 128683 h 208692"/>
              <a:gd name="connsiteX56" fmla="*/ 178022 w 226980"/>
              <a:gd name="connsiteY56" fmla="*/ 133255 h 208692"/>
              <a:gd name="connsiteX57" fmla="*/ 178022 w 226980"/>
              <a:gd name="connsiteY57" fmla="*/ 177641 h 208692"/>
              <a:gd name="connsiteX58" fmla="*/ 222409 w 226980"/>
              <a:gd name="connsiteY58" fmla="*/ 177641 h 208692"/>
              <a:gd name="connsiteX59" fmla="*/ 226981 w 226980"/>
              <a:gd name="connsiteY59" fmla="*/ 173069 h 208692"/>
              <a:gd name="connsiteX60" fmla="*/ 222123 w 226980"/>
              <a:gd name="connsiteY60" fmla="*/ 168402 h 208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226980" h="208692">
                <a:moveTo>
                  <a:pt x="113443" y="22479"/>
                </a:moveTo>
                <a:cubicBezTo>
                  <a:pt x="112395" y="22479"/>
                  <a:pt x="111347" y="22479"/>
                  <a:pt x="110300" y="22574"/>
                </a:cubicBezTo>
                <a:lnTo>
                  <a:pt x="66580" y="105347"/>
                </a:lnTo>
                <a:cubicBezTo>
                  <a:pt x="64675" y="108871"/>
                  <a:pt x="66008" y="113348"/>
                  <a:pt x="69628" y="115253"/>
                </a:cubicBezTo>
                <a:cubicBezTo>
                  <a:pt x="70676" y="115824"/>
                  <a:pt x="71819" y="116110"/>
                  <a:pt x="73057" y="116110"/>
                </a:cubicBezTo>
                <a:lnTo>
                  <a:pt x="110585" y="116110"/>
                </a:lnTo>
                <a:cubicBezTo>
                  <a:pt x="106966" y="128207"/>
                  <a:pt x="98108" y="157067"/>
                  <a:pt x="90202" y="182594"/>
                </a:cubicBezTo>
                <a:cubicBezTo>
                  <a:pt x="95917" y="184309"/>
                  <a:pt x="101822" y="185357"/>
                  <a:pt x="107728" y="185738"/>
                </a:cubicBezTo>
                <a:lnTo>
                  <a:pt x="156305" y="91345"/>
                </a:lnTo>
                <a:cubicBezTo>
                  <a:pt x="158115" y="87725"/>
                  <a:pt x="156686" y="83344"/>
                  <a:pt x="153162" y="81534"/>
                </a:cubicBezTo>
                <a:cubicBezTo>
                  <a:pt x="152114" y="80963"/>
                  <a:pt x="150971" y="80772"/>
                  <a:pt x="149828" y="80772"/>
                </a:cubicBezTo>
                <a:lnTo>
                  <a:pt x="116110" y="80772"/>
                </a:lnTo>
                <a:lnTo>
                  <a:pt x="128397" y="24003"/>
                </a:lnTo>
                <a:cubicBezTo>
                  <a:pt x="123444" y="22955"/>
                  <a:pt x="118396" y="22479"/>
                  <a:pt x="113443" y="22479"/>
                </a:cubicBezTo>
                <a:close/>
                <a:moveTo>
                  <a:pt x="106394" y="88392"/>
                </a:moveTo>
                <a:cubicBezTo>
                  <a:pt x="107347" y="89535"/>
                  <a:pt x="108680" y="90202"/>
                  <a:pt x="110109" y="90202"/>
                </a:cubicBezTo>
                <a:lnTo>
                  <a:pt x="146114" y="90202"/>
                </a:lnTo>
                <a:lnTo>
                  <a:pt x="102489" y="174879"/>
                </a:lnTo>
                <a:cubicBezTo>
                  <a:pt x="104204" y="169355"/>
                  <a:pt x="106013" y="163449"/>
                  <a:pt x="107823" y="157639"/>
                </a:cubicBezTo>
                <a:cubicBezTo>
                  <a:pt x="111824" y="144685"/>
                  <a:pt x="114967" y="134303"/>
                  <a:pt x="117253" y="126873"/>
                </a:cubicBezTo>
                <a:cubicBezTo>
                  <a:pt x="118586" y="122396"/>
                  <a:pt x="119634" y="118967"/>
                  <a:pt x="120301" y="116681"/>
                </a:cubicBezTo>
                <a:cubicBezTo>
                  <a:pt x="121825" y="111633"/>
                  <a:pt x="122111" y="110490"/>
                  <a:pt x="120682" y="108585"/>
                </a:cubicBezTo>
                <a:cubicBezTo>
                  <a:pt x="119825" y="107347"/>
                  <a:pt x="118396" y="106680"/>
                  <a:pt x="116872" y="106680"/>
                </a:cubicBezTo>
                <a:lnTo>
                  <a:pt x="76772" y="106680"/>
                </a:lnTo>
                <a:lnTo>
                  <a:pt x="117443" y="29813"/>
                </a:lnTo>
                <a:lnTo>
                  <a:pt x="105442" y="84392"/>
                </a:lnTo>
                <a:cubicBezTo>
                  <a:pt x="105156" y="85725"/>
                  <a:pt x="105442" y="87249"/>
                  <a:pt x="106394" y="88392"/>
                </a:cubicBezTo>
                <a:close/>
                <a:moveTo>
                  <a:pt x="163068" y="186214"/>
                </a:moveTo>
                <a:cubicBezTo>
                  <a:pt x="148114" y="195263"/>
                  <a:pt x="130969" y="200120"/>
                  <a:pt x="113443" y="200025"/>
                </a:cubicBezTo>
                <a:cubicBezTo>
                  <a:pt x="60674" y="200025"/>
                  <a:pt x="17717" y="157067"/>
                  <a:pt x="17717" y="104299"/>
                </a:cubicBezTo>
                <a:cubicBezTo>
                  <a:pt x="17717" y="82010"/>
                  <a:pt x="25432" y="60389"/>
                  <a:pt x="39719" y="43244"/>
                </a:cubicBezTo>
                <a:lnTo>
                  <a:pt x="39719" y="74676"/>
                </a:lnTo>
                <a:cubicBezTo>
                  <a:pt x="39719" y="77248"/>
                  <a:pt x="41720" y="79248"/>
                  <a:pt x="44291" y="79248"/>
                </a:cubicBezTo>
                <a:cubicBezTo>
                  <a:pt x="46863" y="79248"/>
                  <a:pt x="48863" y="77153"/>
                  <a:pt x="48863" y="74676"/>
                </a:cubicBezTo>
                <a:lnTo>
                  <a:pt x="48863" y="30385"/>
                </a:lnTo>
                <a:lnTo>
                  <a:pt x="4572" y="30385"/>
                </a:lnTo>
                <a:cubicBezTo>
                  <a:pt x="2000" y="30385"/>
                  <a:pt x="0" y="32480"/>
                  <a:pt x="0" y="34957"/>
                </a:cubicBezTo>
                <a:cubicBezTo>
                  <a:pt x="0" y="37433"/>
                  <a:pt x="2096" y="39529"/>
                  <a:pt x="4572" y="39529"/>
                </a:cubicBezTo>
                <a:lnTo>
                  <a:pt x="31528" y="39529"/>
                </a:lnTo>
                <a:cubicBezTo>
                  <a:pt x="16859" y="57912"/>
                  <a:pt x="8954" y="80772"/>
                  <a:pt x="8954" y="104299"/>
                </a:cubicBezTo>
                <a:cubicBezTo>
                  <a:pt x="8954" y="161925"/>
                  <a:pt x="55817" y="208693"/>
                  <a:pt x="113348" y="208693"/>
                </a:cubicBezTo>
                <a:cubicBezTo>
                  <a:pt x="132493" y="208693"/>
                  <a:pt x="151162" y="203454"/>
                  <a:pt x="167545" y="193548"/>
                </a:cubicBezTo>
                <a:cubicBezTo>
                  <a:pt x="169640" y="192310"/>
                  <a:pt x="170307" y="189643"/>
                  <a:pt x="168974" y="187547"/>
                </a:cubicBezTo>
                <a:cubicBezTo>
                  <a:pt x="167831" y="185642"/>
                  <a:pt x="165068" y="184976"/>
                  <a:pt x="163068" y="186214"/>
                </a:cubicBezTo>
                <a:close/>
                <a:moveTo>
                  <a:pt x="222123" y="168402"/>
                </a:moveTo>
                <a:lnTo>
                  <a:pt x="195929" y="168402"/>
                </a:lnTo>
                <a:cubicBezTo>
                  <a:pt x="210122" y="150114"/>
                  <a:pt x="217837" y="127540"/>
                  <a:pt x="217837" y="104394"/>
                </a:cubicBezTo>
                <a:cubicBezTo>
                  <a:pt x="217837" y="46768"/>
                  <a:pt x="170974" y="0"/>
                  <a:pt x="113443" y="0"/>
                </a:cubicBezTo>
                <a:cubicBezTo>
                  <a:pt x="94774" y="0"/>
                  <a:pt x="76391" y="5048"/>
                  <a:pt x="60293" y="14573"/>
                </a:cubicBezTo>
                <a:cubicBezTo>
                  <a:pt x="58198" y="15812"/>
                  <a:pt x="57531" y="18479"/>
                  <a:pt x="58769" y="20574"/>
                </a:cubicBezTo>
                <a:cubicBezTo>
                  <a:pt x="60007" y="22670"/>
                  <a:pt x="62675" y="23336"/>
                  <a:pt x="64770" y="22098"/>
                </a:cubicBezTo>
                <a:cubicBezTo>
                  <a:pt x="79534" y="13335"/>
                  <a:pt x="96393" y="8763"/>
                  <a:pt x="113538" y="8763"/>
                </a:cubicBezTo>
                <a:cubicBezTo>
                  <a:pt x="166307" y="8763"/>
                  <a:pt x="209264" y="51721"/>
                  <a:pt x="209264" y="104489"/>
                </a:cubicBezTo>
                <a:cubicBezTo>
                  <a:pt x="209264" y="126873"/>
                  <a:pt x="201454" y="148495"/>
                  <a:pt x="187166" y="165640"/>
                </a:cubicBezTo>
                <a:lnTo>
                  <a:pt x="187166" y="133255"/>
                </a:lnTo>
                <a:cubicBezTo>
                  <a:pt x="187166" y="130683"/>
                  <a:pt x="185071" y="128683"/>
                  <a:pt x="182594" y="128683"/>
                </a:cubicBezTo>
                <a:cubicBezTo>
                  <a:pt x="180118" y="128683"/>
                  <a:pt x="178022" y="130778"/>
                  <a:pt x="178022" y="133255"/>
                </a:cubicBezTo>
                <a:lnTo>
                  <a:pt x="178022" y="177641"/>
                </a:lnTo>
                <a:lnTo>
                  <a:pt x="222409" y="177641"/>
                </a:lnTo>
                <a:cubicBezTo>
                  <a:pt x="224981" y="177641"/>
                  <a:pt x="226981" y="175546"/>
                  <a:pt x="226981" y="173069"/>
                </a:cubicBezTo>
                <a:cubicBezTo>
                  <a:pt x="226981" y="170593"/>
                  <a:pt x="224695" y="168402"/>
                  <a:pt x="222123" y="168402"/>
                </a:cubicBez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5" name="Freeform: Shape 274">
            <a:extLst>
              <a:ext uri="{FF2B5EF4-FFF2-40B4-BE49-F238E27FC236}">
                <a16:creationId xmlns:a16="http://schemas.microsoft.com/office/drawing/2014/main" id="{B0D721CE-4FF3-4630-8DE0-C72371F8BCB1}"/>
              </a:ext>
            </a:extLst>
          </p:cNvPr>
          <p:cNvSpPr/>
          <p:nvPr/>
        </p:nvSpPr>
        <p:spPr>
          <a:xfrm>
            <a:off x="1874093" y="1924540"/>
            <a:ext cx="228601" cy="192891"/>
          </a:xfrm>
          <a:custGeom>
            <a:avLst/>
            <a:gdLst>
              <a:gd name="connsiteX0" fmla="*/ 170404 w 228601"/>
              <a:gd name="connsiteY0" fmla="*/ 36967 h 192891"/>
              <a:gd name="connsiteX1" fmla="*/ 164213 w 228601"/>
              <a:gd name="connsiteY1" fmla="*/ 36967 h 192891"/>
              <a:gd name="connsiteX2" fmla="*/ 159641 w 228601"/>
              <a:gd name="connsiteY2" fmla="*/ 37158 h 192891"/>
              <a:gd name="connsiteX3" fmla="*/ 104301 w 228601"/>
              <a:gd name="connsiteY3" fmla="*/ 201 h 192891"/>
              <a:gd name="connsiteX4" fmla="*/ 31625 w 228601"/>
              <a:gd name="connsiteY4" fmla="*/ 62589 h 192891"/>
              <a:gd name="connsiteX5" fmla="*/ 2 w 228601"/>
              <a:gd name="connsiteY5" fmla="*/ 106690 h 192891"/>
              <a:gd name="connsiteX6" fmla="*/ 9908 w 228601"/>
              <a:gd name="connsiteY6" fmla="*/ 134503 h 192891"/>
              <a:gd name="connsiteX7" fmla="*/ 34578 w 228601"/>
              <a:gd name="connsiteY7" fmla="*/ 150029 h 192891"/>
              <a:gd name="connsiteX8" fmla="*/ 35721 w 228601"/>
              <a:gd name="connsiteY8" fmla="*/ 150219 h 192891"/>
              <a:gd name="connsiteX9" fmla="*/ 35721 w 228601"/>
              <a:gd name="connsiteY9" fmla="*/ 150219 h 192891"/>
              <a:gd name="connsiteX10" fmla="*/ 40197 w 228601"/>
              <a:gd name="connsiteY10" fmla="*/ 146790 h 192891"/>
              <a:gd name="connsiteX11" fmla="*/ 36959 w 228601"/>
              <a:gd name="connsiteY11" fmla="*/ 141171 h 192891"/>
              <a:gd name="connsiteX12" fmla="*/ 9146 w 228601"/>
              <a:gd name="connsiteY12" fmla="*/ 106690 h 192891"/>
              <a:gd name="connsiteX13" fmla="*/ 37149 w 228601"/>
              <a:gd name="connsiteY13" fmla="*/ 70400 h 192891"/>
              <a:gd name="connsiteX14" fmla="*/ 40483 w 228601"/>
              <a:gd name="connsiteY14" fmla="*/ 69543 h 192891"/>
              <a:gd name="connsiteX15" fmla="*/ 40578 w 228601"/>
              <a:gd name="connsiteY15" fmla="*/ 66114 h 192891"/>
              <a:gd name="connsiteX16" fmla="*/ 58104 w 228601"/>
              <a:gd name="connsiteY16" fmla="*/ 25823 h 192891"/>
              <a:gd name="connsiteX17" fmla="*/ 75154 w 228601"/>
              <a:gd name="connsiteY17" fmla="*/ 14202 h 192891"/>
              <a:gd name="connsiteX18" fmla="*/ 152497 w 228601"/>
              <a:gd name="connsiteY18" fmla="*/ 43920 h 192891"/>
              <a:gd name="connsiteX19" fmla="*/ 153926 w 228601"/>
              <a:gd name="connsiteY19" fmla="*/ 47064 h 192891"/>
              <a:gd name="connsiteX20" fmla="*/ 157355 w 228601"/>
              <a:gd name="connsiteY20" fmla="*/ 46587 h 192891"/>
              <a:gd name="connsiteX21" fmla="*/ 164118 w 228601"/>
              <a:gd name="connsiteY21" fmla="*/ 46111 h 192891"/>
              <a:gd name="connsiteX22" fmla="*/ 170309 w 228601"/>
              <a:gd name="connsiteY22" fmla="*/ 46111 h 192891"/>
              <a:gd name="connsiteX23" fmla="*/ 219363 w 228601"/>
              <a:gd name="connsiteY23" fmla="*/ 95165 h 192891"/>
              <a:gd name="connsiteX24" fmla="*/ 190597 w 228601"/>
              <a:gd name="connsiteY24" fmla="*/ 141456 h 192891"/>
              <a:gd name="connsiteX25" fmla="*/ 190407 w 228601"/>
              <a:gd name="connsiteY25" fmla="*/ 141552 h 192891"/>
              <a:gd name="connsiteX26" fmla="*/ 189740 w 228601"/>
              <a:gd name="connsiteY26" fmla="*/ 141933 h 192891"/>
              <a:gd name="connsiteX27" fmla="*/ 188121 w 228601"/>
              <a:gd name="connsiteY27" fmla="*/ 148219 h 192891"/>
              <a:gd name="connsiteX28" fmla="*/ 194407 w 228601"/>
              <a:gd name="connsiteY28" fmla="*/ 149838 h 192891"/>
              <a:gd name="connsiteX29" fmla="*/ 228602 w 228601"/>
              <a:gd name="connsiteY29" fmla="*/ 95165 h 192891"/>
              <a:gd name="connsiteX30" fmla="*/ 170404 w 228601"/>
              <a:gd name="connsiteY30" fmla="*/ 36967 h 192891"/>
              <a:gd name="connsiteX31" fmla="*/ 114873 w 228601"/>
              <a:gd name="connsiteY31" fmla="*/ 66780 h 192891"/>
              <a:gd name="connsiteX32" fmla="*/ 51818 w 228601"/>
              <a:gd name="connsiteY32" fmla="*/ 129836 h 192891"/>
              <a:gd name="connsiteX33" fmla="*/ 114873 w 228601"/>
              <a:gd name="connsiteY33" fmla="*/ 192891 h 192891"/>
              <a:gd name="connsiteX34" fmla="*/ 177929 w 228601"/>
              <a:gd name="connsiteY34" fmla="*/ 129836 h 192891"/>
              <a:gd name="connsiteX35" fmla="*/ 114873 w 228601"/>
              <a:gd name="connsiteY35" fmla="*/ 66780 h 192891"/>
              <a:gd name="connsiteX36" fmla="*/ 114111 w 228601"/>
              <a:gd name="connsiteY36" fmla="*/ 75924 h 192891"/>
              <a:gd name="connsiteX37" fmla="*/ 133066 w 228601"/>
              <a:gd name="connsiteY37" fmla="*/ 105642 h 192891"/>
              <a:gd name="connsiteX38" fmla="*/ 95061 w 228601"/>
              <a:gd name="connsiteY38" fmla="*/ 105642 h 192891"/>
              <a:gd name="connsiteX39" fmla="*/ 114111 w 228601"/>
              <a:gd name="connsiteY39" fmla="*/ 75924 h 192891"/>
              <a:gd name="connsiteX40" fmla="*/ 114111 w 228601"/>
              <a:gd name="connsiteY40" fmla="*/ 75924 h 192891"/>
              <a:gd name="connsiteX41" fmla="*/ 134876 w 228601"/>
              <a:gd name="connsiteY41" fmla="*/ 112596 h 192891"/>
              <a:gd name="connsiteX42" fmla="*/ 136781 w 228601"/>
              <a:gd name="connsiteY42" fmla="*/ 130217 h 192891"/>
              <a:gd name="connsiteX43" fmla="*/ 135257 w 228601"/>
              <a:gd name="connsiteY43" fmla="*/ 145933 h 192891"/>
              <a:gd name="connsiteX44" fmla="*/ 92680 w 228601"/>
              <a:gd name="connsiteY44" fmla="*/ 145933 h 192891"/>
              <a:gd name="connsiteX45" fmla="*/ 91156 w 228601"/>
              <a:gd name="connsiteY45" fmla="*/ 130217 h 192891"/>
              <a:gd name="connsiteX46" fmla="*/ 93061 w 228601"/>
              <a:gd name="connsiteY46" fmla="*/ 112596 h 192891"/>
              <a:gd name="connsiteX47" fmla="*/ 134876 w 228601"/>
              <a:gd name="connsiteY47" fmla="*/ 112596 h 192891"/>
              <a:gd name="connsiteX48" fmla="*/ 102872 w 228601"/>
              <a:gd name="connsiteY48" fmla="*/ 77258 h 192891"/>
              <a:gd name="connsiteX49" fmla="*/ 87727 w 228601"/>
              <a:gd name="connsiteY49" fmla="*/ 105642 h 192891"/>
              <a:gd name="connsiteX50" fmla="*/ 66677 w 228601"/>
              <a:gd name="connsiteY50" fmla="*/ 105642 h 192891"/>
              <a:gd name="connsiteX51" fmla="*/ 102872 w 228601"/>
              <a:gd name="connsiteY51" fmla="*/ 77258 h 192891"/>
              <a:gd name="connsiteX52" fmla="*/ 60962 w 228601"/>
              <a:gd name="connsiteY52" fmla="*/ 129836 h 192891"/>
              <a:gd name="connsiteX53" fmla="*/ 63819 w 228601"/>
              <a:gd name="connsiteY53" fmla="*/ 112596 h 192891"/>
              <a:gd name="connsiteX54" fmla="*/ 86108 w 228601"/>
              <a:gd name="connsiteY54" fmla="*/ 112596 h 192891"/>
              <a:gd name="connsiteX55" fmla="*/ 85727 w 228601"/>
              <a:gd name="connsiteY55" fmla="*/ 145933 h 192891"/>
              <a:gd name="connsiteX56" fmla="*/ 63438 w 228601"/>
              <a:gd name="connsiteY56" fmla="*/ 145933 h 192891"/>
              <a:gd name="connsiteX57" fmla="*/ 60962 w 228601"/>
              <a:gd name="connsiteY57" fmla="*/ 129836 h 192891"/>
              <a:gd name="connsiteX58" fmla="*/ 66105 w 228601"/>
              <a:gd name="connsiteY58" fmla="*/ 152791 h 192891"/>
              <a:gd name="connsiteX59" fmla="*/ 87251 w 228601"/>
              <a:gd name="connsiteY59" fmla="*/ 152791 h 192891"/>
              <a:gd name="connsiteX60" fmla="*/ 102205 w 228601"/>
              <a:gd name="connsiteY60" fmla="*/ 182223 h 192891"/>
              <a:gd name="connsiteX61" fmla="*/ 66105 w 228601"/>
              <a:gd name="connsiteY61" fmla="*/ 152791 h 192891"/>
              <a:gd name="connsiteX62" fmla="*/ 113159 w 228601"/>
              <a:gd name="connsiteY62" fmla="*/ 183747 h 192891"/>
              <a:gd name="connsiteX63" fmla="*/ 94395 w 228601"/>
              <a:gd name="connsiteY63" fmla="*/ 152886 h 192891"/>
              <a:gd name="connsiteX64" fmla="*/ 133638 w 228601"/>
              <a:gd name="connsiteY64" fmla="*/ 152886 h 192891"/>
              <a:gd name="connsiteX65" fmla="*/ 114873 w 228601"/>
              <a:gd name="connsiteY65" fmla="*/ 183747 h 192891"/>
              <a:gd name="connsiteX66" fmla="*/ 113159 w 228601"/>
              <a:gd name="connsiteY66" fmla="*/ 183747 h 192891"/>
              <a:gd name="connsiteX67" fmla="*/ 125541 w 228601"/>
              <a:gd name="connsiteY67" fmla="*/ 182604 h 192891"/>
              <a:gd name="connsiteX68" fmla="*/ 125541 w 228601"/>
              <a:gd name="connsiteY68" fmla="*/ 182604 h 192891"/>
              <a:gd name="connsiteX69" fmla="*/ 140781 w 228601"/>
              <a:gd name="connsiteY69" fmla="*/ 152696 h 192891"/>
              <a:gd name="connsiteX70" fmla="*/ 163546 w 228601"/>
              <a:gd name="connsiteY70" fmla="*/ 152696 h 192891"/>
              <a:gd name="connsiteX71" fmla="*/ 125541 w 228601"/>
              <a:gd name="connsiteY71" fmla="*/ 182604 h 192891"/>
              <a:gd name="connsiteX72" fmla="*/ 166213 w 228601"/>
              <a:gd name="connsiteY72" fmla="*/ 145838 h 192891"/>
              <a:gd name="connsiteX73" fmla="*/ 142305 w 228601"/>
              <a:gd name="connsiteY73" fmla="*/ 145838 h 192891"/>
              <a:gd name="connsiteX74" fmla="*/ 141924 w 228601"/>
              <a:gd name="connsiteY74" fmla="*/ 112500 h 192891"/>
              <a:gd name="connsiteX75" fmla="*/ 165832 w 228601"/>
              <a:gd name="connsiteY75" fmla="*/ 112500 h 192891"/>
              <a:gd name="connsiteX76" fmla="*/ 166213 w 228601"/>
              <a:gd name="connsiteY76" fmla="*/ 145838 h 192891"/>
              <a:gd name="connsiteX77" fmla="*/ 140305 w 228601"/>
              <a:gd name="connsiteY77" fmla="*/ 105642 h 192891"/>
              <a:gd name="connsiteX78" fmla="*/ 124779 w 228601"/>
              <a:gd name="connsiteY78" fmla="*/ 76877 h 192891"/>
              <a:gd name="connsiteX79" fmla="*/ 162975 w 228601"/>
              <a:gd name="connsiteY79" fmla="*/ 105642 h 192891"/>
              <a:gd name="connsiteX80" fmla="*/ 140305 w 228601"/>
              <a:gd name="connsiteY80" fmla="*/ 105642 h 192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</a:cxnLst>
            <a:rect l="l" t="t" r="r" b="b"/>
            <a:pathLst>
              <a:path w="228601" h="192891">
                <a:moveTo>
                  <a:pt x="170404" y="36967"/>
                </a:moveTo>
                <a:lnTo>
                  <a:pt x="164213" y="36967"/>
                </a:lnTo>
                <a:cubicBezTo>
                  <a:pt x="162689" y="36967"/>
                  <a:pt x="161165" y="37062"/>
                  <a:pt x="159641" y="37158"/>
                </a:cubicBezTo>
                <a:cubicBezTo>
                  <a:pt x="148973" y="16012"/>
                  <a:pt x="127923" y="2010"/>
                  <a:pt x="104301" y="201"/>
                </a:cubicBezTo>
                <a:cubicBezTo>
                  <a:pt x="66963" y="-2657"/>
                  <a:pt x="34482" y="25347"/>
                  <a:pt x="31625" y="62589"/>
                </a:cubicBezTo>
                <a:cubicBezTo>
                  <a:pt x="12765" y="69066"/>
                  <a:pt x="97" y="86783"/>
                  <a:pt x="2" y="106690"/>
                </a:cubicBezTo>
                <a:cubicBezTo>
                  <a:pt x="-93" y="116882"/>
                  <a:pt x="3431" y="126693"/>
                  <a:pt x="9908" y="134503"/>
                </a:cubicBezTo>
                <a:cubicBezTo>
                  <a:pt x="16290" y="142123"/>
                  <a:pt x="24957" y="147552"/>
                  <a:pt x="34578" y="150029"/>
                </a:cubicBezTo>
                <a:cubicBezTo>
                  <a:pt x="34959" y="150124"/>
                  <a:pt x="35340" y="150219"/>
                  <a:pt x="35721" y="150219"/>
                </a:cubicBezTo>
                <a:lnTo>
                  <a:pt x="35721" y="150219"/>
                </a:lnTo>
                <a:cubicBezTo>
                  <a:pt x="37816" y="150219"/>
                  <a:pt x="39626" y="148791"/>
                  <a:pt x="40197" y="146790"/>
                </a:cubicBezTo>
                <a:cubicBezTo>
                  <a:pt x="40864" y="144314"/>
                  <a:pt x="39435" y="141837"/>
                  <a:pt x="36959" y="141171"/>
                </a:cubicBezTo>
                <a:cubicBezTo>
                  <a:pt x="20004" y="136694"/>
                  <a:pt x="9146" y="123168"/>
                  <a:pt x="9146" y="106690"/>
                </a:cubicBezTo>
                <a:cubicBezTo>
                  <a:pt x="9146" y="89640"/>
                  <a:pt x="20671" y="74781"/>
                  <a:pt x="37149" y="70400"/>
                </a:cubicBezTo>
                <a:lnTo>
                  <a:pt x="40483" y="69543"/>
                </a:lnTo>
                <a:lnTo>
                  <a:pt x="40578" y="66114"/>
                </a:lnTo>
                <a:cubicBezTo>
                  <a:pt x="40864" y="50874"/>
                  <a:pt x="47246" y="36396"/>
                  <a:pt x="58104" y="25823"/>
                </a:cubicBezTo>
                <a:cubicBezTo>
                  <a:pt x="63057" y="20965"/>
                  <a:pt x="68868" y="17060"/>
                  <a:pt x="75154" y="14202"/>
                </a:cubicBezTo>
                <a:cubicBezTo>
                  <a:pt x="104682" y="1058"/>
                  <a:pt x="139353" y="14298"/>
                  <a:pt x="152497" y="43920"/>
                </a:cubicBezTo>
                <a:lnTo>
                  <a:pt x="153926" y="47064"/>
                </a:lnTo>
                <a:lnTo>
                  <a:pt x="157355" y="46587"/>
                </a:lnTo>
                <a:cubicBezTo>
                  <a:pt x="159546" y="46302"/>
                  <a:pt x="161832" y="46111"/>
                  <a:pt x="164118" y="46111"/>
                </a:cubicBezTo>
                <a:lnTo>
                  <a:pt x="170309" y="46111"/>
                </a:lnTo>
                <a:cubicBezTo>
                  <a:pt x="197360" y="46111"/>
                  <a:pt x="219267" y="68019"/>
                  <a:pt x="219363" y="95165"/>
                </a:cubicBezTo>
                <a:cubicBezTo>
                  <a:pt x="219363" y="114691"/>
                  <a:pt x="207552" y="133741"/>
                  <a:pt x="190597" y="141456"/>
                </a:cubicBezTo>
                <a:lnTo>
                  <a:pt x="190407" y="141552"/>
                </a:lnTo>
                <a:cubicBezTo>
                  <a:pt x="190121" y="141647"/>
                  <a:pt x="189930" y="141742"/>
                  <a:pt x="189740" y="141933"/>
                </a:cubicBezTo>
                <a:cubicBezTo>
                  <a:pt x="187549" y="143266"/>
                  <a:pt x="186882" y="146028"/>
                  <a:pt x="188121" y="148219"/>
                </a:cubicBezTo>
                <a:cubicBezTo>
                  <a:pt x="189454" y="150410"/>
                  <a:pt x="192216" y="151077"/>
                  <a:pt x="194407" y="149838"/>
                </a:cubicBezTo>
                <a:cubicBezTo>
                  <a:pt x="214886" y="140504"/>
                  <a:pt x="228602" y="118501"/>
                  <a:pt x="228602" y="95165"/>
                </a:cubicBezTo>
                <a:cubicBezTo>
                  <a:pt x="228602" y="63066"/>
                  <a:pt x="202503" y="36967"/>
                  <a:pt x="170404" y="36967"/>
                </a:cubicBezTo>
                <a:close/>
                <a:moveTo>
                  <a:pt x="114873" y="66780"/>
                </a:moveTo>
                <a:cubicBezTo>
                  <a:pt x="80012" y="66780"/>
                  <a:pt x="51818" y="94974"/>
                  <a:pt x="51818" y="129836"/>
                </a:cubicBezTo>
                <a:cubicBezTo>
                  <a:pt x="51818" y="164697"/>
                  <a:pt x="80012" y="192891"/>
                  <a:pt x="114873" y="192891"/>
                </a:cubicBezTo>
                <a:cubicBezTo>
                  <a:pt x="149735" y="192891"/>
                  <a:pt x="177929" y="164697"/>
                  <a:pt x="177929" y="129836"/>
                </a:cubicBezTo>
                <a:cubicBezTo>
                  <a:pt x="177834" y="95070"/>
                  <a:pt x="149640" y="66780"/>
                  <a:pt x="114873" y="66780"/>
                </a:cubicBezTo>
                <a:close/>
                <a:moveTo>
                  <a:pt x="114111" y="75924"/>
                </a:moveTo>
                <a:cubicBezTo>
                  <a:pt x="122684" y="83259"/>
                  <a:pt x="129256" y="93736"/>
                  <a:pt x="133066" y="105642"/>
                </a:cubicBezTo>
                <a:lnTo>
                  <a:pt x="95061" y="105642"/>
                </a:lnTo>
                <a:cubicBezTo>
                  <a:pt x="98871" y="93736"/>
                  <a:pt x="105444" y="83354"/>
                  <a:pt x="114111" y="75924"/>
                </a:cubicBezTo>
                <a:lnTo>
                  <a:pt x="114111" y="75924"/>
                </a:lnTo>
                <a:close/>
                <a:moveTo>
                  <a:pt x="134876" y="112596"/>
                </a:moveTo>
                <a:cubicBezTo>
                  <a:pt x="136209" y="118406"/>
                  <a:pt x="136781" y="124311"/>
                  <a:pt x="136781" y="130217"/>
                </a:cubicBezTo>
                <a:cubicBezTo>
                  <a:pt x="136781" y="135456"/>
                  <a:pt x="136305" y="140694"/>
                  <a:pt x="135257" y="145933"/>
                </a:cubicBezTo>
                <a:lnTo>
                  <a:pt x="92680" y="145933"/>
                </a:lnTo>
                <a:cubicBezTo>
                  <a:pt x="91728" y="140790"/>
                  <a:pt x="91156" y="135551"/>
                  <a:pt x="91156" y="130217"/>
                </a:cubicBezTo>
                <a:cubicBezTo>
                  <a:pt x="91156" y="124311"/>
                  <a:pt x="91823" y="118406"/>
                  <a:pt x="93061" y="112596"/>
                </a:cubicBezTo>
                <a:lnTo>
                  <a:pt x="134876" y="112596"/>
                </a:lnTo>
                <a:close/>
                <a:moveTo>
                  <a:pt x="102872" y="77258"/>
                </a:moveTo>
                <a:cubicBezTo>
                  <a:pt x="95823" y="85545"/>
                  <a:pt x="90680" y="95165"/>
                  <a:pt x="87727" y="105642"/>
                </a:cubicBezTo>
                <a:lnTo>
                  <a:pt x="66677" y="105642"/>
                </a:lnTo>
                <a:cubicBezTo>
                  <a:pt x="73916" y="91260"/>
                  <a:pt x="87156" y="80877"/>
                  <a:pt x="102872" y="77258"/>
                </a:cubicBezTo>
                <a:close/>
                <a:moveTo>
                  <a:pt x="60962" y="129836"/>
                </a:moveTo>
                <a:cubicBezTo>
                  <a:pt x="60962" y="123930"/>
                  <a:pt x="61914" y="118120"/>
                  <a:pt x="63819" y="112596"/>
                </a:cubicBezTo>
                <a:lnTo>
                  <a:pt x="86108" y="112596"/>
                </a:lnTo>
                <a:cubicBezTo>
                  <a:pt x="83917" y="123549"/>
                  <a:pt x="83822" y="134884"/>
                  <a:pt x="85727" y="145933"/>
                </a:cubicBezTo>
                <a:lnTo>
                  <a:pt x="63438" y="145933"/>
                </a:lnTo>
                <a:cubicBezTo>
                  <a:pt x="61819" y="140694"/>
                  <a:pt x="60962" y="135265"/>
                  <a:pt x="60962" y="129836"/>
                </a:cubicBezTo>
                <a:close/>
                <a:moveTo>
                  <a:pt x="66105" y="152791"/>
                </a:moveTo>
                <a:lnTo>
                  <a:pt x="87251" y="152791"/>
                </a:lnTo>
                <a:cubicBezTo>
                  <a:pt x="90204" y="163935"/>
                  <a:pt x="95252" y="174032"/>
                  <a:pt x="102205" y="182223"/>
                </a:cubicBezTo>
                <a:cubicBezTo>
                  <a:pt x="86298" y="178318"/>
                  <a:pt x="73059" y="167555"/>
                  <a:pt x="66105" y="152791"/>
                </a:cubicBezTo>
                <a:close/>
                <a:moveTo>
                  <a:pt x="113159" y="183747"/>
                </a:moveTo>
                <a:cubicBezTo>
                  <a:pt x="104396" y="175937"/>
                  <a:pt x="97919" y="165174"/>
                  <a:pt x="94395" y="152886"/>
                </a:cubicBezTo>
                <a:lnTo>
                  <a:pt x="133638" y="152886"/>
                </a:lnTo>
                <a:cubicBezTo>
                  <a:pt x="130113" y="165174"/>
                  <a:pt x="123541" y="176032"/>
                  <a:pt x="114873" y="183747"/>
                </a:cubicBezTo>
                <a:lnTo>
                  <a:pt x="113159" y="183747"/>
                </a:lnTo>
                <a:close/>
                <a:moveTo>
                  <a:pt x="125541" y="182604"/>
                </a:moveTo>
                <a:lnTo>
                  <a:pt x="125541" y="182604"/>
                </a:lnTo>
                <a:cubicBezTo>
                  <a:pt x="132590" y="174318"/>
                  <a:pt x="137829" y="164031"/>
                  <a:pt x="140781" y="152696"/>
                </a:cubicBezTo>
                <a:lnTo>
                  <a:pt x="163546" y="152696"/>
                </a:lnTo>
                <a:cubicBezTo>
                  <a:pt x="156307" y="168126"/>
                  <a:pt x="142210" y="179175"/>
                  <a:pt x="125541" y="182604"/>
                </a:cubicBezTo>
                <a:close/>
                <a:moveTo>
                  <a:pt x="166213" y="145838"/>
                </a:moveTo>
                <a:lnTo>
                  <a:pt x="142305" y="145838"/>
                </a:lnTo>
                <a:cubicBezTo>
                  <a:pt x="144306" y="134789"/>
                  <a:pt x="144115" y="123549"/>
                  <a:pt x="141924" y="112500"/>
                </a:cubicBezTo>
                <a:lnTo>
                  <a:pt x="165832" y="112500"/>
                </a:lnTo>
                <a:cubicBezTo>
                  <a:pt x="169547" y="123359"/>
                  <a:pt x="169642" y="134979"/>
                  <a:pt x="166213" y="145838"/>
                </a:cubicBezTo>
                <a:close/>
                <a:moveTo>
                  <a:pt x="140305" y="105642"/>
                </a:moveTo>
                <a:cubicBezTo>
                  <a:pt x="137162" y="94689"/>
                  <a:pt x="131828" y="84783"/>
                  <a:pt x="124779" y="76877"/>
                </a:cubicBezTo>
                <a:cubicBezTo>
                  <a:pt x="141258" y="80020"/>
                  <a:pt x="155355" y="90688"/>
                  <a:pt x="162975" y="105642"/>
                </a:cubicBezTo>
                <a:lnTo>
                  <a:pt x="140305" y="105642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6" name="Freeform: Shape 275">
            <a:extLst>
              <a:ext uri="{FF2B5EF4-FFF2-40B4-BE49-F238E27FC236}">
                <a16:creationId xmlns:a16="http://schemas.microsoft.com/office/drawing/2014/main" id="{23D67B93-E7C6-42B7-9FFA-9C6E9F0B8A31}"/>
              </a:ext>
            </a:extLst>
          </p:cNvPr>
          <p:cNvSpPr/>
          <p:nvPr/>
        </p:nvSpPr>
        <p:spPr>
          <a:xfrm>
            <a:off x="4450860" y="1899881"/>
            <a:ext cx="228647" cy="223361"/>
          </a:xfrm>
          <a:custGeom>
            <a:avLst/>
            <a:gdLst>
              <a:gd name="connsiteX0" fmla="*/ 8001 w 228647"/>
              <a:gd name="connsiteY0" fmla="*/ 101060 h 223361"/>
              <a:gd name="connsiteX1" fmla="*/ 13335 w 228647"/>
              <a:gd name="connsiteY1" fmla="*/ 95726 h 223361"/>
              <a:gd name="connsiteX2" fmla="*/ 13335 w 228647"/>
              <a:gd name="connsiteY2" fmla="*/ 16097 h 223361"/>
              <a:gd name="connsiteX3" fmla="*/ 18764 w 228647"/>
              <a:gd name="connsiteY3" fmla="*/ 10668 h 223361"/>
              <a:gd name="connsiteX4" fmla="*/ 210026 w 228647"/>
              <a:gd name="connsiteY4" fmla="*/ 10668 h 223361"/>
              <a:gd name="connsiteX5" fmla="*/ 215360 w 228647"/>
              <a:gd name="connsiteY5" fmla="*/ 5334 h 223361"/>
              <a:gd name="connsiteX6" fmla="*/ 210026 w 228647"/>
              <a:gd name="connsiteY6" fmla="*/ 0 h 223361"/>
              <a:gd name="connsiteX7" fmla="*/ 18764 w 228647"/>
              <a:gd name="connsiteY7" fmla="*/ 0 h 223361"/>
              <a:gd name="connsiteX8" fmla="*/ 2667 w 228647"/>
              <a:gd name="connsiteY8" fmla="*/ 16097 h 223361"/>
              <a:gd name="connsiteX9" fmla="*/ 2667 w 228647"/>
              <a:gd name="connsiteY9" fmla="*/ 95726 h 223361"/>
              <a:gd name="connsiteX10" fmla="*/ 8001 w 228647"/>
              <a:gd name="connsiteY10" fmla="*/ 101060 h 223361"/>
              <a:gd name="connsiteX11" fmla="*/ 220789 w 228647"/>
              <a:gd name="connsiteY11" fmla="*/ 88106 h 223361"/>
              <a:gd name="connsiteX12" fmla="*/ 215455 w 228647"/>
              <a:gd name="connsiteY12" fmla="*/ 93440 h 223361"/>
              <a:gd name="connsiteX13" fmla="*/ 215455 w 228647"/>
              <a:gd name="connsiteY13" fmla="*/ 207264 h 223361"/>
              <a:gd name="connsiteX14" fmla="*/ 210026 w 228647"/>
              <a:gd name="connsiteY14" fmla="*/ 212693 h 223361"/>
              <a:gd name="connsiteX15" fmla="*/ 18764 w 228647"/>
              <a:gd name="connsiteY15" fmla="*/ 212693 h 223361"/>
              <a:gd name="connsiteX16" fmla="*/ 13335 w 228647"/>
              <a:gd name="connsiteY16" fmla="*/ 207264 h 223361"/>
              <a:gd name="connsiteX17" fmla="*/ 13335 w 228647"/>
              <a:gd name="connsiteY17" fmla="*/ 191453 h 223361"/>
              <a:gd name="connsiteX18" fmla="*/ 8001 w 228647"/>
              <a:gd name="connsiteY18" fmla="*/ 186119 h 223361"/>
              <a:gd name="connsiteX19" fmla="*/ 2667 w 228647"/>
              <a:gd name="connsiteY19" fmla="*/ 191453 h 223361"/>
              <a:gd name="connsiteX20" fmla="*/ 2667 w 228647"/>
              <a:gd name="connsiteY20" fmla="*/ 207264 h 223361"/>
              <a:gd name="connsiteX21" fmla="*/ 18764 w 228647"/>
              <a:gd name="connsiteY21" fmla="*/ 223361 h 223361"/>
              <a:gd name="connsiteX22" fmla="*/ 209931 w 228647"/>
              <a:gd name="connsiteY22" fmla="*/ 223361 h 223361"/>
              <a:gd name="connsiteX23" fmla="*/ 226123 w 228647"/>
              <a:gd name="connsiteY23" fmla="*/ 207264 h 223361"/>
              <a:gd name="connsiteX24" fmla="*/ 226123 w 228647"/>
              <a:gd name="connsiteY24" fmla="*/ 93345 h 223361"/>
              <a:gd name="connsiteX25" fmla="*/ 220789 w 228647"/>
              <a:gd name="connsiteY25" fmla="*/ 88106 h 223361"/>
              <a:gd name="connsiteX26" fmla="*/ 190881 w 228647"/>
              <a:gd name="connsiteY26" fmla="*/ 193929 h 223361"/>
              <a:gd name="connsiteX27" fmla="*/ 196786 w 228647"/>
              <a:gd name="connsiteY27" fmla="*/ 188024 h 223361"/>
              <a:gd name="connsiteX28" fmla="*/ 196786 w 228647"/>
              <a:gd name="connsiteY28" fmla="*/ 110300 h 223361"/>
              <a:gd name="connsiteX29" fmla="*/ 186118 w 228647"/>
              <a:gd name="connsiteY29" fmla="*/ 120872 h 223361"/>
              <a:gd name="connsiteX30" fmla="*/ 186118 w 228647"/>
              <a:gd name="connsiteY30" fmla="*/ 183356 h 223361"/>
              <a:gd name="connsiteX31" fmla="*/ 40576 w 228647"/>
              <a:gd name="connsiteY31" fmla="*/ 183356 h 223361"/>
              <a:gd name="connsiteX32" fmla="*/ 35242 w 228647"/>
              <a:gd name="connsiteY32" fmla="*/ 188690 h 223361"/>
              <a:gd name="connsiteX33" fmla="*/ 40576 w 228647"/>
              <a:gd name="connsiteY33" fmla="*/ 194024 h 223361"/>
              <a:gd name="connsiteX34" fmla="*/ 190881 w 228647"/>
              <a:gd name="connsiteY34" fmla="*/ 194024 h 223361"/>
              <a:gd name="connsiteX35" fmla="*/ 31909 w 228647"/>
              <a:gd name="connsiteY35" fmla="*/ 35147 h 223361"/>
              <a:gd name="connsiteX36" fmla="*/ 31909 w 228647"/>
              <a:gd name="connsiteY36" fmla="*/ 77534 h 223361"/>
              <a:gd name="connsiteX37" fmla="*/ 42577 w 228647"/>
              <a:gd name="connsiteY37" fmla="*/ 66866 h 223361"/>
              <a:gd name="connsiteX38" fmla="*/ 42577 w 228647"/>
              <a:gd name="connsiteY38" fmla="*/ 39910 h 223361"/>
              <a:gd name="connsiteX39" fmla="*/ 181070 w 228647"/>
              <a:gd name="connsiteY39" fmla="*/ 39910 h 223361"/>
              <a:gd name="connsiteX40" fmla="*/ 191738 w 228647"/>
              <a:gd name="connsiteY40" fmla="*/ 29242 h 223361"/>
              <a:gd name="connsiteX41" fmla="*/ 37909 w 228647"/>
              <a:gd name="connsiteY41" fmla="*/ 29242 h 223361"/>
              <a:gd name="connsiteX42" fmla="*/ 31909 w 228647"/>
              <a:gd name="connsiteY42" fmla="*/ 35147 h 223361"/>
              <a:gd name="connsiteX43" fmla="*/ 5334 w 228647"/>
              <a:gd name="connsiteY43" fmla="*/ 132969 h 223361"/>
              <a:gd name="connsiteX44" fmla="*/ 9144 w 228647"/>
              <a:gd name="connsiteY44" fmla="*/ 131445 h 223361"/>
              <a:gd name="connsiteX45" fmla="*/ 48387 w 228647"/>
              <a:gd name="connsiteY45" fmla="*/ 92202 h 223361"/>
              <a:gd name="connsiteX46" fmla="*/ 71152 w 228647"/>
              <a:gd name="connsiteY46" fmla="*/ 114967 h 223361"/>
              <a:gd name="connsiteX47" fmla="*/ 78676 w 228647"/>
              <a:gd name="connsiteY47" fmla="*/ 114967 h 223361"/>
              <a:gd name="connsiteX48" fmla="*/ 123634 w 228647"/>
              <a:gd name="connsiteY48" fmla="*/ 70009 h 223361"/>
              <a:gd name="connsiteX49" fmla="*/ 149066 w 228647"/>
              <a:gd name="connsiteY49" fmla="*/ 95441 h 223361"/>
              <a:gd name="connsiteX50" fmla="*/ 156591 w 228647"/>
              <a:gd name="connsiteY50" fmla="*/ 95441 h 223361"/>
              <a:gd name="connsiteX51" fmla="*/ 227076 w 228647"/>
              <a:gd name="connsiteY51" fmla="*/ 24955 h 223361"/>
              <a:gd name="connsiteX52" fmla="*/ 227076 w 228647"/>
              <a:gd name="connsiteY52" fmla="*/ 17431 h 223361"/>
              <a:gd name="connsiteX53" fmla="*/ 219551 w 228647"/>
              <a:gd name="connsiteY53" fmla="*/ 17431 h 223361"/>
              <a:gd name="connsiteX54" fmla="*/ 152781 w 228647"/>
              <a:gd name="connsiteY54" fmla="*/ 84201 h 223361"/>
              <a:gd name="connsiteX55" fmla="*/ 127349 w 228647"/>
              <a:gd name="connsiteY55" fmla="*/ 58674 h 223361"/>
              <a:gd name="connsiteX56" fmla="*/ 119825 w 228647"/>
              <a:gd name="connsiteY56" fmla="*/ 58674 h 223361"/>
              <a:gd name="connsiteX57" fmla="*/ 74867 w 228647"/>
              <a:gd name="connsiteY57" fmla="*/ 103632 h 223361"/>
              <a:gd name="connsiteX58" fmla="*/ 52102 w 228647"/>
              <a:gd name="connsiteY58" fmla="*/ 80867 h 223361"/>
              <a:gd name="connsiteX59" fmla="*/ 44577 w 228647"/>
              <a:gd name="connsiteY59" fmla="*/ 80867 h 223361"/>
              <a:gd name="connsiteX60" fmla="*/ 1524 w 228647"/>
              <a:gd name="connsiteY60" fmla="*/ 123825 h 223361"/>
              <a:gd name="connsiteX61" fmla="*/ 0 w 228647"/>
              <a:gd name="connsiteY61" fmla="*/ 127635 h 223361"/>
              <a:gd name="connsiteX62" fmla="*/ 5334 w 228647"/>
              <a:gd name="connsiteY62" fmla="*/ 132969 h 223361"/>
              <a:gd name="connsiteX63" fmla="*/ 219456 w 228647"/>
              <a:gd name="connsiteY63" fmla="*/ 57341 h 223361"/>
              <a:gd name="connsiteX64" fmla="*/ 152781 w 228647"/>
              <a:gd name="connsiteY64" fmla="*/ 124111 h 223361"/>
              <a:gd name="connsiteX65" fmla="*/ 127349 w 228647"/>
              <a:gd name="connsiteY65" fmla="*/ 98584 h 223361"/>
              <a:gd name="connsiteX66" fmla="*/ 119825 w 228647"/>
              <a:gd name="connsiteY66" fmla="*/ 98584 h 223361"/>
              <a:gd name="connsiteX67" fmla="*/ 74867 w 228647"/>
              <a:gd name="connsiteY67" fmla="*/ 143542 h 223361"/>
              <a:gd name="connsiteX68" fmla="*/ 52102 w 228647"/>
              <a:gd name="connsiteY68" fmla="*/ 120777 h 223361"/>
              <a:gd name="connsiteX69" fmla="*/ 44577 w 228647"/>
              <a:gd name="connsiteY69" fmla="*/ 120777 h 223361"/>
              <a:gd name="connsiteX70" fmla="*/ 1524 w 228647"/>
              <a:gd name="connsiteY70" fmla="*/ 163735 h 223361"/>
              <a:gd name="connsiteX71" fmla="*/ 0 w 228647"/>
              <a:gd name="connsiteY71" fmla="*/ 167545 h 223361"/>
              <a:gd name="connsiteX72" fmla="*/ 5334 w 228647"/>
              <a:gd name="connsiteY72" fmla="*/ 172879 h 223361"/>
              <a:gd name="connsiteX73" fmla="*/ 9144 w 228647"/>
              <a:gd name="connsiteY73" fmla="*/ 171355 h 223361"/>
              <a:gd name="connsiteX74" fmla="*/ 48387 w 228647"/>
              <a:gd name="connsiteY74" fmla="*/ 132112 h 223361"/>
              <a:gd name="connsiteX75" fmla="*/ 71152 w 228647"/>
              <a:gd name="connsiteY75" fmla="*/ 154877 h 223361"/>
              <a:gd name="connsiteX76" fmla="*/ 78676 w 228647"/>
              <a:gd name="connsiteY76" fmla="*/ 154877 h 223361"/>
              <a:gd name="connsiteX77" fmla="*/ 123634 w 228647"/>
              <a:gd name="connsiteY77" fmla="*/ 109919 h 223361"/>
              <a:gd name="connsiteX78" fmla="*/ 149066 w 228647"/>
              <a:gd name="connsiteY78" fmla="*/ 135350 h 223361"/>
              <a:gd name="connsiteX79" fmla="*/ 156591 w 228647"/>
              <a:gd name="connsiteY79" fmla="*/ 135350 h 223361"/>
              <a:gd name="connsiteX80" fmla="*/ 227076 w 228647"/>
              <a:gd name="connsiteY80" fmla="*/ 64865 h 223361"/>
              <a:gd name="connsiteX81" fmla="*/ 227076 w 228647"/>
              <a:gd name="connsiteY81" fmla="*/ 57341 h 223361"/>
              <a:gd name="connsiteX82" fmla="*/ 219456 w 228647"/>
              <a:gd name="connsiteY82" fmla="*/ 57341 h 2233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28647" h="223361">
                <a:moveTo>
                  <a:pt x="8001" y="101060"/>
                </a:moveTo>
                <a:cubicBezTo>
                  <a:pt x="10954" y="101060"/>
                  <a:pt x="13335" y="98679"/>
                  <a:pt x="13335" y="95726"/>
                </a:cubicBezTo>
                <a:lnTo>
                  <a:pt x="13335" y="16097"/>
                </a:lnTo>
                <a:cubicBezTo>
                  <a:pt x="13335" y="13145"/>
                  <a:pt x="15811" y="10668"/>
                  <a:pt x="18764" y="10668"/>
                </a:cubicBezTo>
                <a:lnTo>
                  <a:pt x="210026" y="10668"/>
                </a:lnTo>
                <a:cubicBezTo>
                  <a:pt x="212979" y="10668"/>
                  <a:pt x="215360" y="8287"/>
                  <a:pt x="215360" y="5334"/>
                </a:cubicBezTo>
                <a:cubicBezTo>
                  <a:pt x="215360" y="2381"/>
                  <a:pt x="212979" y="0"/>
                  <a:pt x="210026" y="0"/>
                </a:cubicBezTo>
                <a:lnTo>
                  <a:pt x="18764" y="0"/>
                </a:lnTo>
                <a:cubicBezTo>
                  <a:pt x="9811" y="0"/>
                  <a:pt x="2667" y="7144"/>
                  <a:pt x="2667" y="16097"/>
                </a:cubicBezTo>
                <a:lnTo>
                  <a:pt x="2667" y="95726"/>
                </a:lnTo>
                <a:cubicBezTo>
                  <a:pt x="2667" y="98679"/>
                  <a:pt x="5048" y="101060"/>
                  <a:pt x="8001" y="101060"/>
                </a:cubicBezTo>
                <a:close/>
                <a:moveTo>
                  <a:pt x="220789" y="88106"/>
                </a:moveTo>
                <a:cubicBezTo>
                  <a:pt x="217837" y="88106"/>
                  <a:pt x="215455" y="90488"/>
                  <a:pt x="215455" y="93440"/>
                </a:cubicBezTo>
                <a:lnTo>
                  <a:pt x="215455" y="207264"/>
                </a:lnTo>
                <a:cubicBezTo>
                  <a:pt x="215455" y="210217"/>
                  <a:pt x="212979" y="212693"/>
                  <a:pt x="210026" y="212693"/>
                </a:cubicBezTo>
                <a:lnTo>
                  <a:pt x="18764" y="212693"/>
                </a:lnTo>
                <a:cubicBezTo>
                  <a:pt x="15811" y="212693"/>
                  <a:pt x="13335" y="210217"/>
                  <a:pt x="13335" y="207264"/>
                </a:cubicBezTo>
                <a:lnTo>
                  <a:pt x="13335" y="191453"/>
                </a:lnTo>
                <a:cubicBezTo>
                  <a:pt x="13335" y="188500"/>
                  <a:pt x="10954" y="186119"/>
                  <a:pt x="8001" y="186119"/>
                </a:cubicBezTo>
                <a:cubicBezTo>
                  <a:pt x="5048" y="186119"/>
                  <a:pt x="2667" y="188500"/>
                  <a:pt x="2667" y="191453"/>
                </a:cubicBezTo>
                <a:lnTo>
                  <a:pt x="2667" y="207264"/>
                </a:lnTo>
                <a:cubicBezTo>
                  <a:pt x="2667" y="216218"/>
                  <a:pt x="9811" y="223361"/>
                  <a:pt x="18764" y="223361"/>
                </a:cubicBezTo>
                <a:lnTo>
                  <a:pt x="209931" y="223361"/>
                </a:lnTo>
                <a:cubicBezTo>
                  <a:pt x="218884" y="223361"/>
                  <a:pt x="226028" y="216218"/>
                  <a:pt x="226123" y="207264"/>
                </a:cubicBezTo>
                <a:lnTo>
                  <a:pt x="226123" y="93345"/>
                </a:lnTo>
                <a:cubicBezTo>
                  <a:pt x="226123" y="90488"/>
                  <a:pt x="223647" y="88106"/>
                  <a:pt x="220789" y="88106"/>
                </a:cubicBezTo>
                <a:close/>
                <a:moveTo>
                  <a:pt x="190881" y="193929"/>
                </a:moveTo>
                <a:cubicBezTo>
                  <a:pt x="194119" y="193929"/>
                  <a:pt x="196786" y="191262"/>
                  <a:pt x="196786" y="188024"/>
                </a:cubicBezTo>
                <a:lnTo>
                  <a:pt x="196786" y="110300"/>
                </a:lnTo>
                <a:lnTo>
                  <a:pt x="186118" y="120872"/>
                </a:lnTo>
                <a:lnTo>
                  <a:pt x="186118" y="183356"/>
                </a:lnTo>
                <a:lnTo>
                  <a:pt x="40576" y="183356"/>
                </a:lnTo>
                <a:cubicBezTo>
                  <a:pt x="37624" y="183356"/>
                  <a:pt x="35242" y="185738"/>
                  <a:pt x="35242" y="188690"/>
                </a:cubicBezTo>
                <a:cubicBezTo>
                  <a:pt x="35242" y="191643"/>
                  <a:pt x="37624" y="194024"/>
                  <a:pt x="40576" y="194024"/>
                </a:cubicBezTo>
                <a:lnTo>
                  <a:pt x="190881" y="194024"/>
                </a:lnTo>
                <a:close/>
                <a:moveTo>
                  <a:pt x="31909" y="35147"/>
                </a:moveTo>
                <a:lnTo>
                  <a:pt x="31909" y="77534"/>
                </a:lnTo>
                <a:lnTo>
                  <a:pt x="42577" y="66866"/>
                </a:lnTo>
                <a:lnTo>
                  <a:pt x="42577" y="39910"/>
                </a:lnTo>
                <a:lnTo>
                  <a:pt x="181070" y="39910"/>
                </a:lnTo>
                <a:lnTo>
                  <a:pt x="191738" y="29242"/>
                </a:lnTo>
                <a:lnTo>
                  <a:pt x="37909" y="29242"/>
                </a:lnTo>
                <a:cubicBezTo>
                  <a:pt x="34576" y="29242"/>
                  <a:pt x="31909" y="31909"/>
                  <a:pt x="31909" y="35147"/>
                </a:cubicBezTo>
                <a:close/>
                <a:moveTo>
                  <a:pt x="5334" y="132969"/>
                </a:moveTo>
                <a:cubicBezTo>
                  <a:pt x="6763" y="132969"/>
                  <a:pt x="8096" y="132398"/>
                  <a:pt x="9144" y="131445"/>
                </a:cubicBezTo>
                <a:lnTo>
                  <a:pt x="48387" y="92202"/>
                </a:lnTo>
                <a:lnTo>
                  <a:pt x="71152" y="114967"/>
                </a:lnTo>
                <a:cubicBezTo>
                  <a:pt x="73247" y="117062"/>
                  <a:pt x="76581" y="117062"/>
                  <a:pt x="78676" y="114967"/>
                </a:cubicBezTo>
                <a:lnTo>
                  <a:pt x="123634" y="70009"/>
                </a:lnTo>
                <a:lnTo>
                  <a:pt x="149066" y="95441"/>
                </a:lnTo>
                <a:cubicBezTo>
                  <a:pt x="151162" y="97536"/>
                  <a:pt x="154496" y="97536"/>
                  <a:pt x="156591" y="95441"/>
                </a:cubicBezTo>
                <a:lnTo>
                  <a:pt x="227076" y="24955"/>
                </a:lnTo>
                <a:cubicBezTo>
                  <a:pt x="229171" y="22860"/>
                  <a:pt x="229171" y="19526"/>
                  <a:pt x="227076" y="17431"/>
                </a:cubicBezTo>
                <a:cubicBezTo>
                  <a:pt x="224980" y="15335"/>
                  <a:pt x="221647" y="15335"/>
                  <a:pt x="219551" y="17431"/>
                </a:cubicBezTo>
                <a:lnTo>
                  <a:pt x="152781" y="84201"/>
                </a:lnTo>
                <a:lnTo>
                  <a:pt x="127349" y="58674"/>
                </a:lnTo>
                <a:cubicBezTo>
                  <a:pt x="125254" y="56579"/>
                  <a:pt x="121920" y="56579"/>
                  <a:pt x="119825" y="58674"/>
                </a:cubicBezTo>
                <a:lnTo>
                  <a:pt x="74867" y="103632"/>
                </a:lnTo>
                <a:lnTo>
                  <a:pt x="52102" y="80867"/>
                </a:lnTo>
                <a:cubicBezTo>
                  <a:pt x="50006" y="78772"/>
                  <a:pt x="46672" y="78772"/>
                  <a:pt x="44577" y="80867"/>
                </a:cubicBezTo>
                <a:lnTo>
                  <a:pt x="1524" y="123825"/>
                </a:lnTo>
                <a:cubicBezTo>
                  <a:pt x="571" y="124778"/>
                  <a:pt x="0" y="126206"/>
                  <a:pt x="0" y="127635"/>
                </a:cubicBezTo>
                <a:cubicBezTo>
                  <a:pt x="0" y="130588"/>
                  <a:pt x="2381" y="132969"/>
                  <a:pt x="5334" y="132969"/>
                </a:cubicBezTo>
                <a:close/>
                <a:moveTo>
                  <a:pt x="219456" y="57341"/>
                </a:moveTo>
                <a:lnTo>
                  <a:pt x="152781" y="124111"/>
                </a:lnTo>
                <a:lnTo>
                  <a:pt x="127349" y="98584"/>
                </a:lnTo>
                <a:cubicBezTo>
                  <a:pt x="125254" y="96488"/>
                  <a:pt x="121920" y="96488"/>
                  <a:pt x="119825" y="98584"/>
                </a:cubicBezTo>
                <a:lnTo>
                  <a:pt x="74867" y="143542"/>
                </a:lnTo>
                <a:lnTo>
                  <a:pt x="52102" y="120777"/>
                </a:lnTo>
                <a:cubicBezTo>
                  <a:pt x="50006" y="118682"/>
                  <a:pt x="46672" y="118682"/>
                  <a:pt x="44577" y="120777"/>
                </a:cubicBezTo>
                <a:lnTo>
                  <a:pt x="1524" y="163735"/>
                </a:lnTo>
                <a:cubicBezTo>
                  <a:pt x="571" y="164687"/>
                  <a:pt x="0" y="166116"/>
                  <a:pt x="0" y="167545"/>
                </a:cubicBezTo>
                <a:cubicBezTo>
                  <a:pt x="0" y="170498"/>
                  <a:pt x="2381" y="172879"/>
                  <a:pt x="5334" y="172879"/>
                </a:cubicBezTo>
                <a:cubicBezTo>
                  <a:pt x="6763" y="172879"/>
                  <a:pt x="8096" y="172307"/>
                  <a:pt x="9144" y="171355"/>
                </a:cubicBezTo>
                <a:lnTo>
                  <a:pt x="48387" y="132112"/>
                </a:lnTo>
                <a:lnTo>
                  <a:pt x="71152" y="154877"/>
                </a:lnTo>
                <a:cubicBezTo>
                  <a:pt x="73247" y="156972"/>
                  <a:pt x="76581" y="156972"/>
                  <a:pt x="78676" y="154877"/>
                </a:cubicBezTo>
                <a:lnTo>
                  <a:pt x="123634" y="109919"/>
                </a:lnTo>
                <a:lnTo>
                  <a:pt x="149066" y="135350"/>
                </a:lnTo>
                <a:cubicBezTo>
                  <a:pt x="151162" y="137446"/>
                  <a:pt x="154496" y="137446"/>
                  <a:pt x="156591" y="135350"/>
                </a:cubicBezTo>
                <a:lnTo>
                  <a:pt x="227076" y="64865"/>
                </a:lnTo>
                <a:cubicBezTo>
                  <a:pt x="229171" y="62770"/>
                  <a:pt x="229171" y="59436"/>
                  <a:pt x="227076" y="57341"/>
                </a:cubicBezTo>
                <a:cubicBezTo>
                  <a:pt x="224980" y="55340"/>
                  <a:pt x="221551" y="55340"/>
                  <a:pt x="219456" y="57341"/>
                </a:cubicBez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7" name="Freeform: Shape 276">
            <a:extLst>
              <a:ext uri="{FF2B5EF4-FFF2-40B4-BE49-F238E27FC236}">
                <a16:creationId xmlns:a16="http://schemas.microsoft.com/office/drawing/2014/main" id="{9A88CB66-BFB6-48D6-8E5E-41705EA244C2}"/>
              </a:ext>
            </a:extLst>
          </p:cNvPr>
          <p:cNvSpPr/>
          <p:nvPr/>
        </p:nvSpPr>
        <p:spPr>
          <a:xfrm>
            <a:off x="5694453" y="1908262"/>
            <a:ext cx="228600" cy="201549"/>
          </a:xfrm>
          <a:custGeom>
            <a:avLst/>
            <a:gdLst>
              <a:gd name="connsiteX0" fmla="*/ 116014 w 228600"/>
              <a:gd name="connsiteY0" fmla="*/ 41529 h 201549"/>
              <a:gd name="connsiteX1" fmla="*/ 115443 w 228600"/>
              <a:gd name="connsiteY1" fmla="*/ 41529 h 201549"/>
              <a:gd name="connsiteX2" fmla="*/ 63151 w 228600"/>
              <a:gd name="connsiteY2" fmla="*/ 83820 h 201549"/>
              <a:gd name="connsiteX3" fmla="*/ 27813 w 228600"/>
              <a:gd name="connsiteY3" fmla="*/ 119444 h 201549"/>
              <a:gd name="connsiteX4" fmla="*/ 63437 w 228600"/>
              <a:gd name="connsiteY4" fmla="*/ 154781 h 201549"/>
              <a:gd name="connsiteX5" fmla="*/ 161354 w 228600"/>
              <a:gd name="connsiteY5" fmla="*/ 154781 h 201549"/>
              <a:gd name="connsiteX6" fmla="*/ 189262 w 228600"/>
              <a:gd name="connsiteY6" fmla="*/ 126778 h 201549"/>
              <a:gd name="connsiteX7" fmla="*/ 168973 w 228600"/>
              <a:gd name="connsiteY7" fmla="*/ 99917 h 201549"/>
              <a:gd name="connsiteX8" fmla="*/ 169069 w 228600"/>
              <a:gd name="connsiteY8" fmla="*/ 95536 h 201549"/>
              <a:gd name="connsiteX9" fmla="*/ 116014 w 228600"/>
              <a:gd name="connsiteY9" fmla="*/ 41529 h 201549"/>
              <a:gd name="connsiteX10" fmla="*/ 179451 w 228600"/>
              <a:gd name="connsiteY10" fmla="*/ 128873 h 201549"/>
              <a:gd name="connsiteX11" fmla="*/ 161258 w 228600"/>
              <a:gd name="connsiteY11" fmla="*/ 145066 h 201549"/>
              <a:gd name="connsiteX12" fmla="*/ 63341 w 228600"/>
              <a:gd name="connsiteY12" fmla="*/ 145066 h 201549"/>
              <a:gd name="connsiteX13" fmla="*/ 37529 w 228600"/>
              <a:gd name="connsiteY13" fmla="*/ 119253 h 201549"/>
              <a:gd name="connsiteX14" fmla="*/ 63341 w 228600"/>
              <a:gd name="connsiteY14" fmla="*/ 93440 h 201549"/>
              <a:gd name="connsiteX15" fmla="*/ 67151 w 228600"/>
              <a:gd name="connsiteY15" fmla="*/ 93440 h 201549"/>
              <a:gd name="connsiteX16" fmla="*/ 71914 w 228600"/>
              <a:gd name="connsiteY16" fmla="*/ 89154 h 201549"/>
              <a:gd name="connsiteX17" fmla="*/ 115252 w 228600"/>
              <a:gd name="connsiteY17" fmla="*/ 51054 h 201549"/>
              <a:gd name="connsiteX18" fmla="*/ 115633 w 228600"/>
              <a:gd name="connsiteY18" fmla="*/ 51054 h 201549"/>
              <a:gd name="connsiteX19" fmla="*/ 158972 w 228600"/>
              <a:gd name="connsiteY19" fmla="*/ 95250 h 201549"/>
              <a:gd name="connsiteX20" fmla="*/ 158877 w 228600"/>
              <a:gd name="connsiteY20" fmla="*/ 101346 h 201549"/>
              <a:gd name="connsiteX21" fmla="*/ 158782 w 228600"/>
              <a:gd name="connsiteY21" fmla="*/ 103442 h 201549"/>
              <a:gd name="connsiteX22" fmla="*/ 163068 w 228600"/>
              <a:gd name="connsiteY22" fmla="*/ 108585 h 201549"/>
              <a:gd name="connsiteX23" fmla="*/ 179451 w 228600"/>
              <a:gd name="connsiteY23" fmla="*/ 128873 h 201549"/>
              <a:gd name="connsiteX24" fmla="*/ 161734 w 228600"/>
              <a:gd name="connsiteY24" fmla="*/ 191738 h 201549"/>
              <a:gd name="connsiteX25" fmla="*/ 81439 w 228600"/>
              <a:gd name="connsiteY25" fmla="*/ 191738 h 201549"/>
              <a:gd name="connsiteX26" fmla="*/ 30956 w 228600"/>
              <a:gd name="connsiteY26" fmla="*/ 168116 h 201549"/>
              <a:gd name="connsiteX27" fmla="*/ 9715 w 228600"/>
              <a:gd name="connsiteY27" fmla="*/ 110681 h 201549"/>
              <a:gd name="connsiteX28" fmla="*/ 30956 w 228600"/>
              <a:gd name="connsiteY28" fmla="*/ 53245 h 201549"/>
              <a:gd name="connsiteX29" fmla="*/ 81439 w 228600"/>
              <a:gd name="connsiteY29" fmla="*/ 29623 h 201549"/>
              <a:gd name="connsiteX30" fmla="*/ 103346 w 228600"/>
              <a:gd name="connsiteY30" fmla="*/ 29623 h 201549"/>
              <a:gd name="connsiteX31" fmla="*/ 108204 w 228600"/>
              <a:gd name="connsiteY31" fmla="*/ 24765 h 201549"/>
              <a:gd name="connsiteX32" fmla="*/ 103346 w 228600"/>
              <a:gd name="connsiteY32" fmla="*/ 19907 h 201549"/>
              <a:gd name="connsiteX33" fmla="*/ 81439 w 228600"/>
              <a:gd name="connsiteY33" fmla="*/ 19907 h 201549"/>
              <a:gd name="connsiteX34" fmla="*/ 0 w 228600"/>
              <a:gd name="connsiteY34" fmla="*/ 110776 h 201549"/>
              <a:gd name="connsiteX35" fmla="*/ 81439 w 228600"/>
              <a:gd name="connsiteY35" fmla="*/ 201549 h 201549"/>
              <a:gd name="connsiteX36" fmla="*/ 161734 w 228600"/>
              <a:gd name="connsiteY36" fmla="*/ 201549 h 201549"/>
              <a:gd name="connsiteX37" fmla="*/ 166592 w 228600"/>
              <a:gd name="connsiteY37" fmla="*/ 196691 h 201549"/>
              <a:gd name="connsiteX38" fmla="*/ 161734 w 228600"/>
              <a:gd name="connsiteY38" fmla="*/ 191738 h 201549"/>
              <a:gd name="connsiteX39" fmla="*/ 147161 w 228600"/>
              <a:gd name="connsiteY39" fmla="*/ 0 h 201549"/>
              <a:gd name="connsiteX40" fmla="*/ 66865 w 228600"/>
              <a:gd name="connsiteY40" fmla="*/ 0 h 201549"/>
              <a:gd name="connsiteX41" fmla="*/ 62008 w 228600"/>
              <a:gd name="connsiteY41" fmla="*/ 4858 h 201549"/>
              <a:gd name="connsiteX42" fmla="*/ 66865 w 228600"/>
              <a:gd name="connsiteY42" fmla="*/ 9716 h 201549"/>
              <a:gd name="connsiteX43" fmla="*/ 147161 w 228600"/>
              <a:gd name="connsiteY43" fmla="*/ 9716 h 201549"/>
              <a:gd name="connsiteX44" fmla="*/ 197644 w 228600"/>
              <a:gd name="connsiteY44" fmla="*/ 33338 h 201549"/>
              <a:gd name="connsiteX45" fmla="*/ 218884 w 228600"/>
              <a:gd name="connsiteY45" fmla="*/ 90773 h 201549"/>
              <a:gd name="connsiteX46" fmla="*/ 197644 w 228600"/>
              <a:gd name="connsiteY46" fmla="*/ 148209 h 201549"/>
              <a:gd name="connsiteX47" fmla="*/ 147161 w 228600"/>
              <a:gd name="connsiteY47" fmla="*/ 171831 h 201549"/>
              <a:gd name="connsiteX48" fmla="*/ 125254 w 228600"/>
              <a:gd name="connsiteY48" fmla="*/ 171831 h 201549"/>
              <a:gd name="connsiteX49" fmla="*/ 120396 w 228600"/>
              <a:gd name="connsiteY49" fmla="*/ 176689 h 201549"/>
              <a:gd name="connsiteX50" fmla="*/ 125254 w 228600"/>
              <a:gd name="connsiteY50" fmla="*/ 181547 h 201549"/>
              <a:gd name="connsiteX51" fmla="*/ 147161 w 228600"/>
              <a:gd name="connsiteY51" fmla="*/ 181547 h 201549"/>
              <a:gd name="connsiteX52" fmla="*/ 228600 w 228600"/>
              <a:gd name="connsiteY52" fmla="*/ 90773 h 201549"/>
              <a:gd name="connsiteX53" fmla="*/ 147161 w 228600"/>
              <a:gd name="connsiteY53" fmla="*/ 0 h 201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228600" h="201549">
                <a:moveTo>
                  <a:pt x="116014" y="41529"/>
                </a:moveTo>
                <a:lnTo>
                  <a:pt x="115443" y="41529"/>
                </a:lnTo>
                <a:cubicBezTo>
                  <a:pt x="90202" y="41529"/>
                  <a:pt x="68485" y="59150"/>
                  <a:pt x="63151" y="83820"/>
                </a:cubicBezTo>
                <a:cubicBezTo>
                  <a:pt x="43529" y="83915"/>
                  <a:pt x="27718" y="99917"/>
                  <a:pt x="27813" y="119444"/>
                </a:cubicBezTo>
                <a:cubicBezTo>
                  <a:pt x="27908" y="139065"/>
                  <a:pt x="43910" y="154877"/>
                  <a:pt x="63437" y="154781"/>
                </a:cubicBezTo>
                <a:lnTo>
                  <a:pt x="161354" y="154781"/>
                </a:lnTo>
                <a:cubicBezTo>
                  <a:pt x="176784" y="154686"/>
                  <a:pt x="189262" y="142208"/>
                  <a:pt x="189262" y="126778"/>
                </a:cubicBezTo>
                <a:cubicBezTo>
                  <a:pt x="189262" y="114300"/>
                  <a:pt x="180975" y="103346"/>
                  <a:pt x="168973" y="99917"/>
                </a:cubicBezTo>
                <a:lnTo>
                  <a:pt x="169069" y="95536"/>
                </a:lnTo>
                <a:cubicBezTo>
                  <a:pt x="169259" y="66008"/>
                  <a:pt x="145542" y="41910"/>
                  <a:pt x="116014" y="41529"/>
                </a:cubicBezTo>
                <a:close/>
                <a:moveTo>
                  <a:pt x="179451" y="128873"/>
                </a:moveTo>
                <a:cubicBezTo>
                  <a:pt x="178498" y="138113"/>
                  <a:pt x="170593" y="145161"/>
                  <a:pt x="161258" y="145066"/>
                </a:cubicBezTo>
                <a:lnTo>
                  <a:pt x="63341" y="145066"/>
                </a:lnTo>
                <a:cubicBezTo>
                  <a:pt x="49149" y="145066"/>
                  <a:pt x="37529" y="133541"/>
                  <a:pt x="37529" y="119253"/>
                </a:cubicBezTo>
                <a:cubicBezTo>
                  <a:pt x="37529" y="105061"/>
                  <a:pt x="49054" y="93440"/>
                  <a:pt x="63341" y="93440"/>
                </a:cubicBezTo>
                <a:lnTo>
                  <a:pt x="67151" y="93440"/>
                </a:lnTo>
                <a:cubicBezTo>
                  <a:pt x="69628" y="93440"/>
                  <a:pt x="71628" y="91631"/>
                  <a:pt x="71914" y="89154"/>
                </a:cubicBezTo>
                <a:cubicBezTo>
                  <a:pt x="74771" y="67342"/>
                  <a:pt x="93345" y="51149"/>
                  <a:pt x="115252" y="51054"/>
                </a:cubicBezTo>
                <a:lnTo>
                  <a:pt x="115633" y="51054"/>
                </a:lnTo>
                <a:cubicBezTo>
                  <a:pt x="139732" y="51340"/>
                  <a:pt x="159163" y="71057"/>
                  <a:pt x="158972" y="95250"/>
                </a:cubicBezTo>
                <a:lnTo>
                  <a:pt x="158877" y="101346"/>
                </a:lnTo>
                <a:cubicBezTo>
                  <a:pt x="158877" y="102013"/>
                  <a:pt x="158877" y="102680"/>
                  <a:pt x="158782" y="103442"/>
                </a:cubicBezTo>
                <a:cubicBezTo>
                  <a:pt x="158687" y="106013"/>
                  <a:pt x="160592" y="108204"/>
                  <a:pt x="163068" y="108585"/>
                </a:cubicBezTo>
                <a:cubicBezTo>
                  <a:pt x="173450" y="109823"/>
                  <a:pt x="180689" y="118872"/>
                  <a:pt x="179451" y="128873"/>
                </a:cubicBezTo>
                <a:close/>
                <a:moveTo>
                  <a:pt x="161734" y="191738"/>
                </a:moveTo>
                <a:lnTo>
                  <a:pt x="81439" y="191738"/>
                </a:lnTo>
                <a:cubicBezTo>
                  <a:pt x="62484" y="191738"/>
                  <a:pt x="44577" y="183356"/>
                  <a:pt x="30956" y="168116"/>
                </a:cubicBezTo>
                <a:cubicBezTo>
                  <a:pt x="17240" y="152781"/>
                  <a:pt x="9715" y="132302"/>
                  <a:pt x="9715" y="110681"/>
                </a:cubicBezTo>
                <a:cubicBezTo>
                  <a:pt x="9715" y="89059"/>
                  <a:pt x="17240" y="68580"/>
                  <a:pt x="30956" y="53245"/>
                </a:cubicBezTo>
                <a:cubicBezTo>
                  <a:pt x="44482" y="38005"/>
                  <a:pt x="62484" y="29623"/>
                  <a:pt x="81439" y="29623"/>
                </a:cubicBezTo>
                <a:lnTo>
                  <a:pt x="103346" y="29623"/>
                </a:lnTo>
                <a:cubicBezTo>
                  <a:pt x="106013" y="29623"/>
                  <a:pt x="108204" y="27432"/>
                  <a:pt x="108204" y="24765"/>
                </a:cubicBezTo>
                <a:cubicBezTo>
                  <a:pt x="108204" y="22098"/>
                  <a:pt x="106013" y="19907"/>
                  <a:pt x="103346" y="19907"/>
                </a:cubicBezTo>
                <a:lnTo>
                  <a:pt x="81439" y="19907"/>
                </a:lnTo>
                <a:cubicBezTo>
                  <a:pt x="36481" y="19907"/>
                  <a:pt x="0" y="60674"/>
                  <a:pt x="0" y="110776"/>
                </a:cubicBezTo>
                <a:cubicBezTo>
                  <a:pt x="0" y="160877"/>
                  <a:pt x="36576" y="201549"/>
                  <a:pt x="81439" y="201549"/>
                </a:cubicBezTo>
                <a:lnTo>
                  <a:pt x="161734" y="201549"/>
                </a:lnTo>
                <a:cubicBezTo>
                  <a:pt x="164401" y="201549"/>
                  <a:pt x="166592" y="199358"/>
                  <a:pt x="166592" y="196691"/>
                </a:cubicBezTo>
                <a:cubicBezTo>
                  <a:pt x="166592" y="193929"/>
                  <a:pt x="164401" y="191738"/>
                  <a:pt x="161734" y="191738"/>
                </a:cubicBezTo>
                <a:close/>
                <a:moveTo>
                  <a:pt x="147161" y="0"/>
                </a:moveTo>
                <a:lnTo>
                  <a:pt x="66865" y="0"/>
                </a:lnTo>
                <a:cubicBezTo>
                  <a:pt x="64198" y="0"/>
                  <a:pt x="62008" y="2191"/>
                  <a:pt x="62008" y="4858"/>
                </a:cubicBezTo>
                <a:cubicBezTo>
                  <a:pt x="62008" y="7525"/>
                  <a:pt x="64198" y="9716"/>
                  <a:pt x="66865" y="9716"/>
                </a:cubicBezTo>
                <a:lnTo>
                  <a:pt x="147161" y="9716"/>
                </a:lnTo>
                <a:cubicBezTo>
                  <a:pt x="166116" y="9716"/>
                  <a:pt x="184023" y="18098"/>
                  <a:pt x="197644" y="33338"/>
                </a:cubicBezTo>
                <a:cubicBezTo>
                  <a:pt x="211360" y="48673"/>
                  <a:pt x="218884" y="69152"/>
                  <a:pt x="218884" y="90773"/>
                </a:cubicBezTo>
                <a:cubicBezTo>
                  <a:pt x="218884" y="112395"/>
                  <a:pt x="211360" y="132874"/>
                  <a:pt x="197644" y="148209"/>
                </a:cubicBezTo>
                <a:cubicBezTo>
                  <a:pt x="184118" y="163449"/>
                  <a:pt x="166116" y="171831"/>
                  <a:pt x="147161" y="171831"/>
                </a:cubicBezTo>
                <a:lnTo>
                  <a:pt x="125254" y="171831"/>
                </a:lnTo>
                <a:cubicBezTo>
                  <a:pt x="122587" y="171831"/>
                  <a:pt x="120396" y="174022"/>
                  <a:pt x="120396" y="176689"/>
                </a:cubicBezTo>
                <a:cubicBezTo>
                  <a:pt x="120396" y="179356"/>
                  <a:pt x="122587" y="181547"/>
                  <a:pt x="125254" y="181547"/>
                </a:cubicBezTo>
                <a:lnTo>
                  <a:pt x="147161" y="181547"/>
                </a:lnTo>
                <a:cubicBezTo>
                  <a:pt x="192119" y="181547"/>
                  <a:pt x="228600" y="140780"/>
                  <a:pt x="228600" y="90773"/>
                </a:cubicBezTo>
                <a:cubicBezTo>
                  <a:pt x="228600" y="40767"/>
                  <a:pt x="192119" y="0"/>
                  <a:pt x="147161" y="0"/>
                </a:cubicBez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8" name="Freeform: Shape 277">
            <a:extLst>
              <a:ext uri="{FF2B5EF4-FFF2-40B4-BE49-F238E27FC236}">
                <a16:creationId xmlns:a16="http://schemas.microsoft.com/office/drawing/2014/main" id="{A6764A6D-C96C-4D93-87FB-34916E471B77}"/>
              </a:ext>
            </a:extLst>
          </p:cNvPr>
          <p:cNvSpPr/>
          <p:nvPr/>
        </p:nvSpPr>
        <p:spPr>
          <a:xfrm>
            <a:off x="8627139" y="1926382"/>
            <a:ext cx="228562" cy="189049"/>
          </a:xfrm>
          <a:custGeom>
            <a:avLst/>
            <a:gdLst>
              <a:gd name="connsiteX0" fmla="*/ 223388 w 228562"/>
              <a:gd name="connsiteY0" fmla="*/ 71034 h 189049"/>
              <a:gd name="connsiteX1" fmla="*/ 170238 w 228562"/>
              <a:gd name="connsiteY1" fmla="*/ 36840 h 189049"/>
              <a:gd name="connsiteX2" fmla="*/ 164047 w 228562"/>
              <a:gd name="connsiteY2" fmla="*/ 36840 h 189049"/>
              <a:gd name="connsiteX3" fmla="*/ 159570 w 228562"/>
              <a:gd name="connsiteY3" fmla="*/ 37030 h 189049"/>
              <a:gd name="connsiteX4" fmla="*/ 68225 w 228562"/>
              <a:gd name="connsiteY4" fmla="*/ 7503 h 189049"/>
              <a:gd name="connsiteX5" fmla="*/ 51747 w 228562"/>
              <a:gd name="connsiteY5" fmla="*/ 19314 h 189049"/>
              <a:gd name="connsiteX6" fmla="*/ 31554 w 228562"/>
              <a:gd name="connsiteY6" fmla="*/ 62462 h 189049"/>
              <a:gd name="connsiteX7" fmla="*/ 2503 w 228562"/>
              <a:gd name="connsiteY7" fmla="*/ 121612 h 189049"/>
              <a:gd name="connsiteX8" fmla="*/ 34697 w 228562"/>
              <a:gd name="connsiteY8" fmla="*/ 151616 h 189049"/>
              <a:gd name="connsiteX9" fmla="*/ 35936 w 228562"/>
              <a:gd name="connsiteY9" fmla="*/ 151806 h 189049"/>
              <a:gd name="connsiteX10" fmla="*/ 40698 w 228562"/>
              <a:gd name="connsiteY10" fmla="*/ 147044 h 189049"/>
              <a:gd name="connsiteX11" fmla="*/ 37174 w 228562"/>
              <a:gd name="connsiteY11" fmla="*/ 142472 h 189049"/>
              <a:gd name="connsiteX12" fmla="*/ 10790 w 228562"/>
              <a:gd name="connsiteY12" fmla="*/ 97133 h 189049"/>
              <a:gd name="connsiteX13" fmla="*/ 37364 w 228562"/>
              <a:gd name="connsiteY13" fmla="*/ 70653 h 189049"/>
              <a:gd name="connsiteX14" fmla="*/ 40793 w 228562"/>
              <a:gd name="connsiteY14" fmla="*/ 69701 h 189049"/>
              <a:gd name="connsiteX15" fmla="*/ 40889 w 228562"/>
              <a:gd name="connsiteY15" fmla="*/ 66177 h 189049"/>
              <a:gd name="connsiteX16" fmla="*/ 100801 w 228562"/>
              <a:gd name="connsiteY16" fmla="*/ 9598 h 189049"/>
              <a:gd name="connsiteX17" fmla="*/ 152426 w 228562"/>
              <a:gd name="connsiteY17" fmla="*/ 44174 h 189049"/>
              <a:gd name="connsiteX18" fmla="*/ 153855 w 228562"/>
              <a:gd name="connsiteY18" fmla="*/ 47412 h 189049"/>
              <a:gd name="connsiteX19" fmla="*/ 157475 w 228562"/>
              <a:gd name="connsiteY19" fmla="*/ 46936 h 189049"/>
              <a:gd name="connsiteX20" fmla="*/ 164142 w 228562"/>
              <a:gd name="connsiteY20" fmla="*/ 46460 h 189049"/>
              <a:gd name="connsiteX21" fmla="*/ 170333 w 228562"/>
              <a:gd name="connsiteY21" fmla="*/ 46460 h 189049"/>
              <a:gd name="connsiteX22" fmla="*/ 219101 w 228562"/>
              <a:gd name="connsiteY22" fmla="*/ 94942 h 189049"/>
              <a:gd name="connsiteX23" fmla="*/ 190431 w 228562"/>
              <a:gd name="connsiteY23" fmla="*/ 139424 h 189049"/>
              <a:gd name="connsiteX24" fmla="*/ 188336 w 228562"/>
              <a:gd name="connsiteY24" fmla="*/ 145806 h 189049"/>
              <a:gd name="connsiteX25" fmla="*/ 194337 w 228562"/>
              <a:gd name="connsiteY25" fmla="*/ 148092 h 189049"/>
              <a:gd name="connsiteX26" fmla="*/ 223388 w 228562"/>
              <a:gd name="connsiteY26" fmla="*/ 71034 h 189049"/>
              <a:gd name="connsiteX27" fmla="*/ 143378 w 228562"/>
              <a:gd name="connsiteY27" fmla="*/ 136471 h 189049"/>
              <a:gd name="connsiteX28" fmla="*/ 143378 w 228562"/>
              <a:gd name="connsiteY28" fmla="*/ 127518 h 189049"/>
              <a:gd name="connsiteX29" fmla="*/ 85180 w 228562"/>
              <a:gd name="connsiteY29" fmla="*/ 127518 h 189049"/>
              <a:gd name="connsiteX30" fmla="*/ 85371 w 228562"/>
              <a:gd name="connsiteY30" fmla="*/ 136471 h 189049"/>
              <a:gd name="connsiteX31" fmla="*/ 143378 w 228562"/>
              <a:gd name="connsiteY31" fmla="*/ 136471 h 189049"/>
              <a:gd name="connsiteX32" fmla="*/ 76798 w 228562"/>
              <a:gd name="connsiteY32" fmla="*/ 162474 h 189049"/>
              <a:gd name="connsiteX33" fmla="*/ 68511 w 228562"/>
              <a:gd name="connsiteY33" fmla="*/ 162474 h 189049"/>
              <a:gd name="connsiteX34" fmla="*/ 68511 w 228562"/>
              <a:gd name="connsiteY34" fmla="*/ 171428 h 189049"/>
              <a:gd name="connsiteX35" fmla="*/ 76798 w 228562"/>
              <a:gd name="connsiteY35" fmla="*/ 171428 h 189049"/>
              <a:gd name="connsiteX36" fmla="*/ 76798 w 228562"/>
              <a:gd name="connsiteY36" fmla="*/ 162474 h 189049"/>
              <a:gd name="connsiteX37" fmla="*/ 143378 w 228562"/>
              <a:gd name="connsiteY37" fmla="*/ 171428 h 189049"/>
              <a:gd name="connsiteX38" fmla="*/ 143378 w 228562"/>
              <a:gd name="connsiteY38" fmla="*/ 162474 h 189049"/>
              <a:gd name="connsiteX39" fmla="*/ 85180 w 228562"/>
              <a:gd name="connsiteY39" fmla="*/ 162474 h 189049"/>
              <a:gd name="connsiteX40" fmla="*/ 85371 w 228562"/>
              <a:gd name="connsiteY40" fmla="*/ 171428 h 189049"/>
              <a:gd name="connsiteX41" fmla="*/ 143378 w 228562"/>
              <a:gd name="connsiteY41" fmla="*/ 171428 h 189049"/>
              <a:gd name="connsiteX42" fmla="*/ 169000 w 228562"/>
              <a:gd name="connsiteY42" fmla="*/ 75035 h 189049"/>
              <a:gd name="connsiteX43" fmla="*/ 168809 w 228562"/>
              <a:gd name="connsiteY43" fmla="*/ 74844 h 189049"/>
              <a:gd name="connsiteX44" fmla="*/ 59748 w 228562"/>
              <a:gd name="connsiteY44" fmla="*/ 74844 h 189049"/>
              <a:gd name="connsiteX45" fmla="*/ 51938 w 228562"/>
              <a:gd name="connsiteY45" fmla="*/ 83703 h 189049"/>
              <a:gd name="connsiteX46" fmla="*/ 51938 w 228562"/>
              <a:gd name="connsiteY46" fmla="*/ 180096 h 189049"/>
              <a:gd name="connsiteX47" fmla="*/ 59653 w 228562"/>
              <a:gd name="connsiteY47" fmla="*/ 189049 h 189049"/>
              <a:gd name="connsiteX48" fmla="*/ 168905 w 228562"/>
              <a:gd name="connsiteY48" fmla="*/ 189049 h 189049"/>
              <a:gd name="connsiteX49" fmla="*/ 176715 w 228562"/>
              <a:gd name="connsiteY49" fmla="*/ 180191 h 189049"/>
              <a:gd name="connsiteX50" fmla="*/ 176715 w 228562"/>
              <a:gd name="connsiteY50" fmla="*/ 83703 h 189049"/>
              <a:gd name="connsiteX51" fmla="*/ 169000 w 228562"/>
              <a:gd name="connsiteY51" fmla="*/ 75035 h 189049"/>
              <a:gd name="connsiteX52" fmla="*/ 168333 w 228562"/>
              <a:gd name="connsiteY52" fmla="*/ 180000 h 189049"/>
              <a:gd name="connsiteX53" fmla="*/ 60320 w 228562"/>
              <a:gd name="connsiteY53" fmla="*/ 180096 h 189049"/>
              <a:gd name="connsiteX54" fmla="*/ 60320 w 228562"/>
              <a:gd name="connsiteY54" fmla="*/ 153807 h 189049"/>
              <a:gd name="connsiteX55" fmla="*/ 168333 w 228562"/>
              <a:gd name="connsiteY55" fmla="*/ 153807 h 189049"/>
              <a:gd name="connsiteX56" fmla="*/ 168333 w 228562"/>
              <a:gd name="connsiteY56" fmla="*/ 180000 h 189049"/>
              <a:gd name="connsiteX57" fmla="*/ 168333 w 228562"/>
              <a:gd name="connsiteY57" fmla="*/ 145044 h 189049"/>
              <a:gd name="connsiteX58" fmla="*/ 60320 w 228562"/>
              <a:gd name="connsiteY58" fmla="*/ 145044 h 189049"/>
              <a:gd name="connsiteX59" fmla="*/ 60320 w 228562"/>
              <a:gd name="connsiteY59" fmla="*/ 118850 h 189049"/>
              <a:gd name="connsiteX60" fmla="*/ 168333 w 228562"/>
              <a:gd name="connsiteY60" fmla="*/ 118850 h 189049"/>
              <a:gd name="connsiteX61" fmla="*/ 168333 w 228562"/>
              <a:gd name="connsiteY61" fmla="*/ 145044 h 189049"/>
              <a:gd name="connsiteX62" fmla="*/ 168333 w 228562"/>
              <a:gd name="connsiteY62" fmla="*/ 110182 h 189049"/>
              <a:gd name="connsiteX63" fmla="*/ 60320 w 228562"/>
              <a:gd name="connsiteY63" fmla="*/ 110182 h 189049"/>
              <a:gd name="connsiteX64" fmla="*/ 60320 w 228562"/>
              <a:gd name="connsiteY64" fmla="*/ 83798 h 189049"/>
              <a:gd name="connsiteX65" fmla="*/ 168333 w 228562"/>
              <a:gd name="connsiteY65" fmla="*/ 83798 h 189049"/>
              <a:gd name="connsiteX66" fmla="*/ 168333 w 228562"/>
              <a:gd name="connsiteY66" fmla="*/ 110182 h 189049"/>
              <a:gd name="connsiteX67" fmla="*/ 76798 w 228562"/>
              <a:gd name="connsiteY67" fmla="*/ 92370 h 189049"/>
              <a:gd name="connsiteX68" fmla="*/ 68511 w 228562"/>
              <a:gd name="connsiteY68" fmla="*/ 92370 h 189049"/>
              <a:gd name="connsiteX69" fmla="*/ 68511 w 228562"/>
              <a:gd name="connsiteY69" fmla="*/ 101229 h 189049"/>
              <a:gd name="connsiteX70" fmla="*/ 76798 w 228562"/>
              <a:gd name="connsiteY70" fmla="*/ 101229 h 189049"/>
              <a:gd name="connsiteX71" fmla="*/ 76798 w 228562"/>
              <a:gd name="connsiteY71" fmla="*/ 92370 h 189049"/>
              <a:gd name="connsiteX72" fmla="*/ 143378 w 228562"/>
              <a:gd name="connsiteY72" fmla="*/ 101229 h 189049"/>
              <a:gd name="connsiteX73" fmla="*/ 143378 w 228562"/>
              <a:gd name="connsiteY73" fmla="*/ 92370 h 189049"/>
              <a:gd name="connsiteX74" fmla="*/ 85180 w 228562"/>
              <a:gd name="connsiteY74" fmla="*/ 92370 h 189049"/>
              <a:gd name="connsiteX75" fmla="*/ 85371 w 228562"/>
              <a:gd name="connsiteY75" fmla="*/ 101229 h 189049"/>
              <a:gd name="connsiteX76" fmla="*/ 143378 w 228562"/>
              <a:gd name="connsiteY76" fmla="*/ 101229 h 189049"/>
              <a:gd name="connsiteX77" fmla="*/ 76798 w 228562"/>
              <a:gd name="connsiteY77" fmla="*/ 127613 h 189049"/>
              <a:gd name="connsiteX78" fmla="*/ 68511 w 228562"/>
              <a:gd name="connsiteY78" fmla="*/ 127613 h 189049"/>
              <a:gd name="connsiteX79" fmla="*/ 68511 w 228562"/>
              <a:gd name="connsiteY79" fmla="*/ 136566 h 189049"/>
              <a:gd name="connsiteX80" fmla="*/ 76798 w 228562"/>
              <a:gd name="connsiteY80" fmla="*/ 136566 h 189049"/>
              <a:gd name="connsiteX81" fmla="*/ 76798 w 228562"/>
              <a:gd name="connsiteY81" fmla="*/ 127613 h 1890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228562" h="189049">
                <a:moveTo>
                  <a:pt x="223388" y="71034"/>
                </a:moveTo>
                <a:cubicBezTo>
                  <a:pt x="213958" y="50175"/>
                  <a:pt x="193098" y="36744"/>
                  <a:pt x="170238" y="36840"/>
                </a:cubicBezTo>
                <a:lnTo>
                  <a:pt x="164047" y="36840"/>
                </a:lnTo>
                <a:cubicBezTo>
                  <a:pt x="162523" y="36840"/>
                  <a:pt x="161094" y="36935"/>
                  <a:pt x="159570" y="37030"/>
                </a:cubicBezTo>
                <a:cubicBezTo>
                  <a:pt x="142521" y="3597"/>
                  <a:pt x="101563" y="-9642"/>
                  <a:pt x="68225" y="7503"/>
                </a:cubicBezTo>
                <a:cubicBezTo>
                  <a:pt x="62225" y="10551"/>
                  <a:pt x="56605" y="14551"/>
                  <a:pt x="51747" y="19314"/>
                </a:cubicBezTo>
                <a:cubicBezTo>
                  <a:pt x="39936" y="30744"/>
                  <a:pt x="32792" y="46079"/>
                  <a:pt x="31554" y="62462"/>
                </a:cubicBezTo>
                <a:cubicBezTo>
                  <a:pt x="7170" y="70749"/>
                  <a:pt x="-5784" y="97323"/>
                  <a:pt x="2503" y="121612"/>
                </a:cubicBezTo>
                <a:cubicBezTo>
                  <a:pt x="7551" y="136376"/>
                  <a:pt x="19648" y="147615"/>
                  <a:pt x="34697" y="151616"/>
                </a:cubicBezTo>
                <a:cubicBezTo>
                  <a:pt x="35079" y="151711"/>
                  <a:pt x="35555" y="151806"/>
                  <a:pt x="35936" y="151806"/>
                </a:cubicBezTo>
                <a:cubicBezTo>
                  <a:pt x="38603" y="151806"/>
                  <a:pt x="40698" y="149711"/>
                  <a:pt x="40698" y="147044"/>
                </a:cubicBezTo>
                <a:cubicBezTo>
                  <a:pt x="40698" y="144853"/>
                  <a:pt x="39269" y="143043"/>
                  <a:pt x="37174" y="142472"/>
                </a:cubicBezTo>
                <a:cubicBezTo>
                  <a:pt x="17362" y="137233"/>
                  <a:pt x="5551" y="116945"/>
                  <a:pt x="10790" y="97133"/>
                </a:cubicBezTo>
                <a:cubicBezTo>
                  <a:pt x="14219" y="84179"/>
                  <a:pt x="24410" y="73987"/>
                  <a:pt x="37364" y="70653"/>
                </a:cubicBezTo>
                <a:lnTo>
                  <a:pt x="40793" y="69701"/>
                </a:lnTo>
                <a:lnTo>
                  <a:pt x="40889" y="66177"/>
                </a:lnTo>
                <a:cubicBezTo>
                  <a:pt x="41841" y="33982"/>
                  <a:pt x="68606" y="8646"/>
                  <a:pt x="100801" y="9598"/>
                </a:cubicBezTo>
                <a:cubicBezTo>
                  <a:pt x="123185" y="10265"/>
                  <a:pt x="143282" y="23695"/>
                  <a:pt x="152426" y="44174"/>
                </a:cubicBezTo>
                <a:lnTo>
                  <a:pt x="153855" y="47412"/>
                </a:lnTo>
                <a:lnTo>
                  <a:pt x="157475" y="46936"/>
                </a:lnTo>
                <a:cubicBezTo>
                  <a:pt x="159665" y="46650"/>
                  <a:pt x="161951" y="46460"/>
                  <a:pt x="164142" y="46460"/>
                </a:cubicBezTo>
                <a:lnTo>
                  <a:pt x="170333" y="46460"/>
                </a:lnTo>
                <a:cubicBezTo>
                  <a:pt x="197194" y="46365"/>
                  <a:pt x="219006" y="68082"/>
                  <a:pt x="219101" y="94942"/>
                </a:cubicBezTo>
                <a:cubicBezTo>
                  <a:pt x="219197" y="114183"/>
                  <a:pt x="207957" y="131613"/>
                  <a:pt x="190431" y="139424"/>
                </a:cubicBezTo>
                <a:cubicBezTo>
                  <a:pt x="188050" y="140662"/>
                  <a:pt x="187193" y="143520"/>
                  <a:pt x="188336" y="145806"/>
                </a:cubicBezTo>
                <a:cubicBezTo>
                  <a:pt x="189479" y="147996"/>
                  <a:pt x="192050" y="148949"/>
                  <a:pt x="194337" y="148092"/>
                </a:cubicBezTo>
                <a:cubicBezTo>
                  <a:pt x="223578" y="134757"/>
                  <a:pt x="236627" y="100371"/>
                  <a:pt x="223388" y="71034"/>
                </a:cubicBezTo>
                <a:close/>
                <a:moveTo>
                  <a:pt x="143378" y="136471"/>
                </a:moveTo>
                <a:lnTo>
                  <a:pt x="143378" y="127518"/>
                </a:lnTo>
                <a:lnTo>
                  <a:pt x="85180" y="127518"/>
                </a:lnTo>
                <a:lnTo>
                  <a:pt x="85371" y="136471"/>
                </a:lnTo>
                <a:lnTo>
                  <a:pt x="143378" y="136471"/>
                </a:lnTo>
                <a:close/>
                <a:moveTo>
                  <a:pt x="76798" y="162474"/>
                </a:moveTo>
                <a:lnTo>
                  <a:pt x="68511" y="162474"/>
                </a:lnTo>
                <a:lnTo>
                  <a:pt x="68511" y="171428"/>
                </a:lnTo>
                <a:lnTo>
                  <a:pt x="76798" y="171428"/>
                </a:lnTo>
                <a:lnTo>
                  <a:pt x="76798" y="162474"/>
                </a:lnTo>
                <a:close/>
                <a:moveTo>
                  <a:pt x="143378" y="171428"/>
                </a:moveTo>
                <a:lnTo>
                  <a:pt x="143378" y="162474"/>
                </a:lnTo>
                <a:lnTo>
                  <a:pt x="85180" y="162474"/>
                </a:lnTo>
                <a:lnTo>
                  <a:pt x="85371" y="171428"/>
                </a:lnTo>
                <a:lnTo>
                  <a:pt x="143378" y="171428"/>
                </a:lnTo>
                <a:close/>
                <a:moveTo>
                  <a:pt x="169000" y="75035"/>
                </a:moveTo>
                <a:lnTo>
                  <a:pt x="168809" y="74844"/>
                </a:lnTo>
                <a:lnTo>
                  <a:pt x="59748" y="74844"/>
                </a:lnTo>
                <a:cubicBezTo>
                  <a:pt x="55176" y="75130"/>
                  <a:pt x="51652" y="79035"/>
                  <a:pt x="51938" y="83703"/>
                </a:cubicBezTo>
                <a:lnTo>
                  <a:pt x="51938" y="180096"/>
                </a:lnTo>
                <a:cubicBezTo>
                  <a:pt x="51557" y="184668"/>
                  <a:pt x="55081" y="188668"/>
                  <a:pt x="59653" y="189049"/>
                </a:cubicBezTo>
                <a:lnTo>
                  <a:pt x="168905" y="189049"/>
                </a:lnTo>
                <a:cubicBezTo>
                  <a:pt x="173477" y="188763"/>
                  <a:pt x="177001" y="184763"/>
                  <a:pt x="176715" y="180191"/>
                </a:cubicBezTo>
                <a:lnTo>
                  <a:pt x="176715" y="83703"/>
                </a:lnTo>
                <a:cubicBezTo>
                  <a:pt x="176810" y="79226"/>
                  <a:pt x="173477" y="75321"/>
                  <a:pt x="169000" y="75035"/>
                </a:cubicBezTo>
                <a:close/>
                <a:moveTo>
                  <a:pt x="168333" y="180000"/>
                </a:moveTo>
                <a:lnTo>
                  <a:pt x="60320" y="180096"/>
                </a:lnTo>
                <a:lnTo>
                  <a:pt x="60320" y="153807"/>
                </a:lnTo>
                <a:lnTo>
                  <a:pt x="168333" y="153807"/>
                </a:lnTo>
                <a:lnTo>
                  <a:pt x="168333" y="180000"/>
                </a:lnTo>
                <a:close/>
                <a:moveTo>
                  <a:pt x="168333" y="145044"/>
                </a:moveTo>
                <a:lnTo>
                  <a:pt x="60320" y="145044"/>
                </a:lnTo>
                <a:lnTo>
                  <a:pt x="60320" y="118850"/>
                </a:lnTo>
                <a:lnTo>
                  <a:pt x="168333" y="118850"/>
                </a:lnTo>
                <a:lnTo>
                  <a:pt x="168333" y="145044"/>
                </a:lnTo>
                <a:close/>
                <a:moveTo>
                  <a:pt x="168333" y="110182"/>
                </a:moveTo>
                <a:lnTo>
                  <a:pt x="60320" y="110182"/>
                </a:lnTo>
                <a:lnTo>
                  <a:pt x="60320" y="83798"/>
                </a:lnTo>
                <a:lnTo>
                  <a:pt x="168333" y="83798"/>
                </a:lnTo>
                <a:lnTo>
                  <a:pt x="168333" y="110182"/>
                </a:lnTo>
                <a:close/>
                <a:moveTo>
                  <a:pt x="76798" y="92370"/>
                </a:moveTo>
                <a:lnTo>
                  <a:pt x="68511" y="92370"/>
                </a:lnTo>
                <a:lnTo>
                  <a:pt x="68511" y="101229"/>
                </a:lnTo>
                <a:lnTo>
                  <a:pt x="76798" y="101229"/>
                </a:lnTo>
                <a:lnTo>
                  <a:pt x="76798" y="92370"/>
                </a:lnTo>
                <a:close/>
                <a:moveTo>
                  <a:pt x="143378" y="101229"/>
                </a:moveTo>
                <a:lnTo>
                  <a:pt x="143378" y="92370"/>
                </a:lnTo>
                <a:lnTo>
                  <a:pt x="85180" y="92370"/>
                </a:lnTo>
                <a:lnTo>
                  <a:pt x="85371" y="101229"/>
                </a:lnTo>
                <a:lnTo>
                  <a:pt x="143378" y="101229"/>
                </a:lnTo>
                <a:close/>
                <a:moveTo>
                  <a:pt x="76798" y="127613"/>
                </a:moveTo>
                <a:lnTo>
                  <a:pt x="68511" y="127613"/>
                </a:lnTo>
                <a:lnTo>
                  <a:pt x="68511" y="136566"/>
                </a:lnTo>
                <a:lnTo>
                  <a:pt x="76798" y="136566"/>
                </a:lnTo>
                <a:lnTo>
                  <a:pt x="76798" y="127613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9" name="Freeform: Shape 278">
            <a:extLst>
              <a:ext uri="{FF2B5EF4-FFF2-40B4-BE49-F238E27FC236}">
                <a16:creationId xmlns:a16="http://schemas.microsoft.com/office/drawing/2014/main" id="{FF9860AC-3A6F-43E6-83B6-D2998F49C42F}"/>
              </a:ext>
            </a:extLst>
          </p:cNvPr>
          <p:cNvSpPr/>
          <p:nvPr/>
        </p:nvSpPr>
        <p:spPr>
          <a:xfrm>
            <a:off x="7133903" y="1916168"/>
            <a:ext cx="228601" cy="193752"/>
          </a:xfrm>
          <a:custGeom>
            <a:avLst/>
            <a:gdLst>
              <a:gd name="connsiteX0" fmla="*/ 170593 w 228601"/>
              <a:gd name="connsiteY0" fmla="*/ 38481 h 193752"/>
              <a:gd name="connsiteX1" fmla="*/ 164401 w 228601"/>
              <a:gd name="connsiteY1" fmla="*/ 38481 h 193752"/>
              <a:gd name="connsiteX2" fmla="*/ 159829 w 228601"/>
              <a:gd name="connsiteY2" fmla="*/ 38672 h 193752"/>
              <a:gd name="connsiteX3" fmla="*/ 99250 w 228601"/>
              <a:gd name="connsiteY3" fmla="*/ 0 h 193752"/>
              <a:gd name="connsiteX4" fmla="*/ 51721 w 228601"/>
              <a:gd name="connsiteY4" fmla="*/ 20098 h 193752"/>
              <a:gd name="connsiteX5" fmla="*/ 31528 w 228601"/>
              <a:gd name="connsiteY5" fmla="*/ 65056 h 193752"/>
              <a:gd name="connsiteX6" fmla="*/ 0 w 228601"/>
              <a:gd name="connsiteY6" fmla="*/ 110776 h 193752"/>
              <a:gd name="connsiteX7" fmla="*/ 43529 w 228601"/>
              <a:gd name="connsiteY7" fmla="*/ 159163 h 193752"/>
              <a:gd name="connsiteX8" fmla="*/ 76676 w 228601"/>
              <a:gd name="connsiteY8" fmla="*/ 159163 h 193752"/>
              <a:gd name="connsiteX9" fmla="*/ 81343 w 228601"/>
              <a:gd name="connsiteY9" fmla="*/ 154496 h 193752"/>
              <a:gd name="connsiteX10" fmla="*/ 76676 w 228601"/>
              <a:gd name="connsiteY10" fmla="*/ 149828 h 193752"/>
              <a:gd name="connsiteX11" fmla="*/ 44005 w 228601"/>
              <a:gd name="connsiteY11" fmla="*/ 149828 h 193752"/>
              <a:gd name="connsiteX12" fmla="*/ 9334 w 228601"/>
              <a:gd name="connsiteY12" fmla="*/ 110776 h 193752"/>
              <a:gd name="connsiteX13" fmla="*/ 37338 w 228601"/>
              <a:gd name="connsiteY13" fmla="*/ 73057 h 193752"/>
              <a:gd name="connsiteX14" fmla="*/ 40767 w 228601"/>
              <a:gd name="connsiteY14" fmla="*/ 72104 h 193752"/>
              <a:gd name="connsiteX15" fmla="*/ 40862 w 228601"/>
              <a:gd name="connsiteY15" fmla="*/ 68580 h 193752"/>
              <a:gd name="connsiteX16" fmla="*/ 58388 w 228601"/>
              <a:gd name="connsiteY16" fmla="*/ 26575 h 193752"/>
              <a:gd name="connsiteX17" fmla="*/ 99250 w 228601"/>
              <a:gd name="connsiteY17" fmla="*/ 9335 h 193752"/>
              <a:gd name="connsiteX18" fmla="*/ 152686 w 228601"/>
              <a:gd name="connsiteY18" fmla="*/ 45434 h 193752"/>
              <a:gd name="connsiteX19" fmla="*/ 154114 w 228601"/>
              <a:gd name="connsiteY19" fmla="*/ 48673 h 193752"/>
              <a:gd name="connsiteX20" fmla="*/ 157639 w 228601"/>
              <a:gd name="connsiteY20" fmla="*/ 48197 h 193752"/>
              <a:gd name="connsiteX21" fmla="*/ 164306 w 228601"/>
              <a:gd name="connsiteY21" fmla="*/ 47720 h 193752"/>
              <a:gd name="connsiteX22" fmla="*/ 170497 w 228601"/>
              <a:gd name="connsiteY22" fmla="*/ 47720 h 193752"/>
              <a:gd name="connsiteX23" fmla="*/ 219361 w 228601"/>
              <a:gd name="connsiteY23" fmla="*/ 98679 h 193752"/>
              <a:gd name="connsiteX24" fmla="*/ 183737 w 228601"/>
              <a:gd name="connsiteY24" fmla="*/ 147733 h 193752"/>
              <a:gd name="connsiteX25" fmla="*/ 180308 w 228601"/>
              <a:gd name="connsiteY25" fmla="*/ 153448 h 193752"/>
              <a:gd name="connsiteX26" fmla="*/ 186023 w 228601"/>
              <a:gd name="connsiteY26" fmla="*/ 156877 h 193752"/>
              <a:gd name="connsiteX27" fmla="*/ 186404 w 228601"/>
              <a:gd name="connsiteY27" fmla="*/ 156782 h 193752"/>
              <a:gd name="connsiteX28" fmla="*/ 228600 w 228601"/>
              <a:gd name="connsiteY28" fmla="*/ 98774 h 193752"/>
              <a:gd name="connsiteX29" fmla="*/ 170593 w 228601"/>
              <a:gd name="connsiteY29" fmla="*/ 38481 h 193752"/>
              <a:gd name="connsiteX30" fmla="*/ 120396 w 228601"/>
              <a:gd name="connsiteY30" fmla="*/ 85725 h 193752"/>
              <a:gd name="connsiteX31" fmla="*/ 125063 w 228601"/>
              <a:gd name="connsiteY31" fmla="*/ 90392 h 193752"/>
              <a:gd name="connsiteX32" fmla="*/ 150304 w 228601"/>
              <a:gd name="connsiteY32" fmla="*/ 90392 h 193752"/>
              <a:gd name="connsiteX33" fmla="*/ 96203 w 228601"/>
              <a:gd name="connsiteY33" fmla="*/ 141637 h 193752"/>
              <a:gd name="connsiteX34" fmla="*/ 96012 w 228601"/>
              <a:gd name="connsiteY34" fmla="*/ 148304 h 193752"/>
              <a:gd name="connsiteX35" fmla="*/ 102679 w 228601"/>
              <a:gd name="connsiteY35" fmla="*/ 148495 h 193752"/>
              <a:gd name="connsiteX36" fmla="*/ 156686 w 228601"/>
              <a:gd name="connsiteY36" fmla="*/ 97346 h 193752"/>
              <a:gd name="connsiteX37" fmla="*/ 156686 w 228601"/>
              <a:gd name="connsiteY37" fmla="*/ 122015 h 193752"/>
              <a:gd name="connsiteX38" fmla="*/ 161354 w 228601"/>
              <a:gd name="connsiteY38" fmla="*/ 126683 h 193752"/>
              <a:gd name="connsiteX39" fmla="*/ 166021 w 228601"/>
              <a:gd name="connsiteY39" fmla="*/ 122015 h 193752"/>
              <a:gd name="connsiteX40" fmla="*/ 166021 w 228601"/>
              <a:gd name="connsiteY40" fmla="*/ 81153 h 193752"/>
              <a:gd name="connsiteX41" fmla="*/ 125158 w 228601"/>
              <a:gd name="connsiteY41" fmla="*/ 81058 h 193752"/>
              <a:gd name="connsiteX42" fmla="*/ 120396 w 228601"/>
              <a:gd name="connsiteY42" fmla="*/ 85725 h 193752"/>
              <a:gd name="connsiteX43" fmla="*/ 102584 w 228601"/>
              <a:gd name="connsiteY43" fmla="*/ 113728 h 193752"/>
              <a:gd name="connsiteX44" fmla="*/ 102584 w 228601"/>
              <a:gd name="connsiteY44" fmla="*/ 81058 h 193752"/>
              <a:gd name="connsiteX45" fmla="*/ 69913 w 228601"/>
              <a:gd name="connsiteY45" fmla="*/ 81058 h 193752"/>
              <a:gd name="connsiteX46" fmla="*/ 65246 w 228601"/>
              <a:gd name="connsiteY46" fmla="*/ 85725 h 193752"/>
              <a:gd name="connsiteX47" fmla="*/ 69913 w 228601"/>
              <a:gd name="connsiteY47" fmla="*/ 90392 h 193752"/>
              <a:gd name="connsiteX48" fmla="*/ 86487 w 228601"/>
              <a:gd name="connsiteY48" fmla="*/ 90392 h 193752"/>
              <a:gd name="connsiteX49" fmla="*/ 53721 w 228601"/>
              <a:gd name="connsiteY49" fmla="*/ 120491 h 193752"/>
              <a:gd name="connsiteX50" fmla="*/ 53626 w 228601"/>
              <a:gd name="connsiteY50" fmla="*/ 127159 h 193752"/>
              <a:gd name="connsiteX51" fmla="*/ 60007 w 228601"/>
              <a:gd name="connsiteY51" fmla="*/ 127349 h 193752"/>
              <a:gd name="connsiteX52" fmla="*/ 93250 w 228601"/>
              <a:gd name="connsiteY52" fmla="*/ 96774 h 193752"/>
              <a:gd name="connsiteX53" fmla="*/ 93250 w 228601"/>
              <a:gd name="connsiteY53" fmla="*/ 113728 h 193752"/>
              <a:gd name="connsiteX54" fmla="*/ 97917 w 228601"/>
              <a:gd name="connsiteY54" fmla="*/ 118396 h 193752"/>
              <a:gd name="connsiteX55" fmla="*/ 102584 w 228601"/>
              <a:gd name="connsiteY55" fmla="*/ 113728 h 193752"/>
              <a:gd name="connsiteX56" fmla="*/ 128588 w 228601"/>
              <a:gd name="connsiteY56" fmla="*/ 148781 h 193752"/>
              <a:gd name="connsiteX57" fmla="*/ 133255 w 228601"/>
              <a:gd name="connsiteY57" fmla="*/ 153448 h 193752"/>
              <a:gd name="connsiteX58" fmla="*/ 150685 w 228601"/>
              <a:gd name="connsiteY58" fmla="*/ 153448 h 193752"/>
              <a:gd name="connsiteX59" fmla="*/ 120777 w 228601"/>
              <a:gd name="connsiteY59" fmla="*/ 186023 h 193752"/>
              <a:gd name="connsiteX60" fmla="*/ 121253 w 228601"/>
              <a:gd name="connsiteY60" fmla="*/ 192596 h 193752"/>
              <a:gd name="connsiteX61" fmla="*/ 127635 w 228601"/>
              <a:gd name="connsiteY61" fmla="*/ 192405 h 193752"/>
              <a:gd name="connsiteX62" fmla="*/ 156591 w 228601"/>
              <a:gd name="connsiteY62" fmla="*/ 160877 h 193752"/>
              <a:gd name="connsiteX63" fmla="*/ 156591 w 228601"/>
              <a:gd name="connsiteY63" fmla="*/ 176879 h 193752"/>
              <a:gd name="connsiteX64" fmla="*/ 161258 w 228601"/>
              <a:gd name="connsiteY64" fmla="*/ 181547 h 193752"/>
              <a:gd name="connsiteX65" fmla="*/ 165925 w 228601"/>
              <a:gd name="connsiteY65" fmla="*/ 176879 h 193752"/>
              <a:gd name="connsiteX66" fmla="*/ 165925 w 228601"/>
              <a:gd name="connsiteY66" fmla="*/ 144209 h 193752"/>
              <a:gd name="connsiteX67" fmla="*/ 133255 w 228601"/>
              <a:gd name="connsiteY67" fmla="*/ 144209 h 193752"/>
              <a:gd name="connsiteX68" fmla="*/ 128588 w 228601"/>
              <a:gd name="connsiteY68" fmla="*/ 148781 h 1937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</a:cxnLst>
            <a:rect l="l" t="t" r="r" b="b"/>
            <a:pathLst>
              <a:path w="228601" h="193752">
                <a:moveTo>
                  <a:pt x="170593" y="38481"/>
                </a:moveTo>
                <a:lnTo>
                  <a:pt x="164401" y="38481"/>
                </a:lnTo>
                <a:cubicBezTo>
                  <a:pt x="162878" y="38481"/>
                  <a:pt x="161354" y="38481"/>
                  <a:pt x="159829" y="38672"/>
                </a:cubicBezTo>
                <a:cubicBezTo>
                  <a:pt x="148304" y="15145"/>
                  <a:pt x="124968" y="0"/>
                  <a:pt x="99250" y="0"/>
                </a:cubicBezTo>
                <a:cubicBezTo>
                  <a:pt x="81439" y="0"/>
                  <a:pt x="64198" y="7239"/>
                  <a:pt x="51721" y="20098"/>
                </a:cubicBezTo>
                <a:cubicBezTo>
                  <a:pt x="39814" y="32099"/>
                  <a:pt x="32671" y="48101"/>
                  <a:pt x="31528" y="65056"/>
                </a:cubicBezTo>
                <a:cubicBezTo>
                  <a:pt x="12859" y="71723"/>
                  <a:pt x="0" y="90011"/>
                  <a:pt x="0" y="110776"/>
                </a:cubicBezTo>
                <a:cubicBezTo>
                  <a:pt x="0" y="136208"/>
                  <a:pt x="19145" y="157448"/>
                  <a:pt x="43529" y="159163"/>
                </a:cubicBezTo>
                <a:lnTo>
                  <a:pt x="76676" y="159163"/>
                </a:lnTo>
                <a:cubicBezTo>
                  <a:pt x="79248" y="159163"/>
                  <a:pt x="81343" y="157067"/>
                  <a:pt x="81343" y="154496"/>
                </a:cubicBezTo>
                <a:cubicBezTo>
                  <a:pt x="81343" y="151924"/>
                  <a:pt x="79248" y="149828"/>
                  <a:pt x="76676" y="149828"/>
                </a:cubicBezTo>
                <a:lnTo>
                  <a:pt x="44005" y="149828"/>
                </a:lnTo>
                <a:cubicBezTo>
                  <a:pt x="24479" y="148400"/>
                  <a:pt x="9334" y="131255"/>
                  <a:pt x="9334" y="110776"/>
                </a:cubicBezTo>
                <a:cubicBezTo>
                  <a:pt x="9334" y="93059"/>
                  <a:pt x="20860" y="77534"/>
                  <a:pt x="37338" y="73057"/>
                </a:cubicBezTo>
                <a:lnTo>
                  <a:pt x="40767" y="72104"/>
                </a:lnTo>
                <a:lnTo>
                  <a:pt x="40862" y="68580"/>
                </a:lnTo>
                <a:cubicBezTo>
                  <a:pt x="41053" y="52864"/>
                  <a:pt x="47434" y="37814"/>
                  <a:pt x="58388" y="26575"/>
                </a:cubicBezTo>
                <a:cubicBezTo>
                  <a:pt x="69151" y="15526"/>
                  <a:pt x="83820" y="9335"/>
                  <a:pt x="99250" y="9335"/>
                </a:cubicBezTo>
                <a:cubicBezTo>
                  <a:pt x="122396" y="9335"/>
                  <a:pt x="143256" y="23432"/>
                  <a:pt x="152686" y="45434"/>
                </a:cubicBezTo>
                <a:lnTo>
                  <a:pt x="154114" y="48673"/>
                </a:lnTo>
                <a:lnTo>
                  <a:pt x="157639" y="48197"/>
                </a:lnTo>
                <a:cubicBezTo>
                  <a:pt x="159829" y="47816"/>
                  <a:pt x="162115" y="47720"/>
                  <a:pt x="164306" y="47720"/>
                </a:cubicBezTo>
                <a:lnTo>
                  <a:pt x="170497" y="47720"/>
                </a:lnTo>
                <a:cubicBezTo>
                  <a:pt x="197453" y="47720"/>
                  <a:pt x="219361" y="70580"/>
                  <a:pt x="219361" y="98679"/>
                </a:cubicBezTo>
                <a:cubicBezTo>
                  <a:pt x="219361" y="121349"/>
                  <a:pt x="204788" y="141542"/>
                  <a:pt x="183737" y="147733"/>
                </a:cubicBezTo>
                <a:cubicBezTo>
                  <a:pt x="181261" y="148400"/>
                  <a:pt x="179737" y="150876"/>
                  <a:pt x="180308" y="153448"/>
                </a:cubicBezTo>
                <a:cubicBezTo>
                  <a:pt x="180975" y="155924"/>
                  <a:pt x="183451" y="157448"/>
                  <a:pt x="186023" y="156877"/>
                </a:cubicBezTo>
                <a:cubicBezTo>
                  <a:pt x="186118" y="156877"/>
                  <a:pt x="186214" y="156782"/>
                  <a:pt x="186404" y="156782"/>
                </a:cubicBezTo>
                <a:cubicBezTo>
                  <a:pt x="211264" y="149352"/>
                  <a:pt x="228600" y="125540"/>
                  <a:pt x="228600" y="98774"/>
                </a:cubicBezTo>
                <a:cubicBezTo>
                  <a:pt x="228790" y="65532"/>
                  <a:pt x="202692" y="38481"/>
                  <a:pt x="170593" y="38481"/>
                </a:cubicBezTo>
                <a:close/>
                <a:moveTo>
                  <a:pt x="120396" y="85725"/>
                </a:moveTo>
                <a:cubicBezTo>
                  <a:pt x="120396" y="88297"/>
                  <a:pt x="122491" y="90392"/>
                  <a:pt x="125063" y="90392"/>
                </a:cubicBezTo>
                <a:lnTo>
                  <a:pt x="150304" y="90392"/>
                </a:lnTo>
                <a:lnTo>
                  <a:pt x="96203" y="141637"/>
                </a:lnTo>
                <a:cubicBezTo>
                  <a:pt x="94297" y="143351"/>
                  <a:pt x="94202" y="146399"/>
                  <a:pt x="96012" y="148304"/>
                </a:cubicBezTo>
                <a:cubicBezTo>
                  <a:pt x="97726" y="150209"/>
                  <a:pt x="100774" y="150305"/>
                  <a:pt x="102679" y="148495"/>
                </a:cubicBezTo>
                <a:lnTo>
                  <a:pt x="156686" y="97346"/>
                </a:lnTo>
                <a:lnTo>
                  <a:pt x="156686" y="122015"/>
                </a:lnTo>
                <a:cubicBezTo>
                  <a:pt x="156686" y="124587"/>
                  <a:pt x="158782" y="126683"/>
                  <a:pt x="161354" y="126683"/>
                </a:cubicBezTo>
                <a:cubicBezTo>
                  <a:pt x="163925" y="126683"/>
                  <a:pt x="166021" y="124587"/>
                  <a:pt x="166021" y="122015"/>
                </a:cubicBezTo>
                <a:lnTo>
                  <a:pt x="166021" y="81153"/>
                </a:lnTo>
                <a:lnTo>
                  <a:pt x="125158" y="81058"/>
                </a:lnTo>
                <a:cubicBezTo>
                  <a:pt x="122491" y="81058"/>
                  <a:pt x="120396" y="83153"/>
                  <a:pt x="120396" y="85725"/>
                </a:cubicBezTo>
                <a:close/>
                <a:moveTo>
                  <a:pt x="102584" y="113728"/>
                </a:moveTo>
                <a:lnTo>
                  <a:pt x="102584" y="81058"/>
                </a:lnTo>
                <a:lnTo>
                  <a:pt x="69913" y="81058"/>
                </a:lnTo>
                <a:cubicBezTo>
                  <a:pt x="67342" y="81058"/>
                  <a:pt x="65246" y="83153"/>
                  <a:pt x="65246" y="85725"/>
                </a:cubicBezTo>
                <a:cubicBezTo>
                  <a:pt x="65246" y="88297"/>
                  <a:pt x="67342" y="90392"/>
                  <a:pt x="69913" y="90392"/>
                </a:cubicBezTo>
                <a:lnTo>
                  <a:pt x="86487" y="90392"/>
                </a:lnTo>
                <a:lnTo>
                  <a:pt x="53721" y="120491"/>
                </a:lnTo>
                <a:cubicBezTo>
                  <a:pt x="51816" y="122206"/>
                  <a:pt x="51816" y="125254"/>
                  <a:pt x="53626" y="127159"/>
                </a:cubicBezTo>
                <a:cubicBezTo>
                  <a:pt x="55340" y="128873"/>
                  <a:pt x="58198" y="129064"/>
                  <a:pt x="60007" y="127349"/>
                </a:cubicBezTo>
                <a:lnTo>
                  <a:pt x="93250" y="96774"/>
                </a:lnTo>
                <a:lnTo>
                  <a:pt x="93250" y="113728"/>
                </a:lnTo>
                <a:cubicBezTo>
                  <a:pt x="93250" y="116300"/>
                  <a:pt x="95345" y="118396"/>
                  <a:pt x="97917" y="118396"/>
                </a:cubicBezTo>
                <a:cubicBezTo>
                  <a:pt x="100489" y="118396"/>
                  <a:pt x="102584" y="116300"/>
                  <a:pt x="102584" y="113728"/>
                </a:cubicBezTo>
                <a:close/>
                <a:moveTo>
                  <a:pt x="128588" y="148781"/>
                </a:moveTo>
                <a:cubicBezTo>
                  <a:pt x="128588" y="151352"/>
                  <a:pt x="130683" y="153448"/>
                  <a:pt x="133255" y="153448"/>
                </a:cubicBezTo>
                <a:lnTo>
                  <a:pt x="150685" y="153448"/>
                </a:lnTo>
                <a:lnTo>
                  <a:pt x="120777" y="186023"/>
                </a:lnTo>
                <a:cubicBezTo>
                  <a:pt x="119063" y="188024"/>
                  <a:pt x="119253" y="190881"/>
                  <a:pt x="121253" y="192596"/>
                </a:cubicBezTo>
                <a:cubicBezTo>
                  <a:pt x="123158" y="194215"/>
                  <a:pt x="125921" y="194120"/>
                  <a:pt x="127635" y="192405"/>
                </a:cubicBezTo>
                <a:lnTo>
                  <a:pt x="156591" y="160877"/>
                </a:lnTo>
                <a:lnTo>
                  <a:pt x="156591" y="176879"/>
                </a:lnTo>
                <a:cubicBezTo>
                  <a:pt x="156591" y="179451"/>
                  <a:pt x="158687" y="181547"/>
                  <a:pt x="161258" y="181547"/>
                </a:cubicBezTo>
                <a:cubicBezTo>
                  <a:pt x="163830" y="181547"/>
                  <a:pt x="165925" y="179451"/>
                  <a:pt x="165925" y="176879"/>
                </a:cubicBezTo>
                <a:lnTo>
                  <a:pt x="165925" y="144209"/>
                </a:lnTo>
                <a:lnTo>
                  <a:pt x="133255" y="144209"/>
                </a:lnTo>
                <a:cubicBezTo>
                  <a:pt x="130683" y="144113"/>
                  <a:pt x="128588" y="146209"/>
                  <a:pt x="128588" y="148781"/>
                </a:cubicBez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0" name="Freeform: Shape 279">
            <a:extLst>
              <a:ext uri="{FF2B5EF4-FFF2-40B4-BE49-F238E27FC236}">
                <a16:creationId xmlns:a16="http://schemas.microsoft.com/office/drawing/2014/main" id="{E5F7E96E-946B-4180-AA76-61A7B452DC17}"/>
              </a:ext>
            </a:extLst>
          </p:cNvPr>
          <p:cNvSpPr/>
          <p:nvPr/>
        </p:nvSpPr>
        <p:spPr>
          <a:xfrm>
            <a:off x="9907236" y="1926836"/>
            <a:ext cx="228600" cy="202787"/>
          </a:xfrm>
          <a:custGeom>
            <a:avLst/>
            <a:gdLst>
              <a:gd name="connsiteX0" fmla="*/ 49816 w 228600"/>
              <a:gd name="connsiteY0" fmla="*/ 101346 h 202787"/>
              <a:gd name="connsiteX1" fmla="*/ 31813 w 228600"/>
              <a:gd name="connsiteY1" fmla="*/ 101346 h 202787"/>
              <a:gd name="connsiteX2" fmla="*/ 31813 w 228600"/>
              <a:gd name="connsiteY2" fmla="*/ 119348 h 202787"/>
              <a:gd name="connsiteX3" fmla="*/ 49816 w 228600"/>
              <a:gd name="connsiteY3" fmla="*/ 119348 h 202787"/>
              <a:gd name="connsiteX4" fmla="*/ 49816 w 228600"/>
              <a:gd name="connsiteY4" fmla="*/ 101346 h 202787"/>
              <a:gd name="connsiteX5" fmla="*/ 97917 w 228600"/>
              <a:gd name="connsiteY5" fmla="*/ 101346 h 202787"/>
              <a:gd name="connsiteX6" fmla="*/ 79915 w 228600"/>
              <a:gd name="connsiteY6" fmla="*/ 101346 h 202787"/>
              <a:gd name="connsiteX7" fmla="*/ 79915 w 228600"/>
              <a:gd name="connsiteY7" fmla="*/ 119348 h 202787"/>
              <a:gd name="connsiteX8" fmla="*/ 97917 w 228600"/>
              <a:gd name="connsiteY8" fmla="*/ 119348 h 202787"/>
              <a:gd name="connsiteX9" fmla="*/ 97917 w 228600"/>
              <a:gd name="connsiteY9" fmla="*/ 101346 h 202787"/>
              <a:gd name="connsiteX10" fmla="*/ 146018 w 228600"/>
              <a:gd name="connsiteY10" fmla="*/ 101346 h 202787"/>
              <a:gd name="connsiteX11" fmla="*/ 128016 w 228600"/>
              <a:gd name="connsiteY11" fmla="*/ 101346 h 202787"/>
              <a:gd name="connsiteX12" fmla="*/ 128016 w 228600"/>
              <a:gd name="connsiteY12" fmla="*/ 119348 h 202787"/>
              <a:gd name="connsiteX13" fmla="*/ 146018 w 228600"/>
              <a:gd name="connsiteY13" fmla="*/ 119348 h 202787"/>
              <a:gd name="connsiteX14" fmla="*/ 146018 w 228600"/>
              <a:gd name="connsiteY14" fmla="*/ 101346 h 202787"/>
              <a:gd name="connsiteX15" fmla="*/ 176022 w 228600"/>
              <a:gd name="connsiteY15" fmla="*/ 119348 h 202787"/>
              <a:gd name="connsiteX16" fmla="*/ 194024 w 228600"/>
              <a:gd name="connsiteY16" fmla="*/ 119348 h 202787"/>
              <a:gd name="connsiteX17" fmla="*/ 194024 w 228600"/>
              <a:gd name="connsiteY17" fmla="*/ 101346 h 202787"/>
              <a:gd name="connsiteX18" fmla="*/ 176022 w 228600"/>
              <a:gd name="connsiteY18" fmla="*/ 101346 h 202787"/>
              <a:gd name="connsiteX19" fmla="*/ 176022 w 228600"/>
              <a:gd name="connsiteY19" fmla="*/ 119348 h 202787"/>
              <a:gd name="connsiteX20" fmla="*/ 49816 w 228600"/>
              <a:gd name="connsiteY20" fmla="*/ 53340 h 202787"/>
              <a:gd name="connsiteX21" fmla="*/ 31813 w 228600"/>
              <a:gd name="connsiteY21" fmla="*/ 53340 h 202787"/>
              <a:gd name="connsiteX22" fmla="*/ 31813 w 228600"/>
              <a:gd name="connsiteY22" fmla="*/ 71342 h 202787"/>
              <a:gd name="connsiteX23" fmla="*/ 49816 w 228600"/>
              <a:gd name="connsiteY23" fmla="*/ 71342 h 202787"/>
              <a:gd name="connsiteX24" fmla="*/ 49816 w 228600"/>
              <a:gd name="connsiteY24" fmla="*/ 53340 h 202787"/>
              <a:gd name="connsiteX25" fmla="*/ 97917 w 228600"/>
              <a:gd name="connsiteY25" fmla="*/ 53340 h 202787"/>
              <a:gd name="connsiteX26" fmla="*/ 79915 w 228600"/>
              <a:gd name="connsiteY26" fmla="*/ 53340 h 202787"/>
              <a:gd name="connsiteX27" fmla="*/ 79915 w 228600"/>
              <a:gd name="connsiteY27" fmla="*/ 71342 h 202787"/>
              <a:gd name="connsiteX28" fmla="*/ 97917 w 228600"/>
              <a:gd name="connsiteY28" fmla="*/ 71342 h 202787"/>
              <a:gd name="connsiteX29" fmla="*/ 97917 w 228600"/>
              <a:gd name="connsiteY29" fmla="*/ 53340 h 202787"/>
              <a:gd name="connsiteX30" fmla="*/ 146018 w 228600"/>
              <a:gd name="connsiteY30" fmla="*/ 53340 h 202787"/>
              <a:gd name="connsiteX31" fmla="*/ 128016 w 228600"/>
              <a:gd name="connsiteY31" fmla="*/ 53340 h 202787"/>
              <a:gd name="connsiteX32" fmla="*/ 128016 w 228600"/>
              <a:gd name="connsiteY32" fmla="*/ 71342 h 202787"/>
              <a:gd name="connsiteX33" fmla="*/ 146018 w 228600"/>
              <a:gd name="connsiteY33" fmla="*/ 71342 h 202787"/>
              <a:gd name="connsiteX34" fmla="*/ 146018 w 228600"/>
              <a:gd name="connsiteY34" fmla="*/ 53340 h 202787"/>
              <a:gd name="connsiteX35" fmla="*/ 194024 w 228600"/>
              <a:gd name="connsiteY35" fmla="*/ 53340 h 202787"/>
              <a:gd name="connsiteX36" fmla="*/ 176022 w 228600"/>
              <a:gd name="connsiteY36" fmla="*/ 53340 h 202787"/>
              <a:gd name="connsiteX37" fmla="*/ 176022 w 228600"/>
              <a:gd name="connsiteY37" fmla="*/ 71342 h 202787"/>
              <a:gd name="connsiteX38" fmla="*/ 194024 w 228600"/>
              <a:gd name="connsiteY38" fmla="*/ 71342 h 202787"/>
              <a:gd name="connsiteX39" fmla="*/ 194024 w 228600"/>
              <a:gd name="connsiteY39" fmla="*/ 53340 h 202787"/>
              <a:gd name="connsiteX40" fmla="*/ 31813 w 228600"/>
              <a:gd name="connsiteY40" fmla="*/ 167450 h 202787"/>
              <a:gd name="connsiteX41" fmla="*/ 49816 w 228600"/>
              <a:gd name="connsiteY41" fmla="*/ 167450 h 202787"/>
              <a:gd name="connsiteX42" fmla="*/ 49816 w 228600"/>
              <a:gd name="connsiteY42" fmla="*/ 149447 h 202787"/>
              <a:gd name="connsiteX43" fmla="*/ 31813 w 228600"/>
              <a:gd name="connsiteY43" fmla="*/ 149447 h 202787"/>
              <a:gd name="connsiteX44" fmla="*/ 31813 w 228600"/>
              <a:gd name="connsiteY44" fmla="*/ 167450 h 202787"/>
              <a:gd name="connsiteX45" fmla="*/ 79915 w 228600"/>
              <a:gd name="connsiteY45" fmla="*/ 167450 h 202787"/>
              <a:gd name="connsiteX46" fmla="*/ 97917 w 228600"/>
              <a:gd name="connsiteY46" fmla="*/ 167450 h 202787"/>
              <a:gd name="connsiteX47" fmla="*/ 97917 w 228600"/>
              <a:gd name="connsiteY47" fmla="*/ 149447 h 202787"/>
              <a:gd name="connsiteX48" fmla="*/ 79915 w 228600"/>
              <a:gd name="connsiteY48" fmla="*/ 149447 h 202787"/>
              <a:gd name="connsiteX49" fmla="*/ 79915 w 228600"/>
              <a:gd name="connsiteY49" fmla="*/ 167450 h 202787"/>
              <a:gd name="connsiteX50" fmla="*/ 127921 w 228600"/>
              <a:gd name="connsiteY50" fmla="*/ 167450 h 202787"/>
              <a:gd name="connsiteX51" fmla="*/ 145923 w 228600"/>
              <a:gd name="connsiteY51" fmla="*/ 167450 h 202787"/>
              <a:gd name="connsiteX52" fmla="*/ 145923 w 228600"/>
              <a:gd name="connsiteY52" fmla="*/ 149447 h 202787"/>
              <a:gd name="connsiteX53" fmla="*/ 127921 w 228600"/>
              <a:gd name="connsiteY53" fmla="*/ 149447 h 202787"/>
              <a:gd name="connsiteX54" fmla="*/ 127921 w 228600"/>
              <a:gd name="connsiteY54" fmla="*/ 167450 h 202787"/>
              <a:gd name="connsiteX55" fmla="*/ 176022 w 228600"/>
              <a:gd name="connsiteY55" fmla="*/ 167450 h 202787"/>
              <a:gd name="connsiteX56" fmla="*/ 194024 w 228600"/>
              <a:gd name="connsiteY56" fmla="*/ 167450 h 202787"/>
              <a:gd name="connsiteX57" fmla="*/ 194024 w 228600"/>
              <a:gd name="connsiteY57" fmla="*/ 149447 h 202787"/>
              <a:gd name="connsiteX58" fmla="*/ 176022 w 228600"/>
              <a:gd name="connsiteY58" fmla="*/ 149447 h 202787"/>
              <a:gd name="connsiteX59" fmla="*/ 176022 w 228600"/>
              <a:gd name="connsiteY59" fmla="*/ 167450 h 202787"/>
              <a:gd name="connsiteX60" fmla="*/ 68199 w 228600"/>
              <a:gd name="connsiteY60" fmla="*/ 0 h 202787"/>
              <a:gd name="connsiteX61" fmla="*/ 58674 w 228600"/>
              <a:gd name="connsiteY61" fmla="*/ 0 h 202787"/>
              <a:gd name="connsiteX62" fmla="*/ 58674 w 228600"/>
              <a:gd name="connsiteY62" fmla="*/ 25908 h 202787"/>
              <a:gd name="connsiteX63" fmla="*/ 68199 w 228600"/>
              <a:gd name="connsiteY63" fmla="*/ 25908 h 202787"/>
              <a:gd name="connsiteX64" fmla="*/ 68199 w 228600"/>
              <a:gd name="connsiteY64" fmla="*/ 0 h 202787"/>
              <a:gd name="connsiteX65" fmla="*/ 172498 w 228600"/>
              <a:gd name="connsiteY65" fmla="*/ 9620 h 202787"/>
              <a:gd name="connsiteX66" fmla="*/ 172498 w 228600"/>
              <a:gd name="connsiteY66" fmla="*/ 19145 h 202787"/>
              <a:gd name="connsiteX67" fmla="*/ 219075 w 228600"/>
              <a:gd name="connsiteY67" fmla="*/ 19145 h 202787"/>
              <a:gd name="connsiteX68" fmla="*/ 219075 w 228600"/>
              <a:gd name="connsiteY68" fmla="*/ 193262 h 202787"/>
              <a:gd name="connsiteX69" fmla="*/ 9525 w 228600"/>
              <a:gd name="connsiteY69" fmla="*/ 193262 h 202787"/>
              <a:gd name="connsiteX70" fmla="*/ 9525 w 228600"/>
              <a:gd name="connsiteY70" fmla="*/ 19145 h 202787"/>
              <a:gd name="connsiteX71" fmla="*/ 51911 w 228600"/>
              <a:gd name="connsiteY71" fmla="*/ 19145 h 202787"/>
              <a:gd name="connsiteX72" fmla="*/ 51911 w 228600"/>
              <a:gd name="connsiteY72" fmla="*/ 9620 h 202787"/>
              <a:gd name="connsiteX73" fmla="*/ 0 w 228600"/>
              <a:gd name="connsiteY73" fmla="*/ 9620 h 202787"/>
              <a:gd name="connsiteX74" fmla="*/ 0 w 228600"/>
              <a:gd name="connsiteY74" fmla="*/ 202787 h 202787"/>
              <a:gd name="connsiteX75" fmla="*/ 228600 w 228600"/>
              <a:gd name="connsiteY75" fmla="*/ 202787 h 202787"/>
              <a:gd name="connsiteX76" fmla="*/ 228600 w 228600"/>
              <a:gd name="connsiteY76" fmla="*/ 9620 h 202787"/>
              <a:gd name="connsiteX77" fmla="*/ 172498 w 228600"/>
              <a:gd name="connsiteY77" fmla="*/ 9620 h 202787"/>
              <a:gd name="connsiteX78" fmla="*/ 166592 w 228600"/>
              <a:gd name="connsiteY78" fmla="*/ 0 h 202787"/>
              <a:gd name="connsiteX79" fmla="*/ 157067 w 228600"/>
              <a:gd name="connsiteY79" fmla="*/ 0 h 202787"/>
              <a:gd name="connsiteX80" fmla="*/ 157067 w 228600"/>
              <a:gd name="connsiteY80" fmla="*/ 25908 h 202787"/>
              <a:gd name="connsiteX81" fmla="*/ 166592 w 228600"/>
              <a:gd name="connsiteY81" fmla="*/ 25908 h 202787"/>
              <a:gd name="connsiteX82" fmla="*/ 166592 w 228600"/>
              <a:gd name="connsiteY82" fmla="*/ 0 h 202787"/>
              <a:gd name="connsiteX83" fmla="*/ 150781 w 228600"/>
              <a:gd name="connsiteY83" fmla="*/ 9620 h 202787"/>
              <a:gd name="connsiteX84" fmla="*/ 75057 w 228600"/>
              <a:gd name="connsiteY84" fmla="*/ 9620 h 202787"/>
              <a:gd name="connsiteX85" fmla="*/ 75057 w 228600"/>
              <a:gd name="connsiteY85" fmla="*/ 20479 h 202787"/>
              <a:gd name="connsiteX86" fmla="*/ 150781 w 228600"/>
              <a:gd name="connsiteY86" fmla="*/ 20479 h 202787"/>
              <a:gd name="connsiteX87" fmla="*/ 150781 w 228600"/>
              <a:gd name="connsiteY87" fmla="*/ 9620 h 202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</a:cxnLst>
            <a:rect l="l" t="t" r="r" b="b"/>
            <a:pathLst>
              <a:path w="228600" h="202787">
                <a:moveTo>
                  <a:pt x="49816" y="101346"/>
                </a:moveTo>
                <a:lnTo>
                  <a:pt x="31813" y="101346"/>
                </a:lnTo>
                <a:lnTo>
                  <a:pt x="31813" y="119348"/>
                </a:lnTo>
                <a:lnTo>
                  <a:pt x="49816" y="119348"/>
                </a:lnTo>
                <a:lnTo>
                  <a:pt x="49816" y="101346"/>
                </a:lnTo>
                <a:close/>
                <a:moveTo>
                  <a:pt x="97917" y="101346"/>
                </a:moveTo>
                <a:lnTo>
                  <a:pt x="79915" y="101346"/>
                </a:lnTo>
                <a:lnTo>
                  <a:pt x="79915" y="119348"/>
                </a:lnTo>
                <a:lnTo>
                  <a:pt x="97917" y="119348"/>
                </a:lnTo>
                <a:lnTo>
                  <a:pt x="97917" y="101346"/>
                </a:lnTo>
                <a:close/>
                <a:moveTo>
                  <a:pt x="146018" y="101346"/>
                </a:moveTo>
                <a:lnTo>
                  <a:pt x="128016" y="101346"/>
                </a:lnTo>
                <a:lnTo>
                  <a:pt x="128016" y="119348"/>
                </a:lnTo>
                <a:lnTo>
                  <a:pt x="146018" y="119348"/>
                </a:lnTo>
                <a:lnTo>
                  <a:pt x="146018" y="101346"/>
                </a:lnTo>
                <a:close/>
                <a:moveTo>
                  <a:pt x="176022" y="119348"/>
                </a:moveTo>
                <a:lnTo>
                  <a:pt x="194024" y="119348"/>
                </a:lnTo>
                <a:lnTo>
                  <a:pt x="194024" y="101346"/>
                </a:lnTo>
                <a:lnTo>
                  <a:pt x="176022" y="101346"/>
                </a:lnTo>
                <a:lnTo>
                  <a:pt x="176022" y="119348"/>
                </a:lnTo>
                <a:close/>
                <a:moveTo>
                  <a:pt x="49816" y="53340"/>
                </a:moveTo>
                <a:lnTo>
                  <a:pt x="31813" y="53340"/>
                </a:lnTo>
                <a:lnTo>
                  <a:pt x="31813" y="71342"/>
                </a:lnTo>
                <a:lnTo>
                  <a:pt x="49816" y="71342"/>
                </a:lnTo>
                <a:lnTo>
                  <a:pt x="49816" y="53340"/>
                </a:lnTo>
                <a:close/>
                <a:moveTo>
                  <a:pt x="97917" y="53340"/>
                </a:moveTo>
                <a:lnTo>
                  <a:pt x="79915" y="53340"/>
                </a:lnTo>
                <a:lnTo>
                  <a:pt x="79915" y="71342"/>
                </a:lnTo>
                <a:lnTo>
                  <a:pt x="97917" y="71342"/>
                </a:lnTo>
                <a:lnTo>
                  <a:pt x="97917" y="53340"/>
                </a:lnTo>
                <a:close/>
                <a:moveTo>
                  <a:pt x="146018" y="53340"/>
                </a:moveTo>
                <a:lnTo>
                  <a:pt x="128016" y="53340"/>
                </a:lnTo>
                <a:lnTo>
                  <a:pt x="128016" y="71342"/>
                </a:lnTo>
                <a:lnTo>
                  <a:pt x="146018" y="71342"/>
                </a:lnTo>
                <a:lnTo>
                  <a:pt x="146018" y="53340"/>
                </a:lnTo>
                <a:close/>
                <a:moveTo>
                  <a:pt x="194024" y="53340"/>
                </a:moveTo>
                <a:lnTo>
                  <a:pt x="176022" y="53340"/>
                </a:lnTo>
                <a:lnTo>
                  <a:pt x="176022" y="71342"/>
                </a:lnTo>
                <a:lnTo>
                  <a:pt x="194024" y="71342"/>
                </a:lnTo>
                <a:lnTo>
                  <a:pt x="194024" y="53340"/>
                </a:lnTo>
                <a:close/>
                <a:moveTo>
                  <a:pt x="31813" y="167450"/>
                </a:moveTo>
                <a:lnTo>
                  <a:pt x="49816" y="167450"/>
                </a:lnTo>
                <a:lnTo>
                  <a:pt x="49816" y="149447"/>
                </a:lnTo>
                <a:lnTo>
                  <a:pt x="31813" y="149447"/>
                </a:lnTo>
                <a:lnTo>
                  <a:pt x="31813" y="167450"/>
                </a:lnTo>
                <a:close/>
                <a:moveTo>
                  <a:pt x="79915" y="167450"/>
                </a:moveTo>
                <a:lnTo>
                  <a:pt x="97917" y="167450"/>
                </a:lnTo>
                <a:lnTo>
                  <a:pt x="97917" y="149447"/>
                </a:lnTo>
                <a:lnTo>
                  <a:pt x="79915" y="149447"/>
                </a:lnTo>
                <a:lnTo>
                  <a:pt x="79915" y="167450"/>
                </a:lnTo>
                <a:close/>
                <a:moveTo>
                  <a:pt x="127921" y="167450"/>
                </a:moveTo>
                <a:lnTo>
                  <a:pt x="145923" y="167450"/>
                </a:lnTo>
                <a:lnTo>
                  <a:pt x="145923" y="149447"/>
                </a:lnTo>
                <a:lnTo>
                  <a:pt x="127921" y="149447"/>
                </a:lnTo>
                <a:lnTo>
                  <a:pt x="127921" y="167450"/>
                </a:lnTo>
                <a:close/>
                <a:moveTo>
                  <a:pt x="176022" y="167450"/>
                </a:moveTo>
                <a:lnTo>
                  <a:pt x="194024" y="167450"/>
                </a:lnTo>
                <a:lnTo>
                  <a:pt x="194024" y="149447"/>
                </a:lnTo>
                <a:lnTo>
                  <a:pt x="176022" y="149447"/>
                </a:lnTo>
                <a:lnTo>
                  <a:pt x="176022" y="167450"/>
                </a:lnTo>
                <a:close/>
                <a:moveTo>
                  <a:pt x="68199" y="0"/>
                </a:moveTo>
                <a:lnTo>
                  <a:pt x="58674" y="0"/>
                </a:lnTo>
                <a:lnTo>
                  <a:pt x="58674" y="25908"/>
                </a:lnTo>
                <a:lnTo>
                  <a:pt x="68199" y="25908"/>
                </a:lnTo>
                <a:lnTo>
                  <a:pt x="68199" y="0"/>
                </a:lnTo>
                <a:close/>
                <a:moveTo>
                  <a:pt x="172498" y="9620"/>
                </a:moveTo>
                <a:lnTo>
                  <a:pt x="172498" y="19145"/>
                </a:lnTo>
                <a:lnTo>
                  <a:pt x="219075" y="19145"/>
                </a:lnTo>
                <a:lnTo>
                  <a:pt x="219075" y="193262"/>
                </a:lnTo>
                <a:lnTo>
                  <a:pt x="9525" y="193262"/>
                </a:lnTo>
                <a:lnTo>
                  <a:pt x="9525" y="19145"/>
                </a:lnTo>
                <a:lnTo>
                  <a:pt x="51911" y="19145"/>
                </a:lnTo>
                <a:lnTo>
                  <a:pt x="51911" y="9620"/>
                </a:lnTo>
                <a:lnTo>
                  <a:pt x="0" y="9620"/>
                </a:lnTo>
                <a:lnTo>
                  <a:pt x="0" y="202787"/>
                </a:lnTo>
                <a:lnTo>
                  <a:pt x="228600" y="202787"/>
                </a:lnTo>
                <a:lnTo>
                  <a:pt x="228600" y="9620"/>
                </a:lnTo>
                <a:lnTo>
                  <a:pt x="172498" y="9620"/>
                </a:lnTo>
                <a:close/>
                <a:moveTo>
                  <a:pt x="166592" y="0"/>
                </a:moveTo>
                <a:lnTo>
                  <a:pt x="157067" y="0"/>
                </a:lnTo>
                <a:lnTo>
                  <a:pt x="157067" y="25908"/>
                </a:lnTo>
                <a:lnTo>
                  <a:pt x="166592" y="25908"/>
                </a:lnTo>
                <a:lnTo>
                  <a:pt x="166592" y="0"/>
                </a:lnTo>
                <a:close/>
                <a:moveTo>
                  <a:pt x="150781" y="9620"/>
                </a:moveTo>
                <a:lnTo>
                  <a:pt x="75057" y="9620"/>
                </a:lnTo>
                <a:lnTo>
                  <a:pt x="75057" y="20479"/>
                </a:lnTo>
                <a:lnTo>
                  <a:pt x="150781" y="20479"/>
                </a:lnTo>
                <a:lnTo>
                  <a:pt x="150781" y="9620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1" name="Freeform: Shape 280">
            <a:extLst>
              <a:ext uri="{FF2B5EF4-FFF2-40B4-BE49-F238E27FC236}">
                <a16:creationId xmlns:a16="http://schemas.microsoft.com/office/drawing/2014/main" id="{0E3C7360-5AFF-4943-8139-56C1EC3F1857}"/>
              </a:ext>
            </a:extLst>
          </p:cNvPr>
          <p:cNvSpPr/>
          <p:nvPr/>
        </p:nvSpPr>
        <p:spPr>
          <a:xfrm>
            <a:off x="720771" y="189988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/>
            </a:pathLst>
          </a:custGeom>
          <a:noFill/>
          <a:ln w="9525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2" name="Freeform: Shape 281">
            <a:extLst>
              <a:ext uri="{FF2B5EF4-FFF2-40B4-BE49-F238E27FC236}">
                <a16:creationId xmlns:a16="http://schemas.microsoft.com/office/drawing/2014/main" id="{98673AD9-81B2-4817-A981-F4BB87CBD8BC}"/>
              </a:ext>
            </a:extLst>
          </p:cNvPr>
          <p:cNvSpPr/>
          <p:nvPr/>
        </p:nvSpPr>
        <p:spPr>
          <a:xfrm>
            <a:off x="11439725" y="1902738"/>
            <a:ext cx="228600" cy="223456"/>
          </a:xfrm>
          <a:custGeom>
            <a:avLst/>
            <a:gdLst>
              <a:gd name="connsiteX0" fmla="*/ 28099 w 228600"/>
              <a:gd name="connsiteY0" fmla="*/ 124492 h 223456"/>
              <a:gd name="connsiteX1" fmla="*/ 122015 w 228600"/>
              <a:gd name="connsiteY1" fmla="*/ 124492 h 223456"/>
              <a:gd name="connsiteX2" fmla="*/ 122015 w 228600"/>
              <a:gd name="connsiteY2" fmla="*/ 114967 h 223456"/>
              <a:gd name="connsiteX3" fmla="*/ 28099 w 228600"/>
              <a:gd name="connsiteY3" fmla="*/ 114967 h 223456"/>
              <a:gd name="connsiteX4" fmla="*/ 28099 w 228600"/>
              <a:gd name="connsiteY4" fmla="*/ 124492 h 223456"/>
              <a:gd name="connsiteX5" fmla="*/ 28099 w 228600"/>
              <a:gd name="connsiteY5" fmla="*/ 148781 h 223456"/>
              <a:gd name="connsiteX6" fmla="*/ 122015 w 228600"/>
              <a:gd name="connsiteY6" fmla="*/ 148781 h 223456"/>
              <a:gd name="connsiteX7" fmla="*/ 122015 w 228600"/>
              <a:gd name="connsiteY7" fmla="*/ 139256 h 223456"/>
              <a:gd name="connsiteX8" fmla="*/ 28099 w 228600"/>
              <a:gd name="connsiteY8" fmla="*/ 139256 h 223456"/>
              <a:gd name="connsiteX9" fmla="*/ 28099 w 228600"/>
              <a:gd name="connsiteY9" fmla="*/ 148781 h 223456"/>
              <a:gd name="connsiteX10" fmla="*/ 28099 w 228600"/>
              <a:gd name="connsiteY10" fmla="*/ 100298 h 223456"/>
              <a:gd name="connsiteX11" fmla="*/ 122015 w 228600"/>
              <a:gd name="connsiteY11" fmla="*/ 100298 h 223456"/>
              <a:gd name="connsiteX12" fmla="*/ 122015 w 228600"/>
              <a:gd name="connsiteY12" fmla="*/ 90773 h 223456"/>
              <a:gd name="connsiteX13" fmla="*/ 28099 w 228600"/>
              <a:gd name="connsiteY13" fmla="*/ 90773 h 223456"/>
              <a:gd name="connsiteX14" fmla="*/ 28099 w 228600"/>
              <a:gd name="connsiteY14" fmla="*/ 100298 h 223456"/>
              <a:gd name="connsiteX15" fmla="*/ 28099 w 228600"/>
              <a:gd name="connsiteY15" fmla="*/ 172974 h 223456"/>
              <a:gd name="connsiteX16" fmla="*/ 122015 w 228600"/>
              <a:gd name="connsiteY16" fmla="*/ 172974 h 223456"/>
              <a:gd name="connsiteX17" fmla="*/ 122015 w 228600"/>
              <a:gd name="connsiteY17" fmla="*/ 163449 h 223456"/>
              <a:gd name="connsiteX18" fmla="*/ 28099 w 228600"/>
              <a:gd name="connsiteY18" fmla="*/ 163449 h 223456"/>
              <a:gd name="connsiteX19" fmla="*/ 28099 w 228600"/>
              <a:gd name="connsiteY19" fmla="*/ 172974 h 223456"/>
              <a:gd name="connsiteX20" fmla="*/ 28099 w 228600"/>
              <a:gd name="connsiteY20" fmla="*/ 197168 h 223456"/>
              <a:gd name="connsiteX21" fmla="*/ 122015 w 228600"/>
              <a:gd name="connsiteY21" fmla="*/ 197168 h 223456"/>
              <a:gd name="connsiteX22" fmla="*/ 122015 w 228600"/>
              <a:gd name="connsiteY22" fmla="*/ 187643 h 223456"/>
              <a:gd name="connsiteX23" fmla="*/ 28099 w 228600"/>
              <a:gd name="connsiteY23" fmla="*/ 187643 h 223456"/>
              <a:gd name="connsiteX24" fmla="*/ 28099 w 228600"/>
              <a:gd name="connsiteY24" fmla="*/ 197168 h 223456"/>
              <a:gd name="connsiteX25" fmla="*/ 28099 w 228600"/>
              <a:gd name="connsiteY25" fmla="*/ 76010 h 223456"/>
              <a:gd name="connsiteX26" fmla="*/ 122015 w 228600"/>
              <a:gd name="connsiteY26" fmla="*/ 76010 h 223456"/>
              <a:gd name="connsiteX27" fmla="*/ 122015 w 228600"/>
              <a:gd name="connsiteY27" fmla="*/ 66485 h 223456"/>
              <a:gd name="connsiteX28" fmla="*/ 28099 w 228600"/>
              <a:gd name="connsiteY28" fmla="*/ 66485 h 223456"/>
              <a:gd name="connsiteX29" fmla="*/ 28099 w 228600"/>
              <a:gd name="connsiteY29" fmla="*/ 76010 h 223456"/>
              <a:gd name="connsiteX30" fmla="*/ 28099 w 228600"/>
              <a:gd name="connsiteY30" fmla="*/ 51816 h 223456"/>
              <a:gd name="connsiteX31" fmla="*/ 122015 w 228600"/>
              <a:gd name="connsiteY31" fmla="*/ 51816 h 223456"/>
              <a:gd name="connsiteX32" fmla="*/ 122015 w 228600"/>
              <a:gd name="connsiteY32" fmla="*/ 42291 h 223456"/>
              <a:gd name="connsiteX33" fmla="*/ 28099 w 228600"/>
              <a:gd name="connsiteY33" fmla="*/ 42291 h 223456"/>
              <a:gd name="connsiteX34" fmla="*/ 28099 w 228600"/>
              <a:gd name="connsiteY34" fmla="*/ 51816 h 223456"/>
              <a:gd name="connsiteX35" fmla="*/ 182880 w 228600"/>
              <a:gd name="connsiteY35" fmla="*/ 0 h 223456"/>
              <a:gd name="connsiteX36" fmla="*/ 164592 w 228600"/>
              <a:gd name="connsiteY36" fmla="*/ 3905 h 223456"/>
              <a:gd name="connsiteX37" fmla="*/ 0 w 228600"/>
              <a:gd name="connsiteY37" fmla="*/ 4096 h 223456"/>
              <a:gd name="connsiteX38" fmla="*/ 0 w 228600"/>
              <a:gd name="connsiteY38" fmla="*/ 223457 h 223456"/>
              <a:gd name="connsiteX39" fmla="*/ 158687 w 228600"/>
              <a:gd name="connsiteY39" fmla="*/ 223457 h 223456"/>
              <a:gd name="connsiteX40" fmla="*/ 158687 w 228600"/>
              <a:gd name="connsiteY40" fmla="*/ 84392 h 223456"/>
              <a:gd name="connsiteX41" fmla="*/ 182880 w 228600"/>
              <a:gd name="connsiteY41" fmla="*/ 91345 h 223456"/>
              <a:gd name="connsiteX42" fmla="*/ 228600 w 228600"/>
              <a:gd name="connsiteY42" fmla="*/ 45625 h 223456"/>
              <a:gd name="connsiteX43" fmla="*/ 182880 w 228600"/>
              <a:gd name="connsiteY43" fmla="*/ 0 h 223456"/>
              <a:gd name="connsiteX44" fmla="*/ 149447 w 228600"/>
              <a:gd name="connsiteY44" fmla="*/ 76772 h 223456"/>
              <a:gd name="connsiteX45" fmla="*/ 149447 w 228600"/>
              <a:gd name="connsiteY45" fmla="*/ 214027 h 223456"/>
              <a:gd name="connsiteX46" fmla="*/ 9430 w 228600"/>
              <a:gd name="connsiteY46" fmla="*/ 214027 h 223456"/>
              <a:gd name="connsiteX47" fmla="*/ 9430 w 228600"/>
              <a:gd name="connsiteY47" fmla="*/ 13335 h 223456"/>
              <a:gd name="connsiteX48" fmla="*/ 149447 w 228600"/>
              <a:gd name="connsiteY48" fmla="*/ 13335 h 223456"/>
              <a:gd name="connsiteX49" fmla="*/ 149447 w 228600"/>
              <a:gd name="connsiteY49" fmla="*/ 14669 h 223456"/>
              <a:gd name="connsiteX50" fmla="*/ 149447 w 228600"/>
              <a:gd name="connsiteY50" fmla="*/ 14669 h 223456"/>
              <a:gd name="connsiteX51" fmla="*/ 137160 w 228600"/>
              <a:gd name="connsiteY51" fmla="*/ 45720 h 223456"/>
              <a:gd name="connsiteX52" fmla="*/ 149447 w 228600"/>
              <a:gd name="connsiteY52" fmla="*/ 76772 h 223456"/>
              <a:gd name="connsiteX53" fmla="*/ 149447 w 228600"/>
              <a:gd name="connsiteY53" fmla="*/ 76772 h 223456"/>
              <a:gd name="connsiteX54" fmla="*/ 182880 w 228600"/>
              <a:gd name="connsiteY54" fmla="*/ 82106 h 223456"/>
              <a:gd name="connsiteX55" fmla="*/ 158687 w 228600"/>
              <a:gd name="connsiteY55" fmla="*/ 72866 h 223456"/>
              <a:gd name="connsiteX56" fmla="*/ 153257 w 228600"/>
              <a:gd name="connsiteY56" fmla="*/ 66961 h 223456"/>
              <a:gd name="connsiteX57" fmla="*/ 149352 w 228600"/>
              <a:gd name="connsiteY57" fmla="*/ 60008 h 223456"/>
              <a:gd name="connsiteX58" fmla="*/ 146399 w 228600"/>
              <a:gd name="connsiteY58" fmla="*/ 45720 h 223456"/>
              <a:gd name="connsiteX59" fmla="*/ 149352 w 228600"/>
              <a:gd name="connsiteY59" fmla="*/ 31432 h 223456"/>
              <a:gd name="connsiteX60" fmla="*/ 153257 w 228600"/>
              <a:gd name="connsiteY60" fmla="*/ 24479 h 223456"/>
              <a:gd name="connsiteX61" fmla="*/ 158687 w 228600"/>
              <a:gd name="connsiteY61" fmla="*/ 18574 h 223456"/>
              <a:gd name="connsiteX62" fmla="*/ 182880 w 228600"/>
              <a:gd name="connsiteY62" fmla="*/ 9335 h 223456"/>
              <a:gd name="connsiteX63" fmla="*/ 219265 w 228600"/>
              <a:gd name="connsiteY63" fmla="*/ 45720 h 223456"/>
              <a:gd name="connsiteX64" fmla="*/ 182880 w 228600"/>
              <a:gd name="connsiteY64" fmla="*/ 82106 h 223456"/>
              <a:gd name="connsiteX65" fmla="*/ 177737 w 228600"/>
              <a:gd name="connsiteY65" fmla="*/ 44577 h 223456"/>
              <a:gd name="connsiteX66" fmla="*/ 168688 w 228600"/>
              <a:gd name="connsiteY66" fmla="*/ 35528 h 223456"/>
              <a:gd name="connsiteX67" fmla="*/ 162115 w 228600"/>
              <a:gd name="connsiteY67" fmla="*/ 42100 h 223456"/>
              <a:gd name="connsiteX68" fmla="*/ 177737 w 228600"/>
              <a:gd name="connsiteY68" fmla="*/ 57722 h 223456"/>
              <a:gd name="connsiteX69" fmla="*/ 202311 w 228600"/>
              <a:gd name="connsiteY69" fmla="*/ 33147 h 223456"/>
              <a:gd name="connsiteX70" fmla="*/ 195739 w 228600"/>
              <a:gd name="connsiteY70" fmla="*/ 26575 h 223456"/>
              <a:gd name="connsiteX71" fmla="*/ 177737 w 228600"/>
              <a:gd name="connsiteY71" fmla="*/ 44577 h 223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</a:cxnLst>
            <a:rect l="l" t="t" r="r" b="b"/>
            <a:pathLst>
              <a:path w="228600" h="223456">
                <a:moveTo>
                  <a:pt x="28099" y="124492"/>
                </a:moveTo>
                <a:lnTo>
                  <a:pt x="122015" y="124492"/>
                </a:lnTo>
                <a:lnTo>
                  <a:pt x="122015" y="114967"/>
                </a:lnTo>
                <a:lnTo>
                  <a:pt x="28099" y="114967"/>
                </a:lnTo>
                <a:lnTo>
                  <a:pt x="28099" y="124492"/>
                </a:lnTo>
                <a:close/>
                <a:moveTo>
                  <a:pt x="28099" y="148781"/>
                </a:moveTo>
                <a:lnTo>
                  <a:pt x="122015" y="148781"/>
                </a:lnTo>
                <a:lnTo>
                  <a:pt x="122015" y="139256"/>
                </a:lnTo>
                <a:lnTo>
                  <a:pt x="28099" y="139256"/>
                </a:lnTo>
                <a:lnTo>
                  <a:pt x="28099" y="148781"/>
                </a:lnTo>
                <a:close/>
                <a:moveTo>
                  <a:pt x="28099" y="100298"/>
                </a:moveTo>
                <a:lnTo>
                  <a:pt x="122015" y="100298"/>
                </a:lnTo>
                <a:lnTo>
                  <a:pt x="122015" y="90773"/>
                </a:lnTo>
                <a:lnTo>
                  <a:pt x="28099" y="90773"/>
                </a:lnTo>
                <a:lnTo>
                  <a:pt x="28099" y="100298"/>
                </a:lnTo>
                <a:close/>
                <a:moveTo>
                  <a:pt x="28099" y="172974"/>
                </a:moveTo>
                <a:lnTo>
                  <a:pt x="122015" y="172974"/>
                </a:lnTo>
                <a:lnTo>
                  <a:pt x="122015" y="163449"/>
                </a:lnTo>
                <a:lnTo>
                  <a:pt x="28099" y="163449"/>
                </a:lnTo>
                <a:lnTo>
                  <a:pt x="28099" y="172974"/>
                </a:lnTo>
                <a:close/>
                <a:moveTo>
                  <a:pt x="28099" y="197168"/>
                </a:moveTo>
                <a:lnTo>
                  <a:pt x="122015" y="197168"/>
                </a:lnTo>
                <a:lnTo>
                  <a:pt x="122015" y="187643"/>
                </a:lnTo>
                <a:lnTo>
                  <a:pt x="28099" y="187643"/>
                </a:lnTo>
                <a:lnTo>
                  <a:pt x="28099" y="197168"/>
                </a:lnTo>
                <a:close/>
                <a:moveTo>
                  <a:pt x="28099" y="76010"/>
                </a:moveTo>
                <a:lnTo>
                  <a:pt x="122015" y="76010"/>
                </a:lnTo>
                <a:lnTo>
                  <a:pt x="122015" y="66485"/>
                </a:lnTo>
                <a:lnTo>
                  <a:pt x="28099" y="66485"/>
                </a:lnTo>
                <a:lnTo>
                  <a:pt x="28099" y="76010"/>
                </a:lnTo>
                <a:close/>
                <a:moveTo>
                  <a:pt x="28099" y="51816"/>
                </a:moveTo>
                <a:lnTo>
                  <a:pt x="122015" y="51816"/>
                </a:lnTo>
                <a:lnTo>
                  <a:pt x="122015" y="42291"/>
                </a:lnTo>
                <a:lnTo>
                  <a:pt x="28099" y="42291"/>
                </a:lnTo>
                <a:lnTo>
                  <a:pt x="28099" y="51816"/>
                </a:lnTo>
                <a:close/>
                <a:moveTo>
                  <a:pt x="182880" y="0"/>
                </a:moveTo>
                <a:cubicBezTo>
                  <a:pt x="176403" y="0"/>
                  <a:pt x="170212" y="1333"/>
                  <a:pt x="164592" y="3905"/>
                </a:cubicBezTo>
                <a:lnTo>
                  <a:pt x="0" y="4096"/>
                </a:lnTo>
                <a:lnTo>
                  <a:pt x="0" y="223457"/>
                </a:lnTo>
                <a:lnTo>
                  <a:pt x="158687" y="223457"/>
                </a:lnTo>
                <a:lnTo>
                  <a:pt x="158687" y="84392"/>
                </a:lnTo>
                <a:cubicBezTo>
                  <a:pt x="165640" y="88868"/>
                  <a:pt x="174022" y="91345"/>
                  <a:pt x="182880" y="91345"/>
                </a:cubicBezTo>
                <a:cubicBezTo>
                  <a:pt x="208026" y="91345"/>
                  <a:pt x="228600" y="70771"/>
                  <a:pt x="228600" y="45625"/>
                </a:cubicBezTo>
                <a:cubicBezTo>
                  <a:pt x="228600" y="20479"/>
                  <a:pt x="208121" y="0"/>
                  <a:pt x="182880" y="0"/>
                </a:cubicBezTo>
                <a:close/>
                <a:moveTo>
                  <a:pt x="149447" y="76772"/>
                </a:moveTo>
                <a:lnTo>
                  <a:pt x="149447" y="214027"/>
                </a:lnTo>
                <a:lnTo>
                  <a:pt x="9430" y="214027"/>
                </a:lnTo>
                <a:lnTo>
                  <a:pt x="9430" y="13335"/>
                </a:lnTo>
                <a:lnTo>
                  <a:pt x="149447" y="13335"/>
                </a:lnTo>
                <a:lnTo>
                  <a:pt x="149447" y="14669"/>
                </a:lnTo>
                <a:lnTo>
                  <a:pt x="149447" y="14669"/>
                </a:lnTo>
                <a:cubicBezTo>
                  <a:pt x="141827" y="22765"/>
                  <a:pt x="137160" y="33719"/>
                  <a:pt x="137160" y="45720"/>
                </a:cubicBezTo>
                <a:cubicBezTo>
                  <a:pt x="137160" y="57722"/>
                  <a:pt x="141732" y="68675"/>
                  <a:pt x="149447" y="76772"/>
                </a:cubicBezTo>
                <a:lnTo>
                  <a:pt x="149447" y="76772"/>
                </a:lnTo>
                <a:close/>
                <a:moveTo>
                  <a:pt x="182880" y="82106"/>
                </a:moveTo>
                <a:cubicBezTo>
                  <a:pt x="173641" y="82106"/>
                  <a:pt x="165163" y="78581"/>
                  <a:pt x="158687" y="72866"/>
                </a:cubicBezTo>
                <a:cubicBezTo>
                  <a:pt x="156686" y="71057"/>
                  <a:pt x="154877" y="69152"/>
                  <a:pt x="153257" y="66961"/>
                </a:cubicBezTo>
                <a:cubicBezTo>
                  <a:pt x="151638" y="64770"/>
                  <a:pt x="150400" y="62484"/>
                  <a:pt x="149352" y="60008"/>
                </a:cubicBezTo>
                <a:cubicBezTo>
                  <a:pt x="147352" y="55626"/>
                  <a:pt x="146399" y="50768"/>
                  <a:pt x="146399" y="45720"/>
                </a:cubicBezTo>
                <a:cubicBezTo>
                  <a:pt x="146399" y="40672"/>
                  <a:pt x="147447" y="35814"/>
                  <a:pt x="149352" y="31432"/>
                </a:cubicBezTo>
                <a:cubicBezTo>
                  <a:pt x="150400" y="28956"/>
                  <a:pt x="151733" y="26670"/>
                  <a:pt x="153257" y="24479"/>
                </a:cubicBezTo>
                <a:cubicBezTo>
                  <a:pt x="154877" y="22289"/>
                  <a:pt x="156686" y="20384"/>
                  <a:pt x="158687" y="18574"/>
                </a:cubicBezTo>
                <a:cubicBezTo>
                  <a:pt x="165163" y="12859"/>
                  <a:pt x="173641" y="9335"/>
                  <a:pt x="182880" y="9335"/>
                </a:cubicBezTo>
                <a:cubicBezTo>
                  <a:pt x="202978" y="9335"/>
                  <a:pt x="219265" y="25622"/>
                  <a:pt x="219265" y="45720"/>
                </a:cubicBezTo>
                <a:cubicBezTo>
                  <a:pt x="219265" y="65723"/>
                  <a:pt x="202978" y="82106"/>
                  <a:pt x="182880" y="82106"/>
                </a:cubicBezTo>
                <a:close/>
                <a:moveTo>
                  <a:pt x="177737" y="44577"/>
                </a:moveTo>
                <a:lnTo>
                  <a:pt x="168688" y="35528"/>
                </a:lnTo>
                <a:lnTo>
                  <a:pt x="162115" y="42100"/>
                </a:lnTo>
                <a:lnTo>
                  <a:pt x="177737" y="57722"/>
                </a:lnTo>
                <a:lnTo>
                  <a:pt x="202311" y="33147"/>
                </a:lnTo>
                <a:lnTo>
                  <a:pt x="195739" y="26575"/>
                </a:lnTo>
                <a:lnTo>
                  <a:pt x="177737" y="44577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3" name="Freeform: Shape 282">
            <a:extLst>
              <a:ext uri="{FF2B5EF4-FFF2-40B4-BE49-F238E27FC236}">
                <a16:creationId xmlns:a16="http://schemas.microsoft.com/office/drawing/2014/main" id="{1E456E3C-AA1B-421C-83EC-16B833C43082}"/>
              </a:ext>
            </a:extLst>
          </p:cNvPr>
          <p:cNvSpPr/>
          <p:nvPr/>
        </p:nvSpPr>
        <p:spPr>
          <a:xfrm>
            <a:off x="1877005" y="3071701"/>
            <a:ext cx="228603" cy="227794"/>
          </a:xfrm>
          <a:custGeom>
            <a:avLst/>
            <a:gdLst>
              <a:gd name="connsiteX0" fmla="*/ 228357 w 228603"/>
              <a:gd name="connsiteY0" fmla="*/ 26617 h 227794"/>
              <a:gd name="connsiteX1" fmla="*/ 224737 w 228603"/>
              <a:gd name="connsiteY1" fmla="*/ 13758 h 227794"/>
              <a:gd name="connsiteX2" fmla="*/ 198924 w 228603"/>
              <a:gd name="connsiteY2" fmla="*/ 42 h 227794"/>
              <a:gd name="connsiteX3" fmla="*/ 126534 w 228603"/>
              <a:gd name="connsiteY3" fmla="*/ 42 h 227794"/>
              <a:gd name="connsiteX4" fmla="*/ 30618 w 228603"/>
              <a:gd name="connsiteY4" fmla="*/ 42 h 227794"/>
              <a:gd name="connsiteX5" fmla="*/ 2138 w 228603"/>
              <a:gd name="connsiteY5" fmla="*/ 23569 h 227794"/>
              <a:gd name="connsiteX6" fmla="*/ 2709 w 228603"/>
              <a:gd name="connsiteY6" fmla="*/ 27951 h 227794"/>
              <a:gd name="connsiteX7" fmla="*/ 21759 w 228603"/>
              <a:gd name="connsiteY7" fmla="*/ 63479 h 227794"/>
              <a:gd name="connsiteX8" fmla="*/ 33951 w 228603"/>
              <a:gd name="connsiteY8" fmla="*/ 83291 h 227794"/>
              <a:gd name="connsiteX9" fmla="*/ 34713 w 228603"/>
              <a:gd name="connsiteY9" fmla="*/ 82910 h 227794"/>
              <a:gd name="connsiteX10" fmla="*/ 34713 w 228603"/>
              <a:gd name="connsiteY10" fmla="*/ 49953 h 227794"/>
              <a:gd name="connsiteX11" fmla="*/ 50430 w 228603"/>
              <a:gd name="connsiteY11" fmla="*/ 34523 h 227794"/>
              <a:gd name="connsiteX12" fmla="*/ 179112 w 228603"/>
              <a:gd name="connsiteY12" fmla="*/ 34332 h 227794"/>
              <a:gd name="connsiteX13" fmla="*/ 194638 w 228603"/>
              <a:gd name="connsiteY13" fmla="*/ 49477 h 227794"/>
              <a:gd name="connsiteX14" fmla="*/ 194638 w 228603"/>
              <a:gd name="connsiteY14" fmla="*/ 105198 h 227794"/>
              <a:gd name="connsiteX15" fmla="*/ 146918 w 228603"/>
              <a:gd name="connsiteY15" fmla="*/ 181494 h 227794"/>
              <a:gd name="connsiteX16" fmla="*/ 141393 w 228603"/>
              <a:gd name="connsiteY16" fmla="*/ 184351 h 227794"/>
              <a:gd name="connsiteX17" fmla="*/ 142632 w 228603"/>
              <a:gd name="connsiteY17" fmla="*/ 185304 h 227794"/>
              <a:gd name="connsiteX18" fmla="*/ 182160 w 228603"/>
              <a:gd name="connsiteY18" fmla="*/ 205306 h 227794"/>
              <a:gd name="connsiteX19" fmla="*/ 185685 w 228603"/>
              <a:gd name="connsiteY19" fmla="*/ 204544 h 227794"/>
              <a:gd name="connsiteX20" fmla="*/ 228166 w 228603"/>
              <a:gd name="connsiteY20" fmla="*/ 121200 h 227794"/>
              <a:gd name="connsiteX21" fmla="*/ 228357 w 228603"/>
              <a:gd name="connsiteY21" fmla="*/ 26617 h 227794"/>
              <a:gd name="connsiteX22" fmla="*/ 120438 w 228603"/>
              <a:gd name="connsiteY22" fmla="*/ 195019 h 227794"/>
              <a:gd name="connsiteX23" fmla="*/ 40524 w 228603"/>
              <a:gd name="connsiteY23" fmla="*/ 126344 h 227794"/>
              <a:gd name="connsiteX24" fmla="*/ 1947 w 228603"/>
              <a:gd name="connsiteY24" fmla="*/ 71004 h 227794"/>
              <a:gd name="connsiteX25" fmla="*/ 42 w 228603"/>
              <a:gd name="connsiteY25" fmla="*/ 68337 h 227794"/>
              <a:gd name="connsiteX26" fmla="*/ 42 w 228603"/>
              <a:gd name="connsiteY26" fmla="*/ 76909 h 227794"/>
              <a:gd name="connsiteX27" fmla="*/ 2043 w 228603"/>
              <a:gd name="connsiteY27" fmla="*/ 128249 h 227794"/>
              <a:gd name="connsiteX28" fmla="*/ 59764 w 228603"/>
              <a:gd name="connsiteY28" fmla="*/ 213783 h 227794"/>
              <a:gd name="connsiteX29" fmla="*/ 132726 w 228603"/>
              <a:gd name="connsiteY29" fmla="*/ 226356 h 227794"/>
              <a:gd name="connsiteX30" fmla="*/ 159586 w 228603"/>
              <a:gd name="connsiteY30" fmla="*/ 218451 h 227794"/>
              <a:gd name="connsiteX31" fmla="*/ 158062 w 228603"/>
              <a:gd name="connsiteY31" fmla="*/ 217308 h 227794"/>
              <a:gd name="connsiteX32" fmla="*/ 120438 w 228603"/>
              <a:gd name="connsiteY32" fmla="*/ 195019 h 227794"/>
              <a:gd name="connsiteX33" fmla="*/ 105389 w 228603"/>
              <a:gd name="connsiteY33" fmla="*/ 133488 h 227794"/>
              <a:gd name="connsiteX34" fmla="*/ 146823 w 228603"/>
              <a:gd name="connsiteY34" fmla="*/ 92530 h 227794"/>
              <a:gd name="connsiteX35" fmla="*/ 146632 w 228603"/>
              <a:gd name="connsiteY35" fmla="*/ 88720 h 227794"/>
              <a:gd name="connsiteX36" fmla="*/ 138250 w 228603"/>
              <a:gd name="connsiteY36" fmla="*/ 80338 h 227794"/>
              <a:gd name="connsiteX37" fmla="*/ 133583 w 228603"/>
              <a:gd name="connsiteY37" fmla="*/ 80433 h 227794"/>
              <a:gd name="connsiteX38" fmla="*/ 117581 w 228603"/>
              <a:gd name="connsiteY38" fmla="*/ 96245 h 227794"/>
              <a:gd name="connsiteX39" fmla="*/ 103103 w 228603"/>
              <a:gd name="connsiteY39" fmla="*/ 110818 h 227794"/>
              <a:gd name="connsiteX40" fmla="*/ 95292 w 228603"/>
              <a:gd name="connsiteY40" fmla="*/ 102722 h 227794"/>
              <a:gd name="connsiteX41" fmla="*/ 90816 w 228603"/>
              <a:gd name="connsiteY41" fmla="*/ 102627 h 227794"/>
              <a:gd name="connsiteX42" fmla="*/ 82338 w 228603"/>
              <a:gd name="connsiteY42" fmla="*/ 110913 h 227794"/>
              <a:gd name="connsiteX43" fmla="*/ 82434 w 228603"/>
              <a:gd name="connsiteY43" fmla="*/ 115485 h 227794"/>
              <a:gd name="connsiteX44" fmla="*/ 100817 w 228603"/>
              <a:gd name="connsiteY44" fmla="*/ 133392 h 227794"/>
              <a:gd name="connsiteX45" fmla="*/ 105389 w 228603"/>
              <a:gd name="connsiteY45" fmla="*/ 133488 h 227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228603" h="227794">
                <a:moveTo>
                  <a:pt x="228357" y="26617"/>
                </a:moveTo>
                <a:cubicBezTo>
                  <a:pt x="228357" y="22045"/>
                  <a:pt x="227118" y="17664"/>
                  <a:pt x="224737" y="13758"/>
                </a:cubicBezTo>
                <a:cubicBezTo>
                  <a:pt x="218927" y="4138"/>
                  <a:pt x="210069" y="42"/>
                  <a:pt x="198924" y="42"/>
                </a:cubicBezTo>
                <a:cubicBezTo>
                  <a:pt x="174826" y="42"/>
                  <a:pt x="150728" y="42"/>
                  <a:pt x="126534" y="42"/>
                </a:cubicBezTo>
                <a:cubicBezTo>
                  <a:pt x="94530" y="42"/>
                  <a:pt x="62622" y="-53"/>
                  <a:pt x="30618" y="42"/>
                </a:cubicBezTo>
                <a:cubicBezTo>
                  <a:pt x="15663" y="42"/>
                  <a:pt x="4424" y="9377"/>
                  <a:pt x="2138" y="23569"/>
                </a:cubicBezTo>
                <a:cubicBezTo>
                  <a:pt x="1947" y="24998"/>
                  <a:pt x="2043" y="26712"/>
                  <a:pt x="2709" y="27951"/>
                </a:cubicBezTo>
                <a:cubicBezTo>
                  <a:pt x="8996" y="39857"/>
                  <a:pt x="15187" y="51763"/>
                  <a:pt x="21759" y="63479"/>
                </a:cubicBezTo>
                <a:cubicBezTo>
                  <a:pt x="25569" y="70242"/>
                  <a:pt x="29856" y="76719"/>
                  <a:pt x="33951" y="83291"/>
                </a:cubicBezTo>
                <a:cubicBezTo>
                  <a:pt x="34237" y="83196"/>
                  <a:pt x="34523" y="83100"/>
                  <a:pt x="34713" y="82910"/>
                </a:cubicBezTo>
                <a:cubicBezTo>
                  <a:pt x="34713" y="71956"/>
                  <a:pt x="34713" y="60907"/>
                  <a:pt x="34713" y="49953"/>
                </a:cubicBezTo>
                <a:cubicBezTo>
                  <a:pt x="34713" y="40143"/>
                  <a:pt x="40333" y="34523"/>
                  <a:pt x="50430" y="34523"/>
                </a:cubicBezTo>
                <a:cubicBezTo>
                  <a:pt x="93292" y="34428"/>
                  <a:pt x="136250" y="34428"/>
                  <a:pt x="179112" y="34332"/>
                </a:cubicBezTo>
                <a:cubicBezTo>
                  <a:pt x="188637" y="34332"/>
                  <a:pt x="194638" y="40143"/>
                  <a:pt x="194638" y="49477"/>
                </a:cubicBezTo>
                <a:cubicBezTo>
                  <a:pt x="194733" y="68051"/>
                  <a:pt x="195210" y="86625"/>
                  <a:pt x="194638" y="105198"/>
                </a:cubicBezTo>
                <a:cubicBezTo>
                  <a:pt x="193590" y="139488"/>
                  <a:pt x="177493" y="165015"/>
                  <a:pt x="146918" y="181494"/>
                </a:cubicBezTo>
                <a:cubicBezTo>
                  <a:pt x="145203" y="182446"/>
                  <a:pt x="143394" y="183303"/>
                  <a:pt x="141393" y="184351"/>
                </a:cubicBezTo>
                <a:cubicBezTo>
                  <a:pt x="141965" y="184827"/>
                  <a:pt x="142251" y="185113"/>
                  <a:pt x="142632" y="185304"/>
                </a:cubicBezTo>
                <a:cubicBezTo>
                  <a:pt x="155776" y="191971"/>
                  <a:pt x="168921" y="198734"/>
                  <a:pt x="182160" y="205306"/>
                </a:cubicBezTo>
                <a:cubicBezTo>
                  <a:pt x="183018" y="205687"/>
                  <a:pt x="184827" y="205211"/>
                  <a:pt x="185685" y="204544"/>
                </a:cubicBezTo>
                <a:cubicBezTo>
                  <a:pt x="212355" y="183018"/>
                  <a:pt x="227214" y="155205"/>
                  <a:pt x="228166" y="121200"/>
                </a:cubicBezTo>
                <a:cubicBezTo>
                  <a:pt x="229023" y="89577"/>
                  <a:pt x="228357" y="58050"/>
                  <a:pt x="228357" y="26617"/>
                </a:cubicBezTo>
                <a:close/>
                <a:moveTo>
                  <a:pt x="120438" y="195019"/>
                </a:moveTo>
                <a:cubicBezTo>
                  <a:pt x="89292" y="177207"/>
                  <a:pt x="62145" y="154728"/>
                  <a:pt x="40524" y="126344"/>
                </a:cubicBezTo>
                <a:cubicBezTo>
                  <a:pt x="26903" y="108532"/>
                  <a:pt x="14806" y="89482"/>
                  <a:pt x="1947" y="71004"/>
                </a:cubicBezTo>
                <a:cubicBezTo>
                  <a:pt x="1376" y="70242"/>
                  <a:pt x="804" y="69384"/>
                  <a:pt x="42" y="68337"/>
                </a:cubicBezTo>
                <a:cubicBezTo>
                  <a:pt x="42" y="71575"/>
                  <a:pt x="-53" y="74242"/>
                  <a:pt x="42" y="76909"/>
                </a:cubicBezTo>
                <a:cubicBezTo>
                  <a:pt x="614" y="94054"/>
                  <a:pt x="138" y="111294"/>
                  <a:pt x="2043" y="128249"/>
                </a:cubicBezTo>
                <a:cubicBezTo>
                  <a:pt x="6329" y="166349"/>
                  <a:pt x="26141" y="194924"/>
                  <a:pt x="59764" y="213783"/>
                </a:cubicBezTo>
                <a:cubicBezTo>
                  <a:pt x="82434" y="226547"/>
                  <a:pt x="107008" y="230166"/>
                  <a:pt x="132726" y="226356"/>
                </a:cubicBezTo>
                <a:cubicBezTo>
                  <a:pt x="141870" y="225023"/>
                  <a:pt x="150823" y="222451"/>
                  <a:pt x="159586" y="218451"/>
                </a:cubicBezTo>
                <a:cubicBezTo>
                  <a:pt x="158919" y="217879"/>
                  <a:pt x="158443" y="217593"/>
                  <a:pt x="158062" y="217308"/>
                </a:cubicBezTo>
                <a:cubicBezTo>
                  <a:pt x="145489" y="209878"/>
                  <a:pt x="133011" y="202258"/>
                  <a:pt x="120438" y="195019"/>
                </a:cubicBezTo>
                <a:close/>
                <a:moveTo>
                  <a:pt x="105389" y="133488"/>
                </a:moveTo>
                <a:cubicBezTo>
                  <a:pt x="119200" y="119772"/>
                  <a:pt x="133011" y="106151"/>
                  <a:pt x="146823" y="92530"/>
                </a:cubicBezTo>
                <a:cubicBezTo>
                  <a:pt x="148347" y="91101"/>
                  <a:pt x="148061" y="90054"/>
                  <a:pt x="146632" y="88720"/>
                </a:cubicBezTo>
                <a:cubicBezTo>
                  <a:pt x="143775" y="85958"/>
                  <a:pt x="140917" y="83291"/>
                  <a:pt x="138250" y="80338"/>
                </a:cubicBezTo>
                <a:cubicBezTo>
                  <a:pt x="136440" y="78433"/>
                  <a:pt x="135297" y="78624"/>
                  <a:pt x="133583" y="80433"/>
                </a:cubicBezTo>
                <a:cubicBezTo>
                  <a:pt x="128344" y="85767"/>
                  <a:pt x="122915" y="91006"/>
                  <a:pt x="117581" y="96245"/>
                </a:cubicBezTo>
                <a:cubicBezTo>
                  <a:pt x="112914" y="100912"/>
                  <a:pt x="108246" y="105675"/>
                  <a:pt x="103103" y="110818"/>
                </a:cubicBezTo>
                <a:cubicBezTo>
                  <a:pt x="100245" y="107865"/>
                  <a:pt x="97769" y="105294"/>
                  <a:pt x="95292" y="102722"/>
                </a:cubicBezTo>
                <a:cubicBezTo>
                  <a:pt x="93768" y="101198"/>
                  <a:pt x="92435" y="101103"/>
                  <a:pt x="90816" y="102627"/>
                </a:cubicBezTo>
                <a:cubicBezTo>
                  <a:pt x="88053" y="105389"/>
                  <a:pt x="85291" y="108246"/>
                  <a:pt x="82338" y="110913"/>
                </a:cubicBezTo>
                <a:cubicBezTo>
                  <a:pt x="80624" y="112533"/>
                  <a:pt x="80719" y="113866"/>
                  <a:pt x="82434" y="115485"/>
                </a:cubicBezTo>
                <a:cubicBezTo>
                  <a:pt x="88625" y="121391"/>
                  <a:pt x="94721" y="127392"/>
                  <a:pt x="100817" y="133392"/>
                </a:cubicBezTo>
                <a:cubicBezTo>
                  <a:pt x="102436" y="135012"/>
                  <a:pt x="103865" y="135012"/>
                  <a:pt x="105389" y="133488"/>
                </a:cubicBez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4" name="Freeform: Shape 283">
            <a:extLst>
              <a:ext uri="{FF2B5EF4-FFF2-40B4-BE49-F238E27FC236}">
                <a16:creationId xmlns:a16="http://schemas.microsoft.com/office/drawing/2014/main" id="{D77F0D6C-1301-4BB0-BB35-3FF909432D39}"/>
              </a:ext>
            </a:extLst>
          </p:cNvPr>
          <p:cNvSpPr/>
          <p:nvPr/>
        </p:nvSpPr>
        <p:spPr>
          <a:xfrm>
            <a:off x="3177318" y="3071743"/>
            <a:ext cx="228647" cy="227909"/>
          </a:xfrm>
          <a:custGeom>
            <a:avLst/>
            <a:gdLst>
              <a:gd name="connsiteX0" fmla="*/ 59436 w 228647"/>
              <a:gd name="connsiteY0" fmla="*/ 153924 h 227909"/>
              <a:gd name="connsiteX1" fmla="*/ 56579 w 228647"/>
              <a:gd name="connsiteY1" fmla="*/ 151067 h 227909"/>
              <a:gd name="connsiteX2" fmla="*/ 56579 w 228647"/>
              <a:gd name="connsiteY2" fmla="*/ 105823 h 227909"/>
              <a:gd name="connsiteX3" fmla="*/ 81344 w 228647"/>
              <a:gd name="connsiteY3" fmla="*/ 130588 h 227909"/>
              <a:gd name="connsiteX4" fmla="*/ 85058 w 228647"/>
              <a:gd name="connsiteY4" fmla="*/ 132112 h 227909"/>
              <a:gd name="connsiteX5" fmla="*/ 85630 w 228647"/>
              <a:gd name="connsiteY5" fmla="*/ 132112 h 227909"/>
              <a:gd name="connsiteX6" fmla="*/ 89535 w 228647"/>
              <a:gd name="connsiteY6" fmla="*/ 129826 h 227909"/>
              <a:gd name="connsiteX7" fmla="*/ 117919 w 228647"/>
              <a:gd name="connsiteY7" fmla="*/ 87916 h 227909"/>
              <a:gd name="connsiteX8" fmla="*/ 142113 w 228647"/>
              <a:gd name="connsiteY8" fmla="*/ 100584 h 227909"/>
              <a:gd name="connsiteX9" fmla="*/ 148304 w 228647"/>
              <a:gd name="connsiteY9" fmla="*/ 99631 h 227909"/>
              <a:gd name="connsiteX10" fmla="*/ 172593 w 228647"/>
              <a:gd name="connsiteY10" fmla="*/ 75343 h 227909"/>
              <a:gd name="connsiteX11" fmla="*/ 172593 w 228647"/>
              <a:gd name="connsiteY11" fmla="*/ 67913 h 227909"/>
              <a:gd name="connsiteX12" fmla="*/ 165164 w 228647"/>
              <a:gd name="connsiteY12" fmla="*/ 67913 h 227909"/>
              <a:gd name="connsiteX13" fmla="*/ 143542 w 228647"/>
              <a:gd name="connsiteY13" fmla="*/ 89440 h 227909"/>
              <a:gd name="connsiteX14" fmla="*/ 118586 w 228647"/>
              <a:gd name="connsiteY14" fmla="*/ 76391 h 227909"/>
              <a:gd name="connsiteX15" fmla="*/ 111823 w 228647"/>
              <a:gd name="connsiteY15" fmla="*/ 78105 h 227909"/>
              <a:gd name="connsiteX16" fmla="*/ 84296 w 228647"/>
              <a:gd name="connsiteY16" fmla="*/ 118586 h 227909"/>
              <a:gd name="connsiteX17" fmla="*/ 57721 w 228647"/>
              <a:gd name="connsiteY17" fmla="*/ 92107 h 227909"/>
              <a:gd name="connsiteX18" fmla="*/ 56579 w 228647"/>
              <a:gd name="connsiteY18" fmla="*/ 91249 h 227909"/>
              <a:gd name="connsiteX19" fmla="*/ 56579 w 228647"/>
              <a:gd name="connsiteY19" fmla="*/ 37338 h 227909"/>
              <a:gd name="connsiteX20" fmla="*/ 46101 w 228647"/>
              <a:gd name="connsiteY20" fmla="*/ 46387 h 227909"/>
              <a:gd name="connsiteX21" fmla="*/ 46101 w 228647"/>
              <a:gd name="connsiteY21" fmla="*/ 151067 h 227909"/>
              <a:gd name="connsiteX22" fmla="*/ 59436 w 228647"/>
              <a:gd name="connsiteY22" fmla="*/ 164402 h 227909"/>
              <a:gd name="connsiteX23" fmla="*/ 170402 w 228647"/>
              <a:gd name="connsiteY23" fmla="*/ 164402 h 227909"/>
              <a:gd name="connsiteX24" fmla="*/ 178594 w 228647"/>
              <a:gd name="connsiteY24" fmla="*/ 153924 h 227909"/>
              <a:gd name="connsiteX25" fmla="*/ 59436 w 228647"/>
              <a:gd name="connsiteY25" fmla="*/ 153924 h 227909"/>
              <a:gd name="connsiteX26" fmla="*/ 227076 w 228647"/>
              <a:gd name="connsiteY26" fmla="*/ 219075 h 227909"/>
              <a:gd name="connsiteX27" fmla="*/ 186214 w 228647"/>
              <a:gd name="connsiteY27" fmla="*/ 178308 h 227909"/>
              <a:gd name="connsiteX28" fmla="*/ 213932 w 228647"/>
              <a:gd name="connsiteY28" fmla="*/ 106680 h 227909"/>
              <a:gd name="connsiteX29" fmla="*/ 106966 w 228647"/>
              <a:gd name="connsiteY29" fmla="*/ 0 h 227909"/>
              <a:gd name="connsiteX30" fmla="*/ 0 w 228647"/>
              <a:gd name="connsiteY30" fmla="*/ 106680 h 227909"/>
              <a:gd name="connsiteX31" fmla="*/ 106966 w 228647"/>
              <a:gd name="connsiteY31" fmla="*/ 213360 h 227909"/>
              <a:gd name="connsiteX32" fmla="*/ 178784 w 228647"/>
              <a:gd name="connsiteY32" fmla="*/ 185642 h 227909"/>
              <a:gd name="connsiteX33" fmla="*/ 219646 w 228647"/>
              <a:gd name="connsiteY33" fmla="*/ 226409 h 227909"/>
              <a:gd name="connsiteX34" fmla="*/ 227076 w 228647"/>
              <a:gd name="connsiteY34" fmla="*/ 226409 h 227909"/>
              <a:gd name="connsiteX35" fmla="*/ 227076 w 228647"/>
              <a:gd name="connsiteY35" fmla="*/ 219075 h 227909"/>
              <a:gd name="connsiteX36" fmla="*/ 106966 w 228647"/>
              <a:gd name="connsiteY36" fmla="*/ 202978 h 227909"/>
              <a:gd name="connsiteX37" fmla="*/ 10477 w 228647"/>
              <a:gd name="connsiteY37" fmla="*/ 106775 h 227909"/>
              <a:gd name="connsiteX38" fmla="*/ 106966 w 228647"/>
              <a:gd name="connsiteY38" fmla="*/ 10573 h 227909"/>
              <a:gd name="connsiteX39" fmla="*/ 203454 w 228647"/>
              <a:gd name="connsiteY39" fmla="*/ 106775 h 227909"/>
              <a:gd name="connsiteX40" fmla="*/ 106966 w 228647"/>
              <a:gd name="connsiteY40" fmla="*/ 202978 h 227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228647" h="227909">
                <a:moveTo>
                  <a:pt x="59436" y="153924"/>
                </a:moveTo>
                <a:cubicBezTo>
                  <a:pt x="57817" y="153924"/>
                  <a:pt x="56579" y="152686"/>
                  <a:pt x="56579" y="151067"/>
                </a:cubicBezTo>
                <a:lnTo>
                  <a:pt x="56579" y="105823"/>
                </a:lnTo>
                <a:lnTo>
                  <a:pt x="81344" y="130588"/>
                </a:lnTo>
                <a:cubicBezTo>
                  <a:pt x="82296" y="131540"/>
                  <a:pt x="83629" y="132112"/>
                  <a:pt x="85058" y="132112"/>
                </a:cubicBezTo>
                <a:lnTo>
                  <a:pt x="85630" y="132112"/>
                </a:lnTo>
                <a:cubicBezTo>
                  <a:pt x="87249" y="132017"/>
                  <a:pt x="88583" y="131159"/>
                  <a:pt x="89535" y="129826"/>
                </a:cubicBezTo>
                <a:lnTo>
                  <a:pt x="117919" y="87916"/>
                </a:lnTo>
                <a:lnTo>
                  <a:pt x="142113" y="100584"/>
                </a:lnTo>
                <a:cubicBezTo>
                  <a:pt x="144113" y="101632"/>
                  <a:pt x="146685" y="101251"/>
                  <a:pt x="148304" y="99631"/>
                </a:cubicBezTo>
                <a:lnTo>
                  <a:pt x="172593" y="75343"/>
                </a:lnTo>
                <a:cubicBezTo>
                  <a:pt x="174593" y="73343"/>
                  <a:pt x="174593" y="69914"/>
                  <a:pt x="172593" y="67913"/>
                </a:cubicBezTo>
                <a:cubicBezTo>
                  <a:pt x="170593" y="65913"/>
                  <a:pt x="167164" y="65913"/>
                  <a:pt x="165164" y="67913"/>
                </a:cubicBezTo>
                <a:lnTo>
                  <a:pt x="143542" y="89440"/>
                </a:lnTo>
                <a:lnTo>
                  <a:pt x="118586" y="76391"/>
                </a:lnTo>
                <a:cubicBezTo>
                  <a:pt x="116205" y="75152"/>
                  <a:pt x="113348" y="75819"/>
                  <a:pt x="111823" y="78105"/>
                </a:cubicBezTo>
                <a:lnTo>
                  <a:pt x="84296" y="118586"/>
                </a:lnTo>
                <a:lnTo>
                  <a:pt x="57721" y="92107"/>
                </a:lnTo>
                <a:cubicBezTo>
                  <a:pt x="57436" y="91821"/>
                  <a:pt x="56960" y="91440"/>
                  <a:pt x="56579" y="91249"/>
                </a:cubicBezTo>
                <a:lnTo>
                  <a:pt x="56579" y="37338"/>
                </a:lnTo>
                <a:cubicBezTo>
                  <a:pt x="52864" y="40005"/>
                  <a:pt x="49340" y="43053"/>
                  <a:pt x="46101" y="46387"/>
                </a:cubicBezTo>
                <a:lnTo>
                  <a:pt x="46101" y="151067"/>
                </a:lnTo>
                <a:cubicBezTo>
                  <a:pt x="46101" y="158401"/>
                  <a:pt x="52102" y="164402"/>
                  <a:pt x="59436" y="164402"/>
                </a:cubicBezTo>
                <a:lnTo>
                  <a:pt x="170402" y="164402"/>
                </a:lnTo>
                <a:cubicBezTo>
                  <a:pt x="173450" y="161068"/>
                  <a:pt x="176213" y="157639"/>
                  <a:pt x="178594" y="153924"/>
                </a:cubicBezTo>
                <a:lnTo>
                  <a:pt x="59436" y="153924"/>
                </a:lnTo>
                <a:close/>
                <a:moveTo>
                  <a:pt x="227076" y="219075"/>
                </a:moveTo>
                <a:lnTo>
                  <a:pt x="186214" y="178308"/>
                </a:lnTo>
                <a:cubicBezTo>
                  <a:pt x="204121" y="158686"/>
                  <a:pt x="213932" y="133255"/>
                  <a:pt x="213932" y="106680"/>
                </a:cubicBezTo>
                <a:cubicBezTo>
                  <a:pt x="213932" y="47816"/>
                  <a:pt x="165925" y="0"/>
                  <a:pt x="106966" y="0"/>
                </a:cubicBezTo>
                <a:cubicBezTo>
                  <a:pt x="48006" y="0"/>
                  <a:pt x="0" y="47816"/>
                  <a:pt x="0" y="106680"/>
                </a:cubicBezTo>
                <a:cubicBezTo>
                  <a:pt x="0" y="165544"/>
                  <a:pt x="48006" y="213360"/>
                  <a:pt x="106966" y="213360"/>
                </a:cubicBezTo>
                <a:cubicBezTo>
                  <a:pt x="133541" y="213360"/>
                  <a:pt x="159067" y="203454"/>
                  <a:pt x="178784" y="185642"/>
                </a:cubicBezTo>
                <a:lnTo>
                  <a:pt x="219646" y="226409"/>
                </a:lnTo>
                <a:cubicBezTo>
                  <a:pt x="221647" y="228409"/>
                  <a:pt x="225076" y="228409"/>
                  <a:pt x="227076" y="226409"/>
                </a:cubicBezTo>
                <a:cubicBezTo>
                  <a:pt x="229171" y="224409"/>
                  <a:pt x="229171" y="221171"/>
                  <a:pt x="227076" y="219075"/>
                </a:cubicBezTo>
                <a:close/>
                <a:moveTo>
                  <a:pt x="106966" y="202978"/>
                </a:moveTo>
                <a:cubicBezTo>
                  <a:pt x="53816" y="202978"/>
                  <a:pt x="10477" y="159829"/>
                  <a:pt x="10477" y="106775"/>
                </a:cubicBezTo>
                <a:cubicBezTo>
                  <a:pt x="10477" y="53721"/>
                  <a:pt x="53721" y="10573"/>
                  <a:pt x="106966" y="10573"/>
                </a:cubicBezTo>
                <a:cubicBezTo>
                  <a:pt x="160211" y="10573"/>
                  <a:pt x="203454" y="53721"/>
                  <a:pt x="203454" y="106775"/>
                </a:cubicBezTo>
                <a:cubicBezTo>
                  <a:pt x="203454" y="159829"/>
                  <a:pt x="160211" y="202978"/>
                  <a:pt x="106966" y="202978"/>
                </a:cubicBez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5" name="Freeform: Shape 284">
            <a:extLst>
              <a:ext uri="{FF2B5EF4-FFF2-40B4-BE49-F238E27FC236}">
                <a16:creationId xmlns:a16="http://schemas.microsoft.com/office/drawing/2014/main" id="{915B2FFF-A438-4344-A38F-A57FCF90D855}"/>
              </a:ext>
            </a:extLst>
          </p:cNvPr>
          <p:cNvSpPr/>
          <p:nvPr/>
        </p:nvSpPr>
        <p:spPr>
          <a:xfrm>
            <a:off x="4422294" y="3089269"/>
            <a:ext cx="285779" cy="162782"/>
          </a:xfrm>
          <a:custGeom>
            <a:avLst/>
            <a:gdLst>
              <a:gd name="connsiteX0" fmla="*/ 246137 w 285779"/>
              <a:gd name="connsiteY0" fmla="*/ 60960 h 162782"/>
              <a:gd name="connsiteX1" fmla="*/ 186035 w 285779"/>
              <a:gd name="connsiteY1" fmla="*/ 0 h 162782"/>
              <a:gd name="connsiteX2" fmla="*/ 184511 w 285779"/>
              <a:gd name="connsiteY2" fmla="*/ 0 h 162782"/>
              <a:gd name="connsiteX3" fmla="*/ 127361 w 285779"/>
              <a:gd name="connsiteY3" fmla="*/ 41529 h 162782"/>
              <a:gd name="connsiteX4" fmla="*/ 106025 w 285779"/>
              <a:gd name="connsiteY4" fmla="*/ 36481 h 162782"/>
              <a:gd name="connsiteX5" fmla="*/ 104691 w 285779"/>
              <a:gd name="connsiteY5" fmla="*/ 36481 h 162782"/>
              <a:gd name="connsiteX6" fmla="*/ 53256 w 285779"/>
              <a:gd name="connsiteY6" fmla="*/ 78295 h 162782"/>
              <a:gd name="connsiteX7" fmla="*/ 42969 w 285779"/>
              <a:gd name="connsiteY7" fmla="*/ 76867 h 162782"/>
              <a:gd name="connsiteX8" fmla="*/ 41921 w 285779"/>
              <a:gd name="connsiteY8" fmla="*/ 76867 h 162782"/>
              <a:gd name="connsiteX9" fmla="*/ 11 w 285779"/>
              <a:gd name="connsiteY9" fmla="*/ 117824 h 162782"/>
              <a:gd name="connsiteX10" fmla="*/ 43731 w 285779"/>
              <a:gd name="connsiteY10" fmla="*/ 162782 h 162782"/>
              <a:gd name="connsiteX11" fmla="*/ 48684 w 285779"/>
              <a:gd name="connsiteY11" fmla="*/ 162782 h 162782"/>
              <a:gd name="connsiteX12" fmla="*/ 236327 w 285779"/>
              <a:gd name="connsiteY12" fmla="*/ 162211 h 162782"/>
              <a:gd name="connsiteX13" fmla="*/ 241184 w 285779"/>
              <a:gd name="connsiteY13" fmla="*/ 162211 h 162782"/>
              <a:gd name="connsiteX14" fmla="*/ 242137 w 285779"/>
              <a:gd name="connsiteY14" fmla="*/ 162211 h 162782"/>
              <a:gd name="connsiteX15" fmla="*/ 285761 w 285779"/>
              <a:gd name="connsiteY15" fmla="*/ 112681 h 162782"/>
              <a:gd name="connsiteX16" fmla="*/ 246137 w 285779"/>
              <a:gd name="connsiteY16" fmla="*/ 60960 h 162782"/>
              <a:gd name="connsiteX17" fmla="*/ 242137 w 285779"/>
              <a:gd name="connsiteY17" fmla="*/ 152495 h 162782"/>
              <a:gd name="connsiteX18" fmla="*/ 241375 w 285779"/>
              <a:gd name="connsiteY18" fmla="*/ 152495 h 162782"/>
              <a:gd name="connsiteX19" fmla="*/ 236327 w 285779"/>
              <a:gd name="connsiteY19" fmla="*/ 152495 h 162782"/>
              <a:gd name="connsiteX20" fmla="*/ 142886 w 285779"/>
              <a:gd name="connsiteY20" fmla="*/ 152781 h 162782"/>
              <a:gd name="connsiteX21" fmla="*/ 48684 w 285779"/>
              <a:gd name="connsiteY21" fmla="*/ 153067 h 162782"/>
              <a:gd name="connsiteX22" fmla="*/ 44017 w 285779"/>
              <a:gd name="connsiteY22" fmla="*/ 153067 h 162782"/>
              <a:gd name="connsiteX23" fmla="*/ 9536 w 285779"/>
              <a:gd name="connsiteY23" fmla="*/ 117920 h 162782"/>
              <a:gd name="connsiteX24" fmla="*/ 41921 w 285779"/>
              <a:gd name="connsiteY24" fmla="*/ 86297 h 162782"/>
              <a:gd name="connsiteX25" fmla="*/ 42779 w 285779"/>
              <a:gd name="connsiteY25" fmla="*/ 86297 h 162782"/>
              <a:gd name="connsiteX26" fmla="*/ 50780 w 285779"/>
              <a:gd name="connsiteY26" fmla="*/ 87439 h 162782"/>
              <a:gd name="connsiteX27" fmla="*/ 60495 w 285779"/>
              <a:gd name="connsiteY27" fmla="*/ 90106 h 162782"/>
              <a:gd name="connsiteX28" fmla="*/ 62591 w 285779"/>
              <a:gd name="connsiteY28" fmla="*/ 80201 h 162782"/>
              <a:gd name="connsiteX29" fmla="*/ 104691 w 285779"/>
              <a:gd name="connsiteY29" fmla="*/ 45910 h 162782"/>
              <a:gd name="connsiteX30" fmla="*/ 105739 w 285779"/>
              <a:gd name="connsiteY30" fmla="*/ 45910 h 162782"/>
              <a:gd name="connsiteX31" fmla="*/ 123170 w 285779"/>
              <a:gd name="connsiteY31" fmla="*/ 50101 h 162782"/>
              <a:gd name="connsiteX32" fmla="*/ 132409 w 285779"/>
              <a:gd name="connsiteY32" fmla="*/ 54578 h 162782"/>
              <a:gd name="connsiteX33" fmla="*/ 136124 w 285779"/>
              <a:gd name="connsiteY33" fmla="*/ 44958 h 162782"/>
              <a:gd name="connsiteX34" fmla="*/ 184415 w 285779"/>
              <a:gd name="connsiteY34" fmla="*/ 9430 h 162782"/>
              <a:gd name="connsiteX35" fmla="*/ 185749 w 285779"/>
              <a:gd name="connsiteY35" fmla="*/ 9430 h 162782"/>
              <a:gd name="connsiteX36" fmla="*/ 236612 w 285779"/>
              <a:gd name="connsiteY36" fmla="*/ 61722 h 162782"/>
              <a:gd name="connsiteX37" fmla="*/ 237374 w 285779"/>
              <a:gd name="connsiteY37" fmla="*/ 69628 h 162782"/>
              <a:gd name="connsiteX38" fmla="*/ 245280 w 285779"/>
              <a:gd name="connsiteY38" fmla="*/ 70390 h 162782"/>
              <a:gd name="connsiteX39" fmla="*/ 276236 w 285779"/>
              <a:gd name="connsiteY39" fmla="*/ 112300 h 162782"/>
              <a:gd name="connsiteX40" fmla="*/ 242137 w 285779"/>
              <a:gd name="connsiteY40" fmla="*/ 152495 h 162782"/>
              <a:gd name="connsiteX41" fmla="*/ 144125 w 285779"/>
              <a:gd name="connsiteY41" fmla="*/ 83534 h 162782"/>
              <a:gd name="connsiteX42" fmla="*/ 160603 w 285779"/>
              <a:gd name="connsiteY42" fmla="*/ 74104 h 162782"/>
              <a:gd name="connsiteX43" fmla="*/ 160508 w 285779"/>
              <a:gd name="connsiteY43" fmla="*/ 55817 h 162782"/>
              <a:gd name="connsiteX44" fmla="*/ 127837 w 285779"/>
              <a:gd name="connsiteY44" fmla="*/ 74581 h 162782"/>
              <a:gd name="connsiteX45" fmla="*/ 127837 w 285779"/>
              <a:gd name="connsiteY45" fmla="*/ 112109 h 162782"/>
              <a:gd name="connsiteX46" fmla="*/ 144029 w 285779"/>
              <a:gd name="connsiteY46" fmla="*/ 102584 h 162782"/>
              <a:gd name="connsiteX47" fmla="*/ 144125 w 285779"/>
              <a:gd name="connsiteY47" fmla="*/ 83534 h 162782"/>
              <a:gd name="connsiteX48" fmla="*/ 163841 w 285779"/>
              <a:gd name="connsiteY48" fmla="*/ 118396 h 162782"/>
              <a:gd name="connsiteX49" fmla="*/ 147363 w 285779"/>
              <a:gd name="connsiteY49" fmla="*/ 108871 h 162782"/>
              <a:gd name="connsiteX50" fmla="*/ 131647 w 285779"/>
              <a:gd name="connsiteY50" fmla="*/ 118205 h 162782"/>
              <a:gd name="connsiteX51" fmla="*/ 164318 w 285779"/>
              <a:gd name="connsiteY51" fmla="*/ 136970 h 162782"/>
              <a:gd name="connsiteX52" fmla="*/ 196703 w 285779"/>
              <a:gd name="connsiteY52" fmla="*/ 118015 h 162782"/>
              <a:gd name="connsiteX53" fmla="*/ 180224 w 285779"/>
              <a:gd name="connsiteY53" fmla="*/ 108871 h 162782"/>
              <a:gd name="connsiteX54" fmla="*/ 163841 w 285779"/>
              <a:gd name="connsiteY54" fmla="*/ 118396 h 162782"/>
              <a:gd name="connsiteX55" fmla="*/ 167747 w 285779"/>
              <a:gd name="connsiteY55" fmla="*/ 55817 h 162782"/>
              <a:gd name="connsiteX56" fmla="*/ 168128 w 285779"/>
              <a:gd name="connsiteY56" fmla="*/ 74581 h 162782"/>
              <a:gd name="connsiteX57" fmla="*/ 184701 w 285779"/>
              <a:gd name="connsiteY57" fmla="*/ 84010 h 162782"/>
              <a:gd name="connsiteX58" fmla="*/ 184796 w 285779"/>
              <a:gd name="connsiteY58" fmla="*/ 102965 h 162782"/>
              <a:gd name="connsiteX59" fmla="*/ 200798 w 285779"/>
              <a:gd name="connsiteY59" fmla="*/ 111824 h 162782"/>
              <a:gd name="connsiteX60" fmla="*/ 200417 w 285779"/>
              <a:gd name="connsiteY60" fmla="*/ 74104 h 162782"/>
              <a:gd name="connsiteX61" fmla="*/ 167747 w 285779"/>
              <a:gd name="connsiteY61" fmla="*/ 55817 h 162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285779" h="162782">
                <a:moveTo>
                  <a:pt x="246137" y="60960"/>
                </a:moveTo>
                <a:cubicBezTo>
                  <a:pt x="243089" y="27337"/>
                  <a:pt x="217658" y="762"/>
                  <a:pt x="186035" y="0"/>
                </a:cubicBezTo>
                <a:cubicBezTo>
                  <a:pt x="185558" y="0"/>
                  <a:pt x="184987" y="0"/>
                  <a:pt x="184511" y="0"/>
                </a:cubicBezTo>
                <a:cubicBezTo>
                  <a:pt x="158984" y="0"/>
                  <a:pt x="136886" y="17050"/>
                  <a:pt x="127361" y="41529"/>
                </a:cubicBezTo>
                <a:cubicBezTo>
                  <a:pt x="120884" y="38386"/>
                  <a:pt x="113645" y="36671"/>
                  <a:pt x="106025" y="36481"/>
                </a:cubicBezTo>
                <a:cubicBezTo>
                  <a:pt x="105548" y="36481"/>
                  <a:pt x="105167" y="36481"/>
                  <a:pt x="104691" y="36481"/>
                </a:cubicBezTo>
                <a:cubicBezTo>
                  <a:pt x="79545" y="36481"/>
                  <a:pt x="58400" y="54293"/>
                  <a:pt x="53256" y="78295"/>
                </a:cubicBezTo>
                <a:cubicBezTo>
                  <a:pt x="50018" y="77343"/>
                  <a:pt x="46493" y="76867"/>
                  <a:pt x="42969" y="76867"/>
                </a:cubicBezTo>
                <a:cubicBezTo>
                  <a:pt x="42588" y="76867"/>
                  <a:pt x="42302" y="76867"/>
                  <a:pt x="41921" y="76867"/>
                </a:cubicBezTo>
                <a:cubicBezTo>
                  <a:pt x="19252" y="76867"/>
                  <a:pt x="583" y="94964"/>
                  <a:pt x="11" y="117824"/>
                </a:cubicBezTo>
                <a:cubicBezTo>
                  <a:pt x="-560" y="140970"/>
                  <a:pt x="20585" y="162116"/>
                  <a:pt x="43731" y="162782"/>
                </a:cubicBezTo>
                <a:cubicBezTo>
                  <a:pt x="44303" y="162782"/>
                  <a:pt x="46017" y="162782"/>
                  <a:pt x="48684" y="162782"/>
                </a:cubicBezTo>
                <a:cubicBezTo>
                  <a:pt x="76497" y="162782"/>
                  <a:pt x="208799" y="162211"/>
                  <a:pt x="236327" y="162211"/>
                </a:cubicBezTo>
                <a:cubicBezTo>
                  <a:pt x="238898" y="162211"/>
                  <a:pt x="240613" y="162211"/>
                  <a:pt x="241184" y="162211"/>
                </a:cubicBezTo>
                <a:cubicBezTo>
                  <a:pt x="241470" y="162211"/>
                  <a:pt x="241851" y="162211"/>
                  <a:pt x="242137" y="162211"/>
                </a:cubicBezTo>
                <a:cubicBezTo>
                  <a:pt x="265664" y="162211"/>
                  <a:pt x="285190" y="140113"/>
                  <a:pt x="285761" y="112681"/>
                </a:cubicBezTo>
                <a:cubicBezTo>
                  <a:pt x="286428" y="85439"/>
                  <a:pt x="268807" y="63055"/>
                  <a:pt x="246137" y="60960"/>
                </a:cubicBezTo>
                <a:close/>
                <a:moveTo>
                  <a:pt x="242137" y="152495"/>
                </a:moveTo>
                <a:lnTo>
                  <a:pt x="241375" y="152495"/>
                </a:lnTo>
                <a:cubicBezTo>
                  <a:pt x="240803" y="152495"/>
                  <a:pt x="239089" y="152495"/>
                  <a:pt x="236327" y="152495"/>
                </a:cubicBezTo>
                <a:cubicBezTo>
                  <a:pt x="222611" y="152495"/>
                  <a:pt x="182796" y="152591"/>
                  <a:pt x="142886" y="152781"/>
                </a:cubicBezTo>
                <a:cubicBezTo>
                  <a:pt x="102786" y="152876"/>
                  <a:pt x="62591" y="153067"/>
                  <a:pt x="48684" y="153067"/>
                </a:cubicBezTo>
                <a:cubicBezTo>
                  <a:pt x="46112" y="153067"/>
                  <a:pt x="44493" y="153067"/>
                  <a:pt x="44017" y="153067"/>
                </a:cubicBezTo>
                <a:cubicBezTo>
                  <a:pt x="25919" y="152591"/>
                  <a:pt x="9155" y="135445"/>
                  <a:pt x="9536" y="117920"/>
                </a:cubicBezTo>
                <a:cubicBezTo>
                  <a:pt x="9917" y="100489"/>
                  <a:pt x="24491" y="86297"/>
                  <a:pt x="41921" y="86297"/>
                </a:cubicBezTo>
                <a:lnTo>
                  <a:pt x="42779" y="86297"/>
                </a:lnTo>
                <a:cubicBezTo>
                  <a:pt x="45541" y="86392"/>
                  <a:pt x="48303" y="86773"/>
                  <a:pt x="50780" y="87439"/>
                </a:cubicBezTo>
                <a:lnTo>
                  <a:pt x="60495" y="90106"/>
                </a:lnTo>
                <a:lnTo>
                  <a:pt x="62591" y="80201"/>
                </a:lnTo>
                <a:cubicBezTo>
                  <a:pt x="66877" y="60293"/>
                  <a:pt x="84593" y="45910"/>
                  <a:pt x="104691" y="45910"/>
                </a:cubicBezTo>
                <a:lnTo>
                  <a:pt x="105739" y="45910"/>
                </a:lnTo>
                <a:cubicBezTo>
                  <a:pt x="112025" y="46101"/>
                  <a:pt x="117836" y="47434"/>
                  <a:pt x="123170" y="50101"/>
                </a:cubicBezTo>
                <a:lnTo>
                  <a:pt x="132409" y="54578"/>
                </a:lnTo>
                <a:lnTo>
                  <a:pt x="136124" y="44958"/>
                </a:lnTo>
                <a:cubicBezTo>
                  <a:pt x="144506" y="23431"/>
                  <a:pt x="163460" y="9430"/>
                  <a:pt x="184415" y="9430"/>
                </a:cubicBezTo>
                <a:lnTo>
                  <a:pt x="185749" y="9430"/>
                </a:lnTo>
                <a:cubicBezTo>
                  <a:pt x="212038" y="10096"/>
                  <a:pt x="233945" y="32575"/>
                  <a:pt x="236612" y="61722"/>
                </a:cubicBezTo>
                <a:lnTo>
                  <a:pt x="237374" y="69628"/>
                </a:lnTo>
                <a:lnTo>
                  <a:pt x="245280" y="70390"/>
                </a:lnTo>
                <a:cubicBezTo>
                  <a:pt x="263187" y="72104"/>
                  <a:pt x="276808" y="90487"/>
                  <a:pt x="276236" y="112300"/>
                </a:cubicBezTo>
                <a:cubicBezTo>
                  <a:pt x="275665" y="134493"/>
                  <a:pt x="260425" y="152495"/>
                  <a:pt x="242137" y="152495"/>
                </a:cubicBezTo>
                <a:close/>
                <a:moveTo>
                  <a:pt x="144125" y="83534"/>
                </a:moveTo>
                <a:lnTo>
                  <a:pt x="160603" y="74104"/>
                </a:lnTo>
                <a:lnTo>
                  <a:pt x="160508" y="55817"/>
                </a:lnTo>
                <a:lnTo>
                  <a:pt x="127837" y="74581"/>
                </a:lnTo>
                <a:lnTo>
                  <a:pt x="127837" y="112109"/>
                </a:lnTo>
                <a:lnTo>
                  <a:pt x="144029" y="102584"/>
                </a:lnTo>
                <a:lnTo>
                  <a:pt x="144125" y="83534"/>
                </a:lnTo>
                <a:close/>
                <a:moveTo>
                  <a:pt x="163841" y="118396"/>
                </a:moveTo>
                <a:lnTo>
                  <a:pt x="147363" y="108871"/>
                </a:lnTo>
                <a:lnTo>
                  <a:pt x="131647" y="118205"/>
                </a:lnTo>
                <a:lnTo>
                  <a:pt x="164318" y="136970"/>
                </a:lnTo>
                <a:lnTo>
                  <a:pt x="196703" y="118015"/>
                </a:lnTo>
                <a:lnTo>
                  <a:pt x="180224" y="108871"/>
                </a:lnTo>
                <a:lnTo>
                  <a:pt x="163841" y="118396"/>
                </a:lnTo>
                <a:close/>
                <a:moveTo>
                  <a:pt x="167747" y="55817"/>
                </a:moveTo>
                <a:lnTo>
                  <a:pt x="168128" y="74581"/>
                </a:lnTo>
                <a:lnTo>
                  <a:pt x="184701" y="84010"/>
                </a:lnTo>
                <a:lnTo>
                  <a:pt x="184796" y="102965"/>
                </a:lnTo>
                <a:lnTo>
                  <a:pt x="200798" y="111824"/>
                </a:lnTo>
                <a:lnTo>
                  <a:pt x="200417" y="74104"/>
                </a:lnTo>
                <a:lnTo>
                  <a:pt x="167747" y="55817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6" name="Freeform: Shape 285">
            <a:extLst>
              <a:ext uri="{FF2B5EF4-FFF2-40B4-BE49-F238E27FC236}">
                <a16:creationId xmlns:a16="http://schemas.microsoft.com/office/drawing/2014/main" id="{F5C1C6A0-A199-4E3C-8124-A32E4C3B1EFD}"/>
              </a:ext>
            </a:extLst>
          </p:cNvPr>
          <p:cNvSpPr/>
          <p:nvPr/>
        </p:nvSpPr>
        <p:spPr>
          <a:xfrm>
            <a:off x="5694453" y="3073553"/>
            <a:ext cx="228600" cy="222789"/>
          </a:xfrm>
          <a:custGeom>
            <a:avLst/>
            <a:gdLst>
              <a:gd name="connsiteX0" fmla="*/ 205931 w 228600"/>
              <a:gd name="connsiteY0" fmla="*/ 44101 h 222789"/>
              <a:gd name="connsiteX1" fmla="*/ 114300 w 228600"/>
              <a:gd name="connsiteY1" fmla="*/ 0 h 222789"/>
              <a:gd name="connsiteX2" fmla="*/ 22670 w 228600"/>
              <a:gd name="connsiteY2" fmla="*/ 44101 h 222789"/>
              <a:gd name="connsiteX3" fmla="*/ 0 w 228600"/>
              <a:gd name="connsiteY3" fmla="*/ 143256 h 222789"/>
              <a:gd name="connsiteX4" fmla="*/ 63437 w 228600"/>
              <a:gd name="connsiteY4" fmla="*/ 222790 h 222789"/>
              <a:gd name="connsiteX5" fmla="*/ 165164 w 228600"/>
              <a:gd name="connsiteY5" fmla="*/ 222790 h 222789"/>
              <a:gd name="connsiteX6" fmla="*/ 228600 w 228600"/>
              <a:gd name="connsiteY6" fmla="*/ 143256 h 222789"/>
              <a:gd name="connsiteX7" fmla="*/ 205931 w 228600"/>
              <a:gd name="connsiteY7" fmla="*/ 44101 h 222789"/>
              <a:gd name="connsiteX8" fmla="*/ 160496 w 228600"/>
              <a:gd name="connsiteY8" fmla="*/ 213360 h 222789"/>
              <a:gd name="connsiteX9" fmla="*/ 67913 w 228600"/>
              <a:gd name="connsiteY9" fmla="*/ 213360 h 222789"/>
              <a:gd name="connsiteX10" fmla="*/ 10192 w 228600"/>
              <a:gd name="connsiteY10" fmla="*/ 140970 h 222789"/>
              <a:gd name="connsiteX11" fmla="*/ 30766 w 228600"/>
              <a:gd name="connsiteY11" fmla="*/ 50768 h 222789"/>
              <a:gd name="connsiteX12" fmla="*/ 114205 w 228600"/>
              <a:gd name="connsiteY12" fmla="*/ 10573 h 222789"/>
              <a:gd name="connsiteX13" fmla="*/ 197644 w 228600"/>
              <a:gd name="connsiteY13" fmla="*/ 50768 h 222789"/>
              <a:gd name="connsiteX14" fmla="*/ 218218 w 228600"/>
              <a:gd name="connsiteY14" fmla="*/ 140970 h 222789"/>
              <a:gd name="connsiteX15" fmla="*/ 160496 w 228600"/>
              <a:gd name="connsiteY15" fmla="*/ 213360 h 222789"/>
              <a:gd name="connsiteX16" fmla="*/ 188881 w 228600"/>
              <a:gd name="connsiteY16" fmla="*/ 128873 h 222789"/>
              <a:gd name="connsiteX17" fmla="*/ 175451 w 228600"/>
              <a:gd name="connsiteY17" fmla="*/ 126206 h 222789"/>
              <a:gd name="connsiteX18" fmla="*/ 176308 w 228600"/>
              <a:gd name="connsiteY18" fmla="*/ 116586 h 222789"/>
              <a:gd name="connsiteX19" fmla="*/ 165354 w 228600"/>
              <a:gd name="connsiteY19" fmla="*/ 81534 h 222789"/>
              <a:gd name="connsiteX20" fmla="*/ 177546 w 228600"/>
              <a:gd name="connsiteY20" fmla="*/ 71342 h 222789"/>
              <a:gd name="connsiteX21" fmla="*/ 178118 w 228600"/>
              <a:gd name="connsiteY21" fmla="*/ 64675 h 222789"/>
              <a:gd name="connsiteX22" fmla="*/ 171450 w 228600"/>
              <a:gd name="connsiteY22" fmla="*/ 64103 h 222789"/>
              <a:gd name="connsiteX23" fmla="*/ 159353 w 228600"/>
              <a:gd name="connsiteY23" fmla="*/ 74200 h 222789"/>
              <a:gd name="connsiteX24" fmla="*/ 119348 w 228600"/>
              <a:gd name="connsiteY24" fmla="*/ 55150 h 222789"/>
              <a:gd name="connsiteX25" fmla="*/ 119253 w 228600"/>
              <a:gd name="connsiteY25" fmla="*/ 35624 h 222789"/>
              <a:gd name="connsiteX26" fmla="*/ 114491 w 228600"/>
              <a:gd name="connsiteY26" fmla="*/ 30861 h 222789"/>
              <a:gd name="connsiteX27" fmla="*/ 114491 w 228600"/>
              <a:gd name="connsiteY27" fmla="*/ 30861 h 222789"/>
              <a:gd name="connsiteX28" fmla="*/ 109728 w 228600"/>
              <a:gd name="connsiteY28" fmla="*/ 35624 h 222789"/>
              <a:gd name="connsiteX29" fmla="*/ 109823 w 228600"/>
              <a:gd name="connsiteY29" fmla="*/ 55150 h 222789"/>
              <a:gd name="connsiteX30" fmla="*/ 68771 w 228600"/>
              <a:gd name="connsiteY30" fmla="*/ 75628 h 222789"/>
              <a:gd name="connsiteX31" fmla="*/ 54578 w 228600"/>
              <a:gd name="connsiteY31" fmla="*/ 64770 h 222789"/>
              <a:gd name="connsiteX32" fmla="*/ 47911 w 228600"/>
              <a:gd name="connsiteY32" fmla="*/ 65627 h 222789"/>
              <a:gd name="connsiteX33" fmla="*/ 48768 w 228600"/>
              <a:gd name="connsiteY33" fmla="*/ 72295 h 222789"/>
              <a:gd name="connsiteX34" fmla="*/ 62960 w 228600"/>
              <a:gd name="connsiteY34" fmla="*/ 83153 h 222789"/>
              <a:gd name="connsiteX35" fmla="*/ 53054 w 228600"/>
              <a:gd name="connsiteY35" fmla="*/ 116586 h 222789"/>
              <a:gd name="connsiteX36" fmla="*/ 53721 w 228600"/>
              <a:gd name="connsiteY36" fmla="*/ 125349 h 222789"/>
              <a:gd name="connsiteX37" fmla="*/ 39529 w 228600"/>
              <a:gd name="connsiteY37" fmla="*/ 128492 h 222789"/>
              <a:gd name="connsiteX38" fmla="*/ 35909 w 228600"/>
              <a:gd name="connsiteY38" fmla="*/ 134207 h 222789"/>
              <a:gd name="connsiteX39" fmla="*/ 40577 w 228600"/>
              <a:gd name="connsiteY39" fmla="*/ 137922 h 222789"/>
              <a:gd name="connsiteX40" fmla="*/ 41624 w 228600"/>
              <a:gd name="connsiteY40" fmla="*/ 137827 h 222789"/>
              <a:gd name="connsiteX41" fmla="*/ 55721 w 228600"/>
              <a:gd name="connsiteY41" fmla="*/ 134684 h 222789"/>
              <a:gd name="connsiteX42" fmla="*/ 83439 w 228600"/>
              <a:gd name="connsiteY42" fmla="*/ 169640 h 222789"/>
              <a:gd name="connsiteX43" fmla="*/ 75819 w 228600"/>
              <a:gd name="connsiteY43" fmla="*/ 185261 h 222789"/>
              <a:gd name="connsiteX44" fmla="*/ 78010 w 228600"/>
              <a:gd name="connsiteY44" fmla="*/ 191643 h 222789"/>
              <a:gd name="connsiteX45" fmla="*/ 80105 w 228600"/>
              <a:gd name="connsiteY45" fmla="*/ 192119 h 222789"/>
              <a:gd name="connsiteX46" fmla="*/ 84392 w 228600"/>
              <a:gd name="connsiteY46" fmla="*/ 189452 h 222789"/>
              <a:gd name="connsiteX47" fmla="*/ 92012 w 228600"/>
              <a:gd name="connsiteY47" fmla="*/ 173926 h 222789"/>
              <a:gd name="connsiteX48" fmla="*/ 114776 w 228600"/>
              <a:gd name="connsiteY48" fmla="*/ 178308 h 222789"/>
              <a:gd name="connsiteX49" fmla="*/ 136970 w 228600"/>
              <a:gd name="connsiteY49" fmla="*/ 174117 h 222789"/>
              <a:gd name="connsiteX50" fmla="*/ 143732 w 228600"/>
              <a:gd name="connsiteY50" fmla="*/ 187833 h 222789"/>
              <a:gd name="connsiteX51" fmla="*/ 148019 w 228600"/>
              <a:gd name="connsiteY51" fmla="*/ 190500 h 222789"/>
              <a:gd name="connsiteX52" fmla="*/ 150114 w 228600"/>
              <a:gd name="connsiteY52" fmla="*/ 190024 h 222789"/>
              <a:gd name="connsiteX53" fmla="*/ 152305 w 228600"/>
              <a:gd name="connsiteY53" fmla="*/ 183642 h 222789"/>
              <a:gd name="connsiteX54" fmla="*/ 145637 w 228600"/>
              <a:gd name="connsiteY54" fmla="*/ 170021 h 222789"/>
              <a:gd name="connsiteX55" fmla="*/ 173450 w 228600"/>
              <a:gd name="connsiteY55" fmla="*/ 135636 h 222789"/>
              <a:gd name="connsiteX56" fmla="*/ 187166 w 228600"/>
              <a:gd name="connsiteY56" fmla="*/ 138398 h 222789"/>
              <a:gd name="connsiteX57" fmla="*/ 188119 w 228600"/>
              <a:gd name="connsiteY57" fmla="*/ 138493 h 222789"/>
              <a:gd name="connsiteX58" fmla="*/ 192786 w 228600"/>
              <a:gd name="connsiteY58" fmla="*/ 134684 h 222789"/>
              <a:gd name="connsiteX59" fmla="*/ 188881 w 228600"/>
              <a:gd name="connsiteY59" fmla="*/ 128873 h 222789"/>
              <a:gd name="connsiteX60" fmla="*/ 152019 w 228600"/>
              <a:gd name="connsiteY60" fmla="*/ 80296 h 222789"/>
              <a:gd name="connsiteX61" fmla="*/ 126206 w 228600"/>
              <a:gd name="connsiteY61" fmla="*/ 102013 h 222789"/>
              <a:gd name="connsiteX62" fmla="*/ 119444 w 228600"/>
              <a:gd name="connsiteY62" fmla="*/ 98393 h 222789"/>
              <a:gd name="connsiteX63" fmla="*/ 119348 w 228600"/>
              <a:gd name="connsiteY63" fmla="*/ 64675 h 222789"/>
              <a:gd name="connsiteX64" fmla="*/ 152019 w 228600"/>
              <a:gd name="connsiteY64" fmla="*/ 80296 h 222789"/>
              <a:gd name="connsiteX65" fmla="*/ 114014 w 228600"/>
              <a:gd name="connsiteY65" fmla="*/ 106966 h 222789"/>
              <a:gd name="connsiteX66" fmla="*/ 123635 w 228600"/>
              <a:gd name="connsiteY66" fmla="*/ 116586 h 222789"/>
              <a:gd name="connsiteX67" fmla="*/ 118586 w 228600"/>
              <a:gd name="connsiteY67" fmla="*/ 124873 h 222789"/>
              <a:gd name="connsiteX68" fmla="*/ 118110 w 228600"/>
              <a:gd name="connsiteY68" fmla="*/ 124968 h 222789"/>
              <a:gd name="connsiteX69" fmla="*/ 117443 w 228600"/>
              <a:gd name="connsiteY69" fmla="*/ 125444 h 222789"/>
              <a:gd name="connsiteX70" fmla="*/ 114014 w 228600"/>
              <a:gd name="connsiteY70" fmla="*/ 126111 h 222789"/>
              <a:gd name="connsiteX71" fmla="*/ 104394 w 228600"/>
              <a:gd name="connsiteY71" fmla="*/ 116491 h 222789"/>
              <a:gd name="connsiteX72" fmla="*/ 114014 w 228600"/>
              <a:gd name="connsiteY72" fmla="*/ 106966 h 222789"/>
              <a:gd name="connsiteX73" fmla="*/ 109728 w 228600"/>
              <a:gd name="connsiteY73" fmla="*/ 64675 h 222789"/>
              <a:gd name="connsiteX74" fmla="*/ 109823 w 228600"/>
              <a:gd name="connsiteY74" fmla="*/ 98012 h 222789"/>
              <a:gd name="connsiteX75" fmla="*/ 102489 w 228600"/>
              <a:gd name="connsiteY75" fmla="*/ 101441 h 222789"/>
              <a:gd name="connsiteX76" fmla="*/ 76200 w 228600"/>
              <a:gd name="connsiteY76" fmla="*/ 81344 h 222789"/>
              <a:gd name="connsiteX77" fmla="*/ 109728 w 228600"/>
              <a:gd name="connsiteY77" fmla="*/ 64675 h 222789"/>
              <a:gd name="connsiteX78" fmla="*/ 62484 w 228600"/>
              <a:gd name="connsiteY78" fmla="*/ 116491 h 222789"/>
              <a:gd name="connsiteX79" fmla="*/ 70485 w 228600"/>
              <a:gd name="connsiteY79" fmla="*/ 88868 h 222789"/>
              <a:gd name="connsiteX80" fmla="*/ 96584 w 228600"/>
              <a:gd name="connsiteY80" fmla="*/ 108776 h 222789"/>
              <a:gd name="connsiteX81" fmla="*/ 94964 w 228600"/>
              <a:gd name="connsiteY81" fmla="*/ 116110 h 222789"/>
              <a:gd name="connsiteX82" fmla="*/ 62960 w 228600"/>
              <a:gd name="connsiteY82" fmla="*/ 123158 h 222789"/>
              <a:gd name="connsiteX83" fmla="*/ 62484 w 228600"/>
              <a:gd name="connsiteY83" fmla="*/ 116491 h 222789"/>
              <a:gd name="connsiteX84" fmla="*/ 87630 w 228600"/>
              <a:gd name="connsiteY84" fmla="*/ 160972 h 222789"/>
              <a:gd name="connsiteX85" fmla="*/ 65056 w 228600"/>
              <a:gd name="connsiteY85" fmla="*/ 132493 h 222789"/>
              <a:gd name="connsiteX86" fmla="*/ 97155 w 228600"/>
              <a:gd name="connsiteY86" fmla="*/ 125444 h 222789"/>
              <a:gd name="connsiteX87" fmla="*/ 102108 w 228600"/>
              <a:gd name="connsiteY87" fmla="*/ 131445 h 222789"/>
              <a:gd name="connsiteX88" fmla="*/ 87630 w 228600"/>
              <a:gd name="connsiteY88" fmla="*/ 160972 h 222789"/>
              <a:gd name="connsiteX89" fmla="*/ 114681 w 228600"/>
              <a:gd name="connsiteY89" fmla="*/ 168688 h 222789"/>
              <a:gd name="connsiteX90" fmla="*/ 96203 w 228600"/>
              <a:gd name="connsiteY90" fmla="*/ 165259 h 222789"/>
              <a:gd name="connsiteX91" fmla="*/ 110871 w 228600"/>
              <a:gd name="connsiteY91" fmla="*/ 135445 h 222789"/>
              <a:gd name="connsiteX92" fmla="*/ 114110 w 228600"/>
              <a:gd name="connsiteY92" fmla="*/ 135731 h 222789"/>
              <a:gd name="connsiteX93" fmla="*/ 117920 w 228600"/>
              <a:gd name="connsiteY93" fmla="*/ 135350 h 222789"/>
              <a:gd name="connsiteX94" fmla="*/ 132683 w 228600"/>
              <a:gd name="connsiteY94" fmla="*/ 165354 h 222789"/>
              <a:gd name="connsiteX95" fmla="*/ 114681 w 228600"/>
              <a:gd name="connsiteY95" fmla="*/ 168688 h 222789"/>
              <a:gd name="connsiteX96" fmla="*/ 141256 w 228600"/>
              <a:gd name="connsiteY96" fmla="*/ 161258 h 222789"/>
              <a:gd name="connsiteX97" fmla="*/ 126397 w 228600"/>
              <a:gd name="connsiteY97" fmla="*/ 131064 h 222789"/>
              <a:gd name="connsiteX98" fmla="*/ 130207 w 228600"/>
              <a:gd name="connsiteY98" fmla="*/ 126682 h 222789"/>
              <a:gd name="connsiteX99" fmla="*/ 163830 w 228600"/>
              <a:gd name="connsiteY99" fmla="*/ 133445 h 222789"/>
              <a:gd name="connsiteX100" fmla="*/ 141256 w 228600"/>
              <a:gd name="connsiteY100" fmla="*/ 161258 h 222789"/>
              <a:gd name="connsiteX101" fmla="*/ 166116 w 228600"/>
              <a:gd name="connsiteY101" fmla="*/ 124301 h 222789"/>
              <a:gd name="connsiteX102" fmla="*/ 133064 w 228600"/>
              <a:gd name="connsiteY102" fmla="*/ 117634 h 222789"/>
              <a:gd name="connsiteX103" fmla="*/ 133160 w 228600"/>
              <a:gd name="connsiteY103" fmla="*/ 116681 h 222789"/>
              <a:gd name="connsiteX104" fmla="*/ 131826 w 228600"/>
              <a:gd name="connsiteY104" fmla="*/ 109728 h 222789"/>
              <a:gd name="connsiteX105" fmla="*/ 158020 w 228600"/>
              <a:gd name="connsiteY105" fmla="*/ 87725 h 222789"/>
              <a:gd name="connsiteX106" fmla="*/ 166783 w 228600"/>
              <a:gd name="connsiteY106" fmla="*/ 116586 h 222789"/>
              <a:gd name="connsiteX107" fmla="*/ 166116 w 228600"/>
              <a:gd name="connsiteY107" fmla="*/ 124301 h 22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</a:cxnLst>
            <a:rect l="l" t="t" r="r" b="b"/>
            <a:pathLst>
              <a:path w="228600" h="222789">
                <a:moveTo>
                  <a:pt x="205931" y="44101"/>
                </a:moveTo>
                <a:lnTo>
                  <a:pt x="114300" y="0"/>
                </a:lnTo>
                <a:lnTo>
                  <a:pt x="22670" y="44101"/>
                </a:lnTo>
                <a:lnTo>
                  <a:pt x="0" y="143256"/>
                </a:lnTo>
                <a:lnTo>
                  <a:pt x="63437" y="222790"/>
                </a:lnTo>
                <a:lnTo>
                  <a:pt x="165164" y="222790"/>
                </a:lnTo>
                <a:lnTo>
                  <a:pt x="228600" y="143256"/>
                </a:lnTo>
                <a:lnTo>
                  <a:pt x="205931" y="44101"/>
                </a:lnTo>
                <a:close/>
                <a:moveTo>
                  <a:pt x="160496" y="213360"/>
                </a:moveTo>
                <a:lnTo>
                  <a:pt x="67913" y="213360"/>
                </a:lnTo>
                <a:lnTo>
                  <a:pt x="10192" y="140970"/>
                </a:lnTo>
                <a:lnTo>
                  <a:pt x="30766" y="50768"/>
                </a:lnTo>
                <a:lnTo>
                  <a:pt x="114205" y="10573"/>
                </a:lnTo>
                <a:lnTo>
                  <a:pt x="197644" y="50768"/>
                </a:lnTo>
                <a:lnTo>
                  <a:pt x="218218" y="140970"/>
                </a:lnTo>
                <a:lnTo>
                  <a:pt x="160496" y="213360"/>
                </a:lnTo>
                <a:close/>
                <a:moveTo>
                  <a:pt x="188881" y="128873"/>
                </a:moveTo>
                <a:lnTo>
                  <a:pt x="175451" y="126206"/>
                </a:lnTo>
                <a:cubicBezTo>
                  <a:pt x="175927" y="123063"/>
                  <a:pt x="176308" y="119824"/>
                  <a:pt x="176308" y="116586"/>
                </a:cubicBezTo>
                <a:cubicBezTo>
                  <a:pt x="176308" y="103537"/>
                  <a:pt x="172212" y="91535"/>
                  <a:pt x="165354" y="81534"/>
                </a:cubicBezTo>
                <a:lnTo>
                  <a:pt x="177546" y="71342"/>
                </a:lnTo>
                <a:cubicBezTo>
                  <a:pt x="179546" y="69628"/>
                  <a:pt x="179832" y="66675"/>
                  <a:pt x="178118" y="64675"/>
                </a:cubicBezTo>
                <a:cubicBezTo>
                  <a:pt x="176403" y="62675"/>
                  <a:pt x="173450" y="62389"/>
                  <a:pt x="171450" y="64103"/>
                </a:cubicBezTo>
                <a:lnTo>
                  <a:pt x="159353" y="74200"/>
                </a:lnTo>
                <a:cubicBezTo>
                  <a:pt x="149066" y="63437"/>
                  <a:pt x="135065" y="56293"/>
                  <a:pt x="119348" y="55150"/>
                </a:cubicBezTo>
                <a:lnTo>
                  <a:pt x="119253" y="35624"/>
                </a:lnTo>
                <a:cubicBezTo>
                  <a:pt x="119253" y="32956"/>
                  <a:pt x="117158" y="30861"/>
                  <a:pt x="114491" y="30861"/>
                </a:cubicBezTo>
                <a:lnTo>
                  <a:pt x="114491" y="30861"/>
                </a:lnTo>
                <a:cubicBezTo>
                  <a:pt x="111824" y="30861"/>
                  <a:pt x="109728" y="33052"/>
                  <a:pt x="109728" y="35624"/>
                </a:cubicBezTo>
                <a:lnTo>
                  <a:pt x="109823" y="55150"/>
                </a:lnTo>
                <a:cubicBezTo>
                  <a:pt x="93536" y="56483"/>
                  <a:pt x="79058" y="64103"/>
                  <a:pt x="68771" y="75628"/>
                </a:cubicBezTo>
                <a:lnTo>
                  <a:pt x="54578" y="64770"/>
                </a:lnTo>
                <a:cubicBezTo>
                  <a:pt x="52483" y="63151"/>
                  <a:pt x="49530" y="63532"/>
                  <a:pt x="47911" y="65627"/>
                </a:cubicBezTo>
                <a:cubicBezTo>
                  <a:pt x="46292" y="67723"/>
                  <a:pt x="46673" y="70676"/>
                  <a:pt x="48768" y="72295"/>
                </a:cubicBezTo>
                <a:lnTo>
                  <a:pt x="62960" y="83153"/>
                </a:lnTo>
                <a:cubicBezTo>
                  <a:pt x="56674" y="92774"/>
                  <a:pt x="53054" y="104203"/>
                  <a:pt x="53054" y="116586"/>
                </a:cubicBezTo>
                <a:cubicBezTo>
                  <a:pt x="53054" y="119539"/>
                  <a:pt x="53340" y="122491"/>
                  <a:pt x="53721" y="125349"/>
                </a:cubicBezTo>
                <a:lnTo>
                  <a:pt x="39529" y="128492"/>
                </a:lnTo>
                <a:cubicBezTo>
                  <a:pt x="36957" y="129064"/>
                  <a:pt x="35338" y="131636"/>
                  <a:pt x="35909" y="134207"/>
                </a:cubicBezTo>
                <a:cubicBezTo>
                  <a:pt x="36386" y="136398"/>
                  <a:pt x="38386" y="137922"/>
                  <a:pt x="40577" y="137922"/>
                </a:cubicBezTo>
                <a:cubicBezTo>
                  <a:pt x="40958" y="137922"/>
                  <a:pt x="41243" y="137922"/>
                  <a:pt x="41624" y="137827"/>
                </a:cubicBezTo>
                <a:lnTo>
                  <a:pt x="55721" y="134684"/>
                </a:lnTo>
                <a:cubicBezTo>
                  <a:pt x="60293" y="149543"/>
                  <a:pt x="70295" y="161925"/>
                  <a:pt x="83439" y="169640"/>
                </a:cubicBezTo>
                <a:lnTo>
                  <a:pt x="75819" y="185261"/>
                </a:lnTo>
                <a:cubicBezTo>
                  <a:pt x="74676" y="187643"/>
                  <a:pt x="75629" y="190500"/>
                  <a:pt x="78010" y="191643"/>
                </a:cubicBezTo>
                <a:cubicBezTo>
                  <a:pt x="78677" y="191929"/>
                  <a:pt x="79439" y="192119"/>
                  <a:pt x="80105" y="192119"/>
                </a:cubicBezTo>
                <a:cubicBezTo>
                  <a:pt x="81820" y="192119"/>
                  <a:pt x="83534" y="191167"/>
                  <a:pt x="84392" y="189452"/>
                </a:cubicBezTo>
                <a:lnTo>
                  <a:pt x="92012" y="173926"/>
                </a:lnTo>
                <a:cubicBezTo>
                  <a:pt x="99060" y="176689"/>
                  <a:pt x="106680" y="178308"/>
                  <a:pt x="114776" y="178308"/>
                </a:cubicBezTo>
                <a:cubicBezTo>
                  <a:pt x="122587" y="178308"/>
                  <a:pt x="130112" y="176784"/>
                  <a:pt x="136970" y="174117"/>
                </a:cubicBezTo>
                <a:lnTo>
                  <a:pt x="143732" y="187833"/>
                </a:lnTo>
                <a:cubicBezTo>
                  <a:pt x="144590" y="189547"/>
                  <a:pt x="146209" y="190500"/>
                  <a:pt x="148019" y="190500"/>
                </a:cubicBezTo>
                <a:cubicBezTo>
                  <a:pt x="148685" y="190500"/>
                  <a:pt x="149447" y="190310"/>
                  <a:pt x="150114" y="190024"/>
                </a:cubicBezTo>
                <a:cubicBezTo>
                  <a:pt x="152495" y="188881"/>
                  <a:pt x="153448" y="186023"/>
                  <a:pt x="152305" y="183642"/>
                </a:cubicBezTo>
                <a:lnTo>
                  <a:pt x="145637" y="170021"/>
                </a:lnTo>
                <a:cubicBezTo>
                  <a:pt x="158687" y="162401"/>
                  <a:pt x="168783" y="150209"/>
                  <a:pt x="173450" y="135636"/>
                </a:cubicBezTo>
                <a:lnTo>
                  <a:pt x="187166" y="138398"/>
                </a:lnTo>
                <a:cubicBezTo>
                  <a:pt x="187452" y="138493"/>
                  <a:pt x="187833" y="138493"/>
                  <a:pt x="188119" y="138493"/>
                </a:cubicBezTo>
                <a:cubicBezTo>
                  <a:pt x="190310" y="138493"/>
                  <a:pt x="192310" y="136970"/>
                  <a:pt x="192786" y="134684"/>
                </a:cubicBezTo>
                <a:cubicBezTo>
                  <a:pt x="193167" y="131921"/>
                  <a:pt x="191453" y="129349"/>
                  <a:pt x="188881" y="128873"/>
                </a:cubicBezTo>
                <a:close/>
                <a:moveTo>
                  <a:pt x="152019" y="80296"/>
                </a:moveTo>
                <a:lnTo>
                  <a:pt x="126206" y="102013"/>
                </a:lnTo>
                <a:cubicBezTo>
                  <a:pt x="124206" y="100393"/>
                  <a:pt x="121920" y="99155"/>
                  <a:pt x="119444" y="98393"/>
                </a:cubicBezTo>
                <a:lnTo>
                  <a:pt x="119348" y="64675"/>
                </a:lnTo>
                <a:cubicBezTo>
                  <a:pt x="132112" y="65723"/>
                  <a:pt x="143542" y="71533"/>
                  <a:pt x="152019" y="80296"/>
                </a:cubicBezTo>
                <a:close/>
                <a:moveTo>
                  <a:pt x="114014" y="106966"/>
                </a:moveTo>
                <a:cubicBezTo>
                  <a:pt x="119348" y="106966"/>
                  <a:pt x="123635" y="111252"/>
                  <a:pt x="123635" y="116586"/>
                </a:cubicBezTo>
                <a:cubicBezTo>
                  <a:pt x="123635" y="120205"/>
                  <a:pt x="121539" y="123253"/>
                  <a:pt x="118586" y="124873"/>
                </a:cubicBezTo>
                <a:cubicBezTo>
                  <a:pt x="118396" y="124968"/>
                  <a:pt x="118205" y="124968"/>
                  <a:pt x="118110" y="124968"/>
                </a:cubicBezTo>
                <a:cubicBezTo>
                  <a:pt x="117824" y="125063"/>
                  <a:pt x="117729" y="125349"/>
                  <a:pt x="117443" y="125444"/>
                </a:cubicBezTo>
                <a:cubicBezTo>
                  <a:pt x="116396" y="125825"/>
                  <a:pt x="115253" y="126111"/>
                  <a:pt x="114014" y="126111"/>
                </a:cubicBezTo>
                <a:cubicBezTo>
                  <a:pt x="108680" y="126111"/>
                  <a:pt x="104394" y="121825"/>
                  <a:pt x="104394" y="116491"/>
                </a:cubicBezTo>
                <a:cubicBezTo>
                  <a:pt x="104394" y="111157"/>
                  <a:pt x="108776" y="106966"/>
                  <a:pt x="114014" y="106966"/>
                </a:cubicBezTo>
                <a:close/>
                <a:moveTo>
                  <a:pt x="109728" y="64675"/>
                </a:moveTo>
                <a:lnTo>
                  <a:pt x="109823" y="98012"/>
                </a:lnTo>
                <a:cubicBezTo>
                  <a:pt x="107061" y="98584"/>
                  <a:pt x="104585" y="99822"/>
                  <a:pt x="102489" y="101441"/>
                </a:cubicBezTo>
                <a:lnTo>
                  <a:pt x="76200" y="81344"/>
                </a:lnTo>
                <a:cubicBezTo>
                  <a:pt x="84773" y="72104"/>
                  <a:pt x="96584" y="65818"/>
                  <a:pt x="109728" y="64675"/>
                </a:cubicBezTo>
                <a:close/>
                <a:moveTo>
                  <a:pt x="62484" y="116491"/>
                </a:moveTo>
                <a:cubicBezTo>
                  <a:pt x="62484" y="106394"/>
                  <a:pt x="65437" y="96869"/>
                  <a:pt x="70485" y="88868"/>
                </a:cubicBezTo>
                <a:lnTo>
                  <a:pt x="96584" y="108776"/>
                </a:lnTo>
                <a:cubicBezTo>
                  <a:pt x="95631" y="111062"/>
                  <a:pt x="95060" y="113538"/>
                  <a:pt x="94964" y="116110"/>
                </a:cubicBezTo>
                <a:lnTo>
                  <a:pt x="62960" y="123158"/>
                </a:lnTo>
                <a:cubicBezTo>
                  <a:pt x="62675" y="121063"/>
                  <a:pt x="62484" y="118777"/>
                  <a:pt x="62484" y="116491"/>
                </a:cubicBezTo>
                <a:close/>
                <a:moveTo>
                  <a:pt x="87630" y="160972"/>
                </a:moveTo>
                <a:cubicBezTo>
                  <a:pt x="77057" y="154495"/>
                  <a:pt x="68961" y="144494"/>
                  <a:pt x="65056" y="132493"/>
                </a:cubicBezTo>
                <a:lnTo>
                  <a:pt x="97155" y="125444"/>
                </a:lnTo>
                <a:cubicBezTo>
                  <a:pt x="98393" y="127826"/>
                  <a:pt x="100108" y="129826"/>
                  <a:pt x="102108" y="131445"/>
                </a:cubicBezTo>
                <a:lnTo>
                  <a:pt x="87630" y="160972"/>
                </a:lnTo>
                <a:close/>
                <a:moveTo>
                  <a:pt x="114681" y="168688"/>
                </a:moveTo>
                <a:cubicBezTo>
                  <a:pt x="108204" y="168688"/>
                  <a:pt x="101918" y="167449"/>
                  <a:pt x="96203" y="165259"/>
                </a:cubicBezTo>
                <a:lnTo>
                  <a:pt x="110871" y="135445"/>
                </a:lnTo>
                <a:cubicBezTo>
                  <a:pt x="111919" y="135636"/>
                  <a:pt x="112967" y="135731"/>
                  <a:pt x="114110" y="135731"/>
                </a:cubicBezTo>
                <a:cubicBezTo>
                  <a:pt x="115443" y="135731"/>
                  <a:pt x="116681" y="135636"/>
                  <a:pt x="117920" y="135350"/>
                </a:cubicBezTo>
                <a:lnTo>
                  <a:pt x="132683" y="165354"/>
                </a:lnTo>
                <a:cubicBezTo>
                  <a:pt x="127064" y="167449"/>
                  <a:pt x="120968" y="168688"/>
                  <a:pt x="114681" y="168688"/>
                </a:cubicBezTo>
                <a:close/>
                <a:moveTo>
                  <a:pt x="141256" y="161258"/>
                </a:moveTo>
                <a:lnTo>
                  <a:pt x="126397" y="131064"/>
                </a:lnTo>
                <a:cubicBezTo>
                  <a:pt x="127921" y="129826"/>
                  <a:pt x="129159" y="128397"/>
                  <a:pt x="130207" y="126682"/>
                </a:cubicBezTo>
                <a:lnTo>
                  <a:pt x="163830" y="133445"/>
                </a:lnTo>
                <a:cubicBezTo>
                  <a:pt x="159830" y="145256"/>
                  <a:pt x="151733" y="155067"/>
                  <a:pt x="141256" y="161258"/>
                </a:cubicBezTo>
                <a:close/>
                <a:moveTo>
                  <a:pt x="166116" y="124301"/>
                </a:moveTo>
                <a:lnTo>
                  <a:pt x="133064" y="117634"/>
                </a:lnTo>
                <a:cubicBezTo>
                  <a:pt x="133064" y="117253"/>
                  <a:pt x="133160" y="116967"/>
                  <a:pt x="133160" y="116681"/>
                </a:cubicBezTo>
                <a:cubicBezTo>
                  <a:pt x="133160" y="114205"/>
                  <a:pt x="132683" y="111824"/>
                  <a:pt x="131826" y="109728"/>
                </a:cubicBezTo>
                <a:lnTo>
                  <a:pt x="158020" y="87725"/>
                </a:lnTo>
                <a:cubicBezTo>
                  <a:pt x="163544" y="96012"/>
                  <a:pt x="166783" y="105918"/>
                  <a:pt x="166783" y="116586"/>
                </a:cubicBezTo>
                <a:cubicBezTo>
                  <a:pt x="166783" y="119158"/>
                  <a:pt x="166497" y="121730"/>
                  <a:pt x="166116" y="124301"/>
                </a:cubicBez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7" name="Freeform: Shape 286">
            <a:extLst>
              <a:ext uri="{FF2B5EF4-FFF2-40B4-BE49-F238E27FC236}">
                <a16:creationId xmlns:a16="http://schemas.microsoft.com/office/drawing/2014/main" id="{1F2A1B23-C390-4B7C-BFA1-D9B06B598096}"/>
              </a:ext>
            </a:extLst>
          </p:cNvPr>
          <p:cNvSpPr/>
          <p:nvPr/>
        </p:nvSpPr>
        <p:spPr>
          <a:xfrm>
            <a:off x="7151239" y="3071291"/>
            <a:ext cx="193928" cy="228552"/>
          </a:xfrm>
          <a:custGeom>
            <a:avLst/>
            <a:gdLst>
              <a:gd name="connsiteX0" fmla="*/ 191357 w 193928"/>
              <a:gd name="connsiteY0" fmla="*/ 55316 h 228552"/>
              <a:gd name="connsiteX1" fmla="*/ 99250 w 193928"/>
              <a:gd name="connsiteY1" fmla="*/ 643 h 228552"/>
              <a:gd name="connsiteX2" fmla="*/ 94297 w 193928"/>
              <a:gd name="connsiteY2" fmla="*/ 643 h 228552"/>
              <a:gd name="connsiteX3" fmla="*/ 34385 w 193928"/>
              <a:gd name="connsiteY3" fmla="*/ 36457 h 228552"/>
              <a:gd name="connsiteX4" fmla="*/ 32861 w 193928"/>
              <a:gd name="connsiteY4" fmla="*/ 43029 h 228552"/>
              <a:gd name="connsiteX5" fmla="*/ 39338 w 193928"/>
              <a:gd name="connsiteY5" fmla="*/ 44648 h 228552"/>
              <a:gd name="connsiteX6" fmla="*/ 96774 w 193928"/>
              <a:gd name="connsiteY6" fmla="*/ 10263 h 228552"/>
              <a:gd name="connsiteX7" fmla="*/ 184023 w 193928"/>
              <a:gd name="connsiteY7" fmla="*/ 62174 h 228552"/>
              <a:gd name="connsiteX8" fmla="*/ 184023 w 193928"/>
              <a:gd name="connsiteY8" fmla="*/ 166283 h 228552"/>
              <a:gd name="connsiteX9" fmla="*/ 96774 w 193928"/>
              <a:gd name="connsiteY9" fmla="*/ 218194 h 228552"/>
              <a:gd name="connsiteX10" fmla="*/ 9525 w 193928"/>
              <a:gd name="connsiteY10" fmla="*/ 166283 h 228552"/>
              <a:gd name="connsiteX11" fmla="*/ 9525 w 193928"/>
              <a:gd name="connsiteY11" fmla="*/ 67889 h 228552"/>
              <a:gd name="connsiteX12" fmla="*/ 94393 w 193928"/>
              <a:gd name="connsiteY12" fmla="*/ 118372 h 228552"/>
              <a:gd name="connsiteX13" fmla="*/ 99346 w 193928"/>
              <a:gd name="connsiteY13" fmla="*/ 118372 h 228552"/>
              <a:gd name="connsiteX14" fmla="*/ 154781 w 193928"/>
              <a:gd name="connsiteY14" fmla="*/ 85415 h 228552"/>
              <a:gd name="connsiteX15" fmla="*/ 156686 w 193928"/>
              <a:gd name="connsiteY15" fmla="*/ 78843 h 228552"/>
              <a:gd name="connsiteX16" fmla="*/ 154114 w 193928"/>
              <a:gd name="connsiteY16" fmla="*/ 76652 h 228552"/>
              <a:gd name="connsiteX17" fmla="*/ 99441 w 193928"/>
              <a:gd name="connsiteY17" fmla="*/ 44077 h 228552"/>
              <a:gd name="connsiteX18" fmla="*/ 94488 w 193928"/>
              <a:gd name="connsiteY18" fmla="*/ 44077 h 228552"/>
              <a:gd name="connsiteX19" fmla="*/ 41434 w 193928"/>
              <a:gd name="connsiteY19" fmla="*/ 75605 h 228552"/>
              <a:gd name="connsiteX20" fmla="*/ 43148 w 193928"/>
              <a:gd name="connsiteY20" fmla="*/ 76652 h 228552"/>
              <a:gd name="connsiteX21" fmla="*/ 7239 w 193928"/>
              <a:gd name="connsiteY21" fmla="*/ 55316 h 228552"/>
              <a:gd name="connsiteX22" fmla="*/ 667 w 193928"/>
              <a:gd name="connsiteY22" fmla="*/ 57031 h 228552"/>
              <a:gd name="connsiteX23" fmla="*/ 0 w 193928"/>
              <a:gd name="connsiteY23" fmla="*/ 59507 h 228552"/>
              <a:gd name="connsiteX24" fmla="*/ 0 w 193928"/>
              <a:gd name="connsiteY24" fmla="*/ 169045 h 228552"/>
              <a:gd name="connsiteX25" fmla="*/ 2381 w 193928"/>
              <a:gd name="connsiteY25" fmla="*/ 173141 h 228552"/>
              <a:gd name="connsiteX26" fmla="*/ 94488 w 193928"/>
              <a:gd name="connsiteY26" fmla="*/ 227909 h 228552"/>
              <a:gd name="connsiteX27" fmla="*/ 99441 w 193928"/>
              <a:gd name="connsiteY27" fmla="*/ 227909 h 228552"/>
              <a:gd name="connsiteX28" fmla="*/ 191548 w 193928"/>
              <a:gd name="connsiteY28" fmla="*/ 173141 h 228552"/>
              <a:gd name="connsiteX29" fmla="*/ 193929 w 193928"/>
              <a:gd name="connsiteY29" fmla="*/ 169045 h 228552"/>
              <a:gd name="connsiteX30" fmla="*/ 193929 w 193928"/>
              <a:gd name="connsiteY30" fmla="*/ 59507 h 228552"/>
              <a:gd name="connsiteX31" fmla="*/ 191357 w 193928"/>
              <a:gd name="connsiteY31" fmla="*/ 55316 h 228552"/>
              <a:gd name="connsiteX32" fmla="*/ 96869 w 193928"/>
              <a:gd name="connsiteY32" fmla="*/ 53888 h 228552"/>
              <a:gd name="connsiteX33" fmla="*/ 142970 w 193928"/>
              <a:gd name="connsiteY33" fmla="*/ 81320 h 228552"/>
              <a:gd name="connsiteX34" fmla="*/ 96869 w 193928"/>
              <a:gd name="connsiteY34" fmla="*/ 108656 h 228552"/>
              <a:gd name="connsiteX35" fmla="*/ 50863 w 193928"/>
              <a:gd name="connsiteY35" fmla="*/ 81224 h 228552"/>
              <a:gd name="connsiteX36" fmla="*/ 96869 w 193928"/>
              <a:gd name="connsiteY36" fmla="*/ 53888 h 228552"/>
              <a:gd name="connsiteX37" fmla="*/ 36576 w 193928"/>
              <a:gd name="connsiteY37" fmla="*/ 95226 h 228552"/>
              <a:gd name="connsiteX38" fmla="*/ 36576 w 193928"/>
              <a:gd name="connsiteY38" fmla="*/ 147233 h 228552"/>
              <a:gd name="connsiteX39" fmla="*/ 38957 w 193928"/>
              <a:gd name="connsiteY39" fmla="*/ 151328 h 228552"/>
              <a:gd name="connsiteX40" fmla="*/ 94393 w 193928"/>
              <a:gd name="connsiteY40" fmla="*/ 184285 h 228552"/>
              <a:gd name="connsiteX41" fmla="*/ 99346 w 193928"/>
              <a:gd name="connsiteY41" fmla="*/ 184285 h 228552"/>
              <a:gd name="connsiteX42" fmla="*/ 154781 w 193928"/>
              <a:gd name="connsiteY42" fmla="*/ 151328 h 228552"/>
              <a:gd name="connsiteX43" fmla="*/ 157163 w 193928"/>
              <a:gd name="connsiteY43" fmla="*/ 147233 h 228552"/>
              <a:gd name="connsiteX44" fmla="*/ 157163 w 193928"/>
              <a:gd name="connsiteY44" fmla="*/ 95131 h 228552"/>
              <a:gd name="connsiteX45" fmla="*/ 147542 w 193928"/>
              <a:gd name="connsiteY45" fmla="*/ 100846 h 228552"/>
              <a:gd name="connsiteX46" fmla="*/ 147542 w 193928"/>
              <a:gd name="connsiteY46" fmla="*/ 144470 h 228552"/>
              <a:gd name="connsiteX47" fmla="*/ 96869 w 193928"/>
              <a:gd name="connsiteY47" fmla="*/ 174665 h 228552"/>
              <a:gd name="connsiteX48" fmla="*/ 46196 w 193928"/>
              <a:gd name="connsiteY48" fmla="*/ 144566 h 228552"/>
              <a:gd name="connsiteX49" fmla="*/ 46196 w 193928"/>
              <a:gd name="connsiteY49" fmla="*/ 100941 h 228552"/>
              <a:gd name="connsiteX50" fmla="*/ 36576 w 193928"/>
              <a:gd name="connsiteY50" fmla="*/ 95226 h 228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193928" h="228552">
                <a:moveTo>
                  <a:pt x="191357" y="55316"/>
                </a:moveTo>
                <a:lnTo>
                  <a:pt x="99250" y="643"/>
                </a:lnTo>
                <a:cubicBezTo>
                  <a:pt x="97727" y="-214"/>
                  <a:pt x="95821" y="-214"/>
                  <a:pt x="94297" y="643"/>
                </a:cubicBezTo>
                <a:lnTo>
                  <a:pt x="34385" y="36457"/>
                </a:lnTo>
                <a:cubicBezTo>
                  <a:pt x="32099" y="37790"/>
                  <a:pt x="31432" y="40838"/>
                  <a:pt x="32861" y="43029"/>
                </a:cubicBezTo>
                <a:cubicBezTo>
                  <a:pt x="34290" y="45220"/>
                  <a:pt x="37052" y="45982"/>
                  <a:pt x="39338" y="44648"/>
                </a:cubicBezTo>
                <a:lnTo>
                  <a:pt x="96774" y="10263"/>
                </a:lnTo>
                <a:lnTo>
                  <a:pt x="184023" y="62174"/>
                </a:lnTo>
                <a:lnTo>
                  <a:pt x="184023" y="166283"/>
                </a:lnTo>
                <a:lnTo>
                  <a:pt x="96774" y="218194"/>
                </a:lnTo>
                <a:lnTo>
                  <a:pt x="9525" y="166283"/>
                </a:lnTo>
                <a:lnTo>
                  <a:pt x="9525" y="67889"/>
                </a:lnTo>
                <a:lnTo>
                  <a:pt x="94393" y="118372"/>
                </a:lnTo>
                <a:cubicBezTo>
                  <a:pt x="95917" y="119229"/>
                  <a:pt x="97822" y="119229"/>
                  <a:pt x="99346" y="118372"/>
                </a:cubicBezTo>
                <a:lnTo>
                  <a:pt x="154781" y="85415"/>
                </a:lnTo>
                <a:cubicBezTo>
                  <a:pt x="157163" y="84082"/>
                  <a:pt x="157924" y="81224"/>
                  <a:pt x="156686" y="78843"/>
                </a:cubicBezTo>
                <a:cubicBezTo>
                  <a:pt x="156115" y="77795"/>
                  <a:pt x="155162" y="77033"/>
                  <a:pt x="154114" y="76652"/>
                </a:cubicBezTo>
                <a:lnTo>
                  <a:pt x="99441" y="44077"/>
                </a:lnTo>
                <a:cubicBezTo>
                  <a:pt x="97917" y="43220"/>
                  <a:pt x="96012" y="43220"/>
                  <a:pt x="94488" y="44077"/>
                </a:cubicBezTo>
                <a:lnTo>
                  <a:pt x="41434" y="75605"/>
                </a:lnTo>
                <a:lnTo>
                  <a:pt x="43148" y="76652"/>
                </a:lnTo>
                <a:lnTo>
                  <a:pt x="7239" y="55316"/>
                </a:lnTo>
                <a:cubicBezTo>
                  <a:pt x="4953" y="53983"/>
                  <a:pt x="2000" y="54745"/>
                  <a:pt x="667" y="57031"/>
                </a:cubicBezTo>
                <a:cubicBezTo>
                  <a:pt x="286" y="57793"/>
                  <a:pt x="0" y="58650"/>
                  <a:pt x="0" y="59507"/>
                </a:cubicBezTo>
                <a:lnTo>
                  <a:pt x="0" y="169045"/>
                </a:lnTo>
                <a:cubicBezTo>
                  <a:pt x="0" y="170759"/>
                  <a:pt x="857" y="172283"/>
                  <a:pt x="2381" y="173141"/>
                </a:cubicBezTo>
                <a:lnTo>
                  <a:pt x="94488" y="227909"/>
                </a:lnTo>
                <a:cubicBezTo>
                  <a:pt x="96012" y="228767"/>
                  <a:pt x="97917" y="228767"/>
                  <a:pt x="99441" y="227909"/>
                </a:cubicBezTo>
                <a:lnTo>
                  <a:pt x="191548" y="173141"/>
                </a:lnTo>
                <a:cubicBezTo>
                  <a:pt x="192977" y="172283"/>
                  <a:pt x="193929" y="170664"/>
                  <a:pt x="193929" y="169045"/>
                </a:cubicBezTo>
                <a:lnTo>
                  <a:pt x="193929" y="59507"/>
                </a:lnTo>
                <a:cubicBezTo>
                  <a:pt x="193738" y="57793"/>
                  <a:pt x="192881" y="56269"/>
                  <a:pt x="191357" y="55316"/>
                </a:cubicBezTo>
                <a:close/>
                <a:moveTo>
                  <a:pt x="96869" y="53888"/>
                </a:moveTo>
                <a:lnTo>
                  <a:pt x="142970" y="81320"/>
                </a:lnTo>
                <a:lnTo>
                  <a:pt x="96869" y="108656"/>
                </a:lnTo>
                <a:lnTo>
                  <a:pt x="50863" y="81224"/>
                </a:lnTo>
                <a:lnTo>
                  <a:pt x="96869" y="53888"/>
                </a:lnTo>
                <a:close/>
                <a:moveTo>
                  <a:pt x="36576" y="95226"/>
                </a:moveTo>
                <a:lnTo>
                  <a:pt x="36576" y="147233"/>
                </a:lnTo>
                <a:cubicBezTo>
                  <a:pt x="36576" y="148947"/>
                  <a:pt x="37433" y="150471"/>
                  <a:pt x="38957" y="151328"/>
                </a:cubicBezTo>
                <a:lnTo>
                  <a:pt x="94393" y="184285"/>
                </a:lnTo>
                <a:cubicBezTo>
                  <a:pt x="95917" y="185142"/>
                  <a:pt x="97822" y="185142"/>
                  <a:pt x="99346" y="184285"/>
                </a:cubicBezTo>
                <a:lnTo>
                  <a:pt x="154781" y="151328"/>
                </a:lnTo>
                <a:cubicBezTo>
                  <a:pt x="156210" y="150471"/>
                  <a:pt x="157163" y="148852"/>
                  <a:pt x="157163" y="147233"/>
                </a:cubicBezTo>
                <a:lnTo>
                  <a:pt x="157163" y="95131"/>
                </a:lnTo>
                <a:lnTo>
                  <a:pt x="147542" y="100846"/>
                </a:lnTo>
                <a:lnTo>
                  <a:pt x="147542" y="144470"/>
                </a:lnTo>
                <a:lnTo>
                  <a:pt x="96869" y="174665"/>
                </a:lnTo>
                <a:lnTo>
                  <a:pt x="46196" y="144566"/>
                </a:lnTo>
                <a:lnTo>
                  <a:pt x="46196" y="100941"/>
                </a:lnTo>
                <a:lnTo>
                  <a:pt x="36576" y="95226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8" name="Freeform: Shape 287">
            <a:extLst>
              <a:ext uri="{FF2B5EF4-FFF2-40B4-BE49-F238E27FC236}">
                <a16:creationId xmlns:a16="http://schemas.microsoft.com/office/drawing/2014/main" id="{879F7F38-1080-4573-85F9-61373F7427FC}"/>
              </a:ext>
            </a:extLst>
          </p:cNvPr>
          <p:cNvSpPr/>
          <p:nvPr/>
        </p:nvSpPr>
        <p:spPr>
          <a:xfrm>
            <a:off x="8627182" y="3071124"/>
            <a:ext cx="228477" cy="222932"/>
          </a:xfrm>
          <a:custGeom>
            <a:avLst/>
            <a:gdLst>
              <a:gd name="connsiteX0" fmla="*/ 220730 w 228477"/>
              <a:gd name="connsiteY0" fmla="*/ 129778 h 222932"/>
              <a:gd name="connsiteX1" fmla="*/ 118051 w 228477"/>
              <a:gd name="connsiteY1" fmla="*/ 212455 h 222932"/>
              <a:gd name="connsiteX2" fmla="*/ 110621 w 228477"/>
              <a:gd name="connsiteY2" fmla="*/ 212455 h 222932"/>
              <a:gd name="connsiteX3" fmla="*/ 7656 w 228477"/>
              <a:gd name="connsiteY3" fmla="*/ 129492 h 222932"/>
              <a:gd name="connsiteX4" fmla="*/ 7275 w 228477"/>
              <a:gd name="connsiteY4" fmla="*/ 129207 h 222932"/>
              <a:gd name="connsiteX5" fmla="*/ 893 w 228477"/>
              <a:gd name="connsiteY5" fmla="*/ 130254 h 222932"/>
              <a:gd name="connsiteX6" fmla="*/ 1941 w 228477"/>
              <a:gd name="connsiteY6" fmla="*/ 136636 h 222932"/>
              <a:gd name="connsiteX7" fmla="*/ 104906 w 228477"/>
              <a:gd name="connsiteY7" fmla="*/ 219599 h 222932"/>
              <a:gd name="connsiteX8" fmla="*/ 114336 w 228477"/>
              <a:gd name="connsiteY8" fmla="*/ 222933 h 222932"/>
              <a:gd name="connsiteX9" fmla="*/ 123861 w 228477"/>
              <a:gd name="connsiteY9" fmla="*/ 219599 h 222932"/>
              <a:gd name="connsiteX10" fmla="*/ 226541 w 228477"/>
              <a:gd name="connsiteY10" fmla="*/ 136827 h 222932"/>
              <a:gd name="connsiteX11" fmla="*/ 226922 w 228477"/>
              <a:gd name="connsiteY11" fmla="*/ 136541 h 222932"/>
              <a:gd name="connsiteX12" fmla="*/ 227302 w 228477"/>
              <a:gd name="connsiteY12" fmla="*/ 130064 h 222932"/>
              <a:gd name="connsiteX13" fmla="*/ 220730 w 228477"/>
              <a:gd name="connsiteY13" fmla="*/ 129778 h 222932"/>
              <a:gd name="connsiteX14" fmla="*/ 45375 w 228477"/>
              <a:gd name="connsiteY14" fmla="*/ 95869 h 222932"/>
              <a:gd name="connsiteX15" fmla="*/ 48232 w 228477"/>
              <a:gd name="connsiteY15" fmla="*/ 94821 h 222932"/>
              <a:gd name="connsiteX16" fmla="*/ 114145 w 228477"/>
              <a:gd name="connsiteY16" fmla="*/ 41386 h 222932"/>
              <a:gd name="connsiteX17" fmla="*/ 180344 w 228477"/>
              <a:gd name="connsiteY17" fmla="*/ 94821 h 222932"/>
              <a:gd name="connsiteX18" fmla="*/ 180725 w 228477"/>
              <a:gd name="connsiteY18" fmla="*/ 95107 h 222932"/>
              <a:gd name="connsiteX19" fmla="*/ 187107 w 228477"/>
              <a:gd name="connsiteY19" fmla="*/ 94059 h 222932"/>
              <a:gd name="connsiteX20" fmla="*/ 186059 w 228477"/>
              <a:gd name="connsiteY20" fmla="*/ 87678 h 222932"/>
              <a:gd name="connsiteX21" fmla="*/ 118908 w 228477"/>
              <a:gd name="connsiteY21" fmla="*/ 33576 h 222932"/>
              <a:gd name="connsiteX22" fmla="*/ 109192 w 228477"/>
              <a:gd name="connsiteY22" fmla="*/ 33576 h 222932"/>
              <a:gd name="connsiteX23" fmla="*/ 42422 w 228477"/>
              <a:gd name="connsiteY23" fmla="*/ 87678 h 222932"/>
              <a:gd name="connsiteX24" fmla="*/ 40708 w 228477"/>
              <a:gd name="connsiteY24" fmla="*/ 91202 h 222932"/>
              <a:gd name="connsiteX25" fmla="*/ 45375 w 228477"/>
              <a:gd name="connsiteY25" fmla="*/ 95869 h 222932"/>
              <a:gd name="connsiteX26" fmla="*/ 5370 w 228477"/>
              <a:gd name="connsiteY26" fmla="*/ 105585 h 222932"/>
              <a:gd name="connsiteX27" fmla="*/ 104716 w 228477"/>
              <a:gd name="connsiteY27" fmla="*/ 185595 h 222932"/>
              <a:gd name="connsiteX28" fmla="*/ 114145 w 228477"/>
              <a:gd name="connsiteY28" fmla="*/ 188928 h 222932"/>
              <a:gd name="connsiteX29" fmla="*/ 123575 w 228477"/>
              <a:gd name="connsiteY29" fmla="*/ 185595 h 222932"/>
              <a:gd name="connsiteX30" fmla="*/ 222921 w 228477"/>
              <a:gd name="connsiteY30" fmla="*/ 105585 h 222932"/>
              <a:gd name="connsiteX31" fmla="*/ 225207 w 228477"/>
              <a:gd name="connsiteY31" fmla="*/ 103299 h 222932"/>
              <a:gd name="connsiteX32" fmla="*/ 222921 w 228477"/>
              <a:gd name="connsiteY32" fmla="*/ 83296 h 222932"/>
              <a:gd name="connsiteX33" fmla="*/ 123575 w 228477"/>
              <a:gd name="connsiteY33" fmla="*/ 3286 h 222932"/>
              <a:gd name="connsiteX34" fmla="*/ 104620 w 228477"/>
              <a:gd name="connsiteY34" fmla="*/ 3286 h 222932"/>
              <a:gd name="connsiteX35" fmla="*/ 5275 w 228477"/>
              <a:gd name="connsiteY35" fmla="*/ 83296 h 222932"/>
              <a:gd name="connsiteX36" fmla="*/ 2989 w 228477"/>
              <a:gd name="connsiteY36" fmla="*/ 85582 h 222932"/>
              <a:gd name="connsiteX37" fmla="*/ 5370 w 228477"/>
              <a:gd name="connsiteY37" fmla="*/ 105585 h 222932"/>
              <a:gd name="connsiteX38" fmla="*/ 11180 w 228477"/>
              <a:gd name="connsiteY38" fmla="*/ 90345 h 222932"/>
              <a:gd name="connsiteX39" fmla="*/ 110526 w 228477"/>
              <a:gd name="connsiteY39" fmla="*/ 10335 h 222932"/>
              <a:gd name="connsiteX40" fmla="*/ 117956 w 228477"/>
              <a:gd name="connsiteY40" fmla="*/ 10335 h 222932"/>
              <a:gd name="connsiteX41" fmla="*/ 217301 w 228477"/>
              <a:gd name="connsiteY41" fmla="*/ 90345 h 222932"/>
              <a:gd name="connsiteX42" fmla="*/ 218254 w 228477"/>
              <a:gd name="connsiteY42" fmla="*/ 91297 h 222932"/>
              <a:gd name="connsiteX43" fmla="*/ 217301 w 228477"/>
              <a:gd name="connsiteY43" fmla="*/ 98441 h 222932"/>
              <a:gd name="connsiteX44" fmla="*/ 117956 w 228477"/>
              <a:gd name="connsiteY44" fmla="*/ 178451 h 222932"/>
              <a:gd name="connsiteX45" fmla="*/ 110526 w 228477"/>
              <a:gd name="connsiteY45" fmla="*/ 178451 h 222932"/>
              <a:gd name="connsiteX46" fmla="*/ 11180 w 228477"/>
              <a:gd name="connsiteY46" fmla="*/ 98441 h 222932"/>
              <a:gd name="connsiteX47" fmla="*/ 10228 w 228477"/>
              <a:gd name="connsiteY47" fmla="*/ 97488 h 222932"/>
              <a:gd name="connsiteX48" fmla="*/ 11180 w 228477"/>
              <a:gd name="connsiteY48" fmla="*/ 90345 h 222932"/>
              <a:gd name="connsiteX49" fmla="*/ 117098 w 228477"/>
              <a:gd name="connsiteY49" fmla="*/ 63579 h 222932"/>
              <a:gd name="connsiteX50" fmla="*/ 111383 w 228477"/>
              <a:gd name="connsiteY50" fmla="*/ 63579 h 222932"/>
              <a:gd name="connsiteX51" fmla="*/ 73283 w 228477"/>
              <a:gd name="connsiteY51" fmla="*/ 94250 h 222932"/>
              <a:gd name="connsiteX52" fmla="*/ 72616 w 228477"/>
              <a:gd name="connsiteY52" fmla="*/ 94917 h 222932"/>
              <a:gd name="connsiteX53" fmla="*/ 73283 w 228477"/>
              <a:gd name="connsiteY53" fmla="*/ 101298 h 222932"/>
              <a:gd name="connsiteX54" fmla="*/ 111383 w 228477"/>
              <a:gd name="connsiteY54" fmla="*/ 131969 h 222932"/>
              <a:gd name="connsiteX55" fmla="*/ 114241 w 228477"/>
              <a:gd name="connsiteY55" fmla="*/ 133017 h 222932"/>
              <a:gd name="connsiteX56" fmla="*/ 117098 w 228477"/>
              <a:gd name="connsiteY56" fmla="*/ 131969 h 222932"/>
              <a:gd name="connsiteX57" fmla="*/ 155103 w 228477"/>
              <a:gd name="connsiteY57" fmla="*/ 101298 h 222932"/>
              <a:gd name="connsiteX58" fmla="*/ 155770 w 228477"/>
              <a:gd name="connsiteY58" fmla="*/ 100632 h 222932"/>
              <a:gd name="connsiteX59" fmla="*/ 155103 w 228477"/>
              <a:gd name="connsiteY59" fmla="*/ 94250 h 222932"/>
              <a:gd name="connsiteX60" fmla="*/ 117098 w 228477"/>
              <a:gd name="connsiteY60" fmla="*/ 63579 h 222932"/>
              <a:gd name="connsiteX61" fmla="*/ 114241 w 228477"/>
              <a:gd name="connsiteY61" fmla="*/ 122634 h 222932"/>
              <a:gd name="connsiteX62" fmla="*/ 83475 w 228477"/>
              <a:gd name="connsiteY62" fmla="*/ 97869 h 222932"/>
              <a:gd name="connsiteX63" fmla="*/ 114241 w 228477"/>
              <a:gd name="connsiteY63" fmla="*/ 73104 h 222932"/>
              <a:gd name="connsiteX64" fmla="*/ 145007 w 228477"/>
              <a:gd name="connsiteY64" fmla="*/ 97869 h 222932"/>
              <a:gd name="connsiteX65" fmla="*/ 114241 w 228477"/>
              <a:gd name="connsiteY65" fmla="*/ 122634 h 222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</a:cxnLst>
            <a:rect l="l" t="t" r="r" b="b"/>
            <a:pathLst>
              <a:path w="228477" h="222932">
                <a:moveTo>
                  <a:pt x="220730" y="129778"/>
                </a:moveTo>
                <a:lnTo>
                  <a:pt x="118051" y="212455"/>
                </a:lnTo>
                <a:cubicBezTo>
                  <a:pt x="115860" y="214170"/>
                  <a:pt x="112812" y="214170"/>
                  <a:pt x="110621" y="212455"/>
                </a:cubicBezTo>
                <a:lnTo>
                  <a:pt x="7656" y="129492"/>
                </a:lnTo>
                <a:cubicBezTo>
                  <a:pt x="7561" y="129397"/>
                  <a:pt x="7370" y="129302"/>
                  <a:pt x="7275" y="129207"/>
                </a:cubicBezTo>
                <a:cubicBezTo>
                  <a:pt x="5179" y="127683"/>
                  <a:pt x="2322" y="128159"/>
                  <a:pt x="893" y="130254"/>
                </a:cubicBezTo>
                <a:cubicBezTo>
                  <a:pt x="-631" y="132350"/>
                  <a:pt x="-155" y="135207"/>
                  <a:pt x="1941" y="136636"/>
                </a:cubicBezTo>
                <a:lnTo>
                  <a:pt x="104906" y="219599"/>
                </a:lnTo>
                <a:cubicBezTo>
                  <a:pt x="107573" y="221790"/>
                  <a:pt x="110907" y="222933"/>
                  <a:pt x="114336" y="222933"/>
                </a:cubicBezTo>
                <a:cubicBezTo>
                  <a:pt x="117765" y="222933"/>
                  <a:pt x="121099" y="221790"/>
                  <a:pt x="123861" y="219599"/>
                </a:cubicBezTo>
                <a:lnTo>
                  <a:pt x="226541" y="136827"/>
                </a:lnTo>
                <a:cubicBezTo>
                  <a:pt x="226731" y="136731"/>
                  <a:pt x="226826" y="136636"/>
                  <a:pt x="226922" y="136541"/>
                </a:cubicBezTo>
                <a:cubicBezTo>
                  <a:pt x="228826" y="134826"/>
                  <a:pt x="229017" y="131969"/>
                  <a:pt x="227302" y="130064"/>
                </a:cubicBezTo>
                <a:cubicBezTo>
                  <a:pt x="225493" y="128254"/>
                  <a:pt x="222540" y="128064"/>
                  <a:pt x="220730" y="129778"/>
                </a:cubicBezTo>
                <a:close/>
                <a:moveTo>
                  <a:pt x="45375" y="95869"/>
                </a:moveTo>
                <a:cubicBezTo>
                  <a:pt x="46423" y="95869"/>
                  <a:pt x="47470" y="95488"/>
                  <a:pt x="48232" y="94821"/>
                </a:cubicBezTo>
                <a:lnTo>
                  <a:pt x="114145" y="41386"/>
                </a:lnTo>
                <a:lnTo>
                  <a:pt x="180344" y="94821"/>
                </a:lnTo>
                <a:cubicBezTo>
                  <a:pt x="180440" y="94917"/>
                  <a:pt x="180630" y="95012"/>
                  <a:pt x="180725" y="95107"/>
                </a:cubicBezTo>
                <a:cubicBezTo>
                  <a:pt x="182821" y="96631"/>
                  <a:pt x="185678" y="96155"/>
                  <a:pt x="187107" y="94059"/>
                </a:cubicBezTo>
                <a:cubicBezTo>
                  <a:pt x="188631" y="91964"/>
                  <a:pt x="188155" y="89106"/>
                  <a:pt x="186059" y="87678"/>
                </a:cubicBezTo>
                <a:lnTo>
                  <a:pt x="118908" y="33576"/>
                </a:lnTo>
                <a:cubicBezTo>
                  <a:pt x="116050" y="31290"/>
                  <a:pt x="112050" y="31290"/>
                  <a:pt x="109192" y="33576"/>
                </a:cubicBezTo>
                <a:lnTo>
                  <a:pt x="42422" y="87678"/>
                </a:lnTo>
                <a:cubicBezTo>
                  <a:pt x="41374" y="88535"/>
                  <a:pt x="40708" y="89868"/>
                  <a:pt x="40708" y="91202"/>
                </a:cubicBezTo>
                <a:cubicBezTo>
                  <a:pt x="40803" y="93774"/>
                  <a:pt x="42899" y="95869"/>
                  <a:pt x="45375" y="95869"/>
                </a:cubicBezTo>
                <a:close/>
                <a:moveTo>
                  <a:pt x="5370" y="105585"/>
                </a:moveTo>
                <a:lnTo>
                  <a:pt x="104716" y="185595"/>
                </a:lnTo>
                <a:cubicBezTo>
                  <a:pt x="107383" y="187785"/>
                  <a:pt x="110716" y="188928"/>
                  <a:pt x="114145" y="188928"/>
                </a:cubicBezTo>
                <a:cubicBezTo>
                  <a:pt x="117574" y="188928"/>
                  <a:pt x="120908" y="187785"/>
                  <a:pt x="123575" y="185595"/>
                </a:cubicBezTo>
                <a:lnTo>
                  <a:pt x="222921" y="105585"/>
                </a:lnTo>
                <a:cubicBezTo>
                  <a:pt x="223778" y="104918"/>
                  <a:pt x="224540" y="104156"/>
                  <a:pt x="225207" y="103299"/>
                </a:cubicBezTo>
                <a:cubicBezTo>
                  <a:pt x="230065" y="97107"/>
                  <a:pt x="229017" y="88154"/>
                  <a:pt x="222921" y="83296"/>
                </a:cubicBezTo>
                <a:lnTo>
                  <a:pt x="123575" y="3286"/>
                </a:lnTo>
                <a:cubicBezTo>
                  <a:pt x="118051" y="-1095"/>
                  <a:pt x="110145" y="-1095"/>
                  <a:pt x="104620" y="3286"/>
                </a:cubicBezTo>
                <a:lnTo>
                  <a:pt x="5275" y="83296"/>
                </a:lnTo>
                <a:cubicBezTo>
                  <a:pt x="4417" y="83963"/>
                  <a:pt x="3656" y="84725"/>
                  <a:pt x="2989" y="85582"/>
                </a:cubicBezTo>
                <a:cubicBezTo>
                  <a:pt x="-1774" y="91678"/>
                  <a:pt x="-726" y="100632"/>
                  <a:pt x="5370" y="105585"/>
                </a:cubicBezTo>
                <a:close/>
                <a:moveTo>
                  <a:pt x="11180" y="90345"/>
                </a:moveTo>
                <a:lnTo>
                  <a:pt x="110526" y="10335"/>
                </a:lnTo>
                <a:cubicBezTo>
                  <a:pt x="112717" y="8620"/>
                  <a:pt x="115765" y="8620"/>
                  <a:pt x="117956" y="10335"/>
                </a:cubicBezTo>
                <a:lnTo>
                  <a:pt x="217301" y="90345"/>
                </a:lnTo>
                <a:cubicBezTo>
                  <a:pt x="217682" y="90630"/>
                  <a:pt x="217968" y="90916"/>
                  <a:pt x="218254" y="91297"/>
                </a:cubicBezTo>
                <a:cubicBezTo>
                  <a:pt x="219968" y="93488"/>
                  <a:pt x="219587" y="96726"/>
                  <a:pt x="217301" y="98441"/>
                </a:cubicBezTo>
                <a:lnTo>
                  <a:pt x="117956" y="178451"/>
                </a:lnTo>
                <a:cubicBezTo>
                  <a:pt x="115765" y="180165"/>
                  <a:pt x="112717" y="180165"/>
                  <a:pt x="110526" y="178451"/>
                </a:cubicBezTo>
                <a:lnTo>
                  <a:pt x="11180" y="98441"/>
                </a:lnTo>
                <a:cubicBezTo>
                  <a:pt x="10799" y="98155"/>
                  <a:pt x="10514" y="97869"/>
                  <a:pt x="10228" y="97488"/>
                </a:cubicBezTo>
                <a:cubicBezTo>
                  <a:pt x="8513" y="95202"/>
                  <a:pt x="8894" y="92059"/>
                  <a:pt x="11180" y="90345"/>
                </a:cubicBezTo>
                <a:close/>
                <a:moveTo>
                  <a:pt x="117098" y="63579"/>
                </a:moveTo>
                <a:cubicBezTo>
                  <a:pt x="115479" y="62246"/>
                  <a:pt x="113002" y="62246"/>
                  <a:pt x="111383" y="63579"/>
                </a:cubicBezTo>
                <a:lnTo>
                  <a:pt x="73283" y="94250"/>
                </a:lnTo>
                <a:cubicBezTo>
                  <a:pt x="73093" y="94440"/>
                  <a:pt x="72807" y="94726"/>
                  <a:pt x="72616" y="94917"/>
                </a:cubicBezTo>
                <a:cubicBezTo>
                  <a:pt x="70997" y="96822"/>
                  <a:pt x="71378" y="99774"/>
                  <a:pt x="73283" y="101298"/>
                </a:cubicBezTo>
                <a:lnTo>
                  <a:pt x="111383" y="131969"/>
                </a:lnTo>
                <a:cubicBezTo>
                  <a:pt x="112145" y="132636"/>
                  <a:pt x="113193" y="133017"/>
                  <a:pt x="114241" y="133017"/>
                </a:cubicBezTo>
                <a:cubicBezTo>
                  <a:pt x="115289" y="133017"/>
                  <a:pt x="116336" y="132636"/>
                  <a:pt x="117098" y="131969"/>
                </a:cubicBezTo>
                <a:lnTo>
                  <a:pt x="155103" y="101298"/>
                </a:lnTo>
                <a:cubicBezTo>
                  <a:pt x="155293" y="101108"/>
                  <a:pt x="155579" y="100822"/>
                  <a:pt x="155770" y="100632"/>
                </a:cubicBezTo>
                <a:cubicBezTo>
                  <a:pt x="157389" y="98727"/>
                  <a:pt x="157008" y="95774"/>
                  <a:pt x="155103" y="94250"/>
                </a:cubicBezTo>
                <a:lnTo>
                  <a:pt x="117098" y="63579"/>
                </a:lnTo>
                <a:close/>
                <a:moveTo>
                  <a:pt x="114241" y="122634"/>
                </a:moveTo>
                <a:lnTo>
                  <a:pt x="83475" y="97869"/>
                </a:lnTo>
                <a:lnTo>
                  <a:pt x="114241" y="73104"/>
                </a:lnTo>
                <a:lnTo>
                  <a:pt x="145007" y="97869"/>
                </a:lnTo>
                <a:lnTo>
                  <a:pt x="114241" y="122634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9" name="Freeform: Shape 288">
            <a:extLst>
              <a:ext uri="{FF2B5EF4-FFF2-40B4-BE49-F238E27FC236}">
                <a16:creationId xmlns:a16="http://schemas.microsoft.com/office/drawing/2014/main" id="{0A7DAD8F-F7A2-4FF3-BEDE-59A2868E9B3B}"/>
              </a:ext>
            </a:extLst>
          </p:cNvPr>
          <p:cNvSpPr/>
          <p:nvPr/>
        </p:nvSpPr>
        <p:spPr>
          <a:xfrm>
            <a:off x="9907189" y="3092055"/>
            <a:ext cx="228695" cy="169521"/>
          </a:xfrm>
          <a:custGeom>
            <a:avLst/>
            <a:gdLst>
              <a:gd name="connsiteX0" fmla="*/ 226219 w 228695"/>
              <a:gd name="connsiteY0" fmla="*/ 102751 h 169521"/>
              <a:gd name="connsiteX1" fmla="*/ 208883 w 228695"/>
              <a:gd name="connsiteY1" fmla="*/ 92750 h 169521"/>
              <a:gd name="connsiteX2" fmla="*/ 199358 w 228695"/>
              <a:gd name="connsiteY2" fmla="*/ 98274 h 169521"/>
              <a:gd name="connsiteX3" fmla="*/ 219075 w 228695"/>
              <a:gd name="connsiteY3" fmla="*/ 109609 h 169521"/>
              <a:gd name="connsiteX4" fmla="*/ 219075 w 228695"/>
              <a:gd name="connsiteY4" fmla="*/ 150852 h 169521"/>
              <a:gd name="connsiteX5" fmla="*/ 210026 w 228695"/>
              <a:gd name="connsiteY5" fmla="*/ 159901 h 169521"/>
              <a:gd name="connsiteX6" fmla="*/ 18479 w 228695"/>
              <a:gd name="connsiteY6" fmla="*/ 159901 h 169521"/>
              <a:gd name="connsiteX7" fmla="*/ 9430 w 228695"/>
              <a:gd name="connsiteY7" fmla="*/ 150852 h 169521"/>
              <a:gd name="connsiteX8" fmla="*/ 9430 w 228695"/>
              <a:gd name="connsiteY8" fmla="*/ 109609 h 169521"/>
              <a:gd name="connsiteX9" fmla="*/ 49054 w 228695"/>
              <a:gd name="connsiteY9" fmla="*/ 86844 h 169521"/>
              <a:gd name="connsiteX10" fmla="*/ 88583 w 228695"/>
              <a:gd name="connsiteY10" fmla="*/ 109704 h 169521"/>
              <a:gd name="connsiteX11" fmla="*/ 88583 w 228695"/>
              <a:gd name="connsiteY11" fmla="*/ 124182 h 169521"/>
              <a:gd name="connsiteX12" fmla="*/ 93345 w 228695"/>
              <a:gd name="connsiteY12" fmla="*/ 128945 h 169521"/>
              <a:gd name="connsiteX13" fmla="*/ 98108 w 228695"/>
              <a:gd name="connsiteY13" fmla="*/ 124182 h 169521"/>
              <a:gd name="connsiteX14" fmla="*/ 98108 w 228695"/>
              <a:gd name="connsiteY14" fmla="*/ 109704 h 169521"/>
              <a:gd name="connsiteX15" fmla="*/ 113157 w 228695"/>
              <a:gd name="connsiteY15" fmla="*/ 101036 h 169521"/>
              <a:gd name="connsiteX16" fmla="*/ 114110 w 228695"/>
              <a:gd name="connsiteY16" fmla="*/ 100370 h 169521"/>
              <a:gd name="connsiteX17" fmla="*/ 115348 w 228695"/>
              <a:gd name="connsiteY17" fmla="*/ 99703 h 169521"/>
              <a:gd name="connsiteX18" fmla="*/ 105823 w 228695"/>
              <a:gd name="connsiteY18" fmla="*/ 94178 h 169521"/>
              <a:gd name="connsiteX19" fmla="*/ 93440 w 228695"/>
              <a:gd name="connsiteY19" fmla="*/ 101417 h 169521"/>
              <a:gd name="connsiteX20" fmla="*/ 54007 w 228695"/>
              <a:gd name="connsiteY20" fmla="*/ 78653 h 169521"/>
              <a:gd name="connsiteX21" fmla="*/ 54102 w 228695"/>
              <a:gd name="connsiteY21" fmla="*/ 33028 h 169521"/>
              <a:gd name="connsiteX22" fmla="*/ 93631 w 228695"/>
              <a:gd name="connsiteY22" fmla="*/ 10168 h 169521"/>
              <a:gd name="connsiteX23" fmla="*/ 117538 w 228695"/>
              <a:gd name="connsiteY23" fmla="*/ 23979 h 169521"/>
              <a:gd name="connsiteX24" fmla="*/ 124016 w 228695"/>
              <a:gd name="connsiteY24" fmla="*/ 22265 h 169521"/>
              <a:gd name="connsiteX25" fmla="*/ 122301 w 228695"/>
              <a:gd name="connsiteY25" fmla="*/ 15788 h 169521"/>
              <a:gd name="connsiteX26" fmla="*/ 96012 w 228695"/>
              <a:gd name="connsiteY26" fmla="*/ 643 h 169521"/>
              <a:gd name="connsiteX27" fmla="*/ 91250 w 228695"/>
              <a:gd name="connsiteY27" fmla="*/ 643 h 169521"/>
              <a:gd name="connsiteX28" fmla="*/ 46958 w 228695"/>
              <a:gd name="connsiteY28" fmla="*/ 26170 h 169521"/>
              <a:gd name="connsiteX29" fmla="*/ 44577 w 228695"/>
              <a:gd name="connsiteY29" fmla="*/ 30266 h 169521"/>
              <a:gd name="connsiteX30" fmla="*/ 44482 w 228695"/>
              <a:gd name="connsiteY30" fmla="*/ 78653 h 169521"/>
              <a:gd name="connsiteX31" fmla="*/ 2381 w 228695"/>
              <a:gd name="connsiteY31" fmla="*/ 102846 h 169521"/>
              <a:gd name="connsiteX32" fmla="*/ 0 w 228695"/>
              <a:gd name="connsiteY32" fmla="*/ 106942 h 169521"/>
              <a:gd name="connsiteX33" fmla="*/ 0 w 228695"/>
              <a:gd name="connsiteY33" fmla="*/ 150947 h 169521"/>
              <a:gd name="connsiteX34" fmla="*/ 18574 w 228695"/>
              <a:gd name="connsiteY34" fmla="*/ 169521 h 169521"/>
              <a:gd name="connsiteX35" fmla="*/ 210121 w 228695"/>
              <a:gd name="connsiteY35" fmla="*/ 169521 h 169521"/>
              <a:gd name="connsiteX36" fmla="*/ 228695 w 228695"/>
              <a:gd name="connsiteY36" fmla="*/ 150947 h 169521"/>
              <a:gd name="connsiteX37" fmla="*/ 228695 w 228695"/>
              <a:gd name="connsiteY37" fmla="*/ 106942 h 169521"/>
              <a:gd name="connsiteX38" fmla="*/ 226219 w 228695"/>
              <a:gd name="connsiteY38" fmla="*/ 102751 h 169521"/>
              <a:gd name="connsiteX39" fmla="*/ 114681 w 228695"/>
              <a:gd name="connsiteY39" fmla="*/ 44744 h 169521"/>
              <a:gd name="connsiteX40" fmla="*/ 114681 w 228695"/>
              <a:gd name="connsiteY40" fmla="*/ 87797 h 169521"/>
              <a:gd name="connsiteX41" fmla="*/ 116777 w 228695"/>
              <a:gd name="connsiteY41" fmla="*/ 91511 h 169521"/>
              <a:gd name="connsiteX42" fmla="*/ 154019 w 228695"/>
              <a:gd name="connsiteY42" fmla="*/ 112943 h 169521"/>
              <a:gd name="connsiteX43" fmla="*/ 158305 w 228695"/>
              <a:gd name="connsiteY43" fmla="*/ 112943 h 169521"/>
              <a:gd name="connsiteX44" fmla="*/ 195548 w 228695"/>
              <a:gd name="connsiteY44" fmla="*/ 91511 h 169521"/>
              <a:gd name="connsiteX45" fmla="*/ 197644 w 228695"/>
              <a:gd name="connsiteY45" fmla="*/ 87797 h 169521"/>
              <a:gd name="connsiteX46" fmla="*/ 197644 w 228695"/>
              <a:gd name="connsiteY46" fmla="*/ 44839 h 169521"/>
              <a:gd name="connsiteX47" fmla="*/ 195548 w 228695"/>
              <a:gd name="connsiteY47" fmla="*/ 41124 h 169521"/>
              <a:gd name="connsiteX48" fmla="*/ 158305 w 228695"/>
              <a:gd name="connsiteY48" fmla="*/ 19693 h 169521"/>
              <a:gd name="connsiteX49" fmla="*/ 154019 w 228695"/>
              <a:gd name="connsiteY49" fmla="*/ 19693 h 169521"/>
              <a:gd name="connsiteX50" fmla="*/ 116777 w 228695"/>
              <a:gd name="connsiteY50" fmla="*/ 41124 h 169521"/>
              <a:gd name="connsiteX51" fmla="*/ 114681 w 228695"/>
              <a:gd name="connsiteY51" fmla="*/ 44744 h 169521"/>
              <a:gd name="connsiteX52" fmla="*/ 123254 w 228695"/>
              <a:gd name="connsiteY52" fmla="*/ 47220 h 169521"/>
              <a:gd name="connsiteX53" fmla="*/ 156210 w 228695"/>
              <a:gd name="connsiteY53" fmla="*/ 28170 h 169521"/>
              <a:gd name="connsiteX54" fmla="*/ 189167 w 228695"/>
              <a:gd name="connsiteY54" fmla="*/ 47220 h 169521"/>
              <a:gd name="connsiteX55" fmla="*/ 189167 w 228695"/>
              <a:gd name="connsiteY55" fmla="*/ 85225 h 169521"/>
              <a:gd name="connsiteX56" fmla="*/ 156210 w 228695"/>
              <a:gd name="connsiteY56" fmla="*/ 104275 h 169521"/>
              <a:gd name="connsiteX57" fmla="*/ 123254 w 228695"/>
              <a:gd name="connsiteY57" fmla="*/ 85225 h 169521"/>
              <a:gd name="connsiteX58" fmla="*/ 123254 w 228695"/>
              <a:gd name="connsiteY58" fmla="*/ 47220 h 1695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228695" h="169521">
                <a:moveTo>
                  <a:pt x="226219" y="102751"/>
                </a:moveTo>
                <a:lnTo>
                  <a:pt x="208883" y="92750"/>
                </a:lnTo>
                <a:lnTo>
                  <a:pt x="199358" y="98274"/>
                </a:lnTo>
                <a:lnTo>
                  <a:pt x="219075" y="109609"/>
                </a:lnTo>
                <a:lnTo>
                  <a:pt x="219075" y="150852"/>
                </a:lnTo>
                <a:cubicBezTo>
                  <a:pt x="219075" y="155805"/>
                  <a:pt x="215075" y="159901"/>
                  <a:pt x="210026" y="159901"/>
                </a:cubicBezTo>
                <a:lnTo>
                  <a:pt x="18479" y="159901"/>
                </a:lnTo>
                <a:cubicBezTo>
                  <a:pt x="13526" y="159901"/>
                  <a:pt x="9430" y="155900"/>
                  <a:pt x="9430" y="150852"/>
                </a:cubicBezTo>
                <a:lnTo>
                  <a:pt x="9430" y="109609"/>
                </a:lnTo>
                <a:lnTo>
                  <a:pt x="49054" y="86844"/>
                </a:lnTo>
                <a:lnTo>
                  <a:pt x="88583" y="109704"/>
                </a:lnTo>
                <a:lnTo>
                  <a:pt x="88583" y="124182"/>
                </a:lnTo>
                <a:cubicBezTo>
                  <a:pt x="88583" y="126754"/>
                  <a:pt x="90678" y="128945"/>
                  <a:pt x="93345" y="128945"/>
                </a:cubicBezTo>
                <a:cubicBezTo>
                  <a:pt x="95917" y="128945"/>
                  <a:pt x="98108" y="126849"/>
                  <a:pt x="98108" y="124182"/>
                </a:cubicBezTo>
                <a:lnTo>
                  <a:pt x="98108" y="109704"/>
                </a:lnTo>
                <a:lnTo>
                  <a:pt x="113157" y="101036"/>
                </a:lnTo>
                <a:cubicBezTo>
                  <a:pt x="113538" y="100846"/>
                  <a:pt x="113824" y="100655"/>
                  <a:pt x="114110" y="100370"/>
                </a:cubicBezTo>
                <a:lnTo>
                  <a:pt x="115348" y="99703"/>
                </a:lnTo>
                <a:lnTo>
                  <a:pt x="105823" y="94178"/>
                </a:lnTo>
                <a:lnTo>
                  <a:pt x="93440" y="101417"/>
                </a:lnTo>
                <a:lnTo>
                  <a:pt x="54007" y="78653"/>
                </a:lnTo>
                <a:lnTo>
                  <a:pt x="54102" y="33028"/>
                </a:lnTo>
                <a:lnTo>
                  <a:pt x="93631" y="10168"/>
                </a:lnTo>
                <a:lnTo>
                  <a:pt x="117538" y="23979"/>
                </a:lnTo>
                <a:cubicBezTo>
                  <a:pt x="119825" y="25313"/>
                  <a:pt x="122777" y="24455"/>
                  <a:pt x="124016" y="22265"/>
                </a:cubicBezTo>
                <a:cubicBezTo>
                  <a:pt x="125349" y="19979"/>
                  <a:pt x="124492" y="17026"/>
                  <a:pt x="122301" y="15788"/>
                </a:cubicBezTo>
                <a:lnTo>
                  <a:pt x="96012" y="643"/>
                </a:lnTo>
                <a:cubicBezTo>
                  <a:pt x="94583" y="-214"/>
                  <a:pt x="92678" y="-214"/>
                  <a:pt x="91250" y="643"/>
                </a:cubicBezTo>
                <a:lnTo>
                  <a:pt x="46958" y="26170"/>
                </a:lnTo>
                <a:cubicBezTo>
                  <a:pt x="45529" y="27027"/>
                  <a:pt x="44577" y="28551"/>
                  <a:pt x="44577" y="30266"/>
                </a:cubicBezTo>
                <a:lnTo>
                  <a:pt x="44482" y="78653"/>
                </a:lnTo>
                <a:lnTo>
                  <a:pt x="2381" y="102846"/>
                </a:lnTo>
                <a:cubicBezTo>
                  <a:pt x="857" y="103703"/>
                  <a:pt x="0" y="105227"/>
                  <a:pt x="0" y="106942"/>
                </a:cubicBezTo>
                <a:lnTo>
                  <a:pt x="0" y="150947"/>
                </a:lnTo>
                <a:cubicBezTo>
                  <a:pt x="0" y="161139"/>
                  <a:pt x="8287" y="169521"/>
                  <a:pt x="18574" y="169521"/>
                </a:cubicBezTo>
                <a:lnTo>
                  <a:pt x="210121" y="169521"/>
                </a:lnTo>
                <a:cubicBezTo>
                  <a:pt x="220313" y="169521"/>
                  <a:pt x="228695" y="161234"/>
                  <a:pt x="228695" y="150947"/>
                </a:cubicBezTo>
                <a:lnTo>
                  <a:pt x="228695" y="106942"/>
                </a:lnTo>
                <a:cubicBezTo>
                  <a:pt x="228600" y="105132"/>
                  <a:pt x="227648" y="103513"/>
                  <a:pt x="226219" y="102751"/>
                </a:cubicBezTo>
                <a:close/>
                <a:moveTo>
                  <a:pt x="114681" y="44744"/>
                </a:moveTo>
                <a:lnTo>
                  <a:pt x="114681" y="87797"/>
                </a:lnTo>
                <a:cubicBezTo>
                  <a:pt x="114681" y="89321"/>
                  <a:pt x="115443" y="90749"/>
                  <a:pt x="116777" y="91511"/>
                </a:cubicBezTo>
                <a:lnTo>
                  <a:pt x="154019" y="112943"/>
                </a:lnTo>
                <a:cubicBezTo>
                  <a:pt x="155353" y="113705"/>
                  <a:pt x="156972" y="113705"/>
                  <a:pt x="158305" y="112943"/>
                </a:cubicBezTo>
                <a:lnTo>
                  <a:pt x="195548" y="91511"/>
                </a:lnTo>
                <a:cubicBezTo>
                  <a:pt x="196882" y="90749"/>
                  <a:pt x="197644" y="89321"/>
                  <a:pt x="197644" y="87797"/>
                </a:cubicBezTo>
                <a:lnTo>
                  <a:pt x="197644" y="44839"/>
                </a:lnTo>
                <a:cubicBezTo>
                  <a:pt x="197549" y="43220"/>
                  <a:pt x="196787" y="41791"/>
                  <a:pt x="195548" y="41124"/>
                </a:cubicBezTo>
                <a:lnTo>
                  <a:pt x="158305" y="19693"/>
                </a:lnTo>
                <a:cubicBezTo>
                  <a:pt x="156972" y="18931"/>
                  <a:pt x="155353" y="18931"/>
                  <a:pt x="154019" y="19693"/>
                </a:cubicBezTo>
                <a:lnTo>
                  <a:pt x="116777" y="41124"/>
                </a:lnTo>
                <a:cubicBezTo>
                  <a:pt x="115538" y="41791"/>
                  <a:pt x="114681" y="43220"/>
                  <a:pt x="114681" y="44744"/>
                </a:cubicBezTo>
                <a:close/>
                <a:moveTo>
                  <a:pt x="123254" y="47220"/>
                </a:moveTo>
                <a:lnTo>
                  <a:pt x="156210" y="28170"/>
                </a:lnTo>
                <a:lnTo>
                  <a:pt x="189167" y="47220"/>
                </a:lnTo>
                <a:lnTo>
                  <a:pt x="189167" y="85225"/>
                </a:lnTo>
                <a:lnTo>
                  <a:pt x="156210" y="104275"/>
                </a:lnTo>
                <a:lnTo>
                  <a:pt x="123254" y="85225"/>
                </a:lnTo>
                <a:lnTo>
                  <a:pt x="123254" y="47220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0" name="Freeform: Shape 289">
            <a:extLst>
              <a:ext uri="{FF2B5EF4-FFF2-40B4-BE49-F238E27FC236}">
                <a16:creationId xmlns:a16="http://schemas.microsoft.com/office/drawing/2014/main" id="{004692B8-737E-43D6-8EB9-927D9CB286D6}"/>
              </a:ext>
            </a:extLst>
          </p:cNvPr>
          <p:cNvSpPr/>
          <p:nvPr/>
        </p:nvSpPr>
        <p:spPr>
          <a:xfrm>
            <a:off x="11443726" y="3072243"/>
            <a:ext cx="220599" cy="228576"/>
          </a:xfrm>
          <a:custGeom>
            <a:avLst/>
            <a:gdLst>
              <a:gd name="connsiteX0" fmla="*/ 110491 w 220599"/>
              <a:gd name="connsiteY0" fmla="*/ 9406 h 228576"/>
              <a:gd name="connsiteX1" fmla="*/ 168593 w 220599"/>
              <a:gd name="connsiteY1" fmla="*/ 43029 h 228576"/>
              <a:gd name="connsiteX2" fmla="*/ 173165 w 220599"/>
              <a:gd name="connsiteY2" fmla="*/ 35219 h 228576"/>
              <a:gd name="connsiteX3" fmla="*/ 113920 w 220599"/>
              <a:gd name="connsiteY3" fmla="*/ 929 h 228576"/>
              <a:gd name="connsiteX4" fmla="*/ 107062 w 220599"/>
              <a:gd name="connsiteY4" fmla="*/ 929 h 228576"/>
              <a:gd name="connsiteX5" fmla="*/ 47911 w 220599"/>
              <a:gd name="connsiteY5" fmla="*/ 35123 h 228576"/>
              <a:gd name="connsiteX6" fmla="*/ 52484 w 220599"/>
              <a:gd name="connsiteY6" fmla="*/ 42934 h 228576"/>
              <a:gd name="connsiteX7" fmla="*/ 110491 w 220599"/>
              <a:gd name="connsiteY7" fmla="*/ 9406 h 228576"/>
              <a:gd name="connsiteX8" fmla="*/ 26957 w 220599"/>
              <a:gd name="connsiteY8" fmla="*/ 85320 h 228576"/>
              <a:gd name="connsiteX9" fmla="*/ 17908 w 220599"/>
              <a:gd name="connsiteY9" fmla="*/ 85320 h 228576"/>
              <a:gd name="connsiteX10" fmla="*/ 17908 w 220599"/>
              <a:gd name="connsiteY10" fmla="*/ 155615 h 228576"/>
              <a:gd name="connsiteX11" fmla="*/ 21337 w 220599"/>
              <a:gd name="connsiteY11" fmla="*/ 161520 h 228576"/>
              <a:gd name="connsiteX12" fmla="*/ 80773 w 220599"/>
              <a:gd name="connsiteY12" fmla="*/ 195905 h 228576"/>
              <a:gd name="connsiteX13" fmla="*/ 85345 w 220599"/>
              <a:gd name="connsiteY13" fmla="*/ 188095 h 228576"/>
              <a:gd name="connsiteX14" fmla="*/ 26957 w 220599"/>
              <a:gd name="connsiteY14" fmla="*/ 154281 h 228576"/>
              <a:gd name="connsiteX15" fmla="*/ 26957 w 220599"/>
              <a:gd name="connsiteY15" fmla="*/ 85320 h 228576"/>
              <a:gd name="connsiteX16" fmla="*/ 194120 w 220599"/>
              <a:gd name="connsiteY16" fmla="*/ 154472 h 228576"/>
              <a:gd name="connsiteX17" fmla="*/ 136684 w 220599"/>
              <a:gd name="connsiteY17" fmla="*/ 187714 h 228576"/>
              <a:gd name="connsiteX18" fmla="*/ 141257 w 220599"/>
              <a:gd name="connsiteY18" fmla="*/ 195524 h 228576"/>
              <a:gd name="connsiteX19" fmla="*/ 199835 w 220599"/>
              <a:gd name="connsiteY19" fmla="*/ 161615 h 228576"/>
              <a:gd name="connsiteX20" fmla="*/ 203169 w 220599"/>
              <a:gd name="connsiteY20" fmla="*/ 155710 h 228576"/>
              <a:gd name="connsiteX21" fmla="*/ 203169 w 220599"/>
              <a:gd name="connsiteY21" fmla="*/ 85320 h 228576"/>
              <a:gd name="connsiteX22" fmla="*/ 194120 w 220599"/>
              <a:gd name="connsiteY22" fmla="*/ 85320 h 228576"/>
              <a:gd name="connsiteX23" fmla="*/ 194120 w 220599"/>
              <a:gd name="connsiteY23" fmla="*/ 154472 h 228576"/>
              <a:gd name="connsiteX24" fmla="*/ 198407 w 220599"/>
              <a:gd name="connsiteY24" fmla="*/ 31980 h 228576"/>
              <a:gd name="connsiteX25" fmla="*/ 198216 w 220599"/>
              <a:gd name="connsiteY25" fmla="*/ 31980 h 228576"/>
              <a:gd name="connsiteX26" fmla="*/ 176213 w 220599"/>
              <a:gd name="connsiteY26" fmla="*/ 54173 h 228576"/>
              <a:gd name="connsiteX27" fmla="*/ 198407 w 220599"/>
              <a:gd name="connsiteY27" fmla="*/ 76367 h 228576"/>
              <a:gd name="connsiteX28" fmla="*/ 220600 w 220599"/>
              <a:gd name="connsiteY28" fmla="*/ 54173 h 228576"/>
              <a:gd name="connsiteX29" fmla="*/ 198407 w 220599"/>
              <a:gd name="connsiteY29" fmla="*/ 31980 h 228576"/>
              <a:gd name="connsiteX30" fmla="*/ 198407 w 220599"/>
              <a:gd name="connsiteY30" fmla="*/ 67127 h 228576"/>
              <a:gd name="connsiteX31" fmla="*/ 185357 w 220599"/>
              <a:gd name="connsiteY31" fmla="*/ 54078 h 228576"/>
              <a:gd name="connsiteX32" fmla="*/ 198407 w 220599"/>
              <a:gd name="connsiteY32" fmla="*/ 41029 h 228576"/>
              <a:gd name="connsiteX33" fmla="*/ 211456 w 220599"/>
              <a:gd name="connsiteY33" fmla="*/ 54078 h 228576"/>
              <a:gd name="connsiteX34" fmla="*/ 198407 w 220599"/>
              <a:gd name="connsiteY34" fmla="*/ 67127 h 228576"/>
              <a:gd name="connsiteX35" fmla="*/ 44292 w 220599"/>
              <a:gd name="connsiteY35" fmla="*/ 54078 h 228576"/>
              <a:gd name="connsiteX36" fmla="*/ 22194 w 220599"/>
              <a:gd name="connsiteY36" fmla="*/ 31885 h 228576"/>
              <a:gd name="connsiteX37" fmla="*/ 22003 w 220599"/>
              <a:gd name="connsiteY37" fmla="*/ 31885 h 228576"/>
              <a:gd name="connsiteX38" fmla="*/ 1 w 220599"/>
              <a:gd name="connsiteY38" fmla="*/ 54078 h 228576"/>
              <a:gd name="connsiteX39" fmla="*/ 22099 w 220599"/>
              <a:gd name="connsiteY39" fmla="*/ 76176 h 228576"/>
              <a:gd name="connsiteX40" fmla="*/ 44292 w 220599"/>
              <a:gd name="connsiteY40" fmla="*/ 54078 h 228576"/>
              <a:gd name="connsiteX41" fmla="*/ 9145 w 220599"/>
              <a:gd name="connsiteY41" fmla="*/ 54078 h 228576"/>
              <a:gd name="connsiteX42" fmla="*/ 22194 w 220599"/>
              <a:gd name="connsiteY42" fmla="*/ 41029 h 228576"/>
              <a:gd name="connsiteX43" fmla="*/ 35243 w 220599"/>
              <a:gd name="connsiteY43" fmla="*/ 54078 h 228576"/>
              <a:gd name="connsiteX44" fmla="*/ 22194 w 220599"/>
              <a:gd name="connsiteY44" fmla="*/ 67127 h 228576"/>
              <a:gd name="connsiteX45" fmla="*/ 9145 w 220599"/>
              <a:gd name="connsiteY45" fmla="*/ 54078 h 228576"/>
              <a:gd name="connsiteX46" fmla="*/ 110872 w 220599"/>
              <a:gd name="connsiteY46" fmla="*/ 184190 h 228576"/>
              <a:gd name="connsiteX47" fmla="*/ 110681 w 220599"/>
              <a:gd name="connsiteY47" fmla="*/ 184190 h 228576"/>
              <a:gd name="connsiteX48" fmla="*/ 88774 w 220599"/>
              <a:gd name="connsiteY48" fmla="*/ 206383 h 228576"/>
              <a:gd name="connsiteX49" fmla="*/ 110967 w 220599"/>
              <a:gd name="connsiteY49" fmla="*/ 228576 h 228576"/>
              <a:gd name="connsiteX50" fmla="*/ 133160 w 220599"/>
              <a:gd name="connsiteY50" fmla="*/ 206383 h 228576"/>
              <a:gd name="connsiteX51" fmla="*/ 110872 w 220599"/>
              <a:gd name="connsiteY51" fmla="*/ 184190 h 228576"/>
              <a:gd name="connsiteX52" fmla="*/ 110872 w 220599"/>
              <a:gd name="connsiteY52" fmla="*/ 219432 h 228576"/>
              <a:gd name="connsiteX53" fmla="*/ 97823 w 220599"/>
              <a:gd name="connsiteY53" fmla="*/ 206383 h 228576"/>
              <a:gd name="connsiteX54" fmla="*/ 110872 w 220599"/>
              <a:gd name="connsiteY54" fmla="*/ 193334 h 228576"/>
              <a:gd name="connsiteX55" fmla="*/ 123921 w 220599"/>
              <a:gd name="connsiteY55" fmla="*/ 206383 h 228576"/>
              <a:gd name="connsiteX56" fmla="*/ 110872 w 220599"/>
              <a:gd name="connsiteY56" fmla="*/ 219432 h 228576"/>
              <a:gd name="connsiteX57" fmla="*/ 90774 w 220599"/>
              <a:gd name="connsiteY57" fmla="*/ 143232 h 228576"/>
              <a:gd name="connsiteX58" fmla="*/ 90774 w 220599"/>
              <a:gd name="connsiteY58" fmla="*/ 124563 h 228576"/>
              <a:gd name="connsiteX59" fmla="*/ 107824 w 220599"/>
              <a:gd name="connsiteY59" fmla="*/ 107513 h 228576"/>
              <a:gd name="connsiteX60" fmla="*/ 137066 w 220599"/>
              <a:gd name="connsiteY60" fmla="*/ 146471 h 228576"/>
              <a:gd name="connsiteX61" fmla="*/ 137161 w 220599"/>
              <a:gd name="connsiteY61" fmla="*/ 146661 h 228576"/>
              <a:gd name="connsiteX62" fmla="*/ 143447 w 220599"/>
              <a:gd name="connsiteY62" fmla="*/ 147423 h 228576"/>
              <a:gd name="connsiteX63" fmla="*/ 144209 w 220599"/>
              <a:gd name="connsiteY63" fmla="*/ 141137 h 228576"/>
              <a:gd name="connsiteX64" fmla="*/ 114206 w 220599"/>
              <a:gd name="connsiteY64" fmla="*/ 101227 h 228576"/>
              <a:gd name="connsiteX65" fmla="*/ 143257 w 220599"/>
              <a:gd name="connsiteY65" fmla="*/ 72176 h 228576"/>
              <a:gd name="connsiteX66" fmla="*/ 143257 w 220599"/>
              <a:gd name="connsiteY66" fmla="*/ 65794 h 228576"/>
              <a:gd name="connsiteX67" fmla="*/ 136875 w 220599"/>
              <a:gd name="connsiteY67" fmla="*/ 65794 h 228576"/>
              <a:gd name="connsiteX68" fmla="*/ 90774 w 220599"/>
              <a:gd name="connsiteY68" fmla="*/ 111895 h 228576"/>
              <a:gd name="connsiteX69" fmla="*/ 90774 w 220599"/>
              <a:gd name="connsiteY69" fmla="*/ 69318 h 228576"/>
              <a:gd name="connsiteX70" fmla="*/ 86488 w 220599"/>
              <a:gd name="connsiteY70" fmla="*/ 65032 h 228576"/>
              <a:gd name="connsiteX71" fmla="*/ 81916 w 220599"/>
              <a:gd name="connsiteY71" fmla="*/ 69318 h 228576"/>
              <a:gd name="connsiteX72" fmla="*/ 81916 w 220599"/>
              <a:gd name="connsiteY72" fmla="*/ 143232 h 228576"/>
              <a:gd name="connsiteX73" fmla="*/ 86202 w 220599"/>
              <a:gd name="connsiteY73" fmla="*/ 147518 h 228576"/>
              <a:gd name="connsiteX74" fmla="*/ 90774 w 220599"/>
              <a:gd name="connsiteY74" fmla="*/ 143232 h 22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220599" h="228576">
                <a:moveTo>
                  <a:pt x="110491" y="9406"/>
                </a:moveTo>
                <a:lnTo>
                  <a:pt x="168593" y="43029"/>
                </a:lnTo>
                <a:lnTo>
                  <a:pt x="173165" y="35219"/>
                </a:lnTo>
                <a:lnTo>
                  <a:pt x="113920" y="929"/>
                </a:lnTo>
                <a:cubicBezTo>
                  <a:pt x="111824" y="-310"/>
                  <a:pt x="109157" y="-310"/>
                  <a:pt x="107062" y="929"/>
                </a:cubicBezTo>
                <a:lnTo>
                  <a:pt x="47911" y="35123"/>
                </a:lnTo>
                <a:lnTo>
                  <a:pt x="52484" y="42934"/>
                </a:lnTo>
                <a:lnTo>
                  <a:pt x="110491" y="9406"/>
                </a:lnTo>
                <a:close/>
                <a:moveTo>
                  <a:pt x="26957" y="85320"/>
                </a:moveTo>
                <a:lnTo>
                  <a:pt x="17908" y="85320"/>
                </a:lnTo>
                <a:lnTo>
                  <a:pt x="17908" y="155615"/>
                </a:lnTo>
                <a:cubicBezTo>
                  <a:pt x="17908" y="157996"/>
                  <a:pt x="19241" y="160282"/>
                  <a:pt x="21337" y="161520"/>
                </a:cubicBezTo>
                <a:lnTo>
                  <a:pt x="80773" y="195905"/>
                </a:lnTo>
                <a:lnTo>
                  <a:pt x="85345" y="188095"/>
                </a:lnTo>
                <a:lnTo>
                  <a:pt x="26957" y="154281"/>
                </a:lnTo>
                <a:lnTo>
                  <a:pt x="26957" y="85320"/>
                </a:lnTo>
                <a:close/>
                <a:moveTo>
                  <a:pt x="194120" y="154472"/>
                </a:moveTo>
                <a:lnTo>
                  <a:pt x="136684" y="187714"/>
                </a:lnTo>
                <a:lnTo>
                  <a:pt x="141257" y="195524"/>
                </a:lnTo>
                <a:lnTo>
                  <a:pt x="199835" y="161615"/>
                </a:lnTo>
                <a:cubicBezTo>
                  <a:pt x="201931" y="160377"/>
                  <a:pt x="203169" y="158186"/>
                  <a:pt x="203169" y="155710"/>
                </a:cubicBezTo>
                <a:lnTo>
                  <a:pt x="203169" y="85320"/>
                </a:lnTo>
                <a:lnTo>
                  <a:pt x="194120" y="85320"/>
                </a:lnTo>
                <a:lnTo>
                  <a:pt x="194120" y="154472"/>
                </a:lnTo>
                <a:close/>
                <a:moveTo>
                  <a:pt x="198407" y="31980"/>
                </a:moveTo>
                <a:lnTo>
                  <a:pt x="198216" y="31980"/>
                </a:lnTo>
                <a:cubicBezTo>
                  <a:pt x="186024" y="32075"/>
                  <a:pt x="176118" y="41981"/>
                  <a:pt x="176213" y="54173"/>
                </a:cubicBezTo>
                <a:cubicBezTo>
                  <a:pt x="176213" y="66365"/>
                  <a:pt x="186119" y="76367"/>
                  <a:pt x="198407" y="76367"/>
                </a:cubicBezTo>
                <a:cubicBezTo>
                  <a:pt x="210694" y="76367"/>
                  <a:pt x="220600" y="66461"/>
                  <a:pt x="220600" y="54173"/>
                </a:cubicBezTo>
                <a:cubicBezTo>
                  <a:pt x="220504" y="41886"/>
                  <a:pt x="210599" y="31980"/>
                  <a:pt x="198407" y="31980"/>
                </a:cubicBezTo>
                <a:close/>
                <a:moveTo>
                  <a:pt x="198407" y="67127"/>
                </a:moveTo>
                <a:cubicBezTo>
                  <a:pt x="191168" y="67127"/>
                  <a:pt x="185357" y="61317"/>
                  <a:pt x="185357" y="54078"/>
                </a:cubicBezTo>
                <a:cubicBezTo>
                  <a:pt x="185357" y="46839"/>
                  <a:pt x="191168" y="41029"/>
                  <a:pt x="198407" y="41029"/>
                </a:cubicBezTo>
                <a:cubicBezTo>
                  <a:pt x="205645" y="41029"/>
                  <a:pt x="211456" y="46839"/>
                  <a:pt x="211456" y="54078"/>
                </a:cubicBezTo>
                <a:cubicBezTo>
                  <a:pt x="211456" y="61317"/>
                  <a:pt x="205550" y="67127"/>
                  <a:pt x="198407" y="67127"/>
                </a:cubicBezTo>
                <a:close/>
                <a:moveTo>
                  <a:pt x="44292" y="54078"/>
                </a:moveTo>
                <a:cubicBezTo>
                  <a:pt x="44387" y="41886"/>
                  <a:pt x="34386" y="31885"/>
                  <a:pt x="22194" y="31885"/>
                </a:cubicBezTo>
                <a:lnTo>
                  <a:pt x="22003" y="31885"/>
                </a:lnTo>
                <a:cubicBezTo>
                  <a:pt x="9811" y="31980"/>
                  <a:pt x="-94" y="41886"/>
                  <a:pt x="1" y="54078"/>
                </a:cubicBezTo>
                <a:cubicBezTo>
                  <a:pt x="1" y="66270"/>
                  <a:pt x="9907" y="76271"/>
                  <a:pt x="22099" y="76176"/>
                </a:cubicBezTo>
                <a:cubicBezTo>
                  <a:pt x="34386" y="76271"/>
                  <a:pt x="44197" y="66365"/>
                  <a:pt x="44292" y="54078"/>
                </a:cubicBezTo>
                <a:close/>
                <a:moveTo>
                  <a:pt x="9145" y="54078"/>
                </a:moveTo>
                <a:cubicBezTo>
                  <a:pt x="9145" y="46839"/>
                  <a:pt x="14955" y="41029"/>
                  <a:pt x="22194" y="41029"/>
                </a:cubicBezTo>
                <a:cubicBezTo>
                  <a:pt x="29433" y="41029"/>
                  <a:pt x="35339" y="46839"/>
                  <a:pt x="35243" y="54078"/>
                </a:cubicBezTo>
                <a:cubicBezTo>
                  <a:pt x="35243" y="61317"/>
                  <a:pt x="29433" y="67127"/>
                  <a:pt x="22194" y="67127"/>
                </a:cubicBezTo>
                <a:cubicBezTo>
                  <a:pt x="14955" y="67127"/>
                  <a:pt x="9145" y="61317"/>
                  <a:pt x="9145" y="54078"/>
                </a:cubicBezTo>
                <a:close/>
                <a:moveTo>
                  <a:pt x="110872" y="184190"/>
                </a:moveTo>
                <a:lnTo>
                  <a:pt x="110681" y="184190"/>
                </a:lnTo>
                <a:cubicBezTo>
                  <a:pt x="98489" y="184285"/>
                  <a:pt x="88678" y="194191"/>
                  <a:pt x="88774" y="206383"/>
                </a:cubicBezTo>
                <a:cubicBezTo>
                  <a:pt x="88774" y="218575"/>
                  <a:pt x="98680" y="228576"/>
                  <a:pt x="110967" y="228576"/>
                </a:cubicBezTo>
                <a:cubicBezTo>
                  <a:pt x="123254" y="228576"/>
                  <a:pt x="133160" y="218670"/>
                  <a:pt x="133160" y="206383"/>
                </a:cubicBezTo>
                <a:cubicBezTo>
                  <a:pt x="133065" y="194191"/>
                  <a:pt x="123064" y="184190"/>
                  <a:pt x="110872" y="184190"/>
                </a:cubicBezTo>
                <a:close/>
                <a:moveTo>
                  <a:pt x="110872" y="219432"/>
                </a:moveTo>
                <a:cubicBezTo>
                  <a:pt x="103633" y="219432"/>
                  <a:pt x="97823" y="213622"/>
                  <a:pt x="97823" y="206383"/>
                </a:cubicBezTo>
                <a:cubicBezTo>
                  <a:pt x="97823" y="199144"/>
                  <a:pt x="103633" y="193334"/>
                  <a:pt x="110872" y="193334"/>
                </a:cubicBezTo>
                <a:cubicBezTo>
                  <a:pt x="118111" y="193334"/>
                  <a:pt x="124016" y="199144"/>
                  <a:pt x="123921" y="206383"/>
                </a:cubicBezTo>
                <a:cubicBezTo>
                  <a:pt x="123921" y="213622"/>
                  <a:pt x="118111" y="219432"/>
                  <a:pt x="110872" y="219432"/>
                </a:cubicBezTo>
                <a:close/>
                <a:moveTo>
                  <a:pt x="90774" y="143232"/>
                </a:moveTo>
                <a:lnTo>
                  <a:pt x="90774" y="124563"/>
                </a:lnTo>
                <a:lnTo>
                  <a:pt x="107824" y="107513"/>
                </a:lnTo>
                <a:lnTo>
                  <a:pt x="137066" y="146471"/>
                </a:lnTo>
                <a:cubicBezTo>
                  <a:pt x="137161" y="146566"/>
                  <a:pt x="137161" y="146566"/>
                  <a:pt x="137161" y="146661"/>
                </a:cubicBezTo>
                <a:cubicBezTo>
                  <a:pt x="138685" y="148661"/>
                  <a:pt x="141447" y="148947"/>
                  <a:pt x="143447" y="147423"/>
                </a:cubicBezTo>
                <a:cubicBezTo>
                  <a:pt x="145448" y="145899"/>
                  <a:pt x="145733" y="143137"/>
                  <a:pt x="144209" y="141137"/>
                </a:cubicBezTo>
                <a:lnTo>
                  <a:pt x="114206" y="101227"/>
                </a:lnTo>
                <a:lnTo>
                  <a:pt x="143257" y="72176"/>
                </a:lnTo>
                <a:cubicBezTo>
                  <a:pt x="144971" y="70461"/>
                  <a:pt x="144971" y="67604"/>
                  <a:pt x="143257" y="65794"/>
                </a:cubicBezTo>
                <a:cubicBezTo>
                  <a:pt x="141542" y="63984"/>
                  <a:pt x="138685" y="64079"/>
                  <a:pt x="136875" y="65794"/>
                </a:cubicBezTo>
                <a:lnTo>
                  <a:pt x="90774" y="111895"/>
                </a:lnTo>
                <a:lnTo>
                  <a:pt x="90774" y="69318"/>
                </a:lnTo>
                <a:cubicBezTo>
                  <a:pt x="90679" y="66937"/>
                  <a:pt x="88774" y="65032"/>
                  <a:pt x="86488" y="65032"/>
                </a:cubicBezTo>
                <a:cubicBezTo>
                  <a:pt x="84107" y="64937"/>
                  <a:pt x="82011" y="66842"/>
                  <a:pt x="81916" y="69318"/>
                </a:cubicBezTo>
                <a:lnTo>
                  <a:pt x="81916" y="143232"/>
                </a:lnTo>
                <a:cubicBezTo>
                  <a:pt x="82011" y="145613"/>
                  <a:pt x="83916" y="147518"/>
                  <a:pt x="86202" y="147518"/>
                </a:cubicBezTo>
                <a:cubicBezTo>
                  <a:pt x="88583" y="147614"/>
                  <a:pt x="90679" y="145709"/>
                  <a:pt x="90774" y="143232"/>
                </a:cubicBez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1" name="Freeform: Shape 290">
            <a:extLst>
              <a:ext uri="{FF2B5EF4-FFF2-40B4-BE49-F238E27FC236}">
                <a16:creationId xmlns:a16="http://schemas.microsoft.com/office/drawing/2014/main" id="{011881BF-D6CB-4B37-A496-9A5EEAFC2FA9}"/>
              </a:ext>
            </a:extLst>
          </p:cNvPr>
          <p:cNvSpPr/>
          <p:nvPr/>
        </p:nvSpPr>
        <p:spPr>
          <a:xfrm>
            <a:off x="3177842" y="4440797"/>
            <a:ext cx="227599" cy="228886"/>
          </a:xfrm>
          <a:custGeom>
            <a:avLst/>
            <a:gdLst>
              <a:gd name="connsiteX0" fmla="*/ 107347 w 227599"/>
              <a:gd name="connsiteY0" fmla="*/ 141065 h 228886"/>
              <a:gd name="connsiteX1" fmla="*/ 113252 w 227599"/>
              <a:gd name="connsiteY1" fmla="*/ 130207 h 228886"/>
              <a:gd name="connsiteX2" fmla="*/ 112014 w 227599"/>
              <a:gd name="connsiteY2" fmla="*/ 130207 h 228886"/>
              <a:gd name="connsiteX3" fmla="*/ 112109 w 227599"/>
              <a:gd name="connsiteY3" fmla="*/ 129254 h 228886"/>
              <a:gd name="connsiteX4" fmla="*/ 112109 w 227599"/>
              <a:gd name="connsiteY4" fmla="*/ 90869 h 228886"/>
              <a:gd name="connsiteX5" fmla="*/ 178213 w 227599"/>
              <a:gd name="connsiteY5" fmla="*/ 90869 h 228886"/>
              <a:gd name="connsiteX6" fmla="*/ 178213 w 227599"/>
              <a:gd name="connsiteY6" fmla="*/ 103537 h 228886"/>
              <a:gd name="connsiteX7" fmla="*/ 189071 w 227599"/>
              <a:gd name="connsiteY7" fmla="*/ 106680 h 228886"/>
              <a:gd name="connsiteX8" fmla="*/ 189071 w 227599"/>
              <a:gd name="connsiteY8" fmla="*/ 86678 h 228886"/>
              <a:gd name="connsiteX9" fmla="*/ 182308 w 227599"/>
              <a:gd name="connsiteY9" fmla="*/ 79915 h 228886"/>
              <a:gd name="connsiteX10" fmla="*/ 112300 w 227599"/>
              <a:gd name="connsiteY10" fmla="*/ 79915 h 228886"/>
              <a:gd name="connsiteX11" fmla="*/ 112300 w 227599"/>
              <a:gd name="connsiteY11" fmla="*/ 51816 h 228886"/>
              <a:gd name="connsiteX12" fmla="*/ 132588 w 227599"/>
              <a:gd name="connsiteY12" fmla="*/ 51816 h 228886"/>
              <a:gd name="connsiteX13" fmla="*/ 138017 w 227599"/>
              <a:gd name="connsiteY13" fmla="*/ 46387 h 228886"/>
              <a:gd name="connsiteX14" fmla="*/ 138017 w 227599"/>
              <a:gd name="connsiteY14" fmla="*/ 5429 h 228886"/>
              <a:gd name="connsiteX15" fmla="*/ 132588 w 227599"/>
              <a:gd name="connsiteY15" fmla="*/ 0 h 228886"/>
              <a:gd name="connsiteX16" fmla="*/ 81534 w 227599"/>
              <a:gd name="connsiteY16" fmla="*/ 0 h 228886"/>
              <a:gd name="connsiteX17" fmla="*/ 76105 w 227599"/>
              <a:gd name="connsiteY17" fmla="*/ 5429 h 228886"/>
              <a:gd name="connsiteX18" fmla="*/ 76105 w 227599"/>
              <a:gd name="connsiteY18" fmla="*/ 46387 h 228886"/>
              <a:gd name="connsiteX19" fmla="*/ 81534 w 227599"/>
              <a:gd name="connsiteY19" fmla="*/ 51816 h 228886"/>
              <a:gd name="connsiteX20" fmla="*/ 101346 w 227599"/>
              <a:gd name="connsiteY20" fmla="*/ 51816 h 228886"/>
              <a:gd name="connsiteX21" fmla="*/ 101346 w 227599"/>
              <a:gd name="connsiteY21" fmla="*/ 79915 h 228886"/>
              <a:gd name="connsiteX22" fmla="*/ 32194 w 227599"/>
              <a:gd name="connsiteY22" fmla="*/ 79915 h 228886"/>
              <a:gd name="connsiteX23" fmla="*/ 25432 w 227599"/>
              <a:gd name="connsiteY23" fmla="*/ 86678 h 228886"/>
              <a:gd name="connsiteX24" fmla="*/ 25432 w 227599"/>
              <a:gd name="connsiteY24" fmla="*/ 130112 h 228886"/>
              <a:gd name="connsiteX25" fmla="*/ 5429 w 227599"/>
              <a:gd name="connsiteY25" fmla="*/ 130112 h 228886"/>
              <a:gd name="connsiteX26" fmla="*/ 0 w 227599"/>
              <a:gd name="connsiteY26" fmla="*/ 135541 h 228886"/>
              <a:gd name="connsiteX27" fmla="*/ 0 w 227599"/>
              <a:gd name="connsiteY27" fmla="*/ 176498 h 228886"/>
              <a:gd name="connsiteX28" fmla="*/ 5429 w 227599"/>
              <a:gd name="connsiteY28" fmla="*/ 181928 h 228886"/>
              <a:gd name="connsiteX29" fmla="*/ 56483 w 227599"/>
              <a:gd name="connsiteY29" fmla="*/ 181928 h 228886"/>
              <a:gd name="connsiteX30" fmla="*/ 61913 w 227599"/>
              <a:gd name="connsiteY30" fmla="*/ 176498 h 228886"/>
              <a:gd name="connsiteX31" fmla="*/ 61913 w 227599"/>
              <a:gd name="connsiteY31" fmla="*/ 135636 h 228886"/>
              <a:gd name="connsiteX32" fmla="*/ 56483 w 227599"/>
              <a:gd name="connsiteY32" fmla="*/ 130207 h 228886"/>
              <a:gd name="connsiteX33" fmla="*/ 36385 w 227599"/>
              <a:gd name="connsiteY33" fmla="*/ 130207 h 228886"/>
              <a:gd name="connsiteX34" fmla="*/ 36385 w 227599"/>
              <a:gd name="connsiteY34" fmla="*/ 90773 h 228886"/>
              <a:gd name="connsiteX35" fmla="*/ 101441 w 227599"/>
              <a:gd name="connsiteY35" fmla="*/ 90773 h 228886"/>
              <a:gd name="connsiteX36" fmla="*/ 101441 w 227599"/>
              <a:gd name="connsiteY36" fmla="*/ 129159 h 228886"/>
              <a:gd name="connsiteX37" fmla="*/ 101536 w 227599"/>
              <a:gd name="connsiteY37" fmla="*/ 130112 h 228886"/>
              <a:gd name="connsiteX38" fmla="*/ 81534 w 227599"/>
              <a:gd name="connsiteY38" fmla="*/ 130112 h 228886"/>
              <a:gd name="connsiteX39" fmla="*/ 76105 w 227599"/>
              <a:gd name="connsiteY39" fmla="*/ 135541 h 228886"/>
              <a:gd name="connsiteX40" fmla="*/ 76105 w 227599"/>
              <a:gd name="connsiteY40" fmla="*/ 176498 h 228886"/>
              <a:gd name="connsiteX41" fmla="*/ 81534 w 227599"/>
              <a:gd name="connsiteY41" fmla="*/ 181928 h 228886"/>
              <a:gd name="connsiteX42" fmla="*/ 104108 w 227599"/>
              <a:gd name="connsiteY42" fmla="*/ 181928 h 228886"/>
              <a:gd name="connsiteX43" fmla="*/ 102394 w 227599"/>
              <a:gd name="connsiteY43" fmla="*/ 171164 h 228886"/>
              <a:gd name="connsiteX44" fmla="*/ 86963 w 227599"/>
              <a:gd name="connsiteY44" fmla="*/ 171164 h 228886"/>
              <a:gd name="connsiteX45" fmla="*/ 86963 w 227599"/>
              <a:gd name="connsiteY45" fmla="*/ 141065 h 228886"/>
              <a:gd name="connsiteX46" fmla="*/ 107347 w 227599"/>
              <a:gd name="connsiteY46" fmla="*/ 141065 h 228886"/>
              <a:gd name="connsiteX47" fmla="*/ 51054 w 227599"/>
              <a:gd name="connsiteY47" fmla="*/ 141065 h 228886"/>
              <a:gd name="connsiteX48" fmla="*/ 51054 w 227599"/>
              <a:gd name="connsiteY48" fmla="*/ 171164 h 228886"/>
              <a:gd name="connsiteX49" fmla="*/ 10858 w 227599"/>
              <a:gd name="connsiteY49" fmla="*/ 171164 h 228886"/>
              <a:gd name="connsiteX50" fmla="*/ 10858 w 227599"/>
              <a:gd name="connsiteY50" fmla="*/ 141065 h 228886"/>
              <a:gd name="connsiteX51" fmla="*/ 51054 w 227599"/>
              <a:gd name="connsiteY51" fmla="*/ 141065 h 228886"/>
              <a:gd name="connsiteX52" fmla="*/ 86963 w 227599"/>
              <a:gd name="connsiteY52" fmla="*/ 41053 h 228886"/>
              <a:gd name="connsiteX53" fmla="*/ 86963 w 227599"/>
              <a:gd name="connsiteY53" fmla="*/ 10954 h 228886"/>
              <a:gd name="connsiteX54" fmla="*/ 127159 w 227599"/>
              <a:gd name="connsiteY54" fmla="*/ 10954 h 228886"/>
              <a:gd name="connsiteX55" fmla="*/ 127159 w 227599"/>
              <a:gd name="connsiteY55" fmla="*/ 41053 h 228886"/>
              <a:gd name="connsiteX56" fmla="*/ 86963 w 227599"/>
              <a:gd name="connsiteY56" fmla="*/ 41053 h 228886"/>
              <a:gd name="connsiteX57" fmla="*/ 226028 w 227599"/>
              <a:gd name="connsiteY57" fmla="*/ 219551 h 228886"/>
              <a:gd name="connsiteX58" fmla="*/ 206693 w 227599"/>
              <a:gd name="connsiteY58" fmla="*/ 200025 h 228886"/>
              <a:gd name="connsiteX59" fmla="*/ 218599 w 227599"/>
              <a:gd name="connsiteY59" fmla="*/ 166402 h 228886"/>
              <a:gd name="connsiteX60" fmla="*/ 165830 w 227599"/>
              <a:gd name="connsiteY60" fmla="*/ 113157 h 228886"/>
              <a:gd name="connsiteX61" fmla="*/ 113062 w 227599"/>
              <a:gd name="connsiteY61" fmla="*/ 166402 h 228886"/>
              <a:gd name="connsiteX62" fmla="*/ 165830 w 227599"/>
              <a:gd name="connsiteY62" fmla="*/ 219647 h 228886"/>
              <a:gd name="connsiteX63" fmla="*/ 199073 w 227599"/>
              <a:gd name="connsiteY63" fmla="*/ 207740 h 228886"/>
              <a:gd name="connsiteX64" fmla="*/ 218313 w 227599"/>
              <a:gd name="connsiteY64" fmla="*/ 227267 h 228886"/>
              <a:gd name="connsiteX65" fmla="*/ 226028 w 227599"/>
              <a:gd name="connsiteY65" fmla="*/ 227362 h 228886"/>
              <a:gd name="connsiteX66" fmla="*/ 226028 w 227599"/>
              <a:gd name="connsiteY66" fmla="*/ 219551 h 228886"/>
              <a:gd name="connsiteX67" fmla="*/ 165830 w 227599"/>
              <a:gd name="connsiteY67" fmla="*/ 208788 h 228886"/>
              <a:gd name="connsiteX68" fmla="*/ 123825 w 227599"/>
              <a:gd name="connsiteY68" fmla="*/ 166402 h 228886"/>
              <a:gd name="connsiteX69" fmla="*/ 165830 w 227599"/>
              <a:gd name="connsiteY69" fmla="*/ 124016 h 228886"/>
              <a:gd name="connsiteX70" fmla="*/ 207836 w 227599"/>
              <a:gd name="connsiteY70" fmla="*/ 166402 h 228886"/>
              <a:gd name="connsiteX71" fmla="*/ 165830 w 227599"/>
              <a:gd name="connsiteY71" fmla="*/ 208788 h 228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</a:cxnLst>
            <a:rect l="l" t="t" r="r" b="b"/>
            <a:pathLst>
              <a:path w="227599" h="228886">
                <a:moveTo>
                  <a:pt x="107347" y="141065"/>
                </a:moveTo>
                <a:cubicBezTo>
                  <a:pt x="108966" y="137255"/>
                  <a:pt x="110966" y="133636"/>
                  <a:pt x="113252" y="130207"/>
                </a:cubicBezTo>
                <a:lnTo>
                  <a:pt x="112014" y="130207"/>
                </a:lnTo>
                <a:cubicBezTo>
                  <a:pt x="112109" y="129921"/>
                  <a:pt x="112109" y="129540"/>
                  <a:pt x="112109" y="129254"/>
                </a:cubicBezTo>
                <a:lnTo>
                  <a:pt x="112109" y="90869"/>
                </a:lnTo>
                <a:lnTo>
                  <a:pt x="178213" y="90869"/>
                </a:lnTo>
                <a:lnTo>
                  <a:pt x="178213" y="103537"/>
                </a:lnTo>
                <a:cubicBezTo>
                  <a:pt x="181927" y="104299"/>
                  <a:pt x="185547" y="105347"/>
                  <a:pt x="189071" y="106680"/>
                </a:cubicBezTo>
                <a:lnTo>
                  <a:pt x="189071" y="86678"/>
                </a:lnTo>
                <a:cubicBezTo>
                  <a:pt x="189071" y="82963"/>
                  <a:pt x="186119" y="79915"/>
                  <a:pt x="182308" y="79915"/>
                </a:cubicBezTo>
                <a:lnTo>
                  <a:pt x="112300" y="79915"/>
                </a:lnTo>
                <a:lnTo>
                  <a:pt x="112300" y="51816"/>
                </a:lnTo>
                <a:lnTo>
                  <a:pt x="132588" y="51816"/>
                </a:lnTo>
                <a:cubicBezTo>
                  <a:pt x="135541" y="51816"/>
                  <a:pt x="138017" y="49435"/>
                  <a:pt x="138017" y="46387"/>
                </a:cubicBezTo>
                <a:lnTo>
                  <a:pt x="138017" y="5429"/>
                </a:lnTo>
                <a:cubicBezTo>
                  <a:pt x="138017" y="2477"/>
                  <a:pt x="135636" y="0"/>
                  <a:pt x="132588" y="0"/>
                </a:cubicBezTo>
                <a:lnTo>
                  <a:pt x="81534" y="0"/>
                </a:lnTo>
                <a:cubicBezTo>
                  <a:pt x="78581" y="0"/>
                  <a:pt x="76105" y="2381"/>
                  <a:pt x="76105" y="5429"/>
                </a:cubicBezTo>
                <a:lnTo>
                  <a:pt x="76105" y="46387"/>
                </a:lnTo>
                <a:cubicBezTo>
                  <a:pt x="76105" y="49340"/>
                  <a:pt x="78486" y="51816"/>
                  <a:pt x="81534" y="51816"/>
                </a:cubicBezTo>
                <a:lnTo>
                  <a:pt x="101346" y="51816"/>
                </a:lnTo>
                <a:lnTo>
                  <a:pt x="101346" y="79915"/>
                </a:lnTo>
                <a:lnTo>
                  <a:pt x="32194" y="79915"/>
                </a:lnTo>
                <a:cubicBezTo>
                  <a:pt x="28480" y="79915"/>
                  <a:pt x="25432" y="82963"/>
                  <a:pt x="25432" y="86678"/>
                </a:cubicBezTo>
                <a:lnTo>
                  <a:pt x="25432" y="130112"/>
                </a:lnTo>
                <a:lnTo>
                  <a:pt x="5429" y="130112"/>
                </a:lnTo>
                <a:cubicBezTo>
                  <a:pt x="2477" y="130112"/>
                  <a:pt x="0" y="132493"/>
                  <a:pt x="0" y="135541"/>
                </a:cubicBezTo>
                <a:lnTo>
                  <a:pt x="0" y="176498"/>
                </a:lnTo>
                <a:cubicBezTo>
                  <a:pt x="0" y="179451"/>
                  <a:pt x="2381" y="181928"/>
                  <a:pt x="5429" y="181928"/>
                </a:cubicBezTo>
                <a:lnTo>
                  <a:pt x="56483" y="181928"/>
                </a:lnTo>
                <a:cubicBezTo>
                  <a:pt x="59436" y="181928"/>
                  <a:pt x="61913" y="179546"/>
                  <a:pt x="61913" y="176498"/>
                </a:cubicBezTo>
                <a:lnTo>
                  <a:pt x="61913" y="135636"/>
                </a:lnTo>
                <a:cubicBezTo>
                  <a:pt x="61913" y="132683"/>
                  <a:pt x="59531" y="130207"/>
                  <a:pt x="56483" y="130207"/>
                </a:cubicBezTo>
                <a:lnTo>
                  <a:pt x="36385" y="130207"/>
                </a:lnTo>
                <a:lnTo>
                  <a:pt x="36385" y="90773"/>
                </a:lnTo>
                <a:lnTo>
                  <a:pt x="101441" y="90773"/>
                </a:lnTo>
                <a:lnTo>
                  <a:pt x="101441" y="129159"/>
                </a:lnTo>
                <a:cubicBezTo>
                  <a:pt x="101441" y="129445"/>
                  <a:pt x="101536" y="129826"/>
                  <a:pt x="101536" y="130112"/>
                </a:cubicBezTo>
                <a:lnTo>
                  <a:pt x="81534" y="130112"/>
                </a:lnTo>
                <a:cubicBezTo>
                  <a:pt x="78581" y="130112"/>
                  <a:pt x="76105" y="132493"/>
                  <a:pt x="76105" y="135541"/>
                </a:cubicBezTo>
                <a:lnTo>
                  <a:pt x="76105" y="176498"/>
                </a:lnTo>
                <a:cubicBezTo>
                  <a:pt x="76105" y="179451"/>
                  <a:pt x="78486" y="181928"/>
                  <a:pt x="81534" y="181928"/>
                </a:cubicBezTo>
                <a:lnTo>
                  <a:pt x="104108" y="181928"/>
                </a:lnTo>
                <a:cubicBezTo>
                  <a:pt x="103251" y="178403"/>
                  <a:pt x="102679" y="174784"/>
                  <a:pt x="102394" y="171164"/>
                </a:cubicBezTo>
                <a:lnTo>
                  <a:pt x="86963" y="171164"/>
                </a:lnTo>
                <a:lnTo>
                  <a:pt x="86963" y="141065"/>
                </a:lnTo>
                <a:lnTo>
                  <a:pt x="107347" y="141065"/>
                </a:lnTo>
                <a:close/>
                <a:moveTo>
                  <a:pt x="51054" y="141065"/>
                </a:moveTo>
                <a:lnTo>
                  <a:pt x="51054" y="171164"/>
                </a:lnTo>
                <a:lnTo>
                  <a:pt x="10858" y="171164"/>
                </a:lnTo>
                <a:lnTo>
                  <a:pt x="10858" y="141065"/>
                </a:lnTo>
                <a:lnTo>
                  <a:pt x="51054" y="141065"/>
                </a:lnTo>
                <a:close/>
                <a:moveTo>
                  <a:pt x="86963" y="41053"/>
                </a:moveTo>
                <a:lnTo>
                  <a:pt x="86963" y="10954"/>
                </a:lnTo>
                <a:lnTo>
                  <a:pt x="127159" y="10954"/>
                </a:lnTo>
                <a:lnTo>
                  <a:pt x="127159" y="41053"/>
                </a:lnTo>
                <a:lnTo>
                  <a:pt x="86963" y="41053"/>
                </a:lnTo>
                <a:close/>
                <a:moveTo>
                  <a:pt x="226028" y="219551"/>
                </a:moveTo>
                <a:lnTo>
                  <a:pt x="206693" y="200025"/>
                </a:lnTo>
                <a:cubicBezTo>
                  <a:pt x="214408" y="190500"/>
                  <a:pt x="218599" y="178594"/>
                  <a:pt x="218599" y="166402"/>
                </a:cubicBezTo>
                <a:cubicBezTo>
                  <a:pt x="218599" y="137065"/>
                  <a:pt x="194881" y="113157"/>
                  <a:pt x="165830" y="113157"/>
                </a:cubicBezTo>
                <a:cubicBezTo>
                  <a:pt x="136779" y="113157"/>
                  <a:pt x="113062" y="137065"/>
                  <a:pt x="113062" y="166402"/>
                </a:cubicBezTo>
                <a:cubicBezTo>
                  <a:pt x="113062" y="195739"/>
                  <a:pt x="136779" y="219647"/>
                  <a:pt x="165830" y="219647"/>
                </a:cubicBezTo>
                <a:cubicBezTo>
                  <a:pt x="177927" y="219647"/>
                  <a:pt x="189738" y="215456"/>
                  <a:pt x="199073" y="207740"/>
                </a:cubicBezTo>
                <a:lnTo>
                  <a:pt x="218313" y="227267"/>
                </a:lnTo>
                <a:cubicBezTo>
                  <a:pt x="220408" y="229362"/>
                  <a:pt x="223837" y="229457"/>
                  <a:pt x="226028" y="227362"/>
                </a:cubicBezTo>
                <a:cubicBezTo>
                  <a:pt x="228124" y="225171"/>
                  <a:pt x="228124" y="221647"/>
                  <a:pt x="226028" y="219551"/>
                </a:cubicBezTo>
                <a:close/>
                <a:moveTo>
                  <a:pt x="165830" y="208788"/>
                </a:moveTo>
                <a:cubicBezTo>
                  <a:pt x="142684" y="208788"/>
                  <a:pt x="123825" y="189738"/>
                  <a:pt x="123825" y="166402"/>
                </a:cubicBezTo>
                <a:cubicBezTo>
                  <a:pt x="123825" y="143066"/>
                  <a:pt x="142684" y="124016"/>
                  <a:pt x="165830" y="124016"/>
                </a:cubicBezTo>
                <a:cubicBezTo>
                  <a:pt x="188976" y="124016"/>
                  <a:pt x="207836" y="143066"/>
                  <a:pt x="207836" y="166402"/>
                </a:cubicBezTo>
                <a:cubicBezTo>
                  <a:pt x="207836" y="189833"/>
                  <a:pt x="188976" y="208788"/>
                  <a:pt x="165830" y="208788"/>
                </a:cubicBez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2" name="Freeform: Shape 291">
            <a:extLst>
              <a:ext uri="{FF2B5EF4-FFF2-40B4-BE49-F238E27FC236}">
                <a16:creationId xmlns:a16="http://schemas.microsoft.com/office/drawing/2014/main" id="{FF788650-3E82-4783-9EA6-E3E706CF0D2D}"/>
              </a:ext>
            </a:extLst>
          </p:cNvPr>
          <p:cNvSpPr/>
          <p:nvPr/>
        </p:nvSpPr>
        <p:spPr>
          <a:xfrm>
            <a:off x="1878476" y="4441654"/>
            <a:ext cx="228028" cy="228600"/>
          </a:xfrm>
          <a:custGeom>
            <a:avLst/>
            <a:gdLst>
              <a:gd name="connsiteX0" fmla="*/ 184499 w 228028"/>
              <a:gd name="connsiteY0" fmla="*/ 64484 h 228600"/>
              <a:gd name="connsiteX1" fmla="*/ 183261 w 228028"/>
              <a:gd name="connsiteY1" fmla="*/ 70961 h 228600"/>
              <a:gd name="connsiteX2" fmla="*/ 199549 w 228028"/>
              <a:gd name="connsiteY2" fmla="*/ 124111 h 228600"/>
              <a:gd name="connsiteX3" fmla="*/ 104489 w 228028"/>
              <a:gd name="connsiteY3" fmla="*/ 219170 h 228600"/>
              <a:gd name="connsiteX4" fmla="*/ 9430 w 228028"/>
              <a:gd name="connsiteY4" fmla="*/ 124111 h 228600"/>
              <a:gd name="connsiteX5" fmla="*/ 104489 w 228028"/>
              <a:gd name="connsiteY5" fmla="*/ 29051 h 228600"/>
              <a:gd name="connsiteX6" fmla="*/ 148114 w 228028"/>
              <a:gd name="connsiteY6" fmla="*/ 39624 h 228600"/>
              <a:gd name="connsiteX7" fmla="*/ 148209 w 228028"/>
              <a:gd name="connsiteY7" fmla="*/ 39719 h 228600"/>
              <a:gd name="connsiteX8" fmla="*/ 154495 w 228028"/>
              <a:gd name="connsiteY8" fmla="*/ 37624 h 228600"/>
              <a:gd name="connsiteX9" fmla="*/ 152400 w 228028"/>
              <a:gd name="connsiteY9" fmla="*/ 31337 h 228600"/>
              <a:gd name="connsiteX10" fmla="*/ 104489 w 228028"/>
              <a:gd name="connsiteY10" fmla="*/ 19621 h 228600"/>
              <a:gd name="connsiteX11" fmla="*/ 0 w 228028"/>
              <a:gd name="connsiteY11" fmla="*/ 124111 h 228600"/>
              <a:gd name="connsiteX12" fmla="*/ 104489 w 228028"/>
              <a:gd name="connsiteY12" fmla="*/ 228600 h 228600"/>
              <a:gd name="connsiteX13" fmla="*/ 208978 w 228028"/>
              <a:gd name="connsiteY13" fmla="*/ 124111 h 228600"/>
              <a:gd name="connsiteX14" fmla="*/ 191167 w 228028"/>
              <a:gd name="connsiteY14" fmla="*/ 65723 h 228600"/>
              <a:gd name="connsiteX15" fmla="*/ 184499 w 228028"/>
              <a:gd name="connsiteY15" fmla="*/ 64484 h 228600"/>
              <a:gd name="connsiteX16" fmla="*/ 34290 w 228028"/>
              <a:gd name="connsiteY16" fmla="*/ 101251 h 228600"/>
              <a:gd name="connsiteX17" fmla="*/ 37243 w 228028"/>
              <a:gd name="connsiteY17" fmla="*/ 107156 h 228600"/>
              <a:gd name="connsiteX18" fmla="*/ 43148 w 228028"/>
              <a:gd name="connsiteY18" fmla="*/ 104203 h 228600"/>
              <a:gd name="connsiteX19" fmla="*/ 60293 w 228028"/>
              <a:gd name="connsiteY19" fmla="*/ 77248 h 228600"/>
              <a:gd name="connsiteX20" fmla="*/ 151257 w 228028"/>
              <a:gd name="connsiteY20" fmla="*/ 80200 h 228600"/>
              <a:gd name="connsiteX21" fmla="*/ 148304 w 228028"/>
              <a:gd name="connsiteY21" fmla="*/ 171164 h 228600"/>
              <a:gd name="connsiteX22" fmla="*/ 57341 w 228028"/>
              <a:gd name="connsiteY22" fmla="*/ 168211 h 228600"/>
              <a:gd name="connsiteX23" fmla="*/ 50673 w 228028"/>
              <a:gd name="connsiteY23" fmla="*/ 168021 h 228600"/>
              <a:gd name="connsiteX24" fmla="*/ 50482 w 228028"/>
              <a:gd name="connsiteY24" fmla="*/ 174688 h 228600"/>
              <a:gd name="connsiteX25" fmla="*/ 104203 w 228028"/>
              <a:gd name="connsiteY25" fmla="*/ 197929 h 228600"/>
              <a:gd name="connsiteX26" fmla="*/ 174212 w 228028"/>
              <a:gd name="connsiteY26" fmla="*/ 147161 h 228600"/>
              <a:gd name="connsiteX27" fmla="*/ 127159 w 228028"/>
              <a:gd name="connsiteY27" fmla="*/ 54197 h 228600"/>
              <a:gd name="connsiteX28" fmla="*/ 34290 w 228028"/>
              <a:gd name="connsiteY28" fmla="*/ 101251 h 228600"/>
              <a:gd name="connsiteX29" fmla="*/ 203073 w 228028"/>
              <a:gd name="connsiteY29" fmla="*/ 0 h 228600"/>
              <a:gd name="connsiteX30" fmla="*/ 178118 w 228028"/>
              <a:gd name="connsiteY30" fmla="*/ 24955 h 228600"/>
              <a:gd name="connsiteX31" fmla="*/ 203073 w 228028"/>
              <a:gd name="connsiteY31" fmla="*/ 49911 h 228600"/>
              <a:gd name="connsiteX32" fmla="*/ 228028 w 228028"/>
              <a:gd name="connsiteY32" fmla="*/ 24955 h 228600"/>
              <a:gd name="connsiteX33" fmla="*/ 203073 w 228028"/>
              <a:gd name="connsiteY33" fmla="*/ 0 h 228600"/>
              <a:gd name="connsiteX34" fmla="*/ 203073 w 228028"/>
              <a:gd name="connsiteY34" fmla="*/ 40481 h 228600"/>
              <a:gd name="connsiteX35" fmla="*/ 187547 w 228028"/>
              <a:gd name="connsiteY35" fmla="*/ 24955 h 228600"/>
              <a:gd name="connsiteX36" fmla="*/ 203073 w 228028"/>
              <a:gd name="connsiteY36" fmla="*/ 9430 h 228600"/>
              <a:gd name="connsiteX37" fmla="*/ 218599 w 228028"/>
              <a:gd name="connsiteY37" fmla="*/ 24955 h 228600"/>
              <a:gd name="connsiteX38" fmla="*/ 203073 w 228028"/>
              <a:gd name="connsiteY38" fmla="*/ 404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228028" h="228600">
                <a:moveTo>
                  <a:pt x="184499" y="64484"/>
                </a:moveTo>
                <a:cubicBezTo>
                  <a:pt x="182404" y="65913"/>
                  <a:pt x="181832" y="68866"/>
                  <a:pt x="183261" y="70961"/>
                </a:cubicBezTo>
                <a:cubicBezTo>
                  <a:pt x="193929" y="86677"/>
                  <a:pt x="199549" y="105156"/>
                  <a:pt x="199549" y="124111"/>
                </a:cubicBezTo>
                <a:cubicBezTo>
                  <a:pt x="199549" y="176498"/>
                  <a:pt x="156877" y="219170"/>
                  <a:pt x="104489" y="219170"/>
                </a:cubicBezTo>
                <a:cubicBezTo>
                  <a:pt x="52102" y="219170"/>
                  <a:pt x="9430" y="176498"/>
                  <a:pt x="9430" y="124111"/>
                </a:cubicBezTo>
                <a:cubicBezTo>
                  <a:pt x="9430" y="71723"/>
                  <a:pt x="52102" y="29051"/>
                  <a:pt x="104489" y="29051"/>
                </a:cubicBezTo>
                <a:cubicBezTo>
                  <a:pt x="119634" y="28956"/>
                  <a:pt x="134588" y="32671"/>
                  <a:pt x="148114" y="39624"/>
                </a:cubicBezTo>
                <a:cubicBezTo>
                  <a:pt x="148209" y="39624"/>
                  <a:pt x="148209" y="39719"/>
                  <a:pt x="148209" y="39719"/>
                </a:cubicBezTo>
                <a:cubicBezTo>
                  <a:pt x="150495" y="40862"/>
                  <a:pt x="153353" y="39910"/>
                  <a:pt x="154495" y="37624"/>
                </a:cubicBezTo>
                <a:cubicBezTo>
                  <a:pt x="155639" y="35338"/>
                  <a:pt x="154686" y="32480"/>
                  <a:pt x="152400" y="31337"/>
                </a:cubicBezTo>
                <a:cubicBezTo>
                  <a:pt x="137541" y="23622"/>
                  <a:pt x="121158" y="19621"/>
                  <a:pt x="104489" y="19621"/>
                </a:cubicBezTo>
                <a:cubicBezTo>
                  <a:pt x="46863" y="19621"/>
                  <a:pt x="0" y="66484"/>
                  <a:pt x="0" y="124111"/>
                </a:cubicBezTo>
                <a:cubicBezTo>
                  <a:pt x="0" y="181737"/>
                  <a:pt x="46863" y="228600"/>
                  <a:pt x="104489" y="228600"/>
                </a:cubicBezTo>
                <a:cubicBezTo>
                  <a:pt x="162116" y="228600"/>
                  <a:pt x="208883" y="181737"/>
                  <a:pt x="208978" y="124111"/>
                </a:cubicBezTo>
                <a:cubicBezTo>
                  <a:pt x="209074" y="103251"/>
                  <a:pt x="202787" y="82963"/>
                  <a:pt x="191167" y="65723"/>
                </a:cubicBezTo>
                <a:cubicBezTo>
                  <a:pt x="189547" y="63627"/>
                  <a:pt x="186595" y="63055"/>
                  <a:pt x="184499" y="64484"/>
                </a:cubicBezTo>
                <a:close/>
                <a:moveTo>
                  <a:pt x="34290" y="101251"/>
                </a:moveTo>
                <a:cubicBezTo>
                  <a:pt x="33433" y="103727"/>
                  <a:pt x="34862" y="106394"/>
                  <a:pt x="37243" y="107156"/>
                </a:cubicBezTo>
                <a:cubicBezTo>
                  <a:pt x="39719" y="108013"/>
                  <a:pt x="42386" y="106585"/>
                  <a:pt x="43148" y="104203"/>
                </a:cubicBezTo>
                <a:cubicBezTo>
                  <a:pt x="46482" y="93917"/>
                  <a:pt x="52388" y="84677"/>
                  <a:pt x="60293" y="77248"/>
                </a:cubicBezTo>
                <a:cubicBezTo>
                  <a:pt x="86201" y="52959"/>
                  <a:pt x="126968" y="54197"/>
                  <a:pt x="151257" y="80200"/>
                </a:cubicBezTo>
                <a:cubicBezTo>
                  <a:pt x="175546" y="106108"/>
                  <a:pt x="174308" y="146875"/>
                  <a:pt x="148304" y="171164"/>
                </a:cubicBezTo>
                <a:cubicBezTo>
                  <a:pt x="122396" y="195453"/>
                  <a:pt x="81629" y="194215"/>
                  <a:pt x="57341" y="168211"/>
                </a:cubicBezTo>
                <a:cubicBezTo>
                  <a:pt x="55626" y="166306"/>
                  <a:pt x="52578" y="166306"/>
                  <a:pt x="50673" y="168021"/>
                </a:cubicBezTo>
                <a:cubicBezTo>
                  <a:pt x="48768" y="169736"/>
                  <a:pt x="48768" y="172784"/>
                  <a:pt x="50482" y="174688"/>
                </a:cubicBezTo>
                <a:cubicBezTo>
                  <a:pt x="64484" y="189548"/>
                  <a:pt x="83915" y="197929"/>
                  <a:pt x="104203" y="197929"/>
                </a:cubicBezTo>
                <a:cubicBezTo>
                  <a:pt x="136112" y="197929"/>
                  <a:pt x="164306" y="177451"/>
                  <a:pt x="174212" y="147161"/>
                </a:cubicBezTo>
                <a:cubicBezTo>
                  <a:pt x="186880" y="108490"/>
                  <a:pt x="165830" y="66865"/>
                  <a:pt x="127159" y="54197"/>
                </a:cubicBezTo>
                <a:cubicBezTo>
                  <a:pt x="88582" y="41529"/>
                  <a:pt x="46958" y="62579"/>
                  <a:pt x="34290" y="101251"/>
                </a:cubicBezTo>
                <a:close/>
                <a:moveTo>
                  <a:pt x="203073" y="0"/>
                </a:moveTo>
                <a:cubicBezTo>
                  <a:pt x="189262" y="0"/>
                  <a:pt x="178118" y="11144"/>
                  <a:pt x="178118" y="24955"/>
                </a:cubicBezTo>
                <a:cubicBezTo>
                  <a:pt x="178118" y="38767"/>
                  <a:pt x="189262" y="49911"/>
                  <a:pt x="203073" y="49911"/>
                </a:cubicBezTo>
                <a:cubicBezTo>
                  <a:pt x="216884" y="49911"/>
                  <a:pt x="228028" y="38671"/>
                  <a:pt x="228028" y="24955"/>
                </a:cubicBezTo>
                <a:cubicBezTo>
                  <a:pt x="228028" y="11144"/>
                  <a:pt x="216884" y="0"/>
                  <a:pt x="203073" y="0"/>
                </a:cubicBezTo>
                <a:close/>
                <a:moveTo>
                  <a:pt x="203073" y="40481"/>
                </a:moveTo>
                <a:cubicBezTo>
                  <a:pt x="194501" y="40481"/>
                  <a:pt x="187547" y="33528"/>
                  <a:pt x="187547" y="24955"/>
                </a:cubicBezTo>
                <a:cubicBezTo>
                  <a:pt x="187547" y="16383"/>
                  <a:pt x="194501" y="9430"/>
                  <a:pt x="203073" y="9430"/>
                </a:cubicBezTo>
                <a:cubicBezTo>
                  <a:pt x="211645" y="9430"/>
                  <a:pt x="218599" y="16383"/>
                  <a:pt x="218599" y="24955"/>
                </a:cubicBezTo>
                <a:cubicBezTo>
                  <a:pt x="218599" y="33528"/>
                  <a:pt x="211645" y="40481"/>
                  <a:pt x="203073" y="40481"/>
                </a:cubicBez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3" name="Freeform: Shape 292">
            <a:extLst>
              <a:ext uri="{FF2B5EF4-FFF2-40B4-BE49-F238E27FC236}">
                <a16:creationId xmlns:a16="http://schemas.microsoft.com/office/drawing/2014/main" id="{D0DF6936-1275-4B3C-A27B-6DB856328B8D}"/>
              </a:ext>
            </a:extLst>
          </p:cNvPr>
          <p:cNvSpPr/>
          <p:nvPr/>
        </p:nvSpPr>
        <p:spPr>
          <a:xfrm>
            <a:off x="611233" y="3083364"/>
            <a:ext cx="228600" cy="206597"/>
          </a:xfrm>
          <a:custGeom>
            <a:avLst/>
            <a:gdLst>
              <a:gd name="connsiteX0" fmla="*/ 206978 w 228600"/>
              <a:gd name="connsiteY0" fmla="*/ 95155 h 206597"/>
              <a:gd name="connsiteX1" fmla="*/ 206978 w 228600"/>
              <a:gd name="connsiteY1" fmla="*/ 0 h 206597"/>
              <a:gd name="connsiteX2" fmla="*/ 146399 w 228600"/>
              <a:gd name="connsiteY2" fmla="*/ 0 h 206597"/>
              <a:gd name="connsiteX3" fmla="*/ 146399 w 228600"/>
              <a:gd name="connsiteY3" fmla="*/ 95155 h 206597"/>
              <a:gd name="connsiteX4" fmla="*/ 95440 w 228600"/>
              <a:gd name="connsiteY4" fmla="*/ 95155 h 206597"/>
              <a:gd name="connsiteX5" fmla="*/ 95440 w 228600"/>
              <a:gd name="connsiteY5" fmla="*/ 42196 h 206597"/>
              <a:gd name="connsiteX6" fmla="*/ 37147 w 228600"/>
              <a:gd name="connsiteY6" fmla="*/ 42196 h 206597"/>
              <a:gd name="connsiteX7" fmla="*/ 37147 w 228600"/>
              <a:gd name="connsiteY7" fmla="*/ 94774 h 206597"/>
              <a:gd name="connsiteX8" fmla="*/ 0 w 228600"/>
              <a:gd name="connsiteY8" fmla="*/ 94774 h 206597"/>
              <a:gd name="connsiteX9" fmla="*/ 0 w 228600"/>
              <a:gd name="connsiteY9" fmla="*/ 104394 h 206597"/>
              <a:gd name="connsiteX10" fmla="*/ 37243 w 228600"/>
              <a:gd name="connsiteY10" fmla="*/ 104394 h 206597"/>
              <a:gd name="connsiteX11" fmla="*/ 37243 w 228600"/>
              <a:gd name="connsiteY11" fmla="*/ 163259 h 206597"/>
              <a:gd name="connsiteX12" fmla="*/ 95536 w 228600"/>
              <a:gd name="connsiteY12" fmla="*/ 163259 h 206597"/>
              <a:gd name="connsiteX13" fmla="*/ 95536 w 228600"/>
              <a:gd name="connsiteY13" fmla="*/ 104870 h 206597"/>
              <a:gd name="connsiteX14" fmla="*/ 146494 w 228600"/>
              <a:gd name="connsiteY14" fmla="*/ 104870 h 206597"/>
              <a:gd name="connsiteX15" fmla="*/ 146494 w 228600"/>
              <a:gd name="connsiteY15" fmla="*/ 206597 h 206597"/>
              <a:gd name="connsiteX16" fmla="*/ 207074 w 228600"/>
              <a:gd name="connsiteY16" fmla="*/ 206597 h 206597"/>
              <a:gd name="connsiteX17" fmla="*/ 207074 w 228600"/>
              <a:gd name="connsiteY17" fmla="*/ 104775 h 206597"/>
              <a:gd name="connsiteX18" fmla="*/ 228600 w 228600"/>
              <a:gd name="connsiteY18" fmla="*/ 104775 h 206597"/>
              <a:gd name="connsiteX19" fmla="*/ 228600 w 228600"/>
              <a:gd name="connsiteY19" fmla="*/ 95155 h 206597"/>
              <a:gd name="connsiteX20" fmla="*/ 206978 w 228600"/>
              <a:gd name="connsiteY20" fmla="*/ 95155 h 206597"/>
              <a:gd name="connsiteX21" fmla="*/ 85820 w 228600"/>
              <a:gd name="connsiteY21" fmla="*/ 94678 h 206597"/>
              <a:gd name="connsiteX22" fmla="*/ 75914 w 228600"/>
              <a:gd name="connsiteY22" fmla="*/ 94678 h 206597"/>
              <a:gd name="connsiteX23" fmla="*/ 75914 w 228600"/>
              <a:gd name="connsiteY23" fmla="*/ 104108 h 206597"/>
              <a:gd name="connsiteX24" fmla="*/ 85820 w 228600"/>
              <a:gd name="connsiteY24" fmla="*/ 104108 h 206597"/>
              <a:gd name="connsiteX25" fmla="*/ 85820 w 228600"/>
              <a:gd name="connsiteY25" fmla="*/ 153448 h 206597"/>
              <a:gd name="connsiteX26" fmla="*/ 46863 w 228600"/>
              <a:gd name="connsiteY26" fmla="*/ 153448 h 206597"/>
              <a:gd name="connsiteX27" fmla="*/ 46863 w 228600"/>
              <a:gd name="connsiteY27" fmla="*/ 104299 h 206597"/>
              <a:gd name="connsiteX28" fmla="*/ 54673 w 228600"/>
              <a:gd name="connsiteY28" fmla="*/ 104299 h 206597"/>
              <a:gd name="connsiteX29" fmla="*/ 54673 w 228600"/>
              <a:gd name="connsiteY29" fmla="*/ 94678 h 206597"/>
              <a:gd name="connsiteX30" fmla="*/ 46863 w 228600"/>
              <a:gd name="connsiteY30" fmla="*/ 94678 h 206597"/>
              <a:gd name="connsiteX31" fmla="*/ 46863 w 228600"/>
              <a:gd name="connsiteY31" fmla="*/ 51721 h 206597"/>
              <a:gd name="connsiteX32" fmla="*/ 85820 w 228600"/>
              <a:gd name="connsiteY32" fmla="*/ 51721 h 206597"/>
              <a:gd name="connsiteX33" fmla="*/ 85820 w 228600"/>
              <a:gd name="connsiteY33" fmla="*/ 94678 h 206597"/>
              <a:gd name="connsiteX34" fmla="*/ 197358 w 228600"/>
              <a:gd name="connsiteY34" fmla="*/ 95250 h 206597"/>
              <a:gd name="connsiteX35" fmla="*/ 189643 w 228600"/>
              <a:gd name="connsiteY35" fmla="*/ 95250 h 206597"/>
              <a:gd name="connsiteX36" fmla="*/ 189643 w 228600"/>
              <a:gd name="connsiteY36" fmla="*/ 104775 h 206597"/>
              <a:gd name="connsiteX37" fmla="*/ 197358 w 228600"/>
              <a:gd name="connsiteY37" fmla="*/ 104775 h 206597"/>
              <a:gd name="connsiteX38" fmla="*/ 197358 w 228600"/>
              <a:gd name="connsiteY38" fmla="*/ 196977 h 206597"/>
              <a:gd name="connsiteX39" fmla="*/ 156019 w 228600"/>
              <a:gd name="connsiteY39" fmla="*/ 196977 h 206597"/>
              <a:gd name="connsiteX40" fmla="*/ 156019 w 228600"/>
              <a:gd name="connsiteY40" fmla="*/ 104775 h 206597"/>
              <a:gd name="connsiteX41" fmla="*/ 168021 w 228600"/>
              <a:gd name="connsiteY41" fmla="*/ 104775 h 206597"/>
              <a:gd name="connsiteX42" fmla="*/ 168021 w 228600"/>
              <a:gd name="connsiteY42" fmla="*/ 95155 h 206597"/>
              <a:gd name="connsiteX43" fmla="*/ 156019 w 228600"/>
              <a:gd name="connsiteY43" fmla="*/ 95155 h 206597"/>
              <a:gd name="connsiteX44" fmla="*/ 156019 w 228600"/>
              <a:gd name="connsiteY44" fmla="*/ 9620 h 206597"/>
              <a:gd name="connsiteX45" fmla="*/ 197358 w 228600"/>
              <a:gd name="connsiteY45" fmla="*/ 9620 h 206597"/>
              <a:gd name="connsiteX46" fmla="*/ 197358 w 228600"/>
              <a:gd name="connsiteY46" fmla="*/ 95250 h 206597"/>
              <a:gd name="connsiteX47" fmla="*/ 70009 w 228600"/>
              <a:gd name="connsiteY47" fmla="*/ 94678 h 206597"/>
              <a:gd name="connsiteX48" fmla="*/ 60484 w 228600"/>
              <a:gd name="connsiteY48" fmla="*/ 94678 h 206597"/>
              <a:gd name="connsiteX49" fmla="*/ 60484 w 228600"/>
              <a:gd name="connsiteY49" fmla="*/ 104203 h 206597"/>
              <a:gd name="connsiteX50" fmla="*/ 70009 w 228600"/>
              <a:gd name="connsiteY50" fmla="*/ 104203 h 206597"/>
              <a:gd name="connsiteX51" fmla="*/ 70009 w 228600"/>
              <a:gd name="connsiteY51" fmla="*/ 94678 h 206597"/>
              <a:gd name="connsiteX52" fmla="*/ 183642 w 228600"/>
              <a:gd name="connsiteY52" fmla="*/ 95250 h 206597"/>
              <a:gd name="connsiteX53" fmla="*/ 174117 w 228600"/>
              <a:gd name="connsiteY53" fmla="*/ 95250 h 206597"/>
              <a:gd name="connsiteX54" fmla="*/ 174117 w 228600"/>
              <a:gd name="connsiteY54" fmla="*/ 104775 h 206597"/>
              <a:gd name="connsiteX55" fmla="*/ 183642 w 228600"/>
              <a:gd name="connsiteY55" fmla="*/ 104775 h 206597"/>
              <a:gd name="connsiteX56" fmla="*/ 183642 w 228600"/>
              <a:gd name="connsiteY56" fmla="*/ 95250 h 206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228600" h="206597">
                <a:moveTo>
                  <a:pt x="206978" y="95155"/>
                </a:moveTo>
                <a:lnTo>
                  <a:pt x="206978" y="0"/>
                </a:lnTo>
                <a:lnTo>
                  <a:pt x="146399" y="0"/>
                </a:lnTo>
                <a:lnTo>
                  <a:pt x="146399" y="95155"/>
                </a:lnTo>
                <a:lnTo>
                  <a:pt x="95440" y="95155"/>
                </a:lnTo>
                <a:lnTo>
                  <a:pt x="95440" y="42196"/>
                </a:lnTo>
                <a:lnTo>
                  <a:pt x="37147" y="42196"/>
                </a:lnTo>
                <a:lnTo>
                  <a:pt x="37147" y="94774"/>
                </a:lnTo>
                <a:lnTo>
                  <a:pt x="0" y="94774"/>
                </a:lnTo>
                <a:lnTo>
                  <a:pt x="0" y="104394"/>
                </a:lnTo>
                <a:lnTo>
                  <a:pt x="37243" y="104394"/>
                </a:lnTo>
                <a:lnTo>
                  <a:pt x="37243" y="163259"/>
                </a:lnTo>
                <a:lnTo>
                  <a:pt x="95536" y="163259"/>
                </a:lnTo>
                <a:lnTo>
                  <a:pt x="95536" y="104870"/>
                </a:lnTo>
                <a:lnTo>
                  <a:pt x="146494" y="104870"/>
                </a:lnTo>
                <a:lnTo>
                  <a:pt x="146494" y="206597"/>
                </a:lnTo>
                <a:lnTo>
                  <a:pt x="207074" y="206597"/>
                </a:lnTo>
                <a:lnTo>
                  <a:pt x="207074" y="104775"/>
                </a:lnTo>
                <a:lnTo>
                  <a:pt x="228600" y="104775"/>
                </a:lnTo>
                <a:lnTo>
                  <a:pt x="228600" y="95155"/>
                </a:lnTo>
                <a:lnTo>
                  <a:pt x="206978" y="95155"/>
                </a:lnTo>
                <a:close/>
                <a:moveTo>
                  <a:pt x="85820" y="94678"/>
                </a:moveTo>
                <a:lnTo>
                  <a:pt x="75914" y="94678"/>
                </a:lnTo>
                <a:lnTo>
                  <a:pt x="75914" y="104108"/>
                </a:lnTo>
                <a:lnTo>
                  <a:pt x="85820" y="104108"/>
                </a:lnTo>
                <a:lnTo>
                  <a:pt x="85820" y="153448"/>
                </a:lnTo>
                <a:lnTo>
                  <a:pt x="46863" y="153448"/>
                </a:lnTo>
                <a:lnTo>
                  <a:pt x="46863" y="104299"/>
                </a:lnTo>
                <a:lnTo>
                  <a:pt x="54673" y="104299"/>
                </a:lnTo>
                <a:lnTo>
                  <a:pt x="54673" y="94678"/>
                </a:lnTo>
                <a:lnTo>
                  <a:pt x="46863" y="94678"/>
                </a:lnTo>
                <a:lnTo>
                  <a:pt x="46863" y="51721"/>
                </a:lnTo>
                <a:lnTo>
                  <a:pt x="85820" y="51721"/>
                </a:lnTo>
                <a:lnTo>
                  <a:pt x="85820" y="94678"/>
                </a:lnTo>
                <a:close/>
                <a:moveTo>
                  <a:pt x="197358" y="95250"/>
                </a:moveTo>
                <a:lnTo>
                  <a:pt x="189643" y="95250"/>
                </a:lnTo>
                <a:lnTo>
                  <a:pt x="189643" y="104775"/>
                </a:lnTo>
                <a:lnTo>
                  <a:pt x="197358" y="104775"/>
                </a:lnTo>
                <a:lnTo>
                  <a:pt x="197358" y="196977"/>
                </a:lnTo>
                <a:lnTo>
                  <a:pt x="156019" y="196977"/>
                </a:lnTo>
                <a:lnTo>
                  <a:pt x="156019" y="104775"/>
                </a:lnTo>
                <a:lnTo>
                  <a:pt x="168021" y="104775"/>
                </a:lnTo>
                <a:lnTo>
                  <a:pt x="168021" y="95155"/>
                </a:lnTo>
                <a:lnTo>
                  <a:pt x="156019" y="95155"/>
                </a:lnTo>
                <a:lnTo>
                  <a:pt x="156019" y="9620"/>
                </a:lnTo>
                <a:lnTo>
                  <a:pt x="197358" y="9620"/>
                </a:lnTo>
                <a:lnTo>
                  <a:pt x="197358" y="95250"/>
                </a:lnTo>
                <a:close/>
                <a:moveTo>
                  <a:pt x="70009" y="94678"/>
                </a:moveTo>
                <a:lnTo>
                  <a:pt x="60484" y="94678"/>
                </a:lnTo>
                <a:lnTo>
                  <a:pt x="60484" y="104203"/>
                </a:lnTo>
                <a:lnTo>
                  <a:pt x="70009" y="104203"/>
                </a:lnTo>
                <a:lnTo>
                  <a:pt x="70009" y="94678"/>
                </a:lnTo>
                <a:close/>
                <a:moveTo>
                  <a:pt x="183642" y="95250"/>
                </a:moveTo>
                <a:lnTo>
                  <a:pt x="174117" y="95250"/>
                </a:lnTo>
                <a:lnTo>
                  <a:pt x="174117" y="104775"/>
                </a:lnTo>
                <a:lnTo>
                  <a:pt x="183642" y="104775"/>
                </a:lnTo>
                <a:lnTo>
                  <a:pt x="183642" y="95250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4" name="Freeform: Shape 293">
            <a:extLst>
              <a:ext uri="{FF2B5EF4-FFF2-40B4-BE49-F238E27FC236}">
                <a16:creationId xmlns:a16="http://schemas.microsoft.com/office/drawing/2014/main" id="{8F83BCD3-836F-4A9A-9DD1-96F8971FFC03}"/>
              </a:ext>
            </a:extLst>
          </p:cNvPr>
          <p:cNvSpPr/>
          <p:nvPr/>
        </p:nvSpPr>
        <p:spPr>
          <a:xfrm>
            <a:off x="611233" y="4440702"/>
            <a:ext cx="228600" cy="228600"/>
          </a:xfrm>
          <a:custGeom>
            <a:avLst/>
            <a:gdLst>
              <a:gd name="connsiteX0" fmla="*/ 0 w 228600"/>
              <a:gd name="connsiteY0" fmla="*/ 0 h 228600"/>
              <a:gd name="connsiteX1" fmla="*/ 0 w 228600"/>
              <a:gd name="connsiteY1" fmla="*/ 228600 h 228600"/>
              <a:gd name="connsiteX2" fmla="*/ 228600 w 228600"/>
              <a:gd name="connsiteY2" fmla="*/ 228600 h 228600"/>
              <a:gd name="connsiteX3" fmla="*/ 228600 w 228600"/>
              <a:gd name="connsiteY3" fmla="*/ 0 h 228600"/>
              <a:gd name="connsiteX4" fmla="*/ 0 w 228600"/>
              <a:gd name="connsiteY4" fmla="*/ 0 h 228600"/>
              <a:gd name="connsiteX5" fmla="*/ 219075 w 228600"/>
              <a:gd name="connsiteY5" fmla="*/ 219075 h 228600"/>
              <a:gd name="connsiteX6" fmla="*/ 9525 w 228600"/>
              <a:gd name="connsiteY6" fmla="*/ 219075 h 228600"/>
              <a:gd name="connsiteX7" fmla="*/ 9525 w 228600"/>
              <a:gd name="connsiteY7" fmla="*/ 9525 h 228600"/>
              <a:gd name="connsiteX8" fmla="*/ 219075 w 228600"/>
              <a:gd name="connsiteY8" fmla="*/ 9525 h 228600"/>
              <a:gd name="connsiteX9" fmla="*/ 219075 w 228600"/>
              <a:gd name="connsiteY9" fmla="*/ 219075 h 228600"/>
              <a:gd name="connsiteX10" fmla="*/ 155067 w 228600"/>
              <a:gd name="connsiteY10" fmla="*/ 121634 h 228600"/>
              <a:gd name="connsiteX11" fmla="*/ 170402 w 228600"/>
              <a:gd name="connsiteY11" fmla="*/ 121634 h 228600"/>
              <a:gd name="connsiteX12" fmla="*/ 189643 w 228600"/>
              <a:gd name="connsiteY12" fmla="*/ 104870 h 228600"/>
              <a:gd name="connsiteX13" fmla="*/ 170402 w 228600"/>
              <a:gd name="connsiteY13" fmla="*/ 88106 h 228600"/>
              <a:gd name="connsiteX14" fmla="*/ 149162 w 228600"/>
              <a:gd name="connsiteY14" fmla="*/ 88106 h 228600"/>
              <a:gd name="connsiteX15" fmla="*/ 149162 w 228600"/>
              <a:gd name="connsiteY15" fmla="*/ 140398 h 228600"/>
              <a:gd name="connsiteX16" fmla="*/ 155067 w 228600"/>
              <a:gd name="connsiteY16" fmla="*/ 140398 h 228600"/>
              <a:gd name="connsiteX17" fmla="*/ 155067 w 228600"/>
              <a:gd name="connsiteY17" fmla="*/ 121634 h 228600"/>
              <a:gd name="connsiteX18" fmla="*/ 155067 w 228600"/>
              <a:gd name="connsiteY18" fmla="*/ 93821 h 228600"/>
              <a:gd name="connsiteX19" fmla="*/ 169355 w 228600"/>
              <a:gd name="connsiteY19" fmla="*/ 93821 h 228600"/>
              <a:gd name="connsiteX20" fmla="*/ 183642 w 228600"/>
              <a:gd name="connsiteY20" fmla="*/ 104965 h 228600"/>
              <a:gd name="connsiteX21" fmla="*/ 169355 w 228600"/>
              <a:gd name="connsiteY21" fmla="*/ 116110 h 228600"/>
              <a:gd name="connsiteX22" fmla="*/ 155067 w 228600"/>
              <a:gd name="connsiteY22" fmla="*/ 116110 h 228600"/>
              <a:gd name="connsiteX23" fmla="*/ 155067 w 228600"/>
              <a:gd name="connsiteY23" fmla="*/ 93821 h 228600"/>
              <a:gd name="connsiteX24" fmla="*/ 50673 w 228600"/>
              <a:gd name="connsiteY24" fmla="*/ 128588 h 228600"/>
              <a:gd name="connsiteX25" fmla="*/ 79820 w 228600"/>
              <a:gd name="connsiteY25" fmla="*/ 128588 h 228600"/>
              <a:gd name="connsiteX26" fmla="*/ 85058 w 228600"/>
              <a:gd name="connsiteY26" fmla="*/ 140494 h 228600"/>
              <a:gd name="connsiteX27" fmla="*/ 91535 w 228600"/>
              <a:gd name="connsiteY27" fmla="*/ 140494 h 228600"/>
              <a:gd name="connsiteX28" fmla="*/ 68485 w 228600"/>
              <a:gd name="connsiteY28" fmla="*/ 88201 h 228600"/>
              <a:gd name="connsiteX29" fmla="*/ 62008 w 228600"/>
              <a:gd name="connsiteY29" fmla="*/ 88201 h 228600"/>
              <a:gd name="connsiteX30" fmla="*/ 38957 w 228600"/>
              <a:gd name="connsiteY30" fmla="*/ 140494 h 228600"/>
              <a:gd name="connsiteX31" fmla="*/ 45434 w 228600"/>
              <a:gd name="connsiteY31" fmla="*/ 140494 h 228600"/>
              <a:gd name="connsiteX32" fmla="*/ 50673 w 228600"/>
              <a:gd name="connsiteY32" fmla="*/ 128588 h 228600"/>
              <a:gd name="connsiteX33" fmla="*/ 65341 w 228600"/>
              <a:gd name="connsiteY33" fmla="*/ 95440 h 228600"/>
              <a:gd name="connsiteX34" fmla="*/ 77438 w 228600"/>
              <a:gd name="connsiteY34" fmla="*/ 122968 h 228600"/>
              <a:gd name="connsiteX35" fmla="*/ 53150 w 228600"/>
              <a:gd name="connsiteY35" fmla="*/ 122968 h 228600"/>
              <a:gd name="connsiteX36" fmla="*/ 65341 w 228600"/>
              <a:gd name="connsiteY36" fmla="*/ 95440 h 228600"/>
              <a:gd name="connsiteX37" fmla="*/ 106013 w 228600"/>
              <a:gd name="connsiteY37" fmla="*/ 121634 h 228600"/>
              <a:gd name="connsiteX38" fmla="*/ 121349 w 228600"/>
              <a:gd name="connsiteY38" fmla="*/ 121634 h 228600"/>
              <a:gd name="connsiteX39" fmla="*/ 140589 w 228600"/>
              <a:gd name="connsiteY39" fmla="*/ 104870 h 228600"/>
              <a:gd name="connsiteX40" fmla="*/ 121349 w 228600"/>
              <a:gd name="connsiteY40" fmla="*/ 88106 h 228600"/>
              <a:gd name="connsiteX41" fmla="*/ 100108 w 228600"/>
              <a:gd name="connsiteY41" fmla="*/ 88106 h 228600"/>
              <a:gd name="connsiteX42" fmla="*/ 100108 w 228600"/>
              <a:gd name="connsiteY42" fmla="*/ 140398 h 228600"/>
              <a:gd name="connsiteX43" fmla="*/ 106013 w 228600"/>
              <a:gd name="connsiteY43" fmla="*/ 140398 h 228600"/>
              <a:gd name="connsiteX44" fmla="*/ 106013 w 228600"/>
              <a:gd name="connsiteY44" fmla="*/ 121634 h 228600"/>
              <a:gd name="connsiteX45" fmla="*/ 106013 w 228600"/>
              <a:gd name="connsiteY45" fmla="*/ 93821 h 228600"/>
              <a:gd name="connsiteX46" fmla="*/ 120301 w 228600"/>
              <a:gd name="connsiteY46" fmla="*/ 93821 h 228600"/>
              <a:gd name="connsiteX47" fmla="*/ 134588 w 228600"/>
              <a:gd name="connsiteY47" fmla="*/ 104965 h 228600"/>
              <a:gd name="connsiteX48" fmla="*/ 120301 w 228600"/>
              <a:gd name="connsiteY48" fmla="*/ 116110 h 228600"/>
              <a:gd name="connsiteX49" fmla="*/ 106013 w 228600"/>
              <a:gd name="connsiteY49" fmla="*/ 116110 h 228600"/>
              <a:gd name="connsiteX50" fmla="*/ 106013 w 228600"/>
              <a:gd name="connsiteY50" fmla="*/ 9382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228600" h="228600">
                <a:moveTo>
                  <a:pt x="0" y="0"/>
                </a:move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close/>
                <a:moveTo>
                  <a:pt x="219075" y="219075"/>
                </a:moveTo>
                <a:lnTo>
                  <a:pt x="9525" y="219075"/>
                </a:lnTo>
                <a:lnTo>
                  <a:pt x="9525" y="9525"/>
                </a:lnTo>
                <a:lnTo>
                  <a:pt x="219075" y="9525"/>
                </a:lnTo>
                <a:lnTo>
                  <a:pt x="219075" y="219075"/>
                </a:lnTo>
                <a:close/>
                <a:moveTo>
                  <a:pt x="155067" y="121634"/>
                </a:moveTo>
                <a:lnTo>
                  <a:pt x="170402" y="121634"/>
                </a:lnTo>
                <a:cubicBezTo>
                  <a:pt x="181261" y="121634"/>
                  <a:pt x="189643" y="114681"/>
                  <a:pt x="189643" y="104870"/>
                </a:cubicBezTo>
                <a:cubicBezTo>
                  <a:pt x="189643" y="95059"/>
                  <a:pt x="181166" y="88106"/>
                  <a:pt x="170402" y="88106"/>
                </a:cubicBezTo>
                <a:lnTo>
                  <a:pt x="149162" y="88106"/>
                </a:lnTo>
                <a:lnTo>
                  <a:pt x="149162" y="140398"/>
                </a:lnTo>
                <a:lnTo>
                  <a:pt x="155067" y="140398"/>
                </a:lnTo>
                <a:lnTo>
                  <a:pt x="155067" y="121634"/>
                </a:lnTo>
                <a:close/>
                <a:moveTo>
                  <a:pt x="155067" y="93821"/>
                </a:moveTo>
                <a:lnTo>
                  <a:pt x="169355" y="93821"/>
                </a:lnTo>
                <a:cubicBezTo>
                  <a:pt x="177832" y="93821"/>
                  <a:pt x="183642" y="97917"/>
                  <a:pt x="183642" y="104965"/>
                </a:cubicBezTo>
                <a:cubicBezTo>
                  <a:pt x="183642" y="112014"/>
                  <a:pt x="177832" y="116110"/>
                  <a:pt x="169355" y="116110"/>
                </a:cubicBezTo>
                <a:lnTo>
                  <a:pt x="155067" y="116110"/>
                </a:lnTo>
                <a:lnTo>
                  <a:pt x="155067" y="93821"/>
                </a:lnTo>
                <a:close/>
                <a:moveTo>
                  <a:pt x="50673" y="128588"/>
                </a:moveTo>
                <a:lnTo>
                  <a:pt x="79820" y="128588"/>
                </a:lnTo>
                <a:lnTo>
                  <a:pt x="85058" y="140494"/>
                </a:lnTo>
                <a:lnTo>
                  <a:pt x="91535" y="140494"/>
                </a:lnTo>
                <a:lnTo>
                  <a:pt x="68485" y="88201"/>
                </a:lnTo>
                <a:lnTo>
                  <a:pt x="62008" y="88201"/>
                </a:lnTo>
                <a:lnTo>
                  <a:pt x="38957" y="140494"/>
                </a:lnTo>
                <a:lnTo>
                  <a:pt x="45434" y="140494"/>
                </a:lnTo>
                <a:lnTo>
                  <a:pt x="50673" y="128588"/>
                </a:lnTo>
                <a:close/>
                <a:moveTo>
                  <a:pt x="65341" y="95440"/>
                </a:moveTo>
                <a:lnTo>
                  <a:pt x="77438" y="122968"/>
                </a:lnTo>
                <a:lnTo>
                  <a:pt x="53150" y="122968"/>
                </a:lnTo>
                <a:lnTo>
                  <a:pt x="65341" y="95440"/>
                </a:lnTo>
                <a:close/>
                <a:moveTo>
                  <a:pt x="106013" y="121634"/>
                </a:moveTo>
                <a:lnTo>
                  <a:pt x="121349" y="121634"/>
                </a:lnTo>
                <a:cubicBezTo>
                  <a:pt x="132207" y="121634"/>
                  <a:pt x="140589" y="114681"/>
                  <a:pt x="140589" y="104870"/>
                </a:cubicBezTo>
                <a:cubicBezTo>
                  <a:pt x="140589" y="95059"/>
                  <a:pt x="132112" y="88106"/>
                  <a:pt x="121349" y="88106"/>
                </a:cubicBezTo>
                <a:lnTo>
                  <a:pt x="100108" y="88106"/>
                </a:lnTo>
                <a:lnTo>
                  <a:pt x="100108" y="140398"/>
                </a:lnTo>
                <a:lnTo>
                  <a:pt x="106013" y="140398"/>
                </a:lnTo>
                <a:lnTo>
                  <a:pt x="106013" y="121634"/>
                </a:lnTo>
                <a:close/>
                <a:moveTo>
                  <a:pt x="106013" y="93821"/>
                </a:moveTo>
                <a:lnTo>
                  <a:pt x="120301" y="93821"/>
                </a:lnTo>
                <a:cubicBezTo>
                  <a:pt x="128778" y="93821"/>
                  <a:pt x="134588" y="97917"/>
                  <a:pt x="134588" y="104965"/>
                </a:cubicBezTo>
                <a:cubicBezTo>
                  <a:pt x="134588" y="112014"/>
                  <a:pt x="128778" y="116110"/>
                  <a:pt x="120301" y="116110"/>
                </a:cubicBezTo>
                <a:lnTo>
                  <a:pt x="106013" y="116110"/>
                </a:lnTo>
                <a:lnTo>
                  <a:pt x="106013" y="93821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5" name="TextBox 294">
            <a:extLst>
              <a:ext uri="{FF2B5EF4-FFF2-40B4-BE49-F238E27FC236}">
                <a16:creationId xmlns:a16="http://schemas.microsoft.com/office/drawing/2014/main" id="{9BCE079C-9537-4491-9A38-A1A3AB2F5E71}"/>
              </a:ext>
            </a:extLst>
          </p:cNvPr>
          <p:cNvSpPr txBox="1"/>
          <p:nvPr/>
        </p:nvSpPr>
        <p:spPr>
          <a:xfrm>
            <a:off x="392910" y="2265876"/>
            <a:ext cx="665247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Site Recovery</a:t>
            </a:r>
          </a:p>
        </p:txBody>
      </p:sp>
      <p:sp>
        <p:nvSpPr>
          <p:cNvPr id="296" name="TextBox 295">
            <a:extLst>
              <a:ext uri="{FF2B5EF4-FFF2-40B4-BE49-F238E27FC236}">
                <a16:creationId xmlns:a16="http://schemas.microsoft.com/office/drawing/2014/main" id="{2DFAC92A-9AB5-48AA-96A5-810D43F1C444}"/>
              </a:ext>
            </a:extLst>
          </p:cNvPr>
          <p:cNvSpPr txBox="1"/>
          <p:nvPr/>
        </p:nvSpPr>
        <p:spPr>
          <a:xfrm>
            <a:off x="475464" y="3402424"/>
            <a:ext cx="50013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Alignment</a:t>
            </a:r>
          </a:p>
        </p:txBody>
      </p:sp>
      <p:sp>
        <p:nvSpPr>
          <p:cNvPr id="297" name="TextBox 296">
            <a:extLst>
              <a:ext uri="{FF2B5EF4-FFF2-40B4-BE49-F238E27FC236}">
                <a16:creationId xmlns:a16="http://schemas.microsoft.com/office/drawing/2014/main" id="{08EF2822-51B5-4DB1-9129-581FA2F2B113}"/>
              </a:ext>
            </a:extLst>
          </p:cNvPr>
          <p:cNvSpPr txBox="1"/>
          <p:nvPr/>
        </p:nvSpPr>
        <p:spPr>
          <a:xfrm>
            <a:off x="622139" y="4740500"/>
            <a:ext cx="20678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App</a:t>
            </a:r>
          </a:p>
        </p:txBody>
      </p:sp>
      <p:sp>
        <p:nvSpPr>
          <p:cNvPr id="298" name="TextBox 297">
            <a:extLst>
              <a:ext uri="{FF2B5EF4-FFF2-40B4-BE49-F238E27FC236}">
                <a16:creationId xmlns:a16="http://schemas.microsoft.com/office/drawing/2014/main" id="{15A61B5F-D1BF-478D-922D-DFB1F9297917}"/>
              </a:ext>
            </a:extLst>
          </p:cNvPr>
          <p:cNvSpPr txBox="1"/>
          <p:nvPr/>
        </p:nvSpPr>
        <p:spPr>
          <a:xfrm>
            <a:off x="1467736" y="4740500"/>
            <a:ext cx="1075615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vRealize </a:t>
            </a:r>
            <a:r>
              <a:rPr lang="en-IN" sz="80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Orchestrator</a:t>
            </a:r>
            <a:r>
              <a:rPr lang="en-IN" sz="800" spc="0" baseline="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 </a:t>
            </a:r>
          </a:p>
        </p:txBody>
      </p:sp>
      <p:sp>
        <p:nvSpPr>
          <p:cNvPr id="300" name="TextBox 299">
            <a:extLst>
              <a:ext uri="{FF2B5EF4-FFF2-40B4-BE49-F238E27FC236}">
                <a16:creationId xmlns:a16="http://schemas.microsoft.com/office/drawing/2014/main" id="{523BBF6D-5B8F-429D-B0B7-AB7D13DBB760}"/>
              </a:ext>
            </a:extLst>
          </p:cNvPr>
          <p:cNvSpPr txBox="1"/>
          <p:nvPr/>
        </p:nvSpPr>
        <p:spPr>
          <a:xfrm>
            <a:off x="2690516" y="4740500"/>
            <a:ext cx="1202253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vRealize Network Insight</a:t>
            </a:r>
          </a:p>
        </p:txBody>
      </p:sp>
      <p:sp>
        <p:nvSpPr>
          <p:cNvPr id="301" name="TextBox 300">
            <a:extLst>
              <a:ext uri="{FF2B5EF4-FFF2-40B4-BE49-F238E27FC236}">
                <a16:creationId xmlns:a16="http://schemas.microsoft.com/office/drawing/2014/main" id="{7019ABEC-59D4-40C1-BC09-A363C57C6F4D}"/>
              </a:ext>
            </a:extLst>
          </p:cNvPr>
          <p:cNvSpPr txBox="1"/>
          <p:nvPr/>
        </p:nvSpPr>
        <p:spPr>
          <a:xfrm>
            <a:off x="2968636" y="3402424"/>
            <a:ext cx="64601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 dirty="0" err="1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vRealize</a:t>
            </a:r>
            <a:r>
              <a:rPr lang="en-IN" sz="800" spc="0" baseline="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 Log </a:t>
            </a:r>
            <a:br>
              <a:rPr lang="en-IN" sz="80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</a:br>
            <a:r>
              <a:rPr lang="en-IN" sz="80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Insight</a:t>
            </a:r>
          </a:p>
        </p:txBody>
      </p:sp>
      <p:sp>
        <p:nvSpPr>
          <p:cNvPr id="303" name="TextBox 302">
            <a:extLst>
              <a:ext uri="{FF2B5EF4-FFF2-40B4-BE49-F238E27FC236}">
                <a16:creationId xmlns:a16="http://schemas.microsoft.com/office/drawing/2014/main" id="{A3D835CF-0AE2-41A0-A3FE-85397FEA9200}"/>
              </a:ext>
            </a:extLst>
          </p:cNvPr>
          <p:cNvSpPr txBox="1"/>
          <p:nvPr/>
        </p:nvSpPr>
        <p:spPr>
          <a:xfrm>
            <a:off x="4158021" y="3402424"/>
            <a:ext cx="814325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Workspace ONE</a:t>
            </a:r>
          </a:p>
        </p:txBody>
      </p:sp>
      <p:sp>
        <p:nvSpPr>
          <p:cNvPr id="304" name="TextBox 303">
            <a:extLst>
              <a:ext uri="{FF2B5EF4-FFF2-40B4-BE49-F238E27FC236}">
                <a16:creationId xmlns:a16="http://schemas.microsoft.com/office/drawing/2014/main" id="{923F3D72-3B0B-489D-9B53-561F2AF48121}"/>
              </a:ext>
            </a:extLst>
          </p:cNvPr>
          <p:cNvSpPr txBox="1"/>
          <p:nvPr/>
        </p:nvSpPr>
        <p:spPr>
          <a:xfrm>
            <a:off x="5528227" y="3402424"/>
            <a:ext cx="561052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Kubernetes</a:t>
            </a:r>
          </a:p>
        </p:txBody>
      </p:sp>
      <p:sp>
        <p:nvSpPr>
          <p:cNvPr id="305" name="TextBox 304">
            <a:extLst>
              <a:ext uri="{FF2B5EF4-FFF2-40B4-BE49-F238E27FC236}">
                <a16:creationId xmlns:a16="http://schemas.microsoft.com/office/drawing/2014/main" id="{CAE5DFB3-0E82-4DD7-8CA1-499661D30482}"/>
              </a:ext>
            </a:extLst>
          </p:cNvPr>
          <p:cNvSpPr txBox="1"/>
          <p:nvPr/>
        </p:nvSpPr>
        <p:spPr>
          <a:xfrm>
            <a:off x="6930808" y="3402424"/>
            <a:ext cx="634790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App </a:t>
            </a:r>
            <a:r>
              <a:rPr lang="en-IN" sz="800" spc="0" baseline="0" dirty="0" err="1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Defense</a:t>
            </a:r>
            <a:endParaRPr lang="en-IN" sz="800" spc="0" baseline="0" dirty="0">
              <a:solidFill>
                <a:srgbClr val="000000"/>
              </a:solidFill>
              <a:latin typeface="Metropolis-Regular"/>
              <a:sym typeface="Metropolis-Regular"/>
              <a:rtl val="0"/>
            </a:endParaRPr>
          </a:p>
        </p:txBody>
      </p:sp>
      <p:sp>
        <p:nvSpPr>
          <p:cNvPr id="306" name="TextBox 305">
            <a:extLst>
              <a:ext uri="{FF2B5EF4-FFF2-40B4-BE49-F238E27FC236}">
                <a16:creationId xmlns:a16="http://schemas.microsoft.com/office/drawing/2014/main" id="{345E7D81-AFCF-47D6-9D2D-7F7B42D4FFC5}"/>
              </a:ext>
            </a:extLst>
          </p:cNvPr>
          <p:cNvSpPr txBox="1"/>
          <p:nvPr/>
        </p:nvSpPr>
        <p:spPr>
          <a:xfrm>
            <a:off x="8604363" y="3402424"/>
            <a:ext cx="274114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vSAN</a:t>
            </a:r>
          </a:p>
        </p:txBody>
      </p:sp>
      <p:sp>
        <p:nvSpPr>
          <p:cNvPr id="307" name="TextBox 306">
            <a:extLst>
              <a:ext uri="{FF2B5EF4-FFF2-40B4-BE49-F238E27FC236}">
                <a16:creationId xmlns:a16="http://schemas.microsoft.com/office/drawing/2014/main" id="{CEFD5A6F-7B5C-456A-97EB-4001C42F1AC2}"/>
              </a:ext>
            </a:extLst>
          </p:cNvPr>
          <p:cNvSpPr txBox="1"/>
          <p:nvPr/>
        </p:nvSpPr>
        <p:spPr>
          <a:xfrm>
            <a:off x="9707348" y="3402424"/>
            <a:ext cx="628377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Cloud Native</a:t>
            </a:r>
            <a:br>
              <a:rPr lang="en-IN" sz="800" spc="0" baseline="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</a:br>
            <a:r>
              <a:rPr lang="en-IN" sz="800" spc="0" baseline="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Apps </a:t>
            </a:r>
          </a:p>
        </p:txBody>
      </p:sp>
      <p:sp>
        <p:nvSpPr>
          <p:cNvPr id="309" name="TextBox 308">
            <a:extLst>
              <a:ext uri="{FF2B5EF4-FFF2-40B4-BE49-F238E27FC236}">
                <a16:creationId xmlns:a16="http://schemas.microsoft.com/office/drawing/2014/main" id="{621DEBF3-8E2E-4133-BF1B-94652F747521}"/>
              </a:ext>
            </a:extLst>
          </p:cNvPr>
          <p:cNvSpPr txBox="1"/>
          <p:nvPr/>
        </p:nvSpPr>
        <p:spPr>
          <a:xfrm>
            <a:off x="11295140" y="3402424"/>
            <a:ext cx="517770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Cloud PKS</a:t>
            </a:r>
          </a:p>
        </p:txBody>
      </p:sp>
      <p:sp>
        <p:nvSpPr>
          <p:cNvPr id="310" name="TextBox 309">
            <a:extLst>
              <a:ext uri="{FF2B5EF4-FFF2-40B4-BE49-F238E27FC236}">
                <a16:creationId xmlns:a16="http://schemas.microsoft.com/office/drawing/2014/main" id="{E7842ED4-A019-4AC8-B635-3541B85F0AA6}"/>
              </a:ext>
            </a:extLst>
          </p:cNvPr>
          <p:cNvSpPr txBox="1"/>
          <p:nvPr/>
        </p:nvSpPr>
        <p:spPr>
          <a:xfrm>
            <a:off x="4429729" y="4740500"/>
            <a:ext cx="27090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vAPP</a:t>
            </a:r>
          </a:p>
        </p:txBody>
      </p:sp>
      <p:sp>
        <p:nvSpPr>
          <p:cNvPr id="311" name="TextBox 310">
            <a:extLst>
              <a:ext uri="{FF2B5EF4-FFF2-40B4-BE49-F238E27FC236}">
                <a16:creationId xmlns:a16="http://schemas.microsoft.com/office/drawing/2014/main" id="{2587DFBB-68D1-4C6F-A810-84BBB99FE83F}"/>
              </a:ext>
            </a:extLst>
          </p:cNvPr>
          <p:cNvSpPr txBox="1"/>
          <p:nvPr/>
        </p:nvSpPr>
        <p:spPr>
          <a:xfrm>
            <a:off x="5517808" y="4740500"/>
            <a:ext cx="58189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Application </a:t>
            </a:r>
            <a:br>
              <a:rPr lang="en-IN" sz="80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</a:br>
            <a:r>
              <a:rPr lang="en-IN" sz="80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Container</a:t>
            </a:r>
          </a:p>
        </p:txBody>
      </p:sp>
      <p:sp>
        <p:nvSpPr>
          <p:cNvPr id="313" name="TextBox 312">
            <a:extLst>
              <a:ext uri="{FF2B5EF4-FFF2-40B4-BE49-F238E27FC236}">
                <a16:creationId xmlns:a16="http://schemas.microsoft.com/office/drawing/2014/main" id="{69EAE7A9-53CC-458E-BC58-1EB73E110527}"/>
              </a:ext>
            </a:extLst>
          </p:cNvPr>
          <p:cNvSpPr txBox="1"/>
          <p:nvPr/>
        </p:nvSpPr>
        <p:spPr>
          <a:xfrm>
            <a:off x="6761694" y="4740500"/>
            <a:ext cx="973023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vSphere Replication</a:t>
            </a:r>
          </a:p>
        </p:txBody>
      </p:sp>
      <p:sp>
        <p:nvSpPr>
          <p:cNvPr id="316" name="TextBox 315">
            <a:extLst>
              <a:ext uri="{FF2B5EF4-FFF2-40B4-BE49-F238E27FC236}">
                <a16:creationId xmlns:a16="http://schemas.microsoft.com/office/drawing/2014/main" id="{CBA79B1A-16AA-4DFA-AD62-59E135E8F11D}"/>
              </a:ext>
            </a:extLst>
          </p:cNvPr>
          <p:cNvSpPr txBox="1"/>
          <p:nvPr/>
        </p:nvSpPr>
        <p:spPr>
          <a:xfrm>
            <a:off x="8607569" y="4740500"/>
            <a:ext cx="267702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Clock</a:t>
            </a:r>
          </a:p>
        </p:txBody>
      </p:sp>
      <p:sp>
        <p:nvSpPr>
          <p:cNvPr id="317" name="TextBox 316">
            <a:extLst>
              <a:ext uri="{FF2B5EF4-FFF2-40B4-BE49-F238E27FC236}">
                <a16:creationId xmlns:a16="http://schemas.microsoft.com/office/drawing/2014/main" id="{A2F7BEB9-83E9-4B30-8DF2-1B1B3FA73342}"/>
              </a:ext>
            </a:extLst>
          </p:cNvPr>
          <p:cNvSpPr txBox="1"/>
          <p:nvPr/>
        </p:nvSpPr>
        <p:spPr>
          <a:xfrm>
            <a:off x="9596740" y="4740500"/>
            <a:ext cx="849592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vSphere</a:t>
            </a:r>
            <a:br>
              <a:rPr lang="en-IN" sz="80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</a:br>
            <a:r>
              <a:rPr lang="en-IN" sz="80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Update Manager</a:t>
            </a:r>
            <a:r>
              <a:rPr lang="en-IN" sz="800" spc="0" baseline="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 </a:t>
            </a:r>
          </a:p>
        </p:txBody>
      </p:sp>
      <p:sp>
        <p:nvSpPr>
          <p:cNvPr id="319" name="TextBox 318">
            <a:extLst>
              <a:ext uri="{FF2B5EF4-FFF2-40B4-BE49-F238E27FC236}">
                <a16:creationId xmlns:a16="http://schemas.microsoft.com/office/drawing/2014/main" id="{93A9CC70-52AE-4178-83F1-411E17637C76}"/>
              </a:ext>
            </a:extLst>
          </p:cNvPr>
          <p:cNvSpPr txBox="1"/>
          <p:nvPr/>
        </p:nvSpPr>
        <p:spPr>
          <a:xfrm>
            <a:off x="11351245" y="4740500"/>
            <a:ext cx="405560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VMware</a:t>
            </a:r>
            <a:br>
              <a:rPr lang="en-IN" sz="80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</a:br>
            <a:r>
              <a:rPr lang="en-IN" sz="80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Tanzu</a:t>
            </a:r>
            <a:r>
              <a:rPr lang="en-IN" sz="800" spc="0" baseline="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 </a:t>
            </a:r>
          </a:p>
        </p:txBody>
      </p:sp>
      <p:sp>
        <p:nvSpPr>
          <p:cNvPr id="321" name="TextBox 320">
            <a:extLst>
              <a:ext uri="{FF2B5EF4-FFF2-40B4-BE49-F238E27FC236}">
                <a16:creationId xmlns:a16="http://schemas.microsoft.com/office/drawing/2014/main" id="{8F418C55-0461-4C69-B619-250168E87AFA}"/>
              </a:ext>
            </a:extLst>
          </p:cNvPr>
          <p:cNvSpPr txBox="1"/>
          <p:nvPr/>
        </p:nvSpPr>
        <p:spPr>
          <a:xfrm>
            <a:off x="1629437" y="2265876"/>
            <a:ext cx="719749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VMware Cloud</a:t>
            </a:r>
          </a:p>
        </p:txBody>
      </p:sp>
      <p:sp>
        <p:nvSpPr>
          <p:cNvPr id="322" name="TextBox 321">
            <a:extLst>
              <a:ext uri="{FF2B5EF4-FFF2-40B4-BE49-F238E27FC236}">
                <a16:creationId xmlns:a16="http://schemas.microsoft.com/office/drawing/2014/main" id="{F02AE88C-DF43-4495-9D6B-37F74FD3A25C}"/>
              </a:ext>
            </a:extLst>
          </p:cNvPr>
          <p:cNvSpPr txBox="1"/>
          <p:nvPr/>
        </p:nvSpPr>
        <p:spPr>
          <a:xfrm>
            <a:off x="2901541" y="2265876"/>
            <a:ext cx="780201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 dirty="0" err="1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vRealize</a:t>
            </a:r>
            <a:br>
              <a:rPr lang="en-IN" sz="80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</a:br>
            <a:r>
              <a:rPr lang="en-IN" sz="80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Automation</a:t>
            </a:r>
            <a:r>
              <a:rPr lang="en-IN" sz="800" spc="0" baseline="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 </a:t>
            </a:r>
          </a:p>
        </p:txBody>
      </p:sp>
      <p:sp>
        <p:nvSpPr>
          <p:cNvPr id="324" name="TextBox 323">
            <a:extLst>
              <a:ext uri="{FF2B5EF4-FFF2-40B4-BE49-F238E27FC236}">
                <a16:creationId xmlns:a16="http://schemas.microsoft.com/office/drawing/2014/main" id="{01DE198C-9CD5-4D8C-A217-2B92309B2E92}"/>
              </a:ext>
            </a:extLst>
          </p:cNvPr>
          <p:cNvSpPr txBox="1"/>
          <p:nvPr/>
        </p:nvSpPr>
        <p:spPr>
          <a:xfrm>
            <a:off x="4136380" y="2265876"/>
            <a:ext cx="857607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vRealize Business</a:t>
            </a:r>
          </a:p>
        </p:txBody>
      </p:sp>
      <p:sp>
        <p:nvSpPr>
          <p:cNvPr id="325" name="TextBox 324">
            <a:extLst>
              <a:ext uri="{FF2B5EF4-FFF2-40B4-BE49-F238E27FC236}">
                <a16:creationId xmlns:a16="http://schemas.microsoft.com/office/drawing/2014/main" id="{09DA25D5-8E67-405F-8F97-463E98295DAF}"/>
              </a:ext>
            </a:extLst>
          </p:cNvPr>
          <p:cNvSpPr txBox="1"/>
          <p:nvPr/>
        </p:nvSpPr>
        <p:spPr>
          <a:xfrm>
            <a:off x="5472123" y="2265876"/>
            <a:ext cx="673261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vRealize Suite</a:t>
            </a:r>
          </a:p>
        </p:txBody>
      </p:sp>
      <p:sp>
        <p:nvSpPr>
          <p:cNvPr id="326" name="TextBox 325">
            <a:extLst>
              <a:ext uri="{FF2B5EF4-FFF2-40B4-BE49-F238E27FC236}">
                <a16:creationId xmlns:a16="http://schemas.microsoft.com/office/drawing/2014/main" id="{C4944315-F889-4DA9-8335-E13458FAA693}"/>
              </a:ext>
            </a:extLst>
          </p:cNvPr>
          <p:cNvSpPr txBox="1"/>
          <p:nvPr/>
        </p:nvSpPr>
        <p:spPr>
          <a:xfrm>
            <a:off x="6826613" y="2265876"/>
            <a:ext cx="843180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CloudFoundation</a:t>
            </a:r>
            <a:endParaRPr lang="en-IN" sz="800" spc="0" baseline="0" dirty="0">
              <a:solidFill>
                <a:srgbClr val="000000"/>
              </a:solidFill>
              <a:latin typeface="Metropolis-Regular"/>
              <a:sym typeface="Metropolis-Regular"/>
              <a:rtl val="0"/>
            </a:endParaRPr>
          </a:p>
        </p:txBody>
      </p:sp>
      <p:sp>
        <p:nvSpPr>
          <p:cNvPr id="327" name="TextBox 326">
            <a:extLst>
              <a:ext uri="{FF2B5EF4-FFF2-40B4-BE49-F238E27FC236}">
                <a16:creationId xmlns:a16="http://schemas.microsoft.com/office/drawing/2014/main" id="{D0B67A81-F248-4C1F-AAF2-F61FAB317C8D}"/>
              </a:ext>
            </a:extLst>
          </p:cNvPr>
          <p:cNvSpPr txBox="1"/>
          <p:nvPr/>
        </p:nvSpPr>
        <p:spPr>
          <a:xfrm>
            <a:off x="8454482" y="2265876"/>
            <a:ext cx="573876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Cloud </a:t>
            </a:r>
            <a:r>
              <a:rPr lang="en-IN" sz="80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on</a:t>
            </a:r>
            <a:br>
              <a:rPr lang="en-IN" sz="80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</a:br>
            <a:r>
              <a:rPr lang="en-IN" sz="80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Dell EMC /</a:t>
            </a:r>
            <a:br>
              <a:rPr lang="en-IN" sz="80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</a:br>
            <a:r>
              <a:rPr lang="en-IN" sz="80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Dimension </a:t>
            </a:r>
            <a:r>
              <a:rPr lang="en-IN" sz="800" spc="0" baseline="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 </a:t>
            </a:r>
          </a:p>
        </p:txBody>
      </p:sp>
      <p:sp>
        <p:nvSpPr>
          <p:cNvPr id="330" name="TextBox 329">
            <a:extLst>
              <a:ext uri="{FF2B5EF4-FFF2-40B4-BE49-F238E27FC236}">
                <a16:creationId xmlns:a16="http://schemas.microsoft.com/office/drawing/2014/main" id="{FAA67D7E-ED87-466B-BB5D-7BE06F6B1788}"/>
              </a:ext>
            </a:extLst>
          </p:cNvPr>
          <p:cNvSpPr txBox="1"/>
          <p:nvPr/>
        </p:nvSpPr>
        <p:spPr>
          <a:xfrm>
            <a:off x="9802726" y="2265876"/>
            <a:ext cx="437620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 dirty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Calendar</a:t>
            </a:r>
          </a:p>
        </p:txBody>
      </p:sp>
      <p:sp>
        <p:nvSpPr>
          <p:cNvPr id="331" name="TextBox 330">
            <a:extLst>
              <a:ext uri="{FF2B5EF4-FFF2-40B4-BE49-F238E27FC236}">
                <a16:creationId xmlns:a16="http://schemas.microsoft.com/office/drawing/2014/main" id="{9BEA48E7-9CB1-4E1F-A1A4-EE34B4D82558}"/>
              </a:ext>
            </a:extLst>
          </p:cNvPr>
          <p:cNvSpPr txBox="1"/>
          <p:nvPr/>
        </p:nvSpPr>
        <p:spPr>
          <a:xfrm>
            <a:off x="11369679" y="2265876"/>
            <a:ext cx="368692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License</a:t>
            </a:r>
          </a:p>
        </p:txBody>
      </p:sp>
      <p:sp>
        <p:nvSpPr>
          <p:cNvPr id="332" name="Freeform: Shape 331">
            <a:extLst>
              <a:ext uri="{FF2B5EF4-FFF2-40B4-BE49-F238E27FC236}">
                <a16:creationId xmlns:a16="http://schemas.microsoft.com/office/drawing/2014/main" id="{9A96AB7B-628C-4DC0-B22A-B492AAA42948}"/>
              </a:ext>
            </a:extLst>
          </p:cNvPr>
          <p:cNvSpPr/>
          <p:nvPr/>
        </p:nvSpPr>
        <p:spPr>
          <a:xfrm>
            <a:off x="4450883" y="4441654"/>
            <a:ext cx="228600" cy="228600"/>
          </a:xfrm>
          <a:custGeom>
            <a:avLst/>
            <a:gdLst>
              <a:gd name="connsiteX0" fmla="*/ 85249 w 228600"/>
              <a:gd name="connsiteY0" fmla="*/ 88106 h 228600"/>
              <a:gd name="connsiteX1" fmla="*/ 63913 w 228600"/>
              <a:gd name="connsiteY1" fmla="*/ 136398 h 228600"/>
              <a:gd name="connsiteX2" fmla="*/ 69914 w 228600"/>
              <a:gd name="connsiteY2" fmla="*/ 136398 h 228600"/>
              <a:gd name="connsiteX3" fmla="*/ 74771 w 228600"/>
              <a:gd name="connsiteY3" fmla="*/ 125444 h 228600"/>
              <a:gd name="connsiteX4" fmla="*/ 101727 w 228600"/>
              <a:gd name="connsiteY4" fmla="*/ 125444 h 228600"/>
              <a:gd name="connsiteX5" fmla="*/ 106585 w 228600"/>
              <a:gd name="connsiteY5" fmla="*/ 136398 h 228600"/>
              <a:gd name="connsiteX6" fmla="*/ 112586 w 228600"/>
              <a:gd name="connsiteY6" fmla="*/ 136398 h 228600"/>
              <a:gd name="connsiteX7" fmla="*/ 91250 w 228600"/>
              <a:gd name="connsiteY7" fmla="*/ 88106 h 228600"/>
              <a:gd name="connsiteX8" fmla="*/ 85249 w 228600"/>
              <a:gd name="connsiteY8" fmla="*/ 88106 h 228600"/>
              <a:gd name="connsiteX9" fmla="*/ 77057 w 228600"/>
              <a:gd name="connsiteY9" fmla="*/ 120205 h 228600"/>
              <a:gd name="connsiteX10" fmla="*/ 88297 w 228600"/>
              <a:gd name="connsiteY10" fmla="*/ 94774 h 228600"/>
              <a:gd name="connsiteX11" fmla="*/ 99441 w 228600"/>
              <a:gd name="connsiteY11" fmla="*/ 120205 h 228600"/>
              <a:gd name="connsiteX12" fmla="*/ 77057 w 228600"/>
              <a:gd name="connsiteY12" fmla="*/ 120205 h 228600"/>
              <a:gd name="connsiteX13" fmla="*/ 41910 w 228600"/>
              <a:gd name="connsiteY13" fmla="*/ 130207 h 228600"/>
              <a:gd name="connsiteX14" fmla="*/ 29813 w 228600"/>
              <a:gd name="connsiteY14" fmla="*/ 100013 h 228600"/>
              <a:gd name="connsiteX15" fmla="*/ 23908 w 228600"/>
              <a:gd name="connsiteY15" fmla="*/ 100013 h 228600"/>
              <a:gd name="connsiteX16" fmla="*/ 39433 w 228600"/>
              <a:gd name="connsiteY16" fmla="*/ 136398 h 228600"/>
              <a:gd name="connsiteX17" fmla="*/ 44482 w 228600"/>
              <a:gd name="connsiteY17" fmla="*/ 136398 h 228600"/>
              <a:gd name="connsiteX18" fmla="*/ 59722 w 228600"/>
              <a:gd name="connsiteY18" fmla="*/ 100013 h 228600"/>
              <a:gd name="connsiteX19" fmla="*/ 53816 w 228600"/>
              <a:gd name="connsiteY19" fmla="*/ 100013 h 228600"/>
              <a:gd name="connsiteX20" fmla="*/ 41910 w 228600"/>
              <a:gd name="connsiteY20" fmla="*/ 130207 h 228600"/>
              <a:gd name="connsiteX21" fmla="*/ 140018 w 228600"/>
              <a:gd name="connsiteY21" fmla="*/ 88106 h 228600"/>
              <a:gd name="connsiteX22" fmla="*/ 120396 w 228600"/>
              <a:gd name="connsiteY22" fmla="*/ 88106 h 228600"/>
              <a:gd name="connsiteX23" fmla="*/ 120396 w 228600"/>
              <a:gd name="connsiteY23" fmla="*/ 136398 h 228600"/>
              <a:gd name="connsiteX24" fmla="*/ 125921 w 228600"/>
              <a:gd name="connsiteY24" fmla="*/ 136398 h 228600"/>
              <a:gd name="connsiteX25" fmla="*/ 125921 w 228600"/>
              <a:gd name="connsiteY25" fmla="*/ 119063 h 228600"/>
              <a:gd name="connsiteX26" fmla="*/ 140018 w 228600"/>
              <a:gd name="connsiteY26" fmla="*/ 119063 h 228600"/>
              <a:gd name="connsiteX27" fmla="*/ 157829 w 228600"/>
              <a:gd name="connsiteY27" fmla="*/ 103632 h 228600"/>
              <a:gd name="connsiteX28" fmla="*/ 140018 w 228600"/>
              <a:gd name="connsiteY28" fmla="*/ 88106 h 228600"/>
              <a:gd name="connsiteX29" fmla="*/ 139065 w 228600"/>
              <a:gd name="connsiteY29" fmla="*/ 113824 h 228600"/>
              <a:gd name="connsiteX30" fmla="*/ 125921 w 228600"/>
              <a:gd name="connsiteY30" fmla="*/ 113824 h 228600"/>
              <a:gd name="connsiteX31" fmla="*/ 125921 w 228600"/>
              <a:gd name="connsiteY31" fmla="*/ 93250 h 228600"/>
              <a:gd name="connsiteX32" fmla="*/ 139065 w 228600"/>
              <a:gd name="connsiteY32" fmla="*/ 93250 h 228600"/>
              <a:gd name="connsiteX33" fmla="*/ 152305 w 228600"/>
              <a:gd name="connsiteY33" fmla="*/ 103537 h 228600"/>
              <a:gd name="connsiteX34" fmla="*/ 139065 w 228600"/>
              <a:gd name="connsiteY34" fmla="*/ 113824 h 228600"/>
              <a:gd name="connsiteX35" fmla="*/ 171260 w 228600"/>
              <a:gd name="connsiteY35" fmla="*/ 119063 h 228600"/>
              <a:gd name="connsiteX36" fmla="*/ 185357 w 228600"/>
              <a:gd name="connsiteY36" fmla="*/ 119063 h 228600"/>
              <a:gd name="connsiteX37" fmla="*/ 203168 w 228600"/>
              <a:gd name="connsiteY37" fmla="*/ 103632 h 228600"/>
              <a:gd name="connsiteX38" fmla="*/ 185357 w 228600"/>
              <a:gd name="connsiteY38" fmla="*/ 88106 h 228600"/>
              <a:gd name="connsiteX39" fmla="*/ 165735 w 228600"/>
              <a:gd name="connsiteY39" fmla="*/ 88106 h 228600"/>
              <a:gd name="connsiteX40" fmla="*/ 165735 w 228600"/>
              <a:gd name="connsiteY40" fmla="*/ 136398 h 228600"/>
              <a:gd name="connsiteX41" fmla="*/ 171260 w 228600"/>
              <a:gd name="connsiteY41" fmla="*/ 136398 h 228600"/>
              <a:gd name="connsiteX42" fmla="*/ 171260 w 228600"/>
              <a:gd name="connsiteY42" fmla="*/ 119063 h 228600"/>
              <a:gd name="connsiteX43" fmla="*/ 171260 w 228600"/>
              <a:gd name="connsiteY43" fmla="*/ 93250 h 228600"/>
              <a:gd name="connsiteX44" fmla="*/ 184404 w 228600"/>
              <a:gd name="connsiteY44" fmla="*/ 93250 h 228600"/>
              <a:gd name="connsiteX45" fmla="*/ 197644 w 228600"/>
              <a:gd name="connsiteY45" fmla="*/ 103537 h 228600"/>
              <a:gd name="connsiteX46" fmla="*/ 184404 w 228600"/>
              <a:gd name="connsiteY46" fmla="*/ 113824 h 228600"/>
              <a:gd name="connsiteX47" fmla="*/ 171260 w 228600"/>
              <a:gd name="connsiteY47" fmla="*/ 113824 h 228600"/>
              <a:gd name="connsiteX48" fmla="*/ 171260 w 228600"/>
              <a:gd name="connsiteY48" fmla="*/ 93250 h 228600"/>
              <a:gd name="connsiteX49" fmla="*/ 9525 w 228600"/>
              <a:gd name="connsiteY49" fmla="*/ 72676 h 228600"/>
              <a:gd name="connsiteX50" fmla="*/ 0 w 228600"/>
              <a:gd name="connsiteY50" fmla="*/ 72676 h 228600"/>
              <a:gd name="connsiteX51" fmla="*/ 0 w 228600"/>
              <a:gd name="connsiteY51" fmla="*/ 82201 h 228600"/>
              <a:gd name="connsiteX52" fmla="*/ 9525 w 228600"/>
              <a:gd name="connsiteY52" fmla="*/ 82201 h 228600"/>
              <a:gd name="connsiteX53" fmla="*/ 9525 w 228600"/>
              <a:gd name="connsiteY53" fmla="*/ 72676 h 228600"/>
              <a:gd name="connsiteX54" fmla="*/ 9525 w 228600"/>
              <a:gd name="connsiteY54" fmla="*/ 97250 h 228600"/>
              <a:gd name="connsiteX55" fmla="*/ 0 w 228600"/>
              <a:gd name="connsiteY55" fmla="*/ 97250 h 228600"/>
              <a:gd name="connsiteX56" fmla="*/ 0 w 228600"/>
              <a:gd name="connsiteY56" fmla="*/ 106775 h 228600"/>
              <a:gd name="connsiteX57" fmla="*/ 9525 w 228600"/>
              <a:gd name="connsiteY57" fmla="*/ 106775 h 228600"/>
              <a:gd name="connsiteX58" fmla="*/ 9525 w 228600"/>
              <a:gd name="connsiteY58" fmla="*/ 97250 h 228600"/>
              <a:gd name="connsiteX59" fmla="*/ 9525 w 228600"/>
              <a:gd name="connsiteY59" fmla="*/ 121825 h 228600"/>
              <a:gd name="connsiteX60" fmla="*/ 0 w 228600"/>
              <a:gd name="connsiteY60" fmla="*/ 121825 h 228600"/>
              <a:gd name="connsiteX61" fmla="*/ 0 w 228600"/>
              <a:gd name="connsiteY61" fmla="*/ 131350 h 228600"/>
              <a:gd name="connsiteX62" fmla="*/ 9525 w 228600"/>
              <a:gd name="connsiteY62" fmla="*/ 131350 h 228600"/>
              <a:gd name="connsiteX63" fmla="*/ 9525 w 228600"/>
              <a:gd name="connsiteY63" fmla="*/ 121825 h 228600"/>
              <a:gd name="connsiteX64" fmla="*/ 9525 w 228600"/>
              <a:gd name="connsiteY64" fmla="*/ 146399 h 228600"/>
              <a:gd name="connsiteX65" fmla="*/ 0 w 228600"/>
              <a:gd name="connsiteY65" fmla="*/ 146399 h 228600"/>
              <a:gd name="connsiteX66" fmla="*/ 0 w 228600"/>
              <a:gd name="connsiteY66" fmla="*/ 155924 h 228600"/>
              <a:gd name="connsiteX67" fmla="*/ 9525 w 228600"/>
              <a:gd name="connsiteY67" fmla="*/ 155924 h 228600"/>
              <a:gd name="connsiteX68" fmla="*/ 9525 w 228600"/>
              <a:gd name="connsiteY68" fmla="*/ 146399 h 228600"/>
              <a:gd name="connsiteX69" fmla="*/ 219075 w 228600"/>
              <a:gd name="connsiteY69" fmla="*/ 131350 h 228600"/>
              <a:gd name="connsiteX70" fmla="*/ 228600 w 228600"/>
              <a:gd name="connsiteY70" fmla="*/ 131350 h 228600"/>
              <a:gd name="connsiteX71" fmla="*/ 228600 w 228600"/>
              <a:gd name="connsiteY71" fmla="*/ 121825 h 228600"/>
              <a:gd name="connsiteX72" fmla="*/ 219075 w 228600"/>
              <a:gd name="connsiteY72" fmla="*/ 121825 h 228600"/>
              <a:gd name="connsiteX73" fmla="*/ 219075 w 228600"/>
              <a:gd name="connsiteY73" fmla="*/ 131350 h 228600"/>
              <a:gd name="connsiteX74" fmla="*/ 219075 w 228600"/>
              <a:gd name="connsiteY74" fmla="*/ 155924 h 228600"/>
              <a:gd name="connsiteX75" fmla="*/ 228600 w 228600"/>
              <a:gd name="connsiteY75" fmla="*/ 155924 h 228600"/>
              <a:gd name="connsiteX76" fmla="*/ 228600 w 228600"/>
              <a:gd name="connsiteY76" fmla="*/ 146399 h 228600"/>
              <a:gd name="connsiteX77" fmla="*/ 219075 w 228600"/>
              <a:gd name="connsiteY77" fmla="*/ 146399 h 228600"/>
              <a:gd name="connsiteX78" fmla="*/ 219075 w 228600"/>
              <a:gd name="connsiteY78" fmla="*/ 155924 h 228600"/>
              <a:gd name="connsiteX79" fmla="*/ 219075 w 228600"/>
              <a:gd name="connsiteY79" fmla="*/ 82201 h 228600"/>
              <a:gd name="connsiteX80" fmla="*/ 228600 w 228600"/>
              <a:gd name="connsiteY80" fmla="*/ 82201 h 228600"/>
              <a:gd name="connsiteX81" fmla="*/ 228600 w 228600"/>
              <a:gd name="connsiteY81" fmla="*/ 72676 h 228600"/>
              <a:gd name="connsiteX82" fmla="*/ 219075 w 228600"/>
              <a:gd name="connsiteY82" fmla="*/ 72676 h 228600"/>
              <a:gd name="connsiteX83" fmla="*/ 219075 w 228600"/>
              <a:gd name="connsiteY83" fmla="*/ 82201 h 228600"/>
              <a:gd name="connsiteX84" fmla="*/ 219075 w 228600"/>
              <a:gd name="connsiteY84" fmla="*/ 106775 h 228600"/>
              <a:gd name="connsiteX85" fmla="*/ 228600 w 228600"/>
              <a:gd name="connsiteY85" fmla="*/ 106775 h 228600"/>
              <a:gd name="connsiteX86" fmla="*/ 228600 w 228600"/>
              <a:gd name="connsiteY86" fmla="*/ 97250 h 228600"/>
              <a:gd name="connsiteX87" fmla="*/ 219075 w 228600"/>
              <a:gd name="connsiteY87" fmla="*/ 97250 h 228600"/>
              <a:gd name="connsiteX88" fmla="*/ 219075 w 228600"/>
              <a:gd name="connsiteY88" fmla="*/ 106775 h 228600"/>
              <a:gd name="connsiteX89" fmla="*/ 155924 w 228600"/>
              <a:gd name="connsiteY89" fmla="*/ 0 h 228600"/>
              <a:gd name="connsiteX90" fmla="*/ 146399 w 228600"/>
              <a:gd name="connsiteY90" fmla="*/ 0 h 228600"/>
              <a:gd name="connsiteX91" fmla="*/ 146399 w 228600"/>
              <a:gd name="connsiteY91" fmla="*/ 9525 h 228600"/>
              <a:gd name="connsiteX92" fmla="*/ 155924 w 228600"/>
              <a:gd name="connsiteY92" fmla="*/ 9525 h 228600"/>
              <a:gd name="connsiteX93" fmla="*/ 155924 w 228600"/>
              <a:gd name="connsiteY93" fmla="*/ 0 h 228600"/>
              <a:gd name="connsiteX94" fmla="*/ 106775 w 228600"/>
              <a:gd name="connsiteY94" fmla="*/ 0 h 228600"/>
              <a:gd name="connsiteX95" fmla="*/ 97250 w 228600"/>
              <a:gd name="connsiteY95" fmla="*/ 0 h 228600"/>
              <a:gd name="connsiteX96" fmla="*/ 97250 w 228600"/>
              <a:gd name="connsiteY96" fmla="*/ 9525 h 228600"/>
              <a:gd name="connsiteX97" fmla="*/ 106775 w 228600"/>
              <a:gd name="connsiteY97" fmla="*/ 9525 h 228600"/>
              <a:gd name="connsiteX98" fmla="*/ 106775 w 228600"/>
              <a:gd name="connsiteY98" fmla="*/ 0 h 228600"/>
              <a:gd name="connsiteX99" fmla="*/ 131350 w 228600"/>
              <a:gd name="connsiteY99" fmla="*/ 0 h 228600"/>
              <a:gd name="connsiteX100" fmla="*/ 121825 w 228600"/>
              <a:gd name="connsiteY100" fmla="*/ 0 h 228600"/>
              <a:gd name="connsiteX101" fmla="*/ 121825 w 228600"/>
              <a:gd name="connsiteY101" fmla="*/ 9525 h 228600"/>
              <a:gd name="connsiteX102" fmla="*/ 131350 w 228600"/>
              <a:gd name="connsiteY102" fmla="*/ 9525 h 228600"/>
              <a:gd name="connsiteX103" fmla="*/ 131350 w 228600"/>
              <a:gd name="connsiteY103" fmla="*/ 0 h 228600"/>
              <a:gd name="connsiteX104" fmla="*/ 82201 w 228600"/>
              <a:gd name="connsiteY104" fmla="*/ 0 h 228600"/>
              <a:gd name="connsiteX105" fmla="*/ 72676 w 228600"/>
              <a:gd name="connsiteY105" fmla="*/ 0 h 228600"/>
              <a:gd name="connsiteX106" fmla="*/ 72676 w 228600"/>
              <a:gd name="connsiteY106" fmla="*/ 9525 h 228600"/>
              <a:gd name="connsiteX107" fmla="*/ 82201 w 228600"/>
              <a:gd name="connsiteY107" fmla="*/ 9525 h 228600"/>
              <a:gd name="connsiteX108" fmla="*/ 82201 w 228600"/>
              <a:gd name="connsiteY108" fmla="*/ 0 h 228600"/>
              <a:gd name="connsiteX109" fmla="*/ 121825 w 228600"/>
              <a:gd name="connsiteY109" fmla="*/ 228600 h 228600"/>
              <a:gd name="connsiteX110" fmla="*/ 131350 w 228600"/>
              <a:gd name="connsiteY110" fmla="*/ 228600 h 228600"/>
              <a:gd name="connsiteX111" fmla="*/ 131350 w 228600"/>
              <a:gd name="connsiteY111" fmla="*/ 219075 h 228600"/>
              <a:gd name="connsiteX112" fmla="*/ 121825 w 228600"/>
              <a:gd name="connsiteY112" fmla="*/ 219075 h 228600"/>
              <a:gd name="connsiteX113" fmla="*/ 121825 w 228600"/>
              <a:gd name="connsiteY113" fmla="*/ 228600 h 228600"/>
              <a:gd name="connsiteX114" fmla="*/ 72676 w 228600"/>
              <a:gd name="connsiteY114" fmla="*/ 228600 h 228600"/>
              <a:gd name="connsiteX115" fmla="*/ 82201 w 228600"/>
              <a:gd name="connsiteY115" fmla="*/ 228600 h 228600"/>
              <a:gd name="connsiteX116" fmla="*/ 82201 w 228600"/>
              <a:gd name="connsiteY116" fmla="*/ 219075 h 228600"/>
              <a:gd name="connsiteX117" fmla="*/ 72676 w 228600"/>
              <a:gd name="connsiteY117" fmla="*/ 219075 h 228600"/>
              <a:gd name="connsiteX118" fmla="*/ 72676 w 228600"/>
              <a:gd name="connsiteY118" fmla="*/ 228600 h 228600"/>
              <a:gd name="connsiteX119" fmla="*/ 146399 w 228600"/>
              <a:gd name="connsiteY119" fmla="*/ 228600 h 228600"/>
              <a:gd name="connsiteX120" fmla="*/ 155924 w 228600"/>
              <a:gd name="connsiteY120" fmla="*/ 228600 h 228600"/>
              <a:gd name="connsiteX121" fmla="*/ 155924 w 228600"/>
              <a:gd name="connsiteY121" fmla="*/ 219075 h 228600"/>
              <a:gd name="connsiteX122" fmla="*/ 146399 w 228600"/>
              <a:gd name="connsiteY122" fmla="*/ 219075 h 228600"/>
              <a:gd name="connsiteX123" fmla="*/ 146399 w 228600"/>
              <a:gd name="connsiteY123" fmla="*/ 228600 h 228600"/>
              <a:gd name="connsiteX124" fmla="*/ 97250 w 228600"/>
              <a:gd name="connsiteY124" fmla="*/ 228600 h 228600"/>
              <a:gd name="connsiteX125" fmla="*/ 106775 w 228600"/>
              <a:gd name="connsiteY125" fmla="*/ 228600 h 228600"/>
              <a:gd name="connsiteX126" fmla="*/ 106775 w 228600"/>
              <a:gd name="connsiteY126" fmla="*/ 219075 h 228600"/>
              <a:gd name="connsiteX127" fmla="*/ 97250 w 228600"/>
              <a:gd name="connsiteY127" fmla="*/ 219075 h 228600"/>
              <a:gd name="connsiteX128" fmla="*/ 97250 w 228600"/>
              <a:gd name="connsiteY128" fmla="*/ 228600 h 228600"/>
              <a:gd name="connsiteX129" fmla="*/ 9525 w 228600"/>
              <a:gd name="connsiteY129" fmla="*/ 9525 h 228600"/>
              <a:gd name="connsiteX130" fmla="*/ 57626 w 228600"/>
              <a:gd name="connsiteY130" fmla="*/ 9525 h 228600"/>
              <a:gd name="connsiteX131" fmla="*/ 57626 w 228600"/>
              <a:gd name="connsiteY131" fmla="*/ 0 h 228600"/>
              <a:gd name="connsiteX132" fmla="*/ 0 w 228600"/>
              <a:gd name="connsiteY132" fmla="*/ 0 h 228600"/>
              <a:gd name="connsiteX133" fmla="*/ 0 w 228600"/>
              <a:gd name="connsiteY133" fmla="*/ 57626 h 228600"/>
              <a:gd name="connsiteX134" fmla="*/ 9525 w 228600"/>
              <a:gd name="connsiteY134" fmla="*/ 57626 h 228600"/>
              <a:gd name="connsiteX135" fmla="*/ 9525 w 228600"/>
              <a:gd name="connsiteY135" fmla="*/ 9525 h 228600"/>
              <a:gd name="connsiteX136" fmla="*/ 170974 w 228600"/>
              <a:gd name="connsiteY136" fmla="*/ 0 h 228600"/>
              <a:gd name="connsiteX137" fmla="*/ 170974 w 228600"/>
              <a:gd name="connsiteY137" fmla="*/ 9525 h 228600"/>
              <a:gd name="connsiteX138" fmla="*/ 219075 w 228600"/>
              <a:gd name="connsiteY138" fmla="*/ 9525 h 228600"/>
              <a:gd name="connsiteX139" fmla="*/ 219075 w 228600"/>
              <a:gd name="connsiteY139" fmla="*/ 57626 h 228600"/>
              <a:gd name="connsiteX140" fmla="*/ 228600 w 228600"/>
              <a:gd name="connsiteY140" fmla="*/ 57626 h 228600"/>
              <a:gd name="connsiteX141" fmla="*/ 228600 w 228600"/>
              <a:gd name="connsiteY141" fmla="*/ 0 h 228600"/>
              <a:gd name="connsiteX142" fmla="*/ 170974 w 228600"/>
              <a:gd name="connsiteY142" fmla="*/ 0 h 228600"/>
              <a:gd name="connsiteX143" fmla="*/ 9525 w 228600"/>
              <a:gd name="connsiteY143" fmla="*/ 170974 h 228600"/>
              <a:gd name="connsiteX144" fmla="*/ 0 w 228600"/>
              <a:gd name="connsiteY144" fmla="*/ 170974 h 228600"/>
              <a:gd name="connsiteX145" fmla="*/ 0 w 228600"/>
              <a:gd name="connsiteY145" fmla="*/ 228600 h 228600"/>
              <a:gd name="connsiteX146" fmla="*/ 48101 w 228600"/>
              <a:gd name="connsiteY146" fmla="*/ 228600 h 228600"/>
              <a:gd name="connsiteX147" fmla="*/ 48101 w 228600"/>
              <a:gd name="connsiteY147" fmla="*/ 228600 h 228600"/>
              <a:gd name="connsiteX148" fmla="*/ 57626 w 228600"/>
              <a:gd name="connsiteY148" fmla="*/ 228600 h 228600"/>
              <a:gd name="connsiteX149" fmla="*/ 57626 w 228600"/>
              <a:gd name="connsiteY149" fmla="*/ 219075 h 228600"/>
              <a:gd name="connsiteX150" fmla="*/ 9525 w 228600"/>
              <a:gd name="connsiteY150" fmla="*/ 219075 h 228600"/>
              <a:gd name="connsiteX151" fmla="*/ 9525 w 228600"/>
              <a:gd name="connsiteY151" fmla="*/ 170974 h 228600"/>
              <a:gd name="connsiteX152" fmla="*/ 219075 w 228600"/>
              <a:gd name="connsiteY152" fmla="*/ 219075 h 228600"/>
              <a:gd name="connsiteX153" fmla="*/ 170974 w 228600"/>
              <a:gd name="connsiteY153" fmla="*/ 219075 h 228600"/>
              <a:gd name="connsiteX154" fmla="*/ 170974 w 228600"/>
              <a:gd name="connsiteY154" fmla="*/ 219075 h 228600"/>
              <a:gd name="connsiteX155" fmla="*/ 170974 w 228600"/>
              <a:gd name="connsiteY155" fmla="*/ 219075 h 228600"/>
              <a:gd name="connsiteX156" fmla="*/ 170974 w 228600"/>
              <a:gd name="connsiteY156" fmla="*/ 228600 h 228600"/>
              <a:gd name="connsiteX157" fmla="*/ 180499 w 228600"/>
              <a:gd name="connsiteY157" fmla="*/ 228600 h 228600"/>
              <a:gd name="connsiteX158" fmla="*/ 180499 w 228600"/>
              <a:gd name="connsiteY158" fmla="*/ 228600 h 228600"/>
              <a:gd name="connsiteX159" fmla="*/ 228600 w 228600"/>
              <a:gd name="connsiteY159" fmla="*/ 228600 h 228600"/>
              <a:gd name="connsiteX160" fmla="*/ 228600 w 228600"/>
              <a:gd name="connsiteY160" fmla="*/ 170974 h 228600"/>
              <a:gd name="connsiteX161" fmla="*/ 219075 w 228600"/>
              <a:gd name="connsiteY161" fmla="*/ 170974 h 228600"/>
              <a:gd name="connsiteX162" fmla="*/ 219075 w 228600"/>
              <a:gd name="connsiteY162" fmla="*/ 219075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</a:cxnLst>
            <a:rect l="l" t="t" r="r" b="b"/>
            <a:pathLst>
              <a:path w="228600" h="228600">
                <a:moveTo>
                  <a:pt x="85249" y="88106"/>
                </a:moveTo>
                <a:lnTo>
                  <a:pt x="63913" y="136398"/>
                </a:lnTo>
                <a:lnTo>
                  <a:pt x="69914" y="136398"/>
                </a:lnTo>
                <a:lnTo>
                  <a:pt x="74771" y="125444"/>
                </a:lnTo>
                <a:lnTo>
                  <a:pt x="101727" y="125444"/>
                </a:lnTo>
                <a:lnTo>
                  <a:pt x="106585" y="136398"/>
                </a:lnTo>
                <a:lnTo>
                  <a:pt x="112586" y="136398"/>
                </a:lnTo>
                <a:lnTo>
                  <a:pt x="91250" y="88106"/>
                </a:lnTo>
                <a:lnTo>
                  <a:pt x="85249" y="88106"/>
                </a:lnTo>
                <a:close/>
                <a:moveTo>
                  <a:pt x="77057" y="120205"/>
                </a:moveTo>
                <a:lnTo>
                  <a:pt x="88297" y="94774"/>
                </a:lnTo>
                <a:lnTo>
                  <a:pt x="99441" y="120205"/>
                </a:lnTo>
                <a:lnTo>
                  <a:pt x="77057" y="120205"/>
                </a:lnTo>
                <a:close/>
                <a:moveTo>
                  <a:pt x="41910" y="130207"/>
                </a:moveTo>
                <a:lnTo>
                  <a:pt x="29813" y="100013"/>
                </a:lnTo>
                <a:lnTo>
                  <a:pt x="23908" y="100013"/>
                </a:lnTo>
                <a:lnTo>
                  <a:pt x="39433" y="136398"/>
                </a:lnTo>
                <a:lnTo>
                  <a:pt x="44482" y="136398"/>
                </a:lnTo>
                <a:lnTo>
                  <a:pt x="59722" y="100013"/>
                </a:lnTo>
                <a:lnTo>
                  <a:pt x="53816" y="100013"/>
                </a:lnTo>
                <a:lnTo>
                  <a:pt x="41910" y="130207"/>
                </a:lnTo>
                <a:close/>
                <a:moveTo>
                  <a:pt x="140018" y="88106"/>
                </a:moveTo>
                <a:lnTo>
                  <a:pt x="120396" y="88106"/>
                </a:lnTo>
                <a:lnTo>
                  <a:pt x="120396" y="136398"/>
                </a:lnTo>
                <a:lnTo>
                  <a:pt x="125921" y="136398"/>
                </a:lnTo>
                <a:lnTo>
                  <a:pt x="125921" y="119063"/>
                </a:lnTo>
                <a:lnTo>
                  <a:pt x="140018" y="119063"/>
                </a:lnTo>
                <a:cubicBezTo>
                  <a:pt x="150019" y="119063"/>
                  <a:pt x="157829" y="112681"/>
                  <a:pt x="157829" y="103632"/>
                </a:cubicBezTo>
                <a:cubicBezTo>
                  <a:pt x="157829" y="94583"/>
                  <a:pt x="150019" y="88106"/>
                  <a:pt x="140018" y="88106"/>
                </a:cubicBezTo>
                <a:close/>
                <a:moveTo>
                  <a:pt x="139065" y="113824"/>
                </a:moveTo>
                <a:lnTo>
                  <a:pt x="125921" y="113824"/>
                </a:lnTo>
                <a:lnTo>
                  <a:pt x="125921" y="93250"/>
                </a:lnTo>
                <a:lnTo>
                  <a:pt x="139065" y="93250"/>
                </a:lnTo>
                <a:cubicBezTo>
                  <a:pt x="146971" y="93250"/>
                  <a:pt x="152305" y="97060"/>
                  <a:pt x="152305" y="103537"/>
                </a:cubicBezTo>
                <a:cubicBezTo>
                  <a:pt x="152305" y="110014"/>
                  <a:pt x="146876" y="113824"/>
                  <a:pt x="139065" y="113824"/>
                </a:cubicBezTo>
                <a:close/>
                <a:moveTo>
                  <a:pt x="171260" y="119063"/>
                </a:moveTo>
                <a:lnTo>
                  <a:pt x="185357" y="119063"/>
                </a:lnTo>
                <a:cubicBezTo>
                  <a:pt x="195358" y="119063"/>
                  <a:pt x="203168" y="112681"/>
                  <a:pt x="203168" y="103632"/>
                </a:cubicBezTo>
                <a:cubicBezTo>
                  <a:pt x="203168" y="94583"/>
                  <a:pt x="195358" y="88106"/>
                  <a:pt x="185357" y="88106"/>
                </a:cubicBezTo>
                <a:lnTo>
                  <a:pt x="165735" y="88106"/>
                </a:lnTo>
                <a:lnTo>
                  <a:pt x="165735" y="136398"/>
                </a:lnTo>
                <a:lnTo>
                  <a:pt x="171260" y="136398"/>
                </a:lnTo>
                <a:lnTo>
                  <a:pt x="171260" y="119063"/>
                </a:lnTo>
                <a:close/>
                <a:moveTo>
                  <a:pt x="171260" y="93250"/>
                </a:moveTo>
                <a:lnTo>
                  <a:pt x="184404" y="93250"/>
                </a:lnTo>
                <a:cubicBezTo>
                  <a:pt x="192310" y="93250"/>
                  <a:pt x="197644" y="97060"/>
                  <a:pt x="197644" y="103537"/>
                </a:cubicBezTo>
                <a:cubicBezTo>
                  <a:pt x="197644" y="110014"/>
                  <a:pt x="192310" y="113824"/>
                  <a:pt x="184404" y="113824"/>
                </a:cubicBezTo>
                <a:lnTo>
                  <a:pt x="171260" y="113824"/>
                </a:lnTo>
                <a:lnTo>
                  <a:pt x="171260" y="93250"/>
                </a:lnTo>
                <a:close/>
                <a:moveTo>
                  <a:pt x="9525" y="72676"/>
                </a:moveTo>
                <a:lnTo>
                  <a:pt x="0" y="72676"/>
                </a:lnTo>
                <a:lnTo>
                  <a:pt x="0" y="82201"/>
                </a:lnTo>
                <a:lnTo>
                  <a:pt x="9525" y="82201"/>
                </a:lnTo>
                <a:lnTo>
                  <a:pt x="9525" y="72676"/>
                </a:lnTo>
                <a:close/>
                <a:moveTo>
                  <a:pt x="9525" y="97250"/>
                </a:moveTo>
                <a:lnTo>
                  <a:pt x="0" y="97250"/>
                </a:lnTo>
                <a:lnTo>
                  <a:pt x="0" y="106775"/>
                </a:lnTo>
                <a:lnTo>
                  <a:pt x="9525" y="106775"/>
                </a:lnTo>
                <a:lnTo>
                  <a:pt x="9525" y="97250"/>
                </a:lnTo>
                <a:close/>
                <a:moveTo>
                  <a:pt x="9525" y="121825"/>
                </a:moveTo>
                <a:lnTo>
                  <a:pt x="0" y="121825"/>
                </a:lnTo>
                <a:lnTo>
                  <a:pt x="0" y="131350"/>
                </a:lnTo>
                <a:lnTo>
                  <a:pt x="9525" y="131350"/>
                </a:lnTo>
                <a:lnTo>
                  <a:pt x="9525" y="121825"/>
                </a:lnTo>
                <a:close/>
                <a:moveTo>
                  <a:pt x="9525" y="146399"/>
                </a:moveTo>
                <a:lnTo>
                  <a:pt x="0" y="146399"/>
                </a:lnTo>
                <a:lnTo>
                  <a:pt x="0" y="155924"/>
                </a:lnTo>
                <a:lnTo>
                  <a:pt x="9525" y="155924"/>
                </a:lnTo>
                <a:lnTo>
                  <a:pt x="9525" y="146399"/>
                </a:lnTo>
                <a:close/>
                <a:moveTo>
                  <a:pt x="219075" y="131350"/>
                </a:moveTo>
                <a:lnTo>
                  <a:pt x="228600" y="131350"/>
                </a:lnTo>
                <a:lnTo>
                  <a:pt x="228600" y="121825"/>
                </a:lnTo>
                <a:lnTo>
                  <a:pt x="219075" y="121825"/>
                </a:lnTo>
                <a:lnTo>
                  <a:pt x="219075" y="131350"/>
                </a:lnTo>
                <a:close/>
                <a:moveTo>
                  <a:pt x="219075" y="155924"/>
                </a:moveTo>
                <a:lnTo>
                  <a:pt x="228600" y="155924"/>
                </a:lnTo>
                <a:lnTo>
                  <a:pt x="228600" y="146399"/>
                </a:lnTo>
                <a:lnTo>
                  <a:pt x="219075" y="146399"/>
                </a:lnTo>
                <a:lnTo>
                  <a:pt x="219075" y="155924"/>
                </a:lnTo>
                <a:close/>
                <a:moveTo>
                  <a:pt x="219075" y="82201"/>
                </a:moveTo>
                <a:lnTo>
                  <a:pt x="228600" y="82201"/>
                </a:lnTo>
                <a:lnTo>
                  <a:pt x="228600" y="72676"/>
                </a:lnTo>
                <a:lnTo>
                  <a:pt x="219075" y="72676"/>
                </a:lnTo>
                <a:lnTo>
                  <a:pt x="219075" y="82201"/>
                </a:lnTo>
                <a:close/>
                <a:moveTo>
                  <a:pt x="219075" y="106775"/>
                </a:moveTo>
                <a:lnTo>
                  <a:pt x="228600" y="106775"/>
                </a:lnTo>
                <a:lnTo>
                  <a:pt x="228600" y="97250"/>
                </a:lnTo>
                <a:lnTo>
                  <a:pt x="219075" y="97250"/>
                </a:lnTo>
                <a:lnTo>
                  <a:pt x="219075" y="106775"/>
                </a:lnTo>
                <a:close/>
                <a:moveTo>
                  <a:pt x="155924" y="0"/>
                </a:moveTo>
                <a:lnTo>
                  <a:pt x="146399" y="0"/>
                </a:lnTo>
                <a:lnTo>
                  <a:pt x="146399" y="9525"/>
                </a:lnTo>
                <a:lnTo>
                  <a:pt x="155924" y="9525"/>
                </a:lnTo>
                <a:lnTo>
                  <a:pt x="155924" y="0"/>
                </a:lnTo>
                <a:close/>
                <a:moveTo>
                  <a:pt x="106775" y="0"/>
                </a:moveTo>
                <a:lnTo>
                  <a:pt x="97250" y="0"/>
                </a:lnTo>
                <a:lnTo>
                  <a:pt x="97250" y="9525"/>
                </a:lnTo>
                <a:lnTo>
                  <a:pt x="106775" y="9525"/>
                </a:lnTo>
                <a:lnTo>
                  <a:pt x="106775" y="0"/>
                </a:lnTo>
                <a:close/>
                <a:moveTo>
                  <a:pt x="131350" y="0"/>
                </a:moveTo>
                <a:lnTo>
                  <a:pt x="121825" y="0"/>
                </a:lnTo>
                <a:lnTo>
                  <a:pt x="121825" y="9525"/>
                </a:lnTo>
                <a:lnTo>
                  <a:pt x="131350" y="9525"/>
                </a:lnTo>
                <a:lnTo>
                  <a:pt x="131350" y="0"/>
                </a:lnTo>
                <a:close/>
                <a:moveTo>
                  <a:pt x="82201" y="0"/>
                </a:moveTo>
                <a:lnTo>
                  <a:pt x="72676" y="0"/>
                </a:lnTo>
                <a:lnTo>
                  <a:pt x="72676" y="9525"/>
                </a:lnTo>
                <a:lnTo>
                  <a:pt x="82201" y="9525"/>
                </a:lnTo>
                <a:lnTo>
                  <a:pt x="82201" y="0"/>
                </a:lnTo>
                <a:close/>
                <a:moveTo>
                  <a:pt x="121825" y="228600"/>
                </a:moveTo>
                <a:lnTo>
                  <a:pt x="131350" y="228600"/>
                </a:lnTo>
                <a:lnTo>
                  <a:pt x="131350" y="219075"/>
                </a:lnTo>
                <a:lnTo>
                  <a:pt x="121825" y="219075"/>
                </a:lnTo>
                <a:lnTo>
                  <a:pt x="121825" y="228600"/>
                </a:lnTo>
                <a:close/>
                <a:moveTo>
                  <a:pt x="72676" y="228600"/>
                </a:moveTo>
                <a:lnTo>
                  <a:pt x="82201" y="228600"/>
                </a:lnTo>
                <a:lnTo>
                  <a:pt x="82201" y="219075"/>
                </a:lnTo>
                <a:lnTo>
                  <a:pt x="72676" y="219075"/>
                </a:lnTo>
                <a:lnTo>
                  <a:pt x="72676" y="228600"/>
                </a:lnTo>
                <a:close/>
                <a:moveTo>
                  <a:pt x="146399" y="228600"/>
                </a:moveTo>
                <a:lnTo>
                  <a:pt x="155924" y="228600"/>
                </a:lnTo>
                <a:lnTo>
                  <a:pt x="155924" y="219075"/>
                </a:lnTo>
                <a:lnTo>
                  <a:pt x="146399" y="219075"/>
                </a:lnTo>
                <a:lnTo>
                  <a:pt x="146399" y="228600"/>
                </a:lnTo>
                <a:close/>
                <a:moveTo>
                  <a:pt x="97250" y="228600"/>
                </a:moveTo>
                <a:lnTo>
                  <a:pt x="106775" y="228600"/>
                </a:lnTo>
                <a:lnTo>
                  <a:pt x="106775" y="219075"/>
                </a:lnTo>
                <a:lnTo>
                  <a:pt x="97250" y="219075"/>
                </a:lnTo>
                <a:lnTo>
                  <a:pt x="97250" y="228600"/>
                </a:lnTo>
                <a:close/>
                <a:moveTo>
                  <a:pt x="9525" y="9525"/>
                </a:moveTo>
                <a:lnTo>
                  <a:pt x="57626" y="9525"/>
                </a:lnTo>
                <a:lnTo>
                  <a:pt x="57626" y="0"/>
                </a:lnTo>
                <a:lnTo>
                  <a:pt x="0" y="0"/>
                </a:lnTo>
                <a:lnTo>
                  <a:pt x="0" y="57626"/>
                </a:lnTo>
                <a:lnTo>
                  <a:pt x="9525" y="57626"/>
                </a:lnTo>
                <a:lnTo>
                  <a:pt x="9525" y="9525"/>
                </a:lnTo>
                <a:close/>
                <a:moveTo>
                  <a:pt x="170974" y="0"/>
                </a:moveTo>
                <a:lnTo>
                  <a:pt x="170974" y="9525"/>
                </a:lnTo>
                <a:lnTo>
                  <a:pt x="219075" y="9525"/>
                </a:lnTo>
                <a:lnTo>
                  <a:pt x="219075" y="57626"/>
                </a:lnTo>
                <a:lnTo>
                  <a:pt x="228600" y="57626"/>
                </a:lnTo>
                <a:lnTo>
                  <a:pt x="228600" y="0"/>
                </a:lnTo>
                <a:lnTo>
                  <a:pt x="170974" y="0"/>
                </a:lnTo>
                <a:close/>
                <a:moveTo>
                  <a:pt x="9525" y="170974"/>
                </a:moveTo>
                <a:lnTo>
                  <a:pt x="0" y="170974"/>
                </a:lnTo>
                <a:lnTo>
                  <a:pt x="0" y="228600"/>
                </a:lnTo>
                <a:lnTo>
                  <a:pt x="48101" y="228600"/>
                </a:lnTo>
                <a:lnTo>
                  <a:pt x="48101" y="228600"/>
                </a:lnTo>
                <a:lnTo>
                  <a:pt x="57626" y="228600"/>
                </a:lnTo>
                <a:lnTo>
                  <a:pt x="57626" y="219075"/>
                </a:lnTo>
                <a:lnTo>
                  <a:pt x="9525" y="219075"/>
                </a:lnTo>
                <a:lnTo>
                  <a:pt x="9525" y="170974"/>
                </a:lnTo>
                <a:close/>
                <a:moveTo>
                  <a:pt x="219075" y="219075"/>
                </a:moveTo>
                <a:lnTo>
                  <a:pt x="170974" y="219075"/>
                </a:lnTo>
                <a:lnTo>
                  <a:pt x="170974" y="219075"/>
                </a:lnTo>
                <a:lnTo>
                  <a:pt x="170974" y="219075"/>
                </a:lnTo>
                <a:lnTo>
                  <a:pt x="170974" y="228600"/>
                </a:lnTo>
                <a:lnTo>
                  <a:pt x="180499" y="228600"/>
                </a:lnTo>
                <a:lnTo>
                  <a:pt x="180499" y="228600"/>
                </a:lnTo>
                <a:lnTo>
                  <a:pt x="228600" y="228600"/>
                </a:lnTo>
                <a:lnTo>
                  <a:pt x="228600" y="170974"/>
                </a:lnTo>
                <a:lnTo>
                  <a:pt x="219075" y="170974"/>
                </a:lnTo>
                <a:lnTo>
                  <a:pt x="219075" y="219075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3" name="Freeform: Shape 332">
            <a:extLst>
              <a:ext uri="{FF2B5EF4-FFF2-40B4-BE49-F238E27FC236}">
                <a16:creationId xmlns:a16="http://schemas.microsoft.com/office/drawing/2014/main" id="{3FF33FEB-45BD-47EC-ACCA-4F229012D996}"/>
              </a:ext>
            </a:extLst>
          </p:cNvPr>
          <p:cNvSpPr/>
          <p:nvPr/>
        </p:nvSpPr>
        <p:spPr>
          <a:xfrm>
            <a:off x="5694453" y="4441463"/>
            <a:ext cx="228600" cy="228600"/>
          </a:xfrm>
          <a:custGeom>
            <a:avLst/>
            <a:gdLst>
              <a:gd name="connsiteX0" fmla="*/ 50673 w 228600"/>
              <a:gd name="connsiteY0" fmla="*/ 68580 h 228600"/>
              <a:gd name="connsiteX1" fmla="*/ 79820 w 228600"/>
              <a:gd name="connsiteY1" fmla="*/ 68580 h 228600"/>
              <a:gd name="connsiteX2" fmla="*/ 85058 w 228600"/>
              <a:gd name="connsiteY2" fmla="*/ 80486 h 228600"/>
              <a:gd name="connsiteX3" fmla="*/ 91535 w 228600"/>
              <a:gd name="connsiteY3" fmla="*/ 80486 h 228600"/>
              <a:gd name="connsiteX4" fmla="*/ 68485 w 228600"/>
              <a:gd name="connsiteY4" fmla="*/ 28194 h 228600"/>
              <a:gd name="connsiteX5" fmla="*/ 62008 w 228600"/>
              <a:gd name="connsiteY5" fmla="*/ 28194 h 228600"/>
              <a:gd name="connsiteX6" fmla="*/ 38957 w 228600"/>
              <a:gd name="connsiteY6" fmla="*/ 80486 h 228600"/>
              <a:gd name="connsiteX7" fmla="*/ 45434 w 228600"/>
              <a:gd name="connsiteY7" fmla="*/ 80486 h 228600"/>
              <a:gd name="connsiteX8" fmla="*/ 50673 w 228600"/>
              <a:gd name="connsiteY8" fmla="*/ 68580 h 228600"/>
              <a:gd name="connsiteX9" fmla="*/ 65246 w 228600"/>
              <a:gd name="connsiteY9" fmla="*/ 35433 h 228600"/>
              <a:gd name="connsiteX10" fmla="*/ 77343 w 228600"/>
              <a:gd name="connsiteY10" fmla="*/ 62960 h 228600"/>
              <a:gd name="connsiteX11" fmla="*/ 53054 w 228600"/>
              <a:gd name="connsiteY11" fmla="*/ 62960 h 228600"/>
              <a:gd name="connsiteX12" fmla="*/ 65246 w 228600"/>
              <a:gd name="connsiteY12" fmla="*/ 35433 h 228600"/>
              <a:gd name="connsiteX13" fmla="*/ 105918 w 228600"/>
              <a:gd name="connsiteY13" fmla="*/ 61627 h 228600"/>
              <a:gd name="connsiteX14" fmla="*/ 121253 w 228600"/>
              <a:gd name="connsiteY14" fmla="*/ 61627 h 228600"/>
              <a:gd name="connsiteX15" fmla="*/ 140494 w 228600"/>
              <a:gd name="connsiteY15" fmla="*/ 44863 h 228600"/>
              <a:gd name="connsiteX16" fmla="*/ 121253 w 228600"/>
              <a:gd name="connsiteY16" fmla="*/ 28099 h 228600"/>
              <a:gd name="connsiteX17" fmla="*/ 100013 w 228600"/>
              <a:gd name="connsiteY17" fmla="*/ 28099 h 228600"/>
              <a:gd name="connsiteX18" fmla="*/ 100013 w 228600"/>
              <a:gd name="connsiteY18" fmla="*/ 80391 h 228600"/>
              <a:gd name="connsiteX19" fmla="*/ 105918 w 228600"/>
              <a:gd name="connsiteY19" fmla="*/ 80391 h 228600"/>
              <a:gd name="connsiteX20" fmla="*/ 105918 w 228600"/>
              <a:gd name="connsiteY20" fmla="*/ 61627 h 228600"/>
              <a:gd name="connsiteX21" fmla="*/ 105918 w 228600"/>
              <a:gd name="connsiteY21" fmla="*/ 33719 h 228600"/>
              <a:gd name="connsiteX22" fmla="*/ 120205 w 228600"/>
              <a:gd name="connsiteY22" fmla="*/ 33719 h 228600"/>
              <a:gd name="connsiteX23" fmla="*/ 134493 w 228600"/>
              <a:gd name="connsiteY23" fmla="*/ 44863 h 228600"/>
              <a:gd name="connsiteX24" fmla="*/ 120205 w 228600"/>
              <a:gd name="connsiteY24" fmla="*/ 56007 h 228600"/>
              <a:gd name="connsiteX25" fmla="*/ 105918 w 228600"/>
              <a:gd name="connsiteY25" fmla="*/ 56007 h 228600"/>
              <a:gd name="connsiteX26" fmla="*/ 105918 w 228600"/>
              <a:gd name="connsiteY26" fmla="*/ 33719 h 228600"/>
              <a:gd name="connsiteX27" fmla="*/ 155067 w 228600"/>
              <a:gd name="connsiteY27" fmla="*/ 61627 h 228600"/>
              <a:gd name="connsiteX28" fmla="*/ 170402 w 228600"/>
              <a:gd name="connsiteY28" fmla="*/ 61627 h 228600"/>
              <a:gd name="connsiteX29" fmla="*/ 189643 w 228600"/>
              <a:gd name="connsiteY29" fmla="*/ 44863 h 228600"/>
              <a:gd name="connsiteX30" fmla="*/ 170402 w 228600"/>
              <a:gd name="connsiteY30" fmla="*/ 28099 h 228600"/>
              <a:gd name="connsiteX31" fmla="*/ 149162 w 228600"/>
              <a:gd name="connsiteY31" fmla="*/ 28099 h 228600"/>
              <a:gd name="connsiteX32" fmla="*/ 149162 w 228600"/>
              <a:gd name="connsiteY32" fmla="*/ 80391 h 228600"/>
              <a:gd name="connsiteX33" fmla="*/ 155067 w 228600"/>
              <a:gd name="connsiteY33" fmla="*/ 80391 h 228600"/>
              <a:gd name="connsiteX34" fmla="*/ 155067 w 228600"/>
              <a:gd name="connsiteY34" fmla="*/ 61627 h 228600"/>
              <a:gd name="connsiteX35" fmla="*/ 155067 w 228600"/>
              <a:gd name="connsiteY35" fmla="*/ 33719 h 228600"/>
              <a:gd name="connsiteX36" fmla="*/ 169354 w 228600"/>
              <a:gd name="connsiteY36" fmla="*/ 33719 h 228600"/>
              <a:gd name="connsiteX37" fmla="*/ 183642 w 228600"/>
              <a:gd name="connsiteY37" fmla="*/ 44863 h 228600"/>
              <a:gd name="connsiteX38" fmla="*/ 169354 w 228600"/>
              <a:gd name="connsiteY38" fmla="*/ 56007 h 228600"/>
              <a:gd name="connsiteX39" fmla="*/ 155067 w 228600"/>
              <a:gd name="connsiteY39" fmla="*/ 56007 h 228600"/>
              <a:gd name="connsiteX40" fmla="*/ 155067 w 228600"/>
              <a:gd name="connsiteY40" fmla="*/ 33719 h 228600"/>
              <a:gd name="connsiteX41" fmla="*/ 0 w 228600"/>
              <a:gd name="connsiteY41" fmla="*/ 0 h 228600"/>
              <a:gd name="connsiteX42" fmla="*/ 0 w 228600"/>
              <a:gd name="connsiteY42" fmla="*/ 228600 h 228600"/>
              <a:gd name="connsiteX43" fmla="*/ 228600 w 228600"/>
              <a:gd name="connsiteY43" fmla="*/ 228600 h 228600"/>
              <a:gd name="connsiteX44" fmla="*/ 228600 w 228600"/>
              <a:gd name="connsiteY44" fmla="*/ 0 h 228600"/>
              <a:gd name="connsiteX45" fmla="*/ 0 w 228600"/>
              <a:gd name="connsiteY45" fmla="*/ 0 h 228600"/>
              <a:gd name="connsiteX46" fmla="*/ 219075 w 228600"/>
              <a:gd name="connsiteY46" fmla="*/ 219075 h 228600"/>
              <a:gd name="connsiteX47" fmla="*/ 9525 w 228600"/>
              <a:gd name="connsiteY47" fmla="*/ 219075 h 228600"/>
              <a:gd name="connsiteX48" fmla="*/ 9525 w 228600"/>
              <a:gd name="connsiteY48" fmla="*/ 9525 h 228600"/>
              <a:gd name="connsiteX49" fmla="*/ 219075 w 228600"/>
              <a:gd name="connsiteY49" fmla="*/ 9525 h 228600"/>
              <a:gd name="connsiteX50" fmla="*/ 219075 w 228600"/>
              <a:gd name="connsiteY50" fmla="*/ 219075 h 228600"/>
              <a:gd name="connsiteX51" fmla="*/ 71818 w 228600"/>
              <a:gd name="connsiteY51" fmla="*/ 178784 h 228600"/>
              <a:gd name="connsiteX52" fmla="*/ 63437 w 228600"/>
              <a:gd name="connsiteY52" fmla="*/ 178784 h 228600"/>
              <a:gd name="connsiteX53" fmla="*/ 63437 w 228600"/>
              <a:gd name="connsiteY53" fmla="*/ 122301 h 228600"/>
              <a:gd name="connsiteX54" fmla="*/ 71818 w 228600"/>
              <a:gd name="connsiteY54" fmla="*/ 122301 h 228600"/>
              <a:gd name="connsiteX55" fmla="*/ 71818 w 228600"/>
              <a:gd name="connsiteY55" fmla="*/ 112776 h 228600"/>
              <a:gd name="connsiteX56" fmla="*/ 53912 w 228600"/>
              <a:gd name="connsiteY56" fmla="*/ 112776 h 228600"/>
              <a:gd name="connsiteX57" fmla="*/ 53912 w 228600"/>
              <a:gd name="connsiteY57" fmla="*/ 188309 h 228600"/>
              <a:gd name="connsiteX58" fmla="*/ 71818 w 228600"/>
              <a:gd name="connsiteY58" fmla="*/ 188309 h 228600"/>
              <a:gd name="connsiteX59" fmla="*/ 71818 w 228600"/>
              <a:gd name="connsiteY59" fmla="*/ 178784 h 228600"/>
              <a:gd name="connsiteX60" fmla="*/ 175927 w 228600"/>
              <a:gd name="connsiteY60" fmla="*/ 178784 h 228600"/>
              <a:gd name="connsiteX61" fmla="*/ 167545 w 228600"/>
              <a:gd name="connsiteY61" fmla="*/ 178784 h 228600"/>
              <a:gd name="connsiteX62" fmla="*/ 167545 w 228600"/>
              <a:gd name="connsiteY62" fmla="*/ 122301 h 228600"/>
              <a:gd name="connsiteX63" fmla="*/ 175927 w 228600"/>
              <a:gd name="connsiteY63" fmla="*/ 122301 h 228600"/>
              <a:gd name="connsiteX64" fmla="*/ 175927 w 228600"/>
              <a:gd name="connsiteY64" fmla="*/ 112776 h 228600"/>
              <a:gd name="connsiteX65" fmla="*/ 158020 w 228600"/>
              <a:gd name="connsiteY65" fmla="*/ 112776 h 228600"/>
              <a:gd name="connsiteX66" fmla="*/ 158020 w 228600"/>
              <a:gd name="connsiteY66" fmla="*/ 188309 h 228600"/>
              <a:gd name="connsiteX67" fmla="*/ 175927 w 228600"/>
              <a:gd name="connsiteY67" fmla="*/ 188309 h 228600"/>
              <a:gd name="connsiteX68" fmla="*/ 175927 w 228600"/>
              <a:gd name="connsiteY68" fmla="*/ 178784 h 228600"/>
              <a:gd name="connsiteX69" fmla="*/ 106489 w 228600"/>
              <a:gd name="connsiteY69" fmla="*/ 178784 h 228600"/>
              <a:gd name="connsiteX70" fmla="*/ 98108 w 228600"/>
              <a:gd name="connsiteY70" fmla="*/ 178784 h 228600"/>
              <a:gd name="connsiteX71" fmla="*/ 98108 w 228600"/>
              <a:gd name="connsiteY71" fmla="*/ 122301 h 228600"/>
              <a:gd name="connsiteX72" fmla="*/ 106489 w 228600"/>
              <a:gd name="connsiteY72" fmla="*/ 122301 h 228600"/>
              <a:gd name="connsiteX73" fmla="*/ 106489 w 228600"/>
              <a:gd name="connsiteY73" fmla="*/ 112776 h 228600"/>
              <a:gd name="connsiteX74" fmla="*/ 88583 w 228600"/>
              <a:gd name="connsiteY74" fmla="*/ 112776 h 228600"/>
              <a:gd name="connsiteX75" fmla="*/ 88583 w 228600"/>
              <a:gd name="connsiteY75" fmla="*/ 188309 h 228600"/>
              <a:gd name="connsiteX76" fmla="*/ 106489 w 228600"/>
              <a:gd name="connsiteY76" fmla="*/ 188309 h 228600"/>
              <a:gd name="connsiteX77" fmla="*/ 106489 w 228600"/>
              <a:gd name="connsiteY77" fmla="*/ 178784 h 228600"/>
              <a:gd name="connsiteX78" fmla="*/ 194405 w 228600"/>
              <a:gd name="connsiteY78" fmla="*/ 98393 h 228600"/>
              <a:gd name="connsiteX79" fmla="*/ 36385 w 228600"/>
              <a:gd name="connsiteY79" fmla="*/ 98393 h 228600"/>
              <a:gd name="connsiteX80" fmla="*/ 36385 w 228600"/>
              <a:gd name="connsiteY80" fmla="*/ 203930 h 228600"/>
              <a:gd name="connsiteX81" fmla="*/ 194405 w 228600"/>
              <a:gd name="connsiteY81" fmla="*/ 203930 h 228600"/>
              <a:gd name="connsiteX82" fmla="*/ 194405 w 228600"/>
              <a:gd name="connsiteY82" fmla="*/ 98393 h 228600"/>
              <a:gd name="connsiteX83" fmla="*/ 184880 w 228600"/>
              <a:gd name="connsiteY83" fmla="*/ 194501 h 228600"/>
              <a:gd name="connsiteX84" fmla="*/ 45910 w 228600"/>
              <a:gd name="connsiteY84" fmla="*/ 194501 h 228600"/>
              <a:gd name="connsiteX85" fmla="*/ 45910 w 228600"/>
              <a:gd name="connsiteY85" fmla="*/ 108014 h 228600"/>
              <a:gd name="connsiteX86" fmla="*/ 184880 w 228600"/>
              <a:gd name="connsiteY86" fmla="*/ 108014 h 228600"/>
              <a:gd name="connsiteX87" fmla="*/ 184880 w 228600"/>
              <a:gd name="connsiteY87" fmla="*/ 194501 h 228600"/>
              <a:gd name="connsiteX88" fmla="*/ 141256 w 228600"/>
              <a:gd name="connsiteY88" fmla="*/ 178784 h 228600"/>
              <a:gd name="connsiteX89" fmla="*/ 132874 w 228600"/>
              <a:gd name="connsiteY89" fmla="*/ 178784 h 228600"/>
              <a:gd name="connsiteX90" fmla="*/ 132874 w 228600"/>
              <a:gd name="connsiteY90" fmla="*/ 122301 h 228600"/>
              <a:gd name="connsiteX91" fmla="*/ 141256 w 228600"/>
              <a:gd name="connsiteY91" fmla="*/ 122301 h 228600"/>
              <a:gd name="connsiteX92" fmla="*/ 141256 w 228600"/>
              <a:gd name="connsiteY92" fmla="*/ 112776 h 228600"/>
              <a:gd name="connsiteX93" fmla="*/ 123349 w 228600"/>
              <a:gd name="connsiteY93" fmla="*/ 112776 h 228600"/>
              <a:gd name="connsiteX94" fmla="*/ 123349 w 228600"/>
              <a:gd name="connsiteY94" fmla="*/ 188309 h 228600"/>
              <a:gd name="connsiteX95" fmla="*/ 141256 w 228600"/>
              <a:gd name="connsiteY95" fmla="*/ 188309 h 228600"/>
              <a:gd name="connsiteX96" fmla="*/ 141256 w 228600"/>
              <a:gd name="connsiteY96" fmla="*/ 178784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</a:cxnLst>
            <a:rect l="l" t="t" r="r" b="b"/>
            <a:pathLst>
              <a:path w="228600" h="228600">
                <a:moveTo>
                  <a:pt x="50673" y="68580"/>
                </a:moveTo>
                <a:lnTo>
                  <a:pt x="79820" y="68580"/>
                </a:lnTo>
                <a:lnTo>
                  <a:pt x="85058" y="80486"/>
                </a:lnTo>
                <a:lnTo>
                  <a:pt x="91535" y="80486"/>
                </a:lnTo>
                <a:lnTo>
                  <a:pt x="68485" y="28194"/>
                </a:lnTo>
                <a:lnTo>
                  <a:pt x="62008" y="28194"/>
                </a:lnTo>
                <a:lnTo>
                  <a:pt x="38957" y="80486"/>
                </a:lnTo>
                <a:lnTo>
                  <a:pt x="45434" y="80486"/>
                </a:lnTo>
                <a:lnTo>
                  <a:pt x="50673" y="68580"/>
                </a:lnTo>
                <a:close/>
                <a:moveTo>
                  <a:pt x="65246" y="35433"/>
                </a:moveTo>
                <a:lnTo>
                  <a:pt x="77343" y="62960"/>
                </a:lnTo>
                <a:lnTo>
                  <a:pt x="53054" y="62960"/>
                </a:lnTo>
                <a:lnTo>
                  <a:pt x="65246" y="35433"/>
                </a:lnTo>
                <a:close/>
                <a:moveTo>
                  <a:pt x="105918" y="61627"/>
                </a:moveTo>
                <a:lnTo>
                  <a:pt x="121253" y="61627"/>
                </a:lnTo>
                <a:cubicBezTo>
                  <a:pt x="132112" y="61627"/>
                  <a:pt x="140494" y="54674"/>
                  <a:pt x="140494" y="44863"/>
                </a:cubicBezTo>
                <a:cubicBezTo>
                  <a:pt x="140494" y="35052"/>
                  <a:pt x="132017" y="28099"/>
                  <a:pt x="121253" y="28099"/>
                </a:cubicBezTo>
                <a:lnTo>
                  <a:pt x="100013" y="28099"/>
                </a:lnTo>
                <a:lnTo>
                  <a:pt x="100013" y="80391"/>
                </a:lnTo>
                <a:lnTo>
                  <a:pt x="105918" y="80391"/>
                </a:lnTo>
                <a:lnTo>
                  <a:pt x="105918" y="61627"/>
                </a:lnTo>
                <a:close/>
                <a:moveTo>
                  <a:pt x="105918" y="33719"/>
                </a:moveTo>
                <a:lnTo>
                  <a:pt x="120205" y="33719"/>
                </a:lnTo>
                <a:cubicBezTo>
                  <a:pt x="128683" y="33719"/>
                  <a:pt x="134493" y="37814"/>
                  <a:pt x="134493" y="44863"/>
                </a:cubicBezTo>
                <a:cubicBezTo>
                  <a:pt x="134493" y="51911"/>
                  <a:pt x="128683" y="56007"/>
                  <a:pt x="120205" y="56007"/>
                </a:cubicBezTo>
                <a:lnTo>
                  <a:pt x="105918" y="56007"/>
                </a:lnTo>
                <a:lnTo>
                  <a:pt x="105918" y="33719"/>
                </a:lnTo>
                <a:close/>
                <a:moveTo>
                  <a:pt x="155067" y="61627"/>
                </a:moveTo>
                <a:lnTo>
                  <a:pt x="170402" y="61627"/>
                </a:lnTo>
                <a:cubicBezTo>
                  <a:pt x="181261" y="61627"/>
                  <a:pt x="189643" y="54674"/>
                  <a:pt x="189643" y="44863"/>
                </a:cubicBezTo>
                <a:cubicBezTo>
                  <a:pt x="189643" y="35052"/>
                  <a:pt x="181166" y="28099"/>
                  <a:pt x="170402" y="28099"/>
                </a:cubicBezTo>
                <a:lnTo>
                  <a:pt x="149162" y="28099"/>
                </a:lnTo>
                <a:lnTo>
                  <a:pt x="149162" y="80391"/>
                </a:lnTo>
                <a:lnTo>
                  <a:pt x="155067" y="80391"/>
                </a:lnTo>
                <a:lnTo>
                  <a:pt x="155067" y="61627"/>
                </a:lnTo>
                <a:close/>
                <a:moveTo>
                  <a:pt x="155067" y="33719"/>
                </a:moveTo>
                <a:lnTo>
                  <a:pt x="169354" y="33719"/>
                </a:lnTo>
                <a:cubicBezTo>
                  <a:pt x="177832" y="33719"/>
                  <a:pt x="183642" y="37814"/>
                  <a:pt x="183642" y="44863"/>
                </a:cubicBezTo>
                <a:cubicBezTo>
                  <a:pt x="183642" y="51911"/>
                  <a:pt x="177832" y="56007"/>
                  <a:pt x="169354" y="56007"/>
                </a:cubicBezTo>
                <a:lnTo>
                  <a:pt x="155067" y="56007"/>
                </a:lnTo>
                <a:lnTo>
                  <a:pt x="155067" y="33719"/>
                </a:lnTo>
                <a:close/>
                <a:moveTo>
                  <a:pt x="0" y="0"/>
                </a:move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close/>
                <a:moveTo>
                  <a:pt x="219075" y="219075"/>
                </a:moveTo>
                <a:lnTo>
                  <a:pt x="9525" y="219075"/>
                </a:lnTo>
                <a:lnTo>
                  <a:pt x="9525" y="9525"/>
                </a:lnTo>
                <a:lnTo>
                  <a:pt x="219075" y="9525"/>
                </a:lnTo>
                <a:lnTo>
                  <a:pt x="219075" y="219075"/>
                </a:lnTo>
                <a:close/>
                <a:moveTo>
                  <a:pt x="71818" y="178784"/>
                </a:moveTo>
                <a:lnTo>
                  <a:pt x="63437" y="178784"/>
                </a:lnTo>
                <a:lnTo>
                  <a:pt x="63437" y="122301"/>
                </a:lnTo>
                <a:lnTo>
                  <a:pt x="71818" y="122301"/>
                </a:lnTo>
                <a:lnTo>
                  <a:pt x="71818" y="112776"/>
                </a:lnTo>
                <a:lnTo>
                  <a:pt x="53912" y="112776"/>
                </a:lnTo>
                <a:lnTo>
                  <a:pt x="53912" y="188309"/>
                </a:lnTo>
                <a:lnTo>
                  <a:pt x="71818" y="188309"/>
                </a:lnTo>
                <a:lnTo>
                  <a:pt x="71818" y="178784"/>
                </a:lnTo>
                <a:close/>
                <a:moveTo>
                  <a:pt x="175927" y="178784"/>
                </a:moveTo>
                <a:lnTo>
                  <a:pt x="167545" y="178784"/>
                </a:lnTo>
                <a:lnTo>
                  <a:pt x="167545" y="122301"/>
                </a:lnTo>
                <a:lnTo>
                  <a:pt x="175927" y="122301"/>
                </a:lnTo>
                <a:lnTo>
                  <a:pt x="175927" y="112776"/>
                </a:lnTo>
                <a:lnTo>
                  <a:pt x="158020" y="112776"/>
                </a:lnTo>
                <a:lnTo>
                  <a:pt x="158020" y="188309"/>
                </a:lnTo>
                <a:lnTo>
                  <a:pt x="175927" y="188309"/>
                </a:lnTo>
                <a:lnTo>
                  <a:pt x="175927" y="178784"/>
                </a:lnTo>
                <a:close/>
                <a:moveTo>
                  <a:pt x="106489" y="178784"/>
                </a:moveTo>
                <a:lnTo>
                  <a:pt x="98108" y="178784"/>
                </a:lnTo>
                <a:lnTo>
                  <a:pt x="98108" y="122301"/>
                </a:lnTo>
                <a:lnTo>
                  <a:pt x="106489" y="122301"/>
                </a:lnTo>
                <a:lnTo>
                  <a:pt x="106489" y="112776"/>
                </a:lnTo>
                <a:lnTo>
                  <a:pt x="88583" y="112776"/>
                </a:lnTo>
                <a:lnTo>
                  <a:pt x="88583" y="188309"/>
                </a:lnTo>
                <a:lnTo>
                  <a:pt x="106489" y="188309"/>
                </a:lnTo>
                <a:lnTo>
                  <a:pt x="106489" y="178784"/>
                </a:lnTo>
                <a:close/>
                <a:moveTo>
                  <a:pt x="194405" y="98393"/>
                </a:moveTo>
                <a:lnTo>
                  <a:pt x="36385" y="98393"/>
                </a:lnTo>
                <a:lnTo>
                  <a:pt x="36385" y="203930"/>
                </a:lnTo>
                <a:lnTo>
                  <a:pt x="194405" y="203930"/>
                </a:lnTo>
                <a:lnTo>
                  <a:pt x="194405" y="98393"/>
                </a:lnTo>
                <a:close/>
                <a:moveTo>
                  <a:pt x="184880" y="194501"/>
                </a:moveTo>
                <a:lnTo>
                  <a:pt x="45910" y="194501"/>
                </a:lnTo>
                <a:lnTo>
                  <a:pt x="45910" y="108014"/>
                </a:lnTo>
                <a:lnTo>
                  <a:pt x="184880" y="108014"/>
                </a:lnTo>
                <a:lnTo>
                  <a:pt x="184880" y="194501"/>
                </a:lnTo>
                <a:close/>
                <a:moveTo>
                  <a:pt x="141256" y="178784"/>
                </a:moveTo>
                <a:lnTo>
                  <a:pt x="132874" y="178784"/>
                </a:lnTo>
                <a:lnTo>
                  <a:pt x="132874" y="122301"/>
                </a:lnTo>
                <a:lnTo>
                  <a:pt x="141256" y="122301"/>
                </a:lnTo>
                <a:lnTo>
                  <a:pt x="141256" y="112776"/>
                </a:lnTo>
                <a:lnTo>
                  <a:pt x="123349" y="112776"/>
                </a:lnTo>
                <a:lnTo>
                  <a:pt x="123349" y="188309"/>
                </a:lnTo>
                <a:lnTo>
                  <a:pt x="141256" y="188309"/>
                </a:lnTo>
                <a:lnTo>
                  <a:pt x="141256" y="178784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4" name="Freeform: Shape 333">
            <a:extLst>
              <a:ext uri="{FF2B5EF4-FFF2-40B4-BE49-F238E27FC236}">
                <a16:creationId xmlns:a16="http://schemas.microsoft.com/office/drawing/2014/main" id="{36520907-CB83-49A1-836D-CBC440D26378}"/>
              </a:ext>
            </a:extLst>
          </p:cNvPr>
          <p:cNvSpPr/>
          <p:nvPr/>
        </p:nvSpPr>
        <p:spPr>
          <a:xfrm>
            <a:off x="7120616" y="4426986"/>
            <a:ext cx="255174" cy="257937"/>
          </a:xfrm>
          <a:custGeom>
            <a:avLst/>
            <a:gdLst>
              <a:gd name="connsiteX0" fmla="*/ 251651 w 255174"/>
              <a:gd name="connsiteY0" fmla="*/ 217265 h 257937"/>
              <a:gd name="connsiteX1" fmla="*/ 248126 w 255174"/>
              <a:gd name="connsiteY1" fmla="*/ 216503 h 257937"/>
              <a:gd name="connsiteX2" fmla="*/ 245459 w 255174"/>
              <a:gd name="connsiteY2" fmla="*/ 209264 h 257937"/>
              <a:gd name="connsiteX3" fmla="*/ 249079 w 255174"/>
              <a:gd name="connsiteY3" fmla="*/ 203073 h 257937"/>
              <a:gd name="connsiteX4" fmla="*/ 245173 w 255174"/>
              <a:gd name="connsiteY4" fmla="*/ 199358 h 257937"/>
              <a:gd name="connsiteX5" fmla="*/ 241173 w 255174"/>
              <a:gd name="connsiteY5" fmla="*/ 195834 h 257937"/>
              <a:gd name="connsiteX6" fmla="*/ 238125 w 255174"/>
              <a:gd name="connsiteY6" fmla="*/ 197548 h 257937"/>
              <a:gd name="connsiteX7" fmla="*/ 234982 w 255174"/>
              <a:gd name="connsiteY7" fmla="*/ 199168 h 257937"/>
              <a:gd name="connsiteX8" fmla="*/ 231743 w 255174"/>
              <a:gd name="connsiteY8" fmla="*/ 197548 h 257937"/>
              <a:gd name="connsiteX9" fmla="*/ 228314 w 255174"/>
              <a:gd name="connsiteY9" fmla="*/ 196215 h 257937"/>
              <a:gd name="connsiteX10" fmla="*/ 226314 w 255174"/>
              <a:gd name="connsiteY10" fmla="*/ 189262 h 257937"/>
              <a:gd name="connsiteX11" fmla="*/ 215837 w 255174"/>
              <a:gd name="connsiteY11" fmla="*/ 189262 h 257937"/>
              <a:gd name="connsiteX12" fmla="*/ 214884 w 255174"/>
              <a:gd name="connsiteY12" fmla="*/ 192881 h 257937"/>
              <a:gd name="connsiteX13" fmla="*/ 213931 w 255174"/>
              <a:gd name="connsiteY13" fmla="*/ 196596 h 257937"/>
              <a:gd name="connsiteX14" fmla="*/ 207073 w 255174"/>
              <a:gd name="connsiteY14" fmla="*/ 199263 h 257937"/>
              <a:gd name="connsiteX15" fmla="*/ 200787 w 255174"/>
              <a:gd name="connsiteY15" fmla="*/ 195644 h 257937"/>
              <a:gd name="connsiteX16" fmla="*/ 193167 w 255174"/>
              <a:gd name="connsiteY16" fmla="*/ 203454 h 257937"/>
              <a:gd name="connsiteX17" fmla="*/ 196787 w 255174"/>
              <a:gd name="connsiteY17" fmla="*/ 209455 h 257937"/>
              <a:gd name="connsiteX18" fmla="*/ 195072 w 255174"/>
              <a:gd name="connsiteY18" fmla="*/ 212884 h 257937"/>
              <a:gd name="connsiteX19" fmla="*/ 193453 w 255174"/>
              <a:gd name="connsiteY19" fmla="*/ 216313 h 257937"/>
              <a:gd name="connsiteX20" fmla="*/ 190119 w 255174"/>
              <a:gd name="connsiteY20" fmla="*/ 217075 h 257937"/>
              <a:gd name="connsiteX21" fmla="*/ 186880 w 255174"/>
              <a:gd name="connsiteY21" fmla="*/ 218027 h 257937"/>
              <a:gd name="connsiteX22" fmla="*/ 186880 w 255174"/>
              <a:gd name="connsiteY22" fmla="*/ 228886 h 257937"/>
              <a:gd name="connsiteX23" fmla="*/ 190310 w 255174"/>
              <a:gd name="connsiteY23" fmla="*/ 229838 h 257937"/>
              <a:gd name="connsiteX24" fmla="*/ 193834 w 255174"/>
              <a:gd name="connsiteY24" fmla="*/ 230600 h 257937"/>
              <a:gd name="connsiteX25" fmla="*/ 194977 w 255174"/>
              <a:gd name="connsiteY25" fmla="*/ 234410 h 257937"/>
              <a:gd name="connsiteX26" fmla="*/ 196501 w 255174"/>
              <a:gd name="connsiteY26" fmla="*/ 237839 h 257937"/>
              <a:gd name="connsiteX27" fmla="*/ 193167 w 255174"/>
              <a:gd name="connsiteY27" fmla="*/ 244126 h 257937"/>
              <a:gd name="connsiteX28" fmla="*/ 200787 w 255174"/>
              <a:gd name="connsiteY28" fmla="*/ 251365 h 257937"/>
              <a:gd name="connsiteX29" fmla="*/ 203835 w 255174"/>
              <a:gd name="connsiteY29" fmla="*/ 249650 h 257937"/>
              <a:gd name="connsiteX30" fmla="*/ 207073 w 255174"/>
              <a:gd name="connsiteY30" fmla="*/ 248031 h 257937"/>
              <a:gd name="connsiteX31" fmla="*/ 213646 w 255174"/>
              <a:gd name="connsiteY31" fmla="*/ 250984 h 257937"/>
              <a:gd name="connsiteX32" fmla="*/ 214598 w 255174"/>
              <a:gd name="connsiteY32" fmla="*/ 254508 h 257937"/>
              <a:gd name="connsiteX33" fmla="*/ 215646 w 255174"/>
              <a:gd name="connsiteY33" fmla="*/ 257937 h 257937"/>
              <a:gd name="connsiteX34" fmla="*/ 226123 w 255174"/>
              <a:gd name="connsiteY34" fmla="*/ 257937 h 257937"/>
              <a:gd name="connsiteX35" fmla="*/ 227266 w 255174"/>
              <a:gd name="connsiteY35" fmla="*/ 254222 h 257937"/>
              <a:gd name="connsiteX36" fmla="*/ 228505 w 255174"/>
              <a:gd name="connsiteY36" fmla="*/ 250603 h 257937"/>
              <a:gd name="connsiteX37" fmla="*/ 235077 w 255174"/>
              <a:gd name="connsiteY37" fmla="*/ 247936 h 257937"/>
              <a:gd name="connsiteX38" fmla="*/ 241363 w 255174"/>
              <a:gd name="connsiteY38" fmla="*/ 251555 h 257937"/>
              <a:gd name="connsiteX39" fmla="*/ 248888 w 255174"/>
              <a:gd name="connsiteY39" fmla="*/ 243745 h 257937"/>
              <a:gd name="connsiteX40" fmla="*/ 247079 w 255174"/>
              <a:gd name="connsiteY40" fmla="*/ 240792 h 257937"/>
              <a:gd name="connsiteX41" fmla="*/ 245364 w 255174"/>
              <a:gd name="connsiteY41" fmla="*/ 237744 h 257937"/>
              <a:gd name="connsiteX42" fmla="*/ 247079 w 255174"/>
              <a:gd name="connsiteY42" fmla="*/ 234410 h 257937"/>
              <a:gd name="connsiteX43" fmla="*/ 248603 w 255174"/>
              <a:gd name="connsiteY43" fmla="*/ 230886 h 257937"/>
              <a:gd name="connsiteX44" fmla="*/ 251936 w 255174"/>
              <a:gd name="connsiteY44" fmla="*/ 230124 h 257937"/>
              <a:gd name="connsiteX45" fmla="*/ 255175 w 255174"/>
              <a:gd name="connsiteY45" fmla="*/ 229267 h 257937"/>
              <a:gd name="connsiteX46" fmla="*/ 255175 w 255174"/>
              <a:gd name="connsiteY46" fmla="*/ 218408 h 257937"/>
              <a:gd name="connsiteX47" fmla="*/ 251651 w 255174"/>
              <a:gd name="connsiteY47" fmla="*/ 217265 h 257937"/>
              <a:gd name="connsiteX48" fmla="*/ 239935 w 255174"/>
              <a:gd name="connsiteY48" fmla="*/ 233553 h 257937"/>
              <a:gd name="connsiteX49" fmla="*/ 227552 w 255174"/>
              <a:gd name="connsiteY49" fmla="*/ 243554 h 257937"/>
              <a:gd name="connsiteX50" fmla="*/ 210693 w 255174"/>
              <a:gd name="connsiteY50" fmla="*/ 242125 h 257937"/>
              <a:gd name="connsiteX51" fmla="*/ 201930 w 255174"/>
              <a:gd name="connsiteY51" fmla="*/ 232315 h 257937"/>
              <a:gd name="connsiteX52" fmla="*/ 200501 w 255174"/>
              <a:gd name="connsiteY52" fmla="*/ 219456 h 257937"/>
              <a:gd name="connsiteX53" fmla="*/ 206407 w 255174"/>
              <a:gd name="connsiteY53" fmla="*/ 208026 h 257937"/>
              <a:gd name="connsiteX54" fmla="*/ 219646 w 255174"/>
              <a:gd name="connsiteY54" fmla="*/ 202311 h 257937"/>
              <a:gd name="connsiteX55" fmla="*/ 230314 w 255174"/>
              <a:gd name="connsiteY55" fmla="*/ 204406 h 257937"/>
              <a:gd name="connsiteX56" fmla="*/ 238696 w 255174"/>
              <a:gd name="connsiteY56" fmla="*/ 211265 h 257937"/>
              <a:gd name="connsiteX57" fmla="*/ 242602 w 255174"/>
              <a:gd name="connsiteY57" fmla="*/ 221456 h 257937"/>
              <a:gd name="connsiteX58" fmla="*/ 239935 w 255174"/>
              <a:gd name="connsiteY58" fmla="*/ 233553 h 257937"/>
              <a:gd name="connsiteX59" fmla="*/ 9620 w 255174"/>
              <a:gd name="connsiteY59" fmla="*/ 9620 h 257937"/>
              <a:gd name="connsiteX60" fmla="*/ 219075 w 255174"/>
              <a:gd name="connsiteY60" fmla="*/ 9620 h 257937"/>
              <a:gd name="connsiteX61" fmla="*/ 219075 w 255174"/>
              <a:gd name="connsiteY61" fmla="*/ 174308 h 257937"/>
              <a:gd name="connsiteX62" fmla="*/ 228600 w 255174"/>
              <a:gd name="connsiteY62" fmla="*/ 174308 h 257937"/>
              <a:gd name="connsiteX63" fmla="*/ 228600 w 255174"/>
              <a:gd name="connsiteY63" fmla="*/ 0 h 257937"/>
              <a:gd name="connsiteX64" fmla="*/ 0 w 255174"/>
              <a:gd name="connsiteY64" fmla="*/ 0 h 257937"/>
              <a:gd name="connsiteX65" fmla="*/ 0 w 255174"/>
              <a:gd name="connsiteY65" fmla="*/ 228314 h 257937"/>
              <a:gd name="connsiteX66" fmla="*/ 173355 w 255174"/>
              <a:gd name="connsiteY66" fmla="*/ 228314 h 257937"/>
              <a:gd name="connsiteX67" fmla="*/ 173355 w 255174"/>
              <a:gd name="connsiteY67" fmla="*/ 218694 h 257937"/>
              <a:gd name="connsiteX68" fmla="*/ 9620 w 255174"/>
              <a:gd name="connsiteY68" fmla="*/ 218694 h 257937"/>
              <a:gd name="connsiteX69" fmla="*/ 9620 w 255174"/>
              <a:gd name="connsiteY69" fmla="*/ 9620 h 257937"/>
              <a:gd name="connsiteX70" fmla="*/ 155543 w 255174"/>
              <a:gd name="connsiteY70" fmla="*/ 131731 h 257937"/>
              <a:gd name="connsiteX71" fmla="*/ 141637 w 255174"/>
              <a:gd name="connsiteY71" fmla="*/ 125635 h 257937"/>
              <a:gd name="connsiteX72" fmla="*/ 138589 w 255174"/>
              <a:gd name="connsiteY72" fmla="*/ 129445 h 257937"/>
              <a:gd name="connsiteX73" fmla="*/ 155353 w 255174"/>
              <a:gd name="connsiteY73" fmla="*/ 136208 h 257937"/>
              <a:gd name="connsiteX74" fmla="*/ 170307 w 255174"/>
              <a:gd name="connsiteY74" fmla="*/ 124015 h 257937"/>
              <a:gd name="connsiteX75" fmla="*/ 156401 w 255174"/>
              <a:gd name="connsiteY75" fmla="*/ 111728 h 257937"/>
              <a:gd name="connsiteX76" fmla="*/ 144971 w 255174"/>
              <a:gd name="connsiteY76" fmla="*/ 104108 h 257937"/>
              <a:gd name="connsiteX77" fmla="*/ 154019 w 255174"/>
              <a:gd name="connsiteY77" fmla="*/ 96774 h 257937"/>
              <a:gd name="connsiteX78" fmla="*/ 166211 w 255174"/>
              <a:gd name="connsiteY78" fmla="*/ 102203 h 257937"/>
              <a:gd name="connsiteX79" fmla="*/ 169164 w 255174"/>
              <a:gd name="connsiteY79" fmla="*/ 98393 h 257937"/>
              <a:gd name="connsiteX80" fmla="*/ 154305 w 255174"/>
              <a:gd name="connsiteY80" fmla="*/ 92392 h 257937"/>
              <a:gd name="connsiteX81" fmla="*/ 140113 w 255174"/>
              <a:gd name="connsiteY81" fmla="*/ 104489 h 257937"/>
              <a:gd name="connsiteX82" fmla="*/ 154019 w 255174"/>
              <a:gd name="connsiteY82" fmla="*/ 116491 h 257937"/>
              <a:gd name="connsiteX83" fmla="*/ 165449 w 255174"/>
              <a:gd name="connsiteY83" fmla="*/ 124492 h 257937"/>
              <a:gd name="connsiteX84" fmla="*/ 155543 w 255174"/>
              <a:gd name="connsiteY84" fmla="*/ 131731 h 257937"/>
              <a:gd name="connsiteX85" fmla="*/ 63532 w 255174"/>
              <a:gd name="connsiteY85" fmla="*/ 103537 h 257937"/>
              <a:gd name="connsiteX86" fmla="*/ 58388 w 255174"/>
              <a:gd name="connsiteY86" fmla="*/ 103537 h 257937"/>
              <a:gd name="connsiteX87" fmla="*/ 72009 w 255174"/>
              <a:gd name="connsiteY87" fmla="*/ 135446 h 257937"/>
              <a:gd name="connsiteX88" fmla="*/ 76486 w 255174"/>
              <a:gd name="connsiteY88" fmla="*/ 135446 h 257937"/>
              <a:gd name="connsiteX89" fmla="*/ 89916 w 255174"/>
              <a:gd name="connsiteY89" fmla="*/ 103537 h 257937"/>
              <a:gd name="connsiteX90" fmla="*/ 84772 w 255174"/>
              <a:gd name="connsiteY90" fmla="*/ 103537 h 257937"/>
              <a:gd name="connsiteX91" fmla="*/ 74390 w 255174"/>
              <a:gd name="connsiteY91" fmla="*/ 130016 h 257937"/>
              <a:gd name="connsiteX92" fmla="*/ 63532 w 255174"/>
              <a:gd name="connsiteY92" fmla="*/ 103537 h 257937"/>
              <a:gd name="connsiteX93" fmla="*/ 131159 w 255174"/>
              <a:gd name="connsiteY93" fmla="*/ 106680 h 257937"/>
              <a:gd name="connsiteX94" fmla="*/ 115538 w 255174"/>
              <a:gd name="connsiteY94" fmla="*/ 93059 h 257937"/>
              <a:gd name="connsiteX95" fmla="*/ 98298 w 255174"/>
              <a:gd name="connsiteY95" fmla="*/ 93059 h 257937"/>
              <a:gd name="connsiteX96" fmla="*/ 98298 w 255174"/>
              <a:gd name="connsiteY96" fmla="*/ 135446 h 257937"/>
              <a:gd name="connsiteX97" fmla="*/ 103156 w 255174"/>
              <a:gd name="connsiteY97" fmla="*/ 135446 h 257937"/>
              <a:gd name="connsiteX98" fmla="*/ 103156 w 255174"/>
              <a:gd name="connsiteY98" fmla="*/ 120206 h 257937"/>
              <a:gd name="connsiteX99" fmla="*/ 114395 w 255174"/>
              <a:gd name="connsiteY99" fmla="*/ 120206 h 257937"/>
              <a:gd name="connsiteX100" fmla="*/ 125159 w 255174"/>
              <a:gd name="connsiteY100" fmla="*/ 135446 h 257937"/>
              <a:gd name="connsiteX101" fmla="*/ 130683 w 255174"/>
              <a:gd name="connsiteY101" fmla="*/ 135446 h 257937"/>
              <a:gd name="connsiteX102" fmla="*/ 119729 w 255174"/>
              <a:gd name="connsiteY102" fmla="*/ 119729 h 257937"/>
              <a:gd name="connsiteX103" fmla="*/ 131159 w 255174"/>
              <a:gd name="connsiteY103" fmla="*/ 106680 h 257937"/>
              <a:gd name="connsiteX104" fmla="*/ 114681 w 255174"/>
              <a:gd name="connsiteY104" fmla="*/ 115633 h 257937"/>
              <a:gd name="connsiteX105" fmla="*/ 103156 w 255174"/>
              <a:gd name="connsiteY105" fmla="*/ 115633 h 257937"/>
              <a:gd name="connsiteX106" fmla="*/ 103156 w 255174"/>
              <a:gd name="connsiteY106" fmla="*/ 97631 h 257937"/>
              <a:gd name="connsiteX107" fmla="*/ 114681 w 255174"/>
              <a:gd name="connsiteY107" fmla="*/ 97631 h 257937"/>
              <a:gd name="connsiteX108" fmla="*/ 126302 w 255174"/>
              <a:gd name="connsiteY108" fmla="*/ 106680 h 257937"/>
              <a:gd name="connsiteX109" fmla="*/ 114681 w 255174"/>
              <a:gd name="connsiteY109" fmla="*/ 115633 h 257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</a:cxnLst>
            <a:rect l="l" t="t" r="r" b="b"/>
            <a:pathLst>
              <a:path w="255174" h="257937">
                <a:moveTo>
                  <a:pt x="251651" y="217265"/>
                </a:moveTo>
                <a:cubicBezTo>
                  <a:pt x="250317" y="216884"/>
                  <a:pt x="249079" y="216598"/>
                  <a:pt x="248126" y="216503"/>
                </a:cubicBezTo>
                <a:cubicBezTo>
                  <a:pt x="248221" y="216979"/>
                  <a:pt x="247269" y="214503"/>
                  <a:pt x="245459" y="209264"/>
                </a:cubicBezTo>
                <a:cubicBezTo>
                  <a:pt x="246316" y="208026"/>
                  <a:pt x="247555" y="205931"/>
                  <a:pt x="249079" y="203073"/>
                </a:cubicBezTo>
                <a:cubicBezTo>
                  <a:pt x="248317" y="202406"/>
                  <a:pt x="246983" y="201168"/>
                  <a:pt x="245173" y="199358"/>
                </a:cubicBezTo>
                <a:cubicBezTo>
                  <a:pt x="243649" y="197739"/>
                  <a:pt x="242316" y="196501"/>
                  <a:pt x="241173" y="195834"/>
                </a:cubicBezTo>
                <a:cubicBezTo>
                  <a:pt x="240602" y="196120"/>
                  <a:pt x="239554" y="196691"/>
                  <a:pt x="238125" y="197548"/>
                </a:cubicBezTo>
                <a:cubicBezTo>
                  <a:pt x="236887" y="198311"/>
                  <a:pt x="235839" y="198882"/>
                  <a:pt x="234982" y="199168"/>
                </a:cubicBezTo>
                <a:cubicBezTo>
                  <a:pt x="234315" y="198596"/>
                  <a:pt x="233172" y="198120"/>
                  <a:pt x="231743" y="197548"/>
                </a:cubicBezTo>
                <a:cubicBezTo>
                  <a:pt x="229934" y="196882"/>
                  <a:pt x="228790" y="196406"/>
                  <a:pt x="228314" y="196215"/>
                </a:cubicBezTo>
                <a:cubicBezTo>
                  <a:pt x="227362" y="192596"/>
                  <a:pt x="226695" y="190214"/>
                  <a:pt x="226314" y="189262"/>
                </a:cubicBezTo>
                <a:lnTo>
                  <a:pt x="215837" y="189262"/>
                </a:lnTo>
                <a:cubicBezTo>
                  <a:pt x="215551" y="190214"/>
                  <a:pt x="215265" y="191357"/>
                  <a:pt x="214884" y="192881"/>
                </a:cubicBezTo>
                <a:cubicBezTo>
                  <a:pt x="214313" y="194881"/>
                  <a:pt x="214027" y="196120"/>
                  <a:pt x="213931" y="196596"/>
                </a:cubicBezTo>
                <a:cubicBezTo>
                  <a:pt x="213265" y="196596"/>
                  <a:pt x="210979" y="197548"/>
                  <a:pt x="207073" y="199263"/>
                </a:cubicBezTo>
                <a:cubicBezTo>
                  <a:pt x="205645" y="198215"/>
                  <a:pt x="203549" y="196977"/>
                  <a:pt x="200787" y="195644"/>
                </a:cubicBezTo>
                <a:cubicBezTo>
                  <a:pt x="196405" y="199930"/>
                  <a:pt x="193834" y="202597"/>
                  <a:pt x="193167" y="203454"/>
                </a:cubicBezTo>
                <a:cubicBezTo>
                  <a:pt x="193929" y="204311"/>
                  <a:pt x="195167" y="206311"/>
                  <a:pt x="196787" y="209455"/>
                </a:cubicBezTo>
                <a:cubicBezTo>
                  <a:pt x="196310" y="210217"/>
                  <a:pt x="195739" y="211360"/>
                  <a:pt x="195072" y="212884"/>
                </a:cubicBezTo>
                <a:cubicBezTo>
                  <a:pt x="194310" y="214598"/>
                  <a:pt x="193834" y="215836"/>
                  <a:pt x="193453" y="216313"/>
                </a:cubicBezTo>
                <a:cubicBezTo>
                  <a:pt x="192500" y="216408"/>
                  <a:pt x="191453" y="216694"/>
                  <a:pt x="190119" y="217075"/>
                </a:cubicBezTo>
                <a:cubicBezTo>
                  <a:pt x="188500" y="217551"/>
                  <a:pt x="187452" y="217837"/>
                  <a:pt x="186880" y="218027"/>
                </a:cubicBezTo>
                <a:lnTo>
                  <a:pt x="186880" y="228886"/>
                </a:lnTo>
                <a:cubicBezTo>
                  <a:pt x="187547" y="228981"/>
                  <a:pt x="188690" y="229362"/>
                  <a:pt x="190310" y="229838"/>
                </a:cubicBezTo>
                <a:cubicBezTo>
                  <a:pt x="191738" y="230219"/>
                  <a:pt x="192881" y="230505"/>
                  <a:pt x="193834" y="230600"/>
                </a:cubicBezTo>
                <a:cubicBezTo>
                  <a:pt x="194024" y="231743"/>
                  <a:pt x="194405" y="232981"/>
                  <a:pt x="194977" y="234410"/>
                </a:cubicBezTo>
                <a:cubicBezTo>
                  <a:pt x="195834" y="236315"/>
                  <a:pt x="196310" y="237458"/>
                  <a:pt x="196501" y="237839"/>
                </a:cubicBezTo>
                <a:cubicBezTo>
                  <a:pt x="194501" y="241268"/>
                  <a:pt x="193357" y="243364"/>
                  <a:pt x="193167" y="244126"/>
                </a:cubicBezTo>
                <a:cubicBezTo>
                  <a:pt x="197263" y="248317"/>
                  <a:pt x="199835" y="250793"/>
                  <a:pt x="200787" y="251365"/>
                </a:cubicBezTo>
                <a:cubicBezTo>
                  <a:pt x="201359" y="251079"/>
                  <a:pt x="202406" y="250508"/>
                  <a:pt x="203835" y="249650"/>
                </a:cubicBezTo>
                <a:cubicBezTo>
                  <a:pt x="205073" y="248888"/>
                  <a:pt x="206121" y="248317"/>
                  <a:pt x="207073" y="248031"/>
                </a:cubicBezTo>
                <a:cubicBezTo>
                  <a:pt x="207264" y="248126"/>
                  <a:pt x="209455" y="249174"/>
                  <a:pt x="213646" y="250984"/>
                </a:cubicBezTo>
                <a:cubicBezTo>
                  <a:pt x="213931" y="251650"/>
                  <a:pt x="214217" y="252794"/>
                  <a:pt x="214598" y="254508"/>
                </a:cubicBezTo>
                <a:cubicBezTo>
                  <a:pt x="214979" y="256032"/>
                  <a:pt x="215265" y="257175"/>
                  <a:pt x="215646" y="257937"/>
                </a:cubicBezTo>
                <a:lnTo>
                  <a:pt x="226123" y="257937"/>
                </a:lnTo>
                <a:cubicBezTo>
                  <a:pt x="226409" y="257270"/>
                  <a:pt x="226790" y="256032"/>
                  <a:pt x="227266" y="254222"/>
                </a:cubicBezTo>
                <a:cubicBezTo>
                  <a:pt x="227647" y="252603"/>
                  <a:pt x="228029" y="251365"/>
                  <a:pt x="228505" y="250603"/>
                </a:cubicBezTo>
                <a:cubicBezTo>
                  <a:pt x="230600" y="250222"/>
                  <a:pt x="232791" y="249365"/>
                  <a:pt x="235077" y="247936"/>
                </a:cubicBezTo>
                <a:cubicBezTo>
                  <a:pt x="237077" y="249365"/>
                  <a:pt x="239173" y="250508"/>
                  <a:pt x="241363" y="251555"/>
                </a:cubicBezTo>
                <a:cubicBezTo>
                  <a:pt x="245745" y="247269"/>
                  <a:pt x="248221" y="244602"/>
                  <a:pt x="248888" y="243745"/>
                </a:cubicBezTo>
                <a:cubicBezTo>
                  <a:pt x="248317" y="243078"/>
                  <a:pt x="247745" y="242030"/>
                  <a:pt x="247079" y="240792"/>
                </a:cubicBezTo>
                <a:cubicBezTo>
                  <a:pt x="246126" y="239077"/>
                  <a:pt x="245554" y="238125"/>
                  <a:pt x="245364" y="237744"/>
                </a:cubicBezTo>
                <a:cubicBezTo>
                  <a:pt x="245936" y="237077"/>
                  <a:pt x="246602" y="236029"/>
                  <a:pt x="247079" y="234410"/>
                </a:cubicBezTo>
                <a:cubicBezTo>
                  <a:pt x="247745" y="232600"/>
                  <a:pt x="248221" y="231458"/>
                  <a:pt x="248603" y="230886"/>
                </a:cubicBezTo>
                <a:cubicBezTo>
                  <a:pt x="249555" y="230791"/>
                  <a:pt x="250603" y="230505"/>
                  <a:pt x="251936" y="230124"/>
                </a:cubicBezTo>
                <a:cubicBezTo>
                  <a:pt x="253555" y="229648"/>
                  <a:pt x="254603" y="229362"/>
                  <a:pt x="255175" y="229267"/>
                </a:cubicBezTo>
                <a:lnTo>
                  <a:pt x="255175" y="218408"/>
                </a:lnTo>
                <a:cubicBezTo>
                  <a:pt x="254318" y="218027"/>
                  <a:pt x="253270" y="217742"/>
                  <a:pt x="251651" y="217265"/>
                </a:cubicBezTo>
                <a:close/>
                <a:moveTo>
                  <a:pt x="239935" y="233553"/>
                </a:moveTo>
                <a:cubicBezTo>
                  <a:pt x="237363" y="238411"/>
                  <a:pt x="233267" y="241744"/>
                  <a:pt x="227552" y="243554"/>
                </a:cubicBezTo>
                <a:cubicBezTo>
                  <a:pt x="221552" y="245459"/>
                  <a:pt x="215932" y="244983"/>
                  <a:pt x="210693" y="242125"/>
                </a:cubicBezTo>
                <a:cubicBezTo>
                  <a:pt x="206693" y="239935"/>
                  <a:pt x="203740" y="236696"/>
                  <a:pt x="201930" y="232315"/>
                </a:cubicBezTo>
                <a:cubicBezTo>
                  <a:pt x="200215" y="228219"/>
                  <a:pt x="199739" y="223933"/>
                  <a:pt x="200501" y="219456"/>
                </a:cubicBezTo>
                <a:cubicBezTo>
                  <a:pt x="201263" y="214884"/>
                  <a:pt x="203263" y="211074"/>
                  <a:pt x="206407" y="208026"/>
                </a:cubicBezTo>
                <a:cubicBezTo>
                  <a:pt x="209836" y="204692"/>
                  <a:pt x="214313" y="202787"/>
                  <a:pt x="219646" y="202311"/>
                </a:cubicBezTo>
                <a:cubicBezTo>
                  <a:pt x="223266" y="202025"/>
                  <a:pt x="226886" y="202692"/>
                  <a:pt x="230314" y="204406"/>
                </a:cubicBezTo>
                <a:cubicBezTo>
                  <a:pt x="233744" y="206026"/>
                  <a:pt x="236506" y="208312"/>
                  <a:pt x="238696" y="211265"/>
                </a:cubicBezTo>
                <a:cubicBezTo>
                  <a:pt x="240982" y="214313"/>
                  <a:pt x="242221" y="217742"/>
                  <a:pt x="242602" y="221456"/>
                </a:cubicBezTo>
                <a:cubicBezTo>
                  <a:pt x="242888" y="225552"/>
                  <a:pt x="242030" y="229552"/>
                  <a:pt x="239935" y="233553"/>
                </a:cubicBezTo>
                <a:close/>
                <a:moveTo>
                  <a:pt x="9620" y="9620"/>
                </a:moveTo>
                <a:lnTo>
                  <a:pt x="219075" y="9620"/>
                </a:lnTo>
                <a:lnTo>
                  <a:pt x="219075" y="174308"/>
                </a:lnTo>
                <a:lnTo>
                  <a:pt x="228600" y="174308"/>
                </a:lnTo>
                <a:lnTo>
                  <a:pt x="228600" y="0"/>
                </a:lnTo>
                <a:lnTo>
                  <a:pt x="0" y="0"/>
                </a:lnTo>
                <a:lnTo>
                  <a:pt x="0" y="228314"/>
                </a:lnTo>
                <a:lnTo>
                  <a:pt x="173355" y="228314"/>
                </a:lnTo>
                <a:lnTo>
                  <a:pt x="173355" y="218694"/>
                </a:lnTo>
                <a:lnTo>
                  <a:pt x="9620" y="218694"/>
                </a:lnTo>
                <a:lnTo>
                  <a:pt x="9620" y="9620"/>
                </a:lnTo>
                <a:close/>
                <a:moveTo>
                  <a:pt x="155543" y="131731"/>
                </a:moveTo>
                <a:cubicBezTo>
                  <a:pt x="149638" y="131731"/>
                  <a:pt x="145256" y="129159"/>
                  <a:pt x="141637" y="125635"/>
                </a:cubicBezTo>
                <a:lnTo>
                  <a:pt x="138589" y="129445"/>
                </a:lnTo>
                <a:cubicBezTo>
                  <a:pt x="142875" y="133636"/>
                  <a:pt x="148304" y="136208"/>
                  <a:pt x="155353" y="136208"/>
                </a:cubicBezTo>
                <a:cubicBezTo>
                  <a:pt x="165259" y="136208"/>
                  <a:pt x="170307" y="130683"/>
                  <a:pt x="170307" y="124015"/>
                </a:cubicBezTo>
                <a:cubicBezTo>
                  <a:pt x="170307" y="116586"/>
                  <a:pt x="164497" y="113633"/>
                  <a:pt x="156401" y="111728"/>
                </a:cubicBezTo>
                <a:cubicBezTo>
                  <a:pt x="149162" y="110014"/>
                  <a:pt x="144971" y="108490"/>
                  <a:pt x="144971" y="104108"/>
                </a:cubicBezTo>
                <a:cubicBezTo>
                  <a:pt x="144971" y="100203"/>
                  <a:pt x="148780" y="96774"/>
                  <a:pt x="154019" y="96774"/>
                </a:cubicBezTo>
                <a:cubicBezTo>
                  <a:pt x="158496" y="96774"/>
                  <a:pt x="162687" y="98774"/>
                  <a:pt x="166211" y="102203"/>
                </a:cubicBezTo>
                <a:lnTo>
                  <a:pt x="169164" y="98393"/>
                </a:lnTo>
                <a:cubicBezTo>
                  <a:pt x="165259" y="94774"/>
                  <a:pt x="160591" y="92392"/>
                  <a:pt x="154305" y="92392"/>
                </a:cubicBezTo>
                <a:cubicBezTo>
                  <a:pt x="146113" y="92392"/>
                  <a:pt x="140113" y="97727"/>
                  <a:pt x="140113" y="104489"/>
                </a:cubicBezTo>
                <a:cubicBezTo>
                  <a:pt x="140113" y="111823"/>
                  <a:pt x="145447" y="114490"/>
                  <a:pt x="154019" y="116491"/>
                </a:cubicBezTo>
                <a:cubicBezTo>
                  <a:pt x="161449" y="118205"/>
                  <a:pt x="165449" y="120015"/>
                  <a:pt x="165449" y="124492"/>
                </a:cubicBezTo>
                <a:cubicBezTo>
                  <a:pt x="165449" y="128206"/>
                  <a:pt x="162115" y="131731"/>
                  <a:pt x="155543" y="131731"/>
                </a:cubicBezTo>
                <a:close/>
                <a:moveTo>
                  <a:pt x="63532" y="103537"/>
                </a:moveTo>
                <a:lnTo>
                  <a:pt x="58388" y="103537"/>
                </a:lnTo>
                <a:lnTo>
                  <a:pt x="72009" y="135446"/>
                </a:lnTo>
                <a:lnTo>
                  <a:pt x="76486" y="135446"/>
                </a:lnTo>
                <a:lnTo>
                  <a:pt x="89916" y="103537"/>
                </a:lnTo>
                <a:lnTo>
                  <a:pt x="84772" y="103537"/>
                </a:lnTo>
                <a:lnTo>
                  <a:pt x="74390" y="130016"/>
                </a:lnTo>
                <a:lnTo>
                  <a:pt x="63532" y="103537"/>
                </a:lnTo>
                <a:close/>
                <a:moveTo>
                  <a:pt x="131159" y="106680"/>
                </a:moveTo>
                <a:cubicBezTo>
                  <a:pt x="131159" y="98679"/>
                  <a:pt x="124301" y="93059"/>
                  <a:pt x="115538" y="93059"/>
                </a:cubicBezTo>
                <a:lnTo>
                  <a:pt x="98298" y="93059"/>
                </a:lnTo>
                <a:lnTo>
                  <a:pt x="98298" y="135446"/>
                </a:lnTo>
                <a:lnTo>
                  <a:pt x="103156" y="135446"/>
                </a:lnTo>
                <a:lnTo>
                  <a:pt x="103156" y="120206"/>
                </a:lnTo>
                <a:lnTo>
                  <a:pt x="114395" y="120206"/>
                </a:lnTo>
                <a:lnTo>
                  <a:pt x="125159" y="135446"/>
                </a:lnTo>
                <a:lnTo>
                  <a:pt x="130683" y="135446"/>
                </a:lnTo>
                <a:lnTo>
                  <a:pt x="119729" y="119729"/>
                </a:lnTo>
                <a:cubicBezTo>
                  <a:pt x="126397" y="118396"/>
                  <a:pt x="131159" y="113348"/>
                  <a:pt x="131159" y="106680"/>
                </a:cubicBezTo>
                <a:close/>
                <a:moveTo>
                  <a:pt x="114681" y="115633"/>
                </a:moveTo>
                <a:lnTo>
                  <a:pt x="103156" y="115633"/>
                </a:lnTo>
                <a:lnTo>
                  <a:pt x="103156" y="97631"/>
                </a:lnTo>
                <a:lnTo>
                  <a:pt x="114681" y="97631"/>
                </a:lnTo>
                <a:cubicBezTo>
                  <a:pt x="121634" y="97631"/>
                  <a:pt x="126302" y="100965"/>
                  <a:pt x="126302" y="106680"/>
                </a:cubicBezTo>
                <a:cubicBezTo>
                  <a:pt x="126302" y="112300"/>
                  <a:pt x="121634" y="115633"/>
                  <a:pt x="114681" y="115633"/>
                </a:cubicBezTo>
                <a:close/>
              </a:path>
            </a:pathLst>
          </a:custGeom>
          <a:solidFill>
            <a:srgbClr val="231F2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5" name="Freeform: Shape 334">
            <a:extLst>
              <a:ext uri="{FF2B5EF4-FFF2-40B4-BE49-F238E27FC236}">
                <a16:creationId xmlns:a16="http://schemas.microsoft.com/office/drawing/2014/main" id="{717C5424-232B-432A-B867-B90FFC73F41E}"/>
              </a:ext>
            </a:extLst>
          </p:cNvPr>
          <p:cNvSpPr/>
          <p:nvPr/>
        </p:nvSpPr>
        <p:spPr>
          <a:xfrm>
            <a:off x="8627120" y="4441178"/>
            <a:ext cx="228600" cy="228600"/>
          </a:xfrm>
          <a:custGeom>
            <a:avLst/>
            <a:gdLst>
              <a:gd name="connsiteX0" fmla="*/ 114300 w 228600"/>
              <a:gd name="connsiteY0" fmla="*/ 0 h 228600"/>
              <a:gd name="connsiteX1" fmla="*/ 0 w 228600"/>
              <a:gd name="connsiteY1" fmla="*/ 114300 h 228600"/>
              <a:gd name="connsiteX2" fmla="*/ 114300 w 228600"/>
              <a:gd name="connsiteY2" fmla="*/ 228600 h 228600"/>
              <a:gd name="connsiteX3" fmla="*/ 228600 w 228600"/>
              <a:gd name="connsiteY3" fmla="*/ 114300 h 228600"/>
              <a:gd name="connsiteX4" fmla="*/ 114300 w 228600"/>
              <a:gd name="connsiteY4" fmla="*/ 0 h 228600"/>
              <a:gd name="connsiteX5" fmla="*/ 114300 w 228600"/>
              <a:gd name="connsiteY5" fmla="*/ 219075 h 228600"/>
              <a:gd name="connsiteX6" fmla="*/ 9525 w 228600"/>
              <a:gd name="connsiteY6" fmla="*/ 114300 h 228600"/>
              <a:gd name="connsiteX7" fmla="*/ 114300 w 228600"/>
              <a:gd name="connsiteY7" fmla="*/ 9525 h 228600"/>
              <a:gd name="connsiteX8" fmla="*/ 219075 w 228600"/>
              <a:gd name="connsiteY8" fmla="*/ 114300 h 228600"/>
              <a:gd name="connsiteX9" fmla="*/ 114300 w 228600"/>
              <a:gd name="connsiteY9" fmla="*/ 219075 h 228600"/>
              <a:gd name="connsiteX10" fmla="*/ 22193 w 228600"/>
              <a:gd name="connsiteY10" fmla="*/ 114300 h 228600"/>
              <a:gd name="connsiteX11" fmla="*/ 95726 w 228600"/>
              <a:gd name="connsiteY11" fmla="*/ 204597 h 228600"/>
              <a:gd name="connsiteX12" fmla="*/ 97631 w 228600"/>
              <a:gd name="connsiteY12" fmla="*/ 195263 h 228600"/>
              <a:gd name="connsiteX13" fmla="*/ 31623 w 228600"/>
              <a:gd name="connsiteY13" fmla="*/ 114300 h 228600"/>
              <a:gd name="connsiteX14" fmla="*/ 114205 w 228600"/>
              <a:gd name="connsiteY14" fmla="*/ 31718 h 228600"/>
              <a:gd name="connsiteX15" fmla="*/ 157925 w 228600"/>
              <a:gd name="connsiteY15" fmla="*/ 44196 h 228600"/>
              <a:gd name="connsiteX16" fmla="*/ 162973 w 228600"/>
              <a:gd name="connsiteY16" fmla="*/ 36100 h 228600"/>
              <a:gd name="connsiteX17" fmla="*/ 114205 w 228600"/>
              <a:gd name="connsiteY17" fmla="*/ 22098 h 228600"/>
              <a:gd name="connsiteX18" fmla="*/ 22193 w 228600"/>
              <a:gd name="connsiteY18" fmla="*/ 114300 h 228600"/>
              <a:gd name="connsiteX19" fmla="*/ 115157 w 228600"/>
              <a:gd name="connsiteY19" fmla="*/ 56579 h 228600"/>
              <a:gd name="connsiteX20" fmla="*/ 105632 w 228600"/>
              <a:gd name="connsiteY20" fmla="*/ 56579 h 228600"/>
              <a:gd name="connsiteX21" fmla="*/ 105632 w 228600"/>
              <a:gd name="connsiteY21" fmla="*/ 125635 h 228600"/>
              <a:gd name="connsiteX22" fmla="*/ 154114 w 228600"/>
              <a:gd name="connsiteY22" fmla="*/ 125635 h 228600"/>
              <a:gd name="connsiteX23" fmla="*/ 154114 w 228600"/>
              <a:gd name="connsiteY23" fmla="*/ 116110 h 228600"/>
              <a:gd name="connsiteX24" fmla="*/ 115157 w 228600"/>
              <a:gd name="connsiteY24" fmla="*/ 116110 h 228600"/>
              <a:gd name="connsiteX25" fmla="*/ 115157 w 228600"/>
              <a:gd name="connsiteY25" fmla="*/ 56579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228600" h="228600">
                <a:moveTo>
                  <a:pt x="114300" y="0"/>
                </a:moveTo>
                <a:cubicBezTo>
                  <a:pt x="51149" y="0"/>
                  <a:pt x="0" y="51149"/>
                  <a:pt x="0" y="114300"/>
                </a:cubicBezTo>
                <a:cubicBezTo>
                  <a:pt x="0" y="177451"/>
                  <a:pt x="51149" y="228600"/>
                  <a:pt x="114300" y="228600"/>
                </a:cubicBezTo>
                <a:cubicBezTo>
                  <a:pt x="177451" y="228600"/>
                  <a:pt x="228600" y="177451"/>
                  <a:pt x="228600" y="114300"/>
                </a:cubicBezTo>
                <a:cubicBezTo>
                  <a:pt x="228600" y="51149"/>
                  <a:pt x="177451" y="0"/>
                  <a:pt x="114300" y="0"/>
                </a:cubicBezTo>
                <a:close/>
                <a:moveTo>
                  <a:pt x="114300" y="219075"/>
                </a:moveTo>
                <a:cubicBezTo>
                  <a:pt x="56483" y="219075"/>
                  <a:pt x="9525" y="172117"/>
                  <a:pt x="9525" y="114300"/>
                </a:cubicBezTo>
                <a:cubicBezTo>
                  <a:pt x="9525" y="56483"/>
                  <a:pt x="56483" y="9525"/>
                  <a:pt x="114300" y="9525"/>
                </a:cubicBezTo>
                <a:cubicBezTo>
                  <a:pt x="172117" y="9525"/>
                  <a:pt x="219075" y="56483"/>
                  <a:pt x="219075" y="114300"/>
                </a:cubicBezTo>
                <a:cubicBezTo>
                  <a:pt x="219075" y="172117"/>
                  <a:pt x="172117" y="219075"/>
                  <a:pt x="114300" y="219075"/>
                </a:cubicBezTo>
                <a:close/>
                <a:moveTo>
                  <a:pt x="22193" y="114300"/>
                </a:moveTo>
                <a:cubicBezTo>
                  <a:pt x="22193" y="157925"/>
                  <a:pt x="53150" y="195834"/>
                  <a:pt x="95726" y="204597"/>
                </a:cubicBezTo>
                <a:lnTo>
                  <a:pt x="97631" y="195263"/>
                </a:lnTo>
                <a:cubicBezTo>
                  <a:pt x="59436" y="187452"/>
                  <a:pt x="31623" y="153352"/>
                  <a:pt x="31623" y="114300"/>
                </a:cubicBezTo>
                <a:cubicBezTo>
                  <a:pt x="31623" y="68771"/>
                  <a:pt x="68675" y="31718"/>
                  <a:pt x="114205" y="31718"/>
                </a:cubicBezTo>
                <a:cubicBezTo>
                  <a:pt x="129730" y="31718"/>
                  <a:pt x="144875" y="36004"/>
                  <a:pt x="157925" y="44196"/>
                </a:cubicBezTo>
                <a:lnTo>
                  <a:pt x="162973" y="36100"/>
                </a:lnTo>
                <a:cubicBezTo>
                  <a:pt x="148400" y="26956"/>
                  <a:pt x="131540" y="22098"/>
                  <a:pt x="114205" y="22098"/>
                </a:cubicBezTo>
                <a:cubicBezTo>
                  <a:pt x="63532" y="22193"/>
                  <a:pt x="22193" y="63532"/>
                  <a:pt x="22193" y="114300"/>
                </a:cubicBezTo>
                <a:close/>
                <a:moveTo>
                  <a:pt x="115157" y="56579"/>
                </a:moveTo>
                <a:lnTo>
                  <a:pt x="105632" y="56579"/>
                </a:lnTo>
                <a:lnTo>
                  <a:pt x="105632" y="125635"/>
                </a:lnTo>
                <a:lnTo>
                  <a:pt x="154114" y="125635"/>
                </a:lnTo>
                <a:lnTo>
                  <a:pt x="154114" y="116110"/>
                </a:lnTo>
                <a:lnTo>
                  <a:pt x="115157" y="116110"/>
                </a:lnTo>
                <a:lnTo>
                  <a:pt x="115157" y="56579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6" name="Freeform: Shape 335">
            <a:extLst>
              <a:ext uri="{FF2B5EF4-FFF2-40B4-BE49-F238E27FC236}">
                <a16:creationId xmlns:a16="http://schemas.microsoft.com/office/drawing/2014/main" id="{20325C31-893C-4B5D-8A0A-DF6EDFAA00B4}"/>
              </a:ext>
            </a:extLst>
          </p:cNvPr>
          <p:cNvSpPr/>
          <p:nvPr/>
        </p:nvSpPr>
        <p:spPr>
          <a:xfrm>
            <a:off x="9907189" y="4446988"/>
            <a:ext cx="228695" cy="216598"/>
          </a:xfrm>
          <a:custGeom>
            <a:avLst/>
            <a:gdLst>
              <a:gd name="connsiteX0" fmla="*/ 116967 w 228695"/>
              <a:gd name="connsiteY0" fmla="*/ 206216 h 216598"/>
              <a:gd name="connsiteX1" fmla="*/ 110490 w 228695"/>
              <a:gd name="connsiteY1" fmla="*/ 206216 h 216598"/>
              <a:gd name="connsiteX2" fmla="*/ 110490 w 228695"/>
              <a:gd name="connsiteY2" fmla="*/ 206216 h 216598"/>
              <a:gd name="connsiteX3" fmla="*/ 25051 w 228695"/>
              <a:gd name="connsiteY3" fmla="*/ 120682 h 216598"/>
              <a:gd name="connsiteX4" fmla="*/ 9144 w 228695"/>
              <a:gd name="connsiteY4" fmla="*/ 136589 h 216598"/>
              <a:gd name="connsiteX5" fmla="*/ 9144 w 228695"/>
              <a:gd name="connsiteY5" fmla="*/ 92297 h 216598"/>
              <a:gd name="connsiteX6" fmla="*/ 66770 w 228695"/>
              <a:gd name="connsiteY6" fmla="*/ 92297 h 216598"/>
              <a:gd name="connsiteX7" fmla="*/ 71342 w 228695"/>
              <a:gd name="connsiteY7" fmla="*/ 87725 h 216598"/>
              <a:gd name="connsiteX8" fmla="*/ 66770 w 228695"/>
              <a:gd name="connsiteY8" fmla="*/ 83153 h 216598"/>
              <a:gd name="connsiteX9" fmla="*/ 4572 w 228695"/>
              <a:gd name="connsiteY9" fmla="*/ 83153 h 216598"/>
              <a:gd name="connsiteX10" fmla="*/ 0 w 228695"/>
              <a:gd name="connsiteY10" fmla="*/ 87725 h 216598"/>
              <a:gd name="connsiteX11" fmla="*/ 0 w 228695"/>
              <a:gd name="connsiteY11" fmla="*/ 147542 h 216598"/>
              <a:gd name="connsiteX12" fmla="*/ 4572 w 228695"/>
              <a:gd name="connsiteY12" fmla="*/ 152114 h 216598"/>
              <a:gd name="connsiteX13" fmla="*/ 7811 w 228695"/>
              <a:gd name="connsiteY13" fmla="*/ 150781 h 216598"/>
              <a:gd name="connsiteX14" fmla="*/ 25051 w 228695"/>
              <a:gd name="connsiteY14" fmla="*/ 133541 h 216598"/>
              <a:gd name="connsiteX15" fmla="*/ 104013 w 228695"/>
              <a:gd name="connsiteY15" fmla="*/ 212598 h 216598"/>
              <a:gd name="connsiteX16" fmla="*/ 123444 w 228695"/>
              <a:gd name="connsiteY16" fmla="*/ 212598 h 216598"/>
              <a:gd name="connsiteX17" fmla="*/ 193167 w 228695"/>
              <a:gd name="connsiteY17" fmla="*/ 142875 h 216598"/>
              <a:gd name="connsiteX18" fmla="*/ 180213 w 228695"/>
              <a:gd name="connsiteY18" fmla="*/ 142875 h 216598"/>
              <a:gd name="connsiteX19" fmla="*/ 116967 w 228695"/>
              <a:gd name="connsiteY19" fmla="*/ 206216 h 216598"/>
              <a:gd name="connsiteX20" fmla="*/ 37243 w 228695"/>
              <a:gd name="connsiteY20" fmla="*/ 108204 h 216598"/>
              <a:gd name="connsiteX21" fmla="*/ 110585 w 228695"/>
              <a:gd name="connsiteY21" fmla="*/ 181546 h 216598"/>
              <a:gd name="connsiteX22" fmla="*/ 117062 w 228695"/>
              <a:gd name="connsiteY22" fmla="*/ 181546 h 216598"/>
              <a:gd name="connsiteX23" fmla="*/ 155925 w 228695"/>
              <a:gd name="connsiteY23" fmla="*/ 142875 h 216598"/>
              <a:gd name="connsiteX24" fmla="*/ 142970 w 228695"/>
              <a:gd name="connsiteY24" fmla="*/ 142875 h 216598"/>
              <a:gd name="connsiteX25" fmla="*/ 113824 w 228695"/>
              <a:gd name="connsiteY25" fmla="*/ 171831 h 216598"/>
              <a:gd name="connsiteX26" fmla="*/ 43720 w 228695"/>
              <a:gd name="connsiteY26" fmla="*/ 101727 h 216598"/>
              <a:gd name="connsiteX27" fmla="*/ 37243 w 228695"/>
              <a:gd name="connsiteY27" fmla="*/ 108204 h 216598"/>
              <a:gd name="connsiteX28" fmla="*/ 184404 w 228695"/>
              <a:gd name="connsiteY28" fmla="*/ 115348 h 216598"/>
              <a:gd name="connsiteX29" fmla="*/ 190881 w 228695"/>
              <a:gd name="connsiteY29" fmla="*/ 108871 h 216598"/>
              <a:gd name="connsiteX30" fmla="*/ 117158 w 228695"/>
              <a:gd name="connsiteY30" fmla="*/ 35147 h 216598"/>
              <a:gd name="connsiteX31" fmla="*/ 110681 w 228695"/>
              <a:gd name="connsiteY31" fmla="*/ 35147 h 216598"/>
              <a:gd name="connsiteX32" fmla="*/ 110681 w 228695"/>
              <a:gd name="connsiteY32" fmla="*/ 35147 h 216598"/>
              <a:gd name="connsiteX33" fmla="*/ 71819 w 228695"/>
              <a:gd name="connsiteY33" fmla="*/ 74009 h 216598"/>
              <a:gd name="connsiteX34" fmla="*/ 84773 w 228695"/>
              <a:gd name="connsiteY34" fmla="*/ 74009 h 216598"/>
              <a:gd name="connsiteX35" fmla="*/ 113919 w 228695"/>
              <a:gd name="connsiteY35" fmla="*/ 44863 h 216598"/>
              <a:gd name="connsiteX36" fmla="*/ 184404 w 228695"/>
              <a:gd name="connsiteY36" fmla="*/ 115348 h 216598"/>
              <a:gd name="connsiteX37" fmla="*/ 225743 w 228695"/>
              <a:gd name="connsiteY37" fmla="*/ 65056 h 216598"/>
              <a:gd name="connsiteX38" fmla="*/ 220790 w 228695"/>
              <a:gd name="connsiteY38" fmla="*/ 66008 h 216598"/>
              <a:gd name="connsiteX39" fmla="*/ 203264 w 228695"/>
              <a:gd name="connsiteY39" fmla="*/ 83534 h 216598"/>
              <a:gd name="connsiteX40" fmla="*/ 123825 w 228695"/>
              <a:gd name="connsiteY40" fmla="*/ 4000 h 216598"/>
              <a:gd name="connsiteX41" fmla="*/ 104394 w 228695"/>
              <a:gd name="connsiteY41" fmla="*/ 4000 h 216598"/>
              <a:gd name="connsiteX42" fmla="*/ 34481 w 228695"/>
              <a:gd name="connsiteY42" fmla="*/ 73914 h 216598"/>
              <a:gd name="connsiteX43" fmla="*/ 47435 w 228695"/>
              <a:gd name="connsiteY43" fmla="*/ 73914 h 216598"/>
              <a:gd name="connsiteX44" fmla="*/ 110871 w 228695"/>
              <a:gd name="connsiteY44" fmla="*/ 10382 h 216598"/>
              <a:gd name="connsiteX45" fmla="*/ 117348 w 228695"/>
              <a:gd name="connsiteY45" fmla="*/ 10382 h 216598"/>
              <a:gd name="connsiteX46" fmla="*/ 117348 w 228695"/>
              <a:gd name="connsiteY46" fmla="*/ 10382 h 216598"/>
              <a:gd name="connsiteX47" fmla="*/ 203264 w 228695"/>
              <a:gd name="connsiteY47" fmla="*/ 96298 h 216598"/>
              <a:gd name="connsiteX48" fmla="*/ 219551 w 228695"/>
              <a:gd name="connsiteY48" fmla="*/ 80105 h 216598"/>
              <a:gd name="connsiteX49" fmla="*/ 219551 w 228695"/>
              <a:gd name="connsiteY49" fmla="*/ 124301 h 216598"/>
              <a:gd name="connsiteX50" fmla="*/ 160877 w 228695"/>
              <a:gd name="connsiteY50" fmla="*/ 124301 h 216598"/>
              <a:gd name="connsiteX51" fmla="*/ 156305 w 228695"/>
              <a:gd name="connsiteY51" fmla="*/ 128873 h 216598"/>
              <a:gd name="connsiteX52" fmla="*/ 160877 w 228695"/>
              <a:gd name="connsiteY52" fmla="*/ 133445 h 216598"/>
              <a:gd name="connsiteX53" fmla="*/ 224124 w 228695"/>
              <a:gd name="connsiteY53" fmla="*/ 133445 h 216598"/>
              <a:gd name="connsiteX54" fmla="*/ 228695 w 228695"/>
              <a:gd name="connsiteY54" fmla="*/ 128873 h 216598"/>
              <a:gd name="connsiteX55" fmla="*/ 228695 w 228695"/>
              <a:gd name="connsiteY55" fmla="*/ 69056 h 216598"/>
              <a:gd name="connsiteX56" fmla="*/ 225743 w 228695"/>
              <a:gd name="connsiteY56" fmla="*/ 65056 h 216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228695" h="216598">
                <a:moveTo>
                  <a:pt x="116967" y="206216"/>
                </a:moveTo>
                <a:cubicBezTo>
                  <a:pt x="115158" y="208026"/>
                  <a:pt x="112300" y="208026"/>
                  <a:pt x="110490" y="206216"/>
                </a:cubicBezTo>
                <a:lnTo>
                  <a:pt x="110490" y="206216"/>
                </a:lnTo>
                <a:lnTo>
                  <a:pt x="25051" y="120682"/>
                </a:lnTo>
                <a:lnTo>
                  <a:pt x="9144" y="136589"/>
                </a:lnTo>
                <a:lnTo>
                  <a:pt x="9144" y="92297"/>
                </a:lnTo>
                <a:lnTo>
                  <a:pt x="66770" y="92297"/>
                </a:lnTo>
                <a:cubicBezTo>
                  <a:pt x="69342" y="92297"/>
                  <a:pt x="71342" y="90297"/>
                  <a:pt x="71342" y="87725"/>
                </a:cubicBezTo>
                <a:cubicBezTo>
                  <a:pt x="71342" y="85154"/>
                  <a:pt x="69342" y="83153"/>
                  <a:pt x="66770" y="83153"/>
                </a:cubicBezTo>
                <a:lnTo>
                  <a:pt x="4572" y="83153"/>
                </a:lnTo>
                <a:cubicBezTo>
                  <a:pt x="2000" y="83153"/>
                  <a:pt x="0" y="85154"/>
                  <a:pt x="0" y="87725"/>
                </a:cubicBezTo>
                <a:lnTo>
                  <a:pt x="0" y="147542"/>
                </a:lnTo>
                <a:cubicBezTo>
                  <a:pt x="0" y="150114"/>
                  <a:pt x="2000" y="152114"/>
                  <a:pt x="4572" y="152114"/>
                </a:cubicBezTo>
                <a:cubicBezTo>
                  <a:pt x="5810" y="152114"/>
                  <a:pt x="6953" y="151638"/>
                  <a:pt x="7811" y="150781"/>
                </a:cubicBezTo>
                <a:lnTo>
                  <a:pt x="25051" y="133541"/>
                </a:lnTo>
                <a:lnTo>
                  <a:pt x="104013" y="212598"/>
                </a:lnTo>
                <a:cubicBezTo>
                  <a:pt x="109347" y="217932"/>
                  <a:pt x="118110" y="217932"/>
                  <a:pt x="123444" y="212598"/>
                </a:cubicBezTo>
                <a:lnTo>
                  <a:pt x="193167" y="142875"/>
                </a:lnTo>
                <a:lnTo>
                  <a:pt x="180213" y="142875"/>
                </a:lnTo>
                <a:lnTo>
                  <a:pt x="116967" y="206216"/>
                </a:lnTo>
                <a:close/>
                <a:moveTo>
                  <a:pt x="37243" y="108204"/>
                </a:moveTo>
                <a:lnTo>
                  <a:pt x="110585" y="181546"/>
                </a:lnTo>
                <a:cubicBezTo>
                  <a:pt x="112395" y="183356"/>
                  <a:pt x="115253" y="183356"/>
                  <a:pt x="117062" y="181546"/>
                </a:cubicBezTo>
                <a:lnTo>
                  <a:pt x="155925" y="142875"/>
                </a:lnTo>
                <a:lnTo>
                  <a:pt x="142970" y="142875"/>
                </a:lnTo>
                <a:lnTo>
                  <a:pt x="113824" y="171831"/>
                </a:lnTo>
                <a:lnTo>
                  <a:pt x="43720" y="101727"/>
                </a:lnTo>
                <a:lnTo>
                  <a:pt x="37243" y="108204"/>
                </a:lnTo>
                <a:close/>
                <a:moveTo>
                  <a:pt x="184404" y="115348"/>
                </a:moveTo>
                <a:lnTo>
                  <a:pt x="190881" y="108871"/>
                </a:lnTo>
                <a:lnTo>
                  <a:pt x="117158" y="35147"/>
                </a:lnTo>
                <a:cubicBezTo>
                  <a:pt x="115348" y="33338"/>
                  <a:pt x="112491" y="33338"/>
                  <a:pt x="110681" y="35147"/>
                </a:cubicBezTo>
                <a:lnTo>
                  <a:pt x="110681" y="35147"/>
                </a:lnTo>
                <a:lnTo>
                  <a:pt x="71819" y="74009"/>
                </a:lnTo>
                <a:lnTo>
                  <a:pt x="84773" y="74009"/>
                </a:lnTo>
                <a:lnTo>
                  <a:pt x="113919" y="44863"/>
                </a:lnTo>
                <a:lnTo>
                  <a:pt x="184404" y="115348"/>
                </a:lnTo>
                <a:close/>
                <a:moveTo>
                  <a:pt x="225743" y="65056"/>
                </a:moveTo>
                <a:cubicBezTo>
                  <a:pt x="224028" y="64389"/>
                  <a:pt x="222028" y="64770"/>
                  <a:pt x="220790" y="66008"/>
                </a:cubicBezTo>
                <a:lnTo>
                  <a:pt x="203264" y="83534"/>
                </a:lnTo>
                <a:lnTo>
                  <a:pt x="123825" y="4000"/>
                </a:lnTo>
                <a:cubicBezTo>
                  <a:pt x="118491" y="-1333"/>
                  <a:pt x="109728" y="-1333"/>
                  <a:pt x="104394" y="4000"/>
                </a:cubicBezTo>
                <a:lnTo>
                  <a:pt x="34481" y="73914"/>
                </a:lnTo>
                <a:lnTo>
                  <a:pt x="47435" y="73914"/>
                </a:lnTo>
                <a:lnTo>
                  <a:pt x="110871" y="10382"/>
                </a:lnTo>
                <a:cubicBezTo>
                  <a:pt x="112681" y="8573"/>
                  <a:pt x="115538" y="8573"/>
                  <a:pt x="117348" y="10382"/>
                </a:cubicBezTo>
                <a:lnTo>
                  <a:pt x="117348" y="10382"/>
                </a:lnTo>
                <a:lnTo>
                  <a:pt x="203264" y="96298"/>
                </a:lnTo>
                <a:lnTo>
                  <a:pt x="219551" y="80105"/>
                </a:lnTo>
                <a:lnTo>
                  <a:pt x="219551" y="124301"/>
                </a:lnTo>
                <a:lnTo>
                  <a:pt x="160877" y="124301"/>
                </a:lnTo>
                <a:cubicBezTo>
                  <a:pt x="158306" y="124301"/>
                  <a:pt x="156305" y="126302"/>
                  <a:pt x="156305" y="128873"/>
                </a:cubicBezTo>
                <a:cubicBezTo>
                  <a:pt x="156305" y="131445"/>
                  <a:pt x="158306" y="133445"/>
                  <a:pt x="160877" y="133445"/>
                </a:cubicBezTo>
                <a:lnTo>
                  <a:pt x="224124" y="133445"/>
                </a:lnTo>
                <a:cubicBezTo>
                  <a:pt x="226695" y="133445"/>
                  <a:pt x="228695" y="131445"/>
                  <a:pt x="228695" y="128873"/>
                </a:cubicBezTo>
                <a:lnTo>
                  <a:pt x="228695" y="69056"/>
                </a:lnTo>
                <a:cubicBezTo>
                  <a:pt x="228600" y="67342"/>
                  <a:pt x="227457" y="65723"/>
                  <a:pt x="225743" y="65056"/>
                </a:cubicBez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7" name="Freeform: Shape 336">
            <a:extLst>
              <a:ext uri="{FF2B5EF4-FFF2-40B4-BE49-F238E27FC236}">
                <a16:creationId xmlns:a16="http://schemas.microsoft.com/office/drawing/2014/main" id="{A4112F56-8773-4BD6-8CA7-70E0716DC09D}"/>
              </a:ext>
            </a:extLst>
          </p:cNvPr>
          <p:cNvSpPr/>
          <p:nvPr/>
        </p:nvSpPr>
        <p:spPr>
          <a:xfrm>
            <a:off x="11439678" y="4444511"/>
            <a:ext cx="228695" cy="222885"/>
          </a:xfrm>
          <a:custGeom>
            <a:avLst/>
            <a:gdLst>
              <a:gd name="connsiteX0" fmla="*/ 43529 w 228695"/>
              <a:gd name="connsiteY0" fmla="*/ 65818 h 222885"/>
              <a:gd name="connsiteX1" fmla="*/ 26766 w 228695"/>
              <a:gd name="connsiteY1" fmla="*/ 133255 h 222885"/>
              <a:gd name="connsiteX2" fmla="*/ 28480 w 228695"/>
              <a:gd name="connsiteY2" fmla="*/ 141065 h 222885"/>
              <a:gd name="connsiteX3" fmla="*/ 72390 w 228695"/>
              <a:gd name="connsiteY3" fmla="*/ 196120 h 222885"/>
              <a:gd name="connsiteX4" fmla="*/ 79439 w 228695"/>
              <a:gd name="connsiteY4" fmla="*/ 199549 h 222885"/>
              <a:gd name="connsiteX5" fmla="*/ 148876 w 228695"/>
              <a:gd name="connsiteY5" fmla="*/ 199549 h 222885"/>
              <a:gd name="connsiteX6" fmla="*/ 155925 w 228695"/>
              <a:gd name="connsiteY6" fmla="*/ 196215 h 222885"/>
              <a:gd name="connsiteX7" fmla="*/ 200216 w 228695"/>
              <a:gd name="connsiteY7" fmla="*/ 141161 h 222885"/>
              <a:gd name="connsiteX8" fmla="*/ 201930 w 228695"/>
              <a:gd name="connsiteY8" fmla="*/ 133445 h 222885"/>
              <a:gd name="connsiteX9" fmla="*/ 186024 w 228695"/>
              <a:gd name="connsiteY9" fmla="*/ 66104 h 222885"/>
              <a:gd name="connsiteX10" fmla="*/ 181261 w 228695"/>
              <a:gd name="connsiteY10" fmla="*/ 60103 h 222885"/>
              <a:gd name="connsiteX11" fmla="*/ 118491 w 228695"/>
              <a:gd name="connsiteY11" fmla="*/ 28956 h 222885"/>
              <a:gd name="connsiteX12" fmla="*/ 110490 w 228695"/>
              <a:gd name="connsiteY12" fmla="*/ 28956 h 222885"/>
              <a:gd name="connsiteX13" fmla="*/ 48483 w 228695"/>
              <a:gd name="connsiteY13" fmla="*/ 60103 h 222885"/>
              <a:gd name="connsiteX14" fmla="*/ 43529 w 228695"/>
              <a:gd name="connsiteY14" fmla="*/ 65818 h 222885"/>
              <a:gd name="connsiteX15" fmla="*/ 114300 w 228695"/>
              <a:gd name="connsiteY15" fmla="*/ 37148 h 222885"/>
              <a:gd name="connsiteX16" fmla="*/ 176879 w 228695"/>
              <a:gd name="connsiteY16" fmla="*/ 68104 h 222885"/>
              <a:gd name="connsiteX17" fmla="*/ 192786 w 228695"/>
              <a:gd name="connsiteY17" fmla="*/ 135255 h 222885"/>
              <a:gd name="connsiteX18" fmla="*/ 148685 w 228695"/>
              <a:gd name="connsiteY18" fmla="*/ 190119 h 222885"/>
              <a:gd name="connsiteX19" fmla="*/ 79534 w 228695"/>
              <a:gd name="connsiteY19" fmla="*/ 190119 h 222885"/>
              <a:gd name="connsiteX20" fmla="*/ 35814 w 228695"/>
              <a:gd name="connsiteY20" fmla="*/ 135255 h 222885"/>
              <a:gd name="connsiteX21" fmla="*/ 52483 w 228695"/>
              <a:gd name="connsiteY21" fmla="*/ 68104 h 222885"/>
              <a:gd name="connsiteX22" fmla="*/ 114300 w 228695"/>
              <a:gd name="connsiteY22" fmla="*/ 37148 h 222885"/>
              <a:gd name="connsiteX23" fmla="*/ 201835 w 228695"/>
              <a:gd name="connsiteY23" fmla="*/ 41053 h 222885"/>
              <a:gd name="connsiteX24" fmla="*/ 118967 w 228695"/>
              <a:gd name="connsiteY24" fmla="*/ 0 h 222885"/>
              <a:gd name="connsiteX25" fmla="*/ 118967 w 228695"/>
              <a:gd name="connsiteY25" fmla="*/ 10382 h 222885"/>
              <a:gd name="connsiteX26" fmla="*/ 193929 w 228695"/>
              <a:gd name="connsiteY26" fmla="*/ 47530 h 222885"/>
              <a:gd name="connsiteX27" fmla="*/ 201835 w 228695"/>
              <a:gd name="connsiteY27" fmla="*/ 41053 h 222885"/>
              <a:gd name="connsiteX28" fmla="*/ 2000 w 228695"/>
              <a:gd name="connsiteY28" fmla="*/ 146209 h 222885"/>
              <a:gd name="connsiteX29" fmla="*/ 59817 w 228695"/>
              <a:gd name="connsiteY29" fmla="*/ 218789 h 222885"/>
              <a:gd name="connsiteX30" fmla="*/ 64389 w 228695"/>
              <a:gd name="connsiteY30" fmla="*/ 209550 h 222885"/>
              <a:gd name="connsiteX31" fmla="*/ 12097 w 228695"/>
              <a:gd name="connsiteY31" fmla="*/ 144018 h 222885"/>
              <a:gd name="connsiteX32" fmla="*/ 2000 w 228695"/>
              <a:gd name="connsiteY32" fmla="*/ 146209 h 222885"/>
              <a:gd name="connsiteX33" fmla="*/ 109633 w 228695"/>
              <a:gd name="connsiteY33" fmla="*/ 10382 h 222885"/>
              <a:gd name="connsiteX34" fmla="*/ 109633 w 228695"/>
              <a:gd name="connsiteY34" fmla="*/ 0 h 222885"/>
              <a:gd name="connsiteX35" fmla="*/ 27813 w 228695"/>
              <a:gd name="connsiteY35" fmla="*/ 41053 h 222885"/>
              <a:gd name="connsiteX36" fmla="*/ 35433 w 228695"/>
              <a:gd name="connsiteY36" fmla="*/ 47625 h 222885"/>
              <a:gd name="connsiteX37" fmla="*/ 109633 w 228695"/>
              <a:gd name="connsiteY37" fmla="*/ 10382 h 222885"/>
              <a:gd name="connsiteX38" fmla="*/ 30004 w 228695"/>
              <a:gd name="connsiteY38" fmla="*/ 55150 h 222885"/>
              <a:gd name="connsiteX39" fmla="*/ 22098 w 228695"/>
              <a:gd name="connsiteY39" fmla="*/ 48387 h 222885"/>
              <a:gd name="connsiteX40" fmla="*/ 0 w 228695"/>
              <a:gd name="connsiteY40" fmla="*/ 137160 h 222885"/>
              <a:gd name="connsiteX41" fmla="*/ 10097 w 228695"/>
              <a:gd name="connsiteY41" fmla="*/ 134874 h 222885"/>
              <a:gd name="connsiteX42" fmla="*/ 30004 w 228695"/>
              <a:gd name="connsiteY42" fmla="*/ 55150 h 222885"/>
              <a:gd name="connsiteX43" fmla="*/ 218599 w 228695"/>
              <a:gd name="connsiteY43" fmla="*/ 134874 h 222885"/>
              <a:gd name="connsiteX44" fmla="*/ 228695 w 228695"/>
              <a:gd name="connsiteY44" fmla="*/ 137065 h 222885"/>
              <a:gd name="connsiteX45" fmla="*/ 207645 w 228695"/>
              <a:gd name="connsiteY45" fmla="*/ 48292 h 222885"/>
              <a:gd name="connsiteX46" fmla="*/ 199644 w 228695"/>
              <a:gd name="connsiteY46" fmla="*/ 54864 h 222885"/>
              <a:gd name="connsiteX47" fmla="*/ 218599 w 228695"/>
              <a:gd name="connsiteY47" fmla="*/ 134874 h 222885"/>
              <a:gd name="connsiteX48" fmla="*/ 163640 w 228695"/>
              <a:gd name="connsiteY48" fmla="*/ 209645 h 222885"/>
              <a:gd name="connsiteX49" fmla="*/ 168116 w 228695"/>
              <a:gd name="connsiteY49" fmla="*/ 218885 h 222885"/>
              <a:gd name="connsiteX50" fmla="*/ 226505 w 228695"/>
              <a:gd name="connsiteY50" fmla="*/ 146209 h 222885"/>
              <a:gd name="connsiteX51" fmla="*/ 216408 w 228695"/>
              <a:gd name="connsiteY51" fmla="*/ 143923 h 222885"/>
              <a:gd name="connsiteX52" fmla="*/ 163640 w 228695"/>
              <a:gd name="connsiteY52" fmla="*/ 209645 h 222885"/>
              <a:gd name="connsiteX53" fmla="*/ 72771 w 228695"/>
              <a:gd name="connsiteY53" fmla="*/ 213551 h 222885"/>
              <a:gd name="connsiteX54" fmla="*/ 68199 w 228695"/>
              <a:gd name="connsiteY54" fmla="*/ 222885 h 222885"/>
              <a:gd name="connsiteX55" fmla="*/ 159734 w 228695"/>
              <a:gd name="connsiteY55" fmla="*/ 222885 h 222885"/>
              <a:gd name="connsiteX56" fmla="*/ 155162 w 228695"/>
              <a:gd name="connsiteY56" fmla="*/ 213551 h 222885"/>
              <a:gd name="connsiteX57" fmla="*/ 72771 w 228695"/>
              <a:gd name="connsiteY57" fmla="*/ 213551 h 222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228695" h="222885">
                <a:moveTo>
                  <a:pt x="43529" y="65818"/>
                </a:moveTo>
                <a:lnTo>
                  <a:pt x="26766" y="133255"/>
                </a:lnTo>
                <a:cubicBezTo>
                  <a:pt x="26099" y="135922"/>
                  <a:pt x="26766" y="138875"/>
                  <a:pt x="28480" y="141065"/>
                </a:cubicBezTo>
                <a:lnTo>
                  <a:pt x="72390" y="196120"/>
                </a:lnTo>
                <a:cubicBezTo>
                  <a:pt x="74105" y="198311"/>
                  <a:pt x="76676" y="199549"/>
                  <a:pt x="79439" y="199549"/>
                </a:cubicBezTo>
                <a:lnTo>
                  <a:pt x="148876" y="199549"/>
                </a:lnTo>
                <a:cubicBezTo>
                  <a:pt x="151638" y="199549"/>
                  <a:pt x="154210" y="198311"/>
                  <a:pt x="155925" y="196215"/>
                </a:cubicBezTo>
                <a:lnTo>
                  <a:pt x="200216" y="141161"/>
                </a:lnTo>
                <a:cubicBezTo>
                  <a:pt x="201930" y="138970"/>
                  <a:pt x="202597" y="136208"/>
                  <a:pt x="201930" y="133445"/>
                </a:cubicBezTo>
                <a:lnTo>
                  <a:pt x="186024" y="66104"/>
                </a:lnTo>
                <a:cubicBezTo>
                  <a:pt x="185357" y="63437"/>
                  <a:pt x="183642" y="61341"/>
                  <a:pt x="181261" y="60103"/>
                </a:cubicBezTo>
                <a:lnTo>
                  <a:pt x="118491" y="28956"/>
                </a:lnTo>
                <a:cubicBezTo>
                  <a:pt x="116015" y="27718"/>
                  <a:pt x="112967" y="27718"/>
                  <a:pt x="110490" y="28956"/>
                </a:cubicBezTo>
                <a:lnTo>
                  <a:pt x="48483" y="60103"/>
                </a:lnTo>
                <a:cubicBezTo>
                  <a:pt x="45911" y="61055"/>
                  <a:pt x="44196" y="63246"/>
                  <a:pt x="43529" y="65818"/>
                </a:cubicBezTo>
                <a:close/>
                <a:moveTo>
                  <a:pt x="114300" y="37148"/>
                </a:moveTo>
                <a:lnTo>
                  <a:pt x="176879" y="68104"/>
                </a:lnTo>
                <a:lnTo>
                  <a:pt x="192786" y="135255"/>
                </a:lnTo>
                <a:lnTo>
                  <a:pt x="148685" y="190119"/>
                </a:lnTo>
                <a:lnTo>
                  <a:pt x="79534" y="190119"/>
                </a:lnTo>
                <a:lnTo>
                  <a:pt x="35814" y="135255"/>
                </a:lnTo>
                <a:lnTo>
                  <a:pt x="52483" y="68104"/>
                </a:lnTo>
                <a:lnTo>
                  <a:pt x="114300" y="37148"/>
                </a:lnTo>
                <a:close/>
                <a:moveTo>
                  <a:pt x="201835" y="41053"/>
                </a:moveTo>
                <a:lnTo>
                  <a:pt x="118967" y="0"/>
                </a:lnTo>
                <a:lnTo>
                  <a:pt x="118967" y="10382"/>
                </a:lnTo>
                <a:lnTo>
                  <a:pt x="193929" y="47530"/>
                </a:lnTo>
                <a:lnTo>
                  <a:pt x="201835" y="41053"/>
                </a:lnTo>
                <a:close/>
                <a:moveTo>
                  <a:pt x="2000" y="146209"/>
                </a:moveTo>
                <a:lnTo>
                  <a:pt x="59817" y="218789"/>
                </a:lnTo>
                <a:lnTo>
                  <a:pt x="64389" y="209550"/>
                </a:lnTo>
                <a:lnTo>
                  <a:pt x="12097" y="144018"/>
                </a:lnTo>
                <a:lnTo>
                  <a:pt x="2000" y="146209"/>
                </a:lnTo>
                <a:close/>
                <a:moveTo>
                  <a:pt x="109633" y="10382"/>
                </a:moveTo>
                <a:lnTo>
                  <a:pt x="109633" y="0"/>
                </a:lnTo>
                <a:lnTo>
                  <a:pt x="27813" y="41053"/>
                </a:lnTo>
                <a:lnTo>
                  <a:pt x="35433" y="47625"/>
                </a:lnTo>
                <a:lnTo>
                  <a:pt x="109633" y="10382"/>
                </a:lnTo>
                <a:close/>
                <a:moveTo>
                  <a:pt x="30004" y="55150"/>
                </a:moveTo>
                <a:lnTo>
                  <a:pt x="22098" y="48387"/>
                </a:lnTo>
                <a:lnTo>
                  <a:pt x="0" y="137160"/>
                </a:lnTo>
                <a:lnTo>
                  <a:pt x="10097" y="134874"/>
                </a:lnTo>
                <a:lnTo>
                  <a:pt x="30004" y="55150"/>
                </a:lnTo>
                <a:close/>
                <a:moveTo>
                  <a:pt x="218599" y="134874"/>
                </a:moveTo>
                <a:lnTo>
                  <a:pt x="228695" y="137065"/>
                </a:lnTo>
                <a:lnTo>
                  <a:pt x="207645" y="48292"/>
                </a:lnTo>
                <a:lnTo>
                  <a:pt x="199644" y="54864"/>
                </a:lnTo>
                <a:lnTo>
                  <a:pt x="218599" y="134874"/>
                </a:lnTo>
                <a:close/>
                <a:moveTo>
                  <a:pt x="163640" y="209645"/>
                </a:moveTo>
                <a:lnTo>
                  <a:pt x="168116" y="218885"/>
                </a:lnTo>
                <a:lnTo>
                  <a:pt x="226505" y="146209"/>
                </a:lnTo>
                <a:lnTo>
                  <a:pt x="216408" y="143923"/>
                </a:lnTo>
                <a:lnTo>
                  <a:pt x="163640" y="209645"/>
                </a:lnTo>
                <a:close/>
                <a:moveTo>
                  <a:pt x="72771" y="213551"/>
                </a:moveTo>
                <a:lnTo>
                  <a:pt x="68199" y="222885"/>
                </a:lnTo>
                <a:lnTo>
                  <a:pt x="159734" y="222885"/>
                </a:lnTo>
                <a:lnTo>
                  <a:pt x="155162" y="213551"/>
                </a:lnTo>
                <a:lnTo>
                  <a:pt x="72771" y="213551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6BDBD3-261D-7D49-8B89-77F992B0EE51}"/>
              </a:ext>
            </a:extLst>
          </p:cNvPr>
          <p:cNvSpPr txBox="1"/>
          <p:nvPr/>
        </p:nvSpPr>
        <p:spPr>
          <a:xfrm>
            <a:off x="4857109" y="2007704"/>
            <a:ext cx="65" cy="184666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pPr algn="l">
              <a:spcAft>
                <a:spcPts val="600"/>
              </a:spcAft>
            </a:pPr>
            <a:endParaRPr lang="en-US" sz="1200" dirty="0"/>
          </a:p>
        </p:txBody>
      </p:sp>
      <p:pic>
        <p:nvPicPr>
          <p:cNvPr id="62" name="Graphic 61">
            <a:extLst>
              <a:ext uri="{FF2B5EF4-FFF2-40B4-BE49-F238E27FC236}">
                <a16:creationId xmlns:a16="http://schemas.microsoft.com/office/drawing/2014/main" id="{5B2152EF-A0A8-1848-9357-BDC8ECAB69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6980" y="5355869"/>
            <a:ext cx="228600" cy="228600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37D698C7-BEF3-0F47-9B52-A11C0132AD7F}"/>
              </a:ext>
            </a:extLst>
          </p:cNvPr>
          <p:cNvSpPr txBox="1"/>
          <p:nvPr/>
        </p:nvSpPr>
        <p:spPr>
          <a:xfrm>
            <a:off x="488289" y="5653295"/>
            <a:ext cx="474489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800" spc="0" baseline="0" dirty="0" err="1"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SnapShot</a:t>
            </a:r>
            <a:endParaRPr lang="en-IN" sz="800" spc="0" baseline="0" dirty="0">
              <a:solidFill>
                <a:srgbClr val="000000"/>
              </a:solidFill>
              <a:latin typeface="Metropolis-Regular"/>
              <a:sym typeface="Metropolis-Regular"/>
              <a:rtl val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54632F-6731-B249-99AA-87FBBDC0C56B}"/>
              </a:ext>
            </a:extLst>
          </p:cNvPr>
          <p:cNvSpPr txBox="1"/>
          <p:nvPr/>
        </p:nvSpPr>
        <p:spPr>
          <a:xfrm>
            <a:off x="2868930" y="5600700"/>
            <a:ext cx="65" cy="184666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pPr algn="l">
              <a:spcAft>
                <a:spcPts val="600"/>
              </a:spcAft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946770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SERHIDDEN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SERHIDDEN" val="1"/>
</p:tagLst>
</file>

<file path=ppt/theme/theme1.xml><?xml version="1.0" encoding="utf-8"?>
<a:theme xmlns:a="http://schemas.openxmlformats.org/drawingml/2006/main" name="VMware_white_16x9">
  <a:themeElements>
    <a:clrScheme name="Custom 8">
      <a:dk1>
        <a:srgbClr val="717074"/>
      </a:dk1>
      <a:lt1>
        <a:sysClr val="window" lastClr="FFFFFF"/>
      </a:lt1>
      <a:dk2>
        <a:srgbClr val="3F3F3F"/>
      </a:dk2>
      <a:lt2>
        <a:srgbClr val="F2F2F2"/>
      </a:lt2>
      <a:accent1>
        <a:srgbClr val="0095D3"/>
      </a:accent1>
      <a:accent2>
        <a:srgbClr val="003D79"/>
      </a:accent2>
      <a:accent3>
        <a:srgbClr val="006990"/>
      </a:accent3>
      <a:accent4>
        <a:srgbClr val="6DB33F"/>
      </a:accent4>
      <a:accent5>
        <a:srgbClr val="AADB1E"/>
      </a:accent5>
      <a:accent6>
        <a:srgbClr val="387C2C"/>
      </a:accent6>
      <a:hlink>
        <a:srgbClr val="006990"/>
      </a:hlink>
      <a:folHlink>
        <a:srgbClr val="006990"/>
      </a:folHlink>
    </a:clrScheme>
    <a:fontScheme name="Custom 19">
      <a:majorFont>
        <a:latin typeface="Metropolis Light"/>
        <a:ea typeface=""/>
        <a:cs typeface=""/>
      </a:majorFont>
      <a:minorFont>
        <a:latin typeface="Metropoli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Aft>
            <a:spcPts val="600"/>
          </a:spcAft>
          <a:defRPr sz="1200" smtClean="0">
            <a:solidFill>
              <a:schemeClr val="bg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gray">
        <a:ln w="25400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wrap="none" lIns="0" tIns="0" rIns="0" bIns="0" rtlCol="0">
        <a:spAutoFit/>
      </a:bodyPr>
      <a:lstStyle>
        <a:defPPr algn="l">
          <a:spcAft>
            <a:spcPts val="600"/>
          </a:spcAft>
          <a:defRPr sz="1200" smtClean="0"/>
        </a:defPPr>
      </a:lstStyle>
    </a:txDef>
  </a:objectDefaults>
  <a:extraClrSchemeLst/>
  <a:custClrLst>
    <a:custClr name="Orange">
      <a:srgbClr val="F8981D"/>
    </a:custClr>
    <a:custClr name="Red">
      <a:srgbClr val="820024"/>
    </a:custClr>
    <a:custClr name="Baby Blue">
      <a:srgbClr val="89CBDF"/>
    </a:custClr>
  </a:custClrLst>
  <a:extLst>
    <a:ext uri="{05A4C25C-085E-4340-85A3-A5531E510DB2}">
      <thm15:themeFamily xmlns:thm15="http://schemas.microsoft.com/office/thememl/2012/main" name="VMWR_CorpTempRefresh_Light_07_21_hr.potx" id="{05DAF37D-AD21-46CA-8327-AA29D585B2C3}" vid="{AA349161-A6C3-488A-A8B7-7A2D5F49158C}"/>
    </a:ext>
  </a:extLst>
</a:theme>
</file>

<file path=ppt/theme/theme2.xml><?xml version="1.0" encoding="utf-8"?>
<a:theme xmlns:a="http://schemas.openxmlformats.org/drawingml/2006/main" name="Office Theme">
  <a:themeElements>
    <a:clrScheme name="VMware">
      <a:dk1>
        <a:srgbClr val="717074"/>
      </a:dk1>
      <a:lt1>
        <a:sysClr val="window" lastClr="FFFFFF"/>
      </a:lt1>
      <a:dk2>
        <a:srgbClr val="000000"/>
      </a:dk2>
      <a:lt2>
        <a:srgbClr val="C6C6C8"/>
      </a:lt2>
      <a:accent1>
        <a:srgbClr val="0095D3"/>
      </a:accent1>
      <a:accent2>
        <a:srgbClr val="89CBDF"/>
      </a:accent2>
      <a:accent3>
        <a:srgbClr val="006990"/>
      </a:accent3>
      <a:accent4>
        <a:srgbClr val="6DB33F"/>
      </a:accent4>
      <a:accent5>
        <a:srgbClr val="C2CD23"/>
      </a:accent5>
      <a:accent6>
        <a:srgbClr val="387C2C"/>
      </a:accent6>
      <a:hlink>
        <a:srgbClr val="0095D3"/>
      </a:hlink>
      <a:folHlink>
        <a:srgbClr val="89CBDF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VMware">
      <a:dk1>
        <a:srgbClr val="717074"/>
      </a:dk1>
      <a:lt1>
        <a:sysClr val="window" lastClr="FFFFFF"/>
      </a:lt1>
      <a:dk2>
        <a:srgbClr val="000000"/>
      </a:dk2>
      <a:lt2>
        <a:srgbClr val="C6C6C8"/>
      </a:lt2>
      <a:accent1>
        <a:srgbClr val="0095D3"/>
      </a:accent1>
      <a:accent2>
        <a:srgbClr val="89CBDF"/>
      </a:accent2>
      <a:accent3>
        <a:srgbClr val="006990"/>
      </a:accent3>
      <a:accent4>
        <a:srgbClr val="6DB33F"/>
      </a:accent4>
      <a:accent5>
        <a:srgbClr val="C2CD23"/>
      </a:accent5>
      <a:accent6>
        <a:srgbClr val="387C2C"/>
      </a:accent6>
      <a:hlink>
        <a:srgbClr val="0095D3"/>
      </a:hlink>
      <a:folHlink>
        <a:srgbClr val="89CBDF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VMWR_CorpTempRefresh_Light_07_22_MP</Template>
  <TotalTime>0</TotalTime>
  <Words>954</Words>
  <Application>Microsoft Macintosh PowerPoint</Application>
  <PresentationFormat>Custom</PresentationFormat>
  <Paragraphs>350</Paragraphs>
  <Slides>14</Slides>
  <Notes>11</Notes>
  <HiddenSlides>0</HiddenSlides>
  <MMClips>3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Camphor Std</vt:lpstr>
      <vt:lpstr>Metropolis</vt:lpstr>
      <vt:lpstr>Metropolis Light</vt:lpstr>
      <vt:lpstr>Metropolis-Regular</vt:lpstr>
      <vt:lpstr>Open Sans</vt:lpstr>
      <vt:lpstr>Verdana</vt:lpstr>
      <vt:lpstr>VMware_white_16x9</vt:lpstr>
      <vt:lpstr>Stencil Guidelines</vt:lpstr>
      <vt:lpstr>PowerPoint Presentation</vt:lpstr>
      <vt:lpstr>Drawing Technical diagrams</vt:lpstr>
      <vt:lpstr>PowerPoint Presentation</vt:lpstr>
      <vt:lpstr>Drawing Technical diagrams</vt:lpstr>
      <vt:lpstr>PowerPoint Presentation</vt:lpstr>
      <vt:lpstr>Drawing Technical diagrams</vt:lpstr>
      <vt:lpstr>Drawing Technical diagrams</vt:lpstr>
      <vt:lpstr>Sample Diagram</vt:lpstr>
      <vt:lpstr>Diagram sample</vt:lpstr>
      <vt:lpstr>Diagram sample</vt:lpstr>
      <vt:lpstr>Iconography</vt:lpstr>
      <vt:lpstr>Iconography</vt:lpstr>
      <vt:lpstr>Iconography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2018-01-16T21:43:38Z</dcterms:created>
  <dcterms:modified xsi:type="dcterms:W3CDTF">2020-11-20T16:44:56Z</dcterms:modified>
</cp:coreProperties>
</file>